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9" r:id="rId3"/>
    <p:sldId id="260" r:id="rId4"/>
    <p:sldId id="261" r:id="rId5"/>
    <p:sldId id="262" r:id="rId6"/>
    <p:sldId id="265" r:id="rId7"/>
    <p:sldId id="264" r:id="rId8"/>
    <p:sldId id="263" r:id="rId9"/>
    <p:sldId id="267" r:id="rId10"/>
    <p:sldId id="266" r:id="rId11"/>
    <p:sldId id="270" r:id="rId12"/>
    <p:sldId id="268" r:id="rId13"/>
    <p:sldId id="271" r:id="rId14"/>
    <p:sldId id="272" r:id="rId15"/>
    <p:sldId id="291" r:id="rId16"/>
    <p:sldId id="269" r:id="rId17"/>
    <p:sldId id="294" r:id="rId18"/>
    <p:sldId id="293" r:id="rId19"/>
    <p:sldId id="295" r:id="rId20"/>
    <p:sldId id="299" r:id="rId21"/>
    <p:sldId id="300" r:id="rId22"/>
    <p:sldId id="276" r:id="rId23"/>
    <p:sldId id="292" r:id="rId24"/>
    <p:sldId id="297" r:id="rId25"/>
    <p:sldId id="29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79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D450CB-AB2F-44B2-86BF-225FE270E9D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35F461D-CE37-408A-BAD2-690A7881E7D2}">
      <dgm:prSet/>
      <dgm:spPr/>
      <dgm:t>
        <a:bodyPr/>
        <a:lstStyle/>
        <a:p>
          <a:r>
            <a:rPr lang="en-US"/>
            <a:t>Divide and conquer is best for episode and season identification.</a:t>
          </a:r>
        </a:p>
      </dgm:t>
    </dgm:pt>
    <dgm:pt modelId="{F3CC5138-F83A-4CE7-BF16-0565E34E9ED9}" type="parTrans" cxnId="{218AA838-D077-476B-802C-C986BBD00778}">
      <dgm:prSet/>
      <dgm:spPr/>
      <dgm:t>
        <a:bodyPr/>
        <a:lstStyle/>
        <a:p>
          <a:endParaRPr lang="en-US"/>
        </a:p>
      </dgm:t>
    </dgm:pt>
    <dgm:pt modelId="{2D45C165-1BBA-4B9F-AA71-0D624B68829B}" type="sibTrans" cxnId="{218AA838-D077-476B-802C-C986BBD00778}">
      <dgm:prSet/>
      <dgm:spPr/>
      <dgm:t>
        <a:bodyPr/>
        <a:lstStyle/>
        <a:p>
          <a:endParaRPr lang="en-US"/>
        </a:p>
      </dgm:t>
    </dgm:pt>
    <dgm:pt modelId="{50B5879C-CA3C-4A8F-8F8A-9E4EAA990695}">
      <dgm:prSet/>
      <dgm:spPr/>
      <dgm:t>
        <a:bodyPr/>
        <a:lstStyle/>
        <a:p>
          <a:r>
            <a:rPr lang="en-US" dirty="0"/>
            <a:t>“Most commonly used” is better for series identification</a:t>
          </a:r>
        </a:p>
      </dgm:t>
    </dgm:pt>
    <dgm:pt modelId="{76B1564F-1267-4DA9-BE52-76E92937E1F0}" type="parTrans" cxnId="{C9484417-1DC3-4F43-A4BE-9D6F57B92893}">
      <dgm:prSet/>
      <dgm:spPr/>
      <dgm:t>
        <a:bodyPr/>
        <a:lstStyle/>
        <a:p>
          <a:endParaRPr lang="en-US"/>
        </a:p>
      </dgm:t>
    </dgm:pt>
    <dgm:pt modelId="{78F9AD55-BA47-42E4-A673-161CF9D0EC6C}" type="sibTrans" cxnId="{C9484417-1DC3-4F43-A4BE-9D6F57B92893}">
      <dgm:prSet/>
      <dgm:spPr/>
      <dgm:t>
        <a:bodyPr/>
        <a:lstStyle/>
        <a:p>
          <a:endParaRPr lang="en-US"/>
        </a:p>
      </dgm:t>
    </dgm:pt>
    <dgm:pt modelId="{C69AA7E3-093A-4A4A-A075-81C3024A7669}">
      <dgm:prSet/>
      <dgm:spPr/>
      <dgm:t>
        <a:bodyPr/>
        <a:lstStyle/>
        <a:p>
          <a:r>
            <a:rPr lang="en-US" b="1"/>
            <a:t>Future work:</a:t>
          </a:r>
          <a:endParaRPr lang="en-US"/>
        </a:p>
      </dgm:t>
    </dgm:pt>
    <dgm:pt modelId="{06D157B7-778E-4B09-A3B7-1630ED516479}" type="parTrans" cxnId="{BADCA795-D22B-4B93-BE6B-76BD9A2D5B9B}">
      <dgm:prSet/>
      <dgm:spPr/>
      <dgm:t>
        <a:bodyPr/>
        <a:lstStyle/>
        <a:p>
          <a:endParaRPr lang="en-US"/>
        </a:p>
      </dgm:t>
    </dgm:pt>
    <dgm:pt modelId="{A84728A3-6443-41E8-8D40-EC4F0721D09E}" type="sibTrans" cxnId="{BADCA795-D22B-4B93-BE6B-76BD9A2D5B9B}">
      <dgm:prSet/>
      <dgm:spPr/>
      <dgm:t>
        <a:bodyPr/>
        <a:lstStyle/>
        <a:p>
          <a:endParaRPr lang="en-US"/>
        </a:p>
      </dgm:t>
    </dgm:pt>
    <dgm:pt modelId="{C626B04F-C0BA-49FA-973B-AB7CB663EAC8}">
      <dgm:prSet/>
      <dgm:spPr/>
      <dgm:t>
        <a:bodyPr/>
        <a:lstStyle/>
        <a:p>
          <a:r>
            <a:rPr lang="en-US"/>
            <a:t>Can be used for various other videos from other platforms.</a:t>
          </a:r>
        </a:p>
      </dgm:t>
    </dgm:pt>
    <dgm:pt modelId="{263D303F-6BE4-4197-8E46-670E8594495F}" type="parTrans" cxnId="{A42CF278-F6C3-48DE-BC77-2536412F33A0}">
      <dgm:prSet/>
      <dgm:spPr/>
      <dgm:t>
        <a:bodyPr/>
        <a:lstStyle/>
        <a:p>
          <a:endParaRPr lang="en-US"/>
        </a:p>
      </dgm:t>
    </dgm:pt>
    <dgm:pt modelId="{32492661-1F28-4D88-A262-D299FC6B61B4}" type="sibTrans" cxnId="{A42CF278-F6C3-48DE-BC77-2536412F33A0}">
      <dgm:prSet/>
      <dgm:spPr/>
      <dgm:t>
        <a:bodyPr/>
        <a:lstStyle/>
        <a:p>
          <a:endParaRPr lang="en-US"/>
        </a:p>
      </dgm:t>
    </dgm:pt>
    <dgm:pt modelId="{7EF4DB00-D5D8-444A-A0C4-FC2E7D6F05C8}">
      <dgm:prSet/>
      <dgm:spPr/>
      <dgm:t>
        <a:bodyPr/>
        <a:lstStyle/>
        <a:p>
          <a:r>
            <a:rPr lang="en-US"/>
            <a:t>Thumbnail and subtitles can be used to search further</a:t>
          </a:r>
        </a:p>
      </dgm:t>
    </dgm:pt>
    <dgm:pt modelId="{56625B05-A31D-4F07-9EB0-20C24F8A8BFF}" type="parTrans" cxnId="{15BF197D-A80C-446E-B69A-7AFE575E8D92}">
      <dgm:prSet/>
      <dgm:spPr/>
      <dgm:t>
        <a:bodyPr/>
        <a:lstStyle/>
        <a:p>
          <a:endParaRPr lang="en-US"/>
        </a:p>
      </dgm:t>
    </dgm:pt>
    <dgm:pt modelId="{EE132DF2-0E03-4E78-95CB-15732951C6A9}" type="sibTrans" cxnId="{15BF197D-A80C-446E-B69A-7AFE575E8D92}">
      <dgm:prSet/>
      <dgm:spPr/>
      <dgm:t>
        <a:bodyPr/>
        <a:lstStyle/>
        <a:p>
          <a:endParaRPr lang="en-US"/>
        </a:p>
      </dgm:t>
    </dgm:pt>
    <dgm:pt modelId="{01B7C13E-CB3A-49FE-9873-1F3BEBC0CC17}">
      <dgm:prSet/>
      <dgm:spPr/>
      <dgm:t>
        <a:bodyPr/>
        <a:lstStyle/>
        <a:p>
          <a:r>
            <a:rPr lang="en-US"/>
            <a:t>Wikipedia and IMDb can be other sources</a:t>
          </a:r>
        </a:p>
      </dgm:t>
    </dgm:pt>
    <dgm:pt modelId="{7C593852-D3BC-418F-8226-ACE9FAE4F824}" type="parTrans" cxnId="{8E12F06B-8FBF-4444-B1CD-F2F63CDCCAAA}">
      <dgm:prSet/>
      <dgm:spPr/>
      <dgm:t>
        <a:bodyPr/>
        <a:lstStyle/>
        <a:p>
          <a:endParaRPr lang="en-US"/>
        </a:p>
      </dgm:t>
    </dgm:pt>
    <dgm:pt modelId="{5E5D165E-ABE8-4C74-B0B3-E2A5CA661441}" type="sibTrans" cxnId="{8E12F06B-8FBF-4444-B1CD-F2F63CDCCAAA}">
      <dgm:prSet/>
      <dgm:spPr/>
      <dgm:t>
        <a:bodyPr/>
        <a:lstStyle/>
        <a:p>
          <a:endParaRPr lang="en-US"/>
        </a:p>
      </dgm:t>
    </dgm:pt>
    <dgm:pt modelId="{0EE761BE-4316-433B-BA3D-50E447D52C47}" type="pres">
      <dgm:prSet presAssocID="{98D450CB-AB2F-44B2-86BF-225FE270E9D9}" presName="Name0" presStyleCnt="0">
        <dgm:presLayoutVars>
          <dgm:dir/>
          <dgm:resizeHandles val="exact"/>
        </dgm:presLayoutVars>
      </dgm:prSet>
      <dgm:spPr/>
    </dgm:pt>
    <dgm:pt modelId="{7EFB3847-18B5-401A-BB36-923268B7CBB1}" type="pres">
      <dgm:prSet presAssocID="{D35F461D-CE37-408A-BAD2-690A7881E7D2}" presName="node" presStyleLbl="node1" presStyleIdx="0" presStyleCnt="6">
        <dgm:presLayoutVars>
          <dgm:bulletEnabled val="1"/>
        </dgm:presLayoutVars>
      </dgm:prSet>
      <dgm:spPr/>
    </dgm:pt>
    <dgm:pt modelId="{7EA079F0-C92C-4017-A5D4-4E981843DC6E}" type="pres">
      <dgm:prSet presAssocID="{2D45C165-1BBA-4B9F-AA71-0D624B68829B}" presName="sibTrans" presStyleLbl="sibTrans1D1" presStyleIdx="0" presStyleCnt="5"/>
      <dgm:spPr/>
    </dgm:pt>
    <dgm:pt modelId="{A737911B-A461-40C1-AF25-82D0C0CFC1F7}" type="pres">
      <dgm:prSet presAssocID="{2D45C165-1BBA-4B9F-AA71-0D624B68829B}" presName="connectorText" presStyleLbl="sibTrans1D1" presStyleIdx="0" presStyleCnt="5"/>
      <dgm:spPr/>
    </dgm:pt>
    <dgm:pt modelId="{2B9D85EA-7968-4398-932F-83F580ADBD81}" type="pres">
      <dgm:prSet presAssocID="{50B5879C-CA3C-4A8F-8F8A-9E4EAA990695}" presName="node" presStyleLbl="node1" presStyleIdx="1" presStyleCnt="6">
        <dgm:presLayoutVars>
          <dgm:bulletEnabled val="1"/>
        </dgm:presLayoutVars>
      </dgm:prSet>
      <dgm:spPr/>
    </dgm:pt>
    <dgm:pt modelId="{212D14A6-3FF8-4A78-9B7C-121E5BEBA697}" type="pres">
      <dgm:prSet presAssocID="{78F9AD55-BA47-42E4-A673-161CF9D0EC6C}" presName="sibTrans" presStyleLbl="sibTrans1D1" presStyleIdx="1" presStyleCnt="5"/>
      <dgm:spPr/>
    </dgm:pt>
    <dgm:pt modelId="{AC9B1111-153D-45D5-9E6C-65E698C8A3E7}" type="pres">
      <dgm:prSet presAssocID="{78F9AD55-BA47-42E4-A673-161CF9D0EC6C}" presName="connectorText" presStyleLbl="sibTrans1D1" presStyleIdx="1" presStyleCnt="5"/>
      <dgm:spPr/>
    </dgm:pt>
    <dgm:pt modelId="{77A0E464-86D4-4D21-8342-DFC6307664D1}" type="pres">
      <dgm:prSet presAssocID="{C69AA7E3-093A-4A4A-A075-81C3024A7669}" presName="node" presStyleLbl="node1" presStyleIdx="2" presStyleCnt="6">
        <dgm:presLayoutVars>
          <dgm:bulletEnabled val="1"/>
        </dgm:presLayoutVars>
      </dgm:prSet>
      <dgm:spPr/>
    </dgm:pt>
    <dgm:pt modelId="{C515D197-EA66-4A94-AC6A-B68CF8D53EDF}" type="pres">
      <dgm:prSet presAssocID="{A84728A3-6443-41E8-8D40-EC4F0721D09E}" presName="sibTrans" presStyleLbl="sibTrans1D1" presStyleIdx="2" presStyleCnt="5"/>
      <dgm:spPr/>
    </dgm:pt>
    <dgm:pt modelId="{2AD6EE9E-9109-4962-931A-612D6571C9E7}" type="pres">
      <dgm:prSet presAssocID="{A84728A3-6443-41E8-8D40-EC4F0721D09E}" presName="connectorText" presStyleLbl="sibTrans1D1" presStyleIdx="2" presStyleCnt="5"/>
      <dgm:spPr/>
    </dgm:pt>
    <dgm:pt modelId="{5743172F-ED7C-45BA-90D5-6B82224683EA}" type="pres">
      <dgm:prSet presAssocID="{C626B04F-C0BA-49FA-973B-AB7CB663EAC8}" presName="node" presStyleLbl="node1" presStyleIdx="3" presStyleCnt="6">
        <dgm:presLayoutVars>
          <dgm:bulletEnabled val="1"/>
        </dgm:presLayoutVars>
      </dgm:prSet>
      <dgm:spPr/>
    </dgm:pt>
    <dgm:pt modelId="{32A7B170-043B-43C1-855F-2D3F2E220334}" type="pres">
      <dgm:prSet presAssocID="{32492661-1F28-4D88-A262-D299FC6B61B4}" presName="sibTrans" presStyleLbl="sibTrans1D1" presStyleIdx="3" presStyleCnt="5"/>
      <dgm:spPr/>
    </dgm:pt>
    <dgm:pt modelId="{632468A5-8B5E-4E2B-B42D-9EABDE187EA0}" type="pres">
      <dgm:prSet presAssocID="{32492661-1F28-4D88-A262-D299FC6B61B4}" presName="connectorText" presStyleLbl="sibTrans1D1" presStyleIdx="3" presStyleCnt="5"/>
      <dgm:spPr/>
    </dgm:pt>
    <dgm:pt modelId="{ED0189D5-8350-40C4-996B-B267BB9BCD74}" type="pres">
      <dgm:prSet presAssocID="{7EF4DB00-D5D8-444A-A0C4-FC2E7D6F05C8}" presName="node" presStyleLbl="node1" presStyleIdx="4" presStyleCnt="6">
        <dgm:presLayoutVars>
          <dgm:bulletEnabled val="1"/>
        </dgm:presLayoutVars>
      </dgm:prSet>
      <dgm:spPr/>
    </dgm:pt>
    <dgm:pt modelId="{005AFAD9-204E-4311-BBFC-39911043886C}" type="pres">
      <dgm:prSet presAssocID="{EE132DF2-0E03-4E78-95CB-15732951C6A9}" presName="sibTrans" presStyleLbl="sibTrans1D1" presStyleIdx="4" presStyleCnt="5"/>
      <dgm:spPr/>
    </dgm:pt>
    <dgm:pt modelId="{4CB7F681-D824-44B0-B9AF-9CD29BA3DBB9}" type="pres">
      <dgm:prSet presAssocID="{EE132DF2-0E03-4E78-95CB-15732951C6A9}" presName="connectorText" presStyleLbl="sibTrans1D1" presStyleIdx="4" presStyleCnt="5"/>
      <dgm:spPr/>
    </dgm:pt>
    <dgm:pt modelId="{3433890A-18F6-4AAA-B442-FE14CC1C75EA}" type="pres">
      <dgm:prSet presAssocID="{01B7C13E-CB3A-49FE-9873-1F3BEBC0CC17}" presName="node" presStyleLbl="node1" presStyleIdx="5" presStyleCnt="6">
        <dgm:presLayoutVars>
          <dgm:bulletEnabled val="1"/>
        </dgm:presLayoutVars>
      </dgm:prSet>
      <dgm:spPr/>
    </dgm:pt>
  </dgm:ptLst>
  <dgm:cxnLst>
    <dgm:cxn modelId="{6E05B508-2576-4F94-BDA2-9A761A6168F3}" type="presOf" srcId="{2D45C165-1BBA-4B9F-AA71-0D624B68829B}" destId="{7EA079F0-C92C-4017-A5D4-4E981843DC6E}" srcOrd="0" destOrd="0" presId="urn:microsoft.com/office/officeart/2016/7/layout/RepeatingBendingProcessNew"/>
    <dgm:cxn modelId="{06D7AD0C-F52F-415F-A2B9-CCC76082C079}" type="presOf" srcId="{C626B04F-C0BA-49FA-973B-AB7CB663EAC8}" destId="{5743172F-ED7C-45BA-90D5-6B82224683EA}" srcOrd="0" destOrd="0" presId="urn:microsoft.com/office/officeart/2016/7/layout/RepeatingBendingProcessNew"/>
    <dgm:cxn modelId="{010F5813-F926-408C-AEBD-EFFDA2F29101}" type="presOf" srcId="{C69AA7E3-093A-4A4A-A075-81C3024A7669}" destId="{77A0E464-86D4-4D21-8342-DFC6307664D1}" srcOrd="0" destOrd="0" presId="urn:microsoft.com/office/officeart/2016/7/layout/RepeatingBendingProcessNew"/>
    <dgm:cxn modelId="{C9484417-1DC3-4F43-A4BE-9D6F57B92893}" srcId="{98D450CB-AB2F-44B2-86BF-225FE270E9D9}" destId="{50B5879C-CA3C-4A8F-8F8A-9E4EAA990695}" srcOrd="1" destOrd="0" parTransId="{76B1564F-1267-4DA9-BE52-76E92937E1F0}" sibTransId="{78F9AD55-BA47-42E4-A673-161CF9D0EC6C}"/>
    <dgm:cxn modelId="{274A542A-3857-4131-8822-4242AF65D321}" type="presOf" srcId="{32492661-1F28-4D88-A262-D299FC6B61B4}" destId="{32A7B170-043B-43C1-855F-2D3F2E220334}" srcOrd="0" destOrd="0" presId="urn:microsoft.com/office/officeart/2016/7/layout/RepeatingBendingProcessNew"/>
    <dgm:cxn modelId="{D9E0DC2A-29BB-4889-9495-03F0FF4D329E}" type="presOf" srcId="{D35F461D-CE37-408A-BAD2-690A7881E7D2}" destId="{7EFB3847-18B5-401A-BB36-923268B7CBB1}" srcOrd="0" destOrd="0" presId="urn:microsoft.com/office/officeart/2016/7/layout/RepeatingBendingProcessNew"/>
    <dgm:cxn modelId="{B7771E2C-B6F8-4CC1-A470-3EB1DAE25FB1}" type="presOf" srcId="{A84728A3-6443-41E8-8D40-EC4F0721D09E}" destId="{C515D197-EA66-4A94-AC6A-B68CF8D53EDF}" srcOrd="0" destOrd="0" presId="urn:microsoft.com/office/officeart/2016/7/layout/RepeatingBendingProcessNew"/>
    <dgm:cxn modelId="{218AA838-D077-476B-802C-C986BBD00778}" srcId="{98D450CB-AB2F-44B2-86BF-225FE270E9D9}" destId="{D35F461D-CE37-408A-BAD2-690A7881E7D2}" srcOrd="0" destOrd="0" parTransId="{F3CC5138-F83A-4CE7-BF16-0565E34E9ED9}" sibTransId="{2D45C165-1BBA-4B9F-AA71-0D624B68829B}"/>
    <dgm:cxn modelId="{16D4395D-29B0-47D4-A2DF-8CDDDF76A082}" type="presOf" srcId="{EE132DF2-0E03-4E78-95CB-15732951C6A9}" destId="{005AFAD9-204E-4311-BBFC-39911043886C}" srcOrd="0" destOrd="0" presId="urn:microsoft.com/office/officeart/2016/7/layout/RepeatingBendingProcessNew"/>
    <dgm:cxn modelId="{50B84160-954B-445B-84B8-D4CBB57F4150}" type="presOf" srcId="{2D45C165-1BBA-4B9F-AA71-0D624B68829B}" destId="{A737911B-A461-40C1-AF25-82D0C0CFC1F7}" srcOrd="1" destOrd="0" presId="urn:microsoft.com/office/officeart/2016/7/layout/RepeatingBendingProcessNew"/>
    <dgm:cxn modelId="{A082EC44-743D-4865-93CD-685DC4302A3A}" type="presOf" srcId="{78F9AD55-BA47-42E4-A673-161CF9D0EC6C}" destId="{AC9B1111-153D-45D5-9E6C-65E698C8A3E7}" srcOrd="1" destOrd="0" presId="urn:microsoft.com/office/officeart/2016/7/layout/RepeatingBendingProcessNew"/>
    <dgm:cxn modelId="{52172E65-9833-418E-86FF-5168C0E3D7E0}" type="presOf" srcId="{50B5879C-CA3C-4A8F-8F8A-9E4EAA990695}" destId="{2B9D85EA-7968-4398-932F-83F580ADBD81}" srcOrd="0" destOrd="0" presId="urn:microsoft.com/office/officeart/2016/7/layout/RepeatingBendingProcessNew"/>
    <dgm:cxn modelId="{8E12F06B-8FBF-4444-B1CD-F2F63CDCCAAA}" srcId="{98D450CB-AB2F-44B2-86BF-225FE270E9D9}" destId="{01B7C13E-CB3A-49FE-9873-1F3BEBC0CC17}" srcOrd="5" destOrd="0" parTransId="{7C593852-D3BC-418F-8226-ACE9FAE4F824}" sibTransId="{5E5D165E-ABE8-4C74-B0B3-E2A5CA661441}"/>
    <dgm:cxn modelId="{42F0B472-D627-446E-8089-36AE6501EF55}" type="presOf" srcId="{98D450CB-AB2F-44B2-86BF-225FE270E9D9}" destId="{0EE761BE-4316-433B-BA3D-50E447D52C47}" srcOrd="0" destOrd="0" presId="urn:microsoft.com/office/officeart/2016/7/layout/RepeatingBendingProcessNew"/>
    <dgm:cxn modelId="{A42CF278-F6C3-48DE-BC77-2536412F33A0}" srcId="{98D450CB-AB2F-44B2-86BF-225FE270E9D9}" destId="{C626B04F-C0BA-49FA-973B-AB7CB663EAC8}" srcOrd="3" destOrd="0" parTransId="{263D303F-6BE4-4197-8E46-670E8594495F}" sibTransId="{32492661-1F28-4D88-A262-D299FC6B61B4}"/>
    <dgm:cxn modelId="{15BF197D-A80C-446E-B69A-7AFE575E8D92}" srcId="{98D450CB-AB2F-44B2-86BF-225FE270E9D9}" destId="{7EF4DB00-D5D8-444A-A0C4-FC2E7D6F05C8}" srcOrd="4" destOrd="0" parTransId="{56625B05-A31D-4F07-9EB0-20C24F8A8BFF}" sibTransId="{EE132DF2-0E03-4E78-95CB-15732951C6A9}"/>
    <dgm:cxn modelId="{EF6C4E7E-2633-4F97-8D87-2D4A25B9EC48}" type="presOf" srcId="{78F9AD55-BA47-42E4-A673-161CF9D0EC6C}" destId="{212D14A6-3FF8-4A78-9B7C-121E5BEBA697}" srcOrd="0" destOrd="0" presId="urn:microsoft.com/office/officeart/2016/7/layout/RepeatingBendingProcessNew"/>
    <dgm:cxn modelId="{BADCA795-D22B-4B93-BE6B-76BD9A2D5B9B}" srcId="{98D450CB-AB2F-44B2-86BF-225FE270E9D9}" destId="{C69AA7E3-093A-4A4A-A075-81C3024A7669}" srcOrd="2" destOrd="0" parTransId="{06D157B7-778E-4B09-A3B7-1630ED516479}" sibTransId="{A84728A3-6443-41E8-8D40-EC4F0721D09E}"/>
    <dgm:cxn modelId="{BEE4C8A2-8FD1-45F7-B758-FA8D8018C8B0}" type="presOf" srcId="{01B7C13E-CB3A-49FE-9873-1F3BEBC0CC17}" destId="{3433890A-18F6-4AAA-B442-FE14CC1C75EA}" srcOrd="0" destOrd="0" presId="urn:microsoft.com/office/officeart/2016/7/layout/RepeatingBendingProcessNew"/>
    <dgm:cxn modelId="{DADE35B9-1EC0-4DB7-A90B-8DA488F2BABB}" type="presOf" srcId="{EE132DF2-0E03-4E78-95CB-15732951C6A9}" destId="{4CB7F681-D824-44B0-B9AF-9CD29BA3DBB9}" srcOrd="1" destOrd="0" presId="urn:microsoft.com/office/officeart/2016/7/layout/RepeatingBendingProcessNew"/>
    <dgm:cxn modelId="{1F86BFBB-2A04-417A-90B1-2F23DB82CE73}" type="presOf" srcId="{32492661-1F28-4D88-A262-D299FC6B61B4}" destId="{632468A5-8B5E-4E2B-B42D-9EABDE187EA0}" srcOrd="1" destOrd="0" presId="urn:microsoft.com/office/officeart/2016/7/layout/RepeatingBendingProcessNew"/>
    <dgm:cxn modelId="{622A4DE2-5AAD-49DE-A597-37D08787D5D9}" type="presOf" srcId="{A84728A3-6443-41E8-8D40-EC4F0721D09E}" destId="{2AD6EE9E-9109-4962-931A-612D6571C9E7}" srcOrd="1" destOrd="0" presId="urn:microsoft.com/office/officeart/2016/7/layout/RepeatingBendingProcessNew"/>
    <dgm:cxn modelId="{DE3AE4ED-52D9-4396-9BF1-2D1204276D81}" type="presOf" srcId="{7EF4DB00-D5D8-444A-A0C4-FC2E7D6F05C8}" destId="{ED0189D5-8350-40C4-996B-B267BB9BCD74}" srcOrd="0" destOrd="0" presId="urn:microsoft.com/office/officeart/2016/7/layout/RepeatingBendingProcessNew"/>
    <dgm:cxn modelId="{A569995D-33D3-45DC-92F9-5918C727DC44}" type="presParOf" srcId="{0EE761BE-4316-433B-BA3D-50E447D52C47}" destId="{7EFB3847-18B5-401A-BB36-923268B7CBB1}" srcOrd="0" destOrd="0" presId="urn:microsoft.com/office/officeart/2016/7/layout/RepeatingBendingProcessNew"/>
    <dgm:cxn modelId="{5C94BAA2-315F-4293-9E3C-3C62A3B5DEC8}" type="presParOf" srcId="{0EE761BE-4316-433B-BA3D-50E447D52C47}" destId="{7EA079F0-C92C-4017-A5D4-4E981843DC6E}" srcOrd="1" destOrd="0" presId="urn:microsoft.com/office/officeart/2016/7/layout/RepeatingBendingProcessNew"/>
    <dgm:cxn modelId="{648D0FF1-5478-49BE-929E-0A766BB5813B}" type="presParOf" srcId="{7EA079F0-C92C-4017-A5D4-4E981843DC6E}" destId="{A737911B-A461-40C1-AF25-82D0C0CFC1F7}" srcOrd="0" destOrd="0" presId="urn:microsoft.com/office/officeart/2016/7/layout/RepeatingBendingProcessNew"/>
    <dgm:cxn modelId="{EBF11AA1-4354-4BD5-BD35-9D00F2D4D701}" type="presParOf" srcId="{0EE761BE-4316-433B-BA3D-50E447D52C47}" destId="{2B9D85EA-7968-4398-932F-83F580ADBD81}" srcOrd="2" destOrd="0" presId="urn:microsoft.com/office/officeart/2016/7/layout/RepeatingBendingProcessNew"/>
    <dgm:cxn modelId="{E565DF46-9CBD-4ACC-85AC-1DC592E8D20D}" type="presParOf" srcId="{0EE761BE-4316-433B-BA3D-50E447D52C47}" destId="{212D14A6-3FF8-4A78-9B7C-121E5BEBA697}" srcOrd="3" destOrd="0" presId="urn:microsoft.com/office/officeart/2016/7/layout/RepeatingBendingProcessNew"/>
    <dgm:cxn modelId="{6D964320-09F6-4DC0-A9F8-92B57B9D8471}" type="presParOf" srcId="{212D14A6-3FF8-4A78-9B7C-121E5BEBA697}" destId="{AC9B1111-153D-45D5-9E6C-65E698C8A3E7}" srcOrd="0" destOrd="0" presId="urn:microsoft.com/office/officeart/2016/7/layout/RepeatingBendingProcessNew"/>
    <dgm:cxn modelId="{4B041F01-1538-41D2-AB3C-621E2EC7DF2D}" type="presParOf" srcId="{0EE761BE-4316-433B-BA3D-50E447D52C47}" destId="{77A0E464-86D4-4D21-8342-DFC6307664D1}" srcOrd="4" destOrd="0" presId="urn:microsoft.com/office/officeart/2016/7/layout/RepeatingBendingProcessNew"/>
    <dgm:cxn modelId="{8236CA74-0292-45DB-A0F3-B0876CBABF93}" type="presParOf" srcId="{0EE761BE-4316-433B-BA3D-50E447D52C47}" destId="{C515D197-EA66-4A94-AC6A-B68CF8D53EDF}" srcOrd="5" destOrd="0" presId="urn:microsoft.com/office/officeart/2016/7/layout/RepeatingBendingProcessNew"/>
    <dgm:cxn modelId="{52BCAF92-9BC9-455E-A5E1-D9C020CF05C0}" type="presParOf" srcId="{C515D197-EA66-4A94-AC6A-B68CF8D53EDF}" destId="{2AD6EE9E-9109-4962-931A-612D6571C9E7}" srcOrd="0" destOrd="0" presId="urn:microsoft.com/office/officeart/2016/7/layout/RepeatingBendingProcessNew"/>
    <dgm:cxn modelId="{64B195F1-0812-43A0-A105-F2F9A9DC5293}" type="presParOf" srcId="{0EE761BE-4316-433B-BA3D-50E447D52C47}" destId="{5743172F-ED7C-45BA-90D5-6B82224683EA}" srcOrd="6" destOrd="0" presId="urn:microsoft.com/office/officeart/2016/7/layout/RepeatingBendingProcessNew"/>
    <dgm:cxn modelId="{3E8FA0C7-F39C-4856-8DE2-5D6EAF6A9A17}" type="presParOf" srcId="{0EE761BE-4316-433B-BA3D-50E447D52C47}" destId="{32A7B170-043B-43C1-855F-2D3F2E220334}" srcOrd="7" destOrd="0" presId="urn:microsoft.com/office/officeart/2016/7/layout/RepeatingBendingProcessNew"/>
    <dgm:cxn modelId="{2D7AA4B0-DAAD-4896-9770-F04228793F99}" type="presParOf" srcId="{32A7B170-043B-43C1-855F-2D3F2E220334}" destId="{632468A5-8B5E-4E2B-B42D-9EABDE187EA0}" srcOrd="0" destOrd="0" presId="urn:microsoft.com/office/officeart/2016/7/layout/RepeatingBendingProcessNew"/>
    <dgm:cxn modelId="{D39B81D4-47CC-4C0C-A6F7-04836F1ADAE8}" type="presParOf" srcId="{0EE761BE-4316-433B-BA3D-50E447D52C47}" destId="{ED0189D5-8350-40C4-996B-B267BB9BCD74}" srcOrd="8" destOrd="0" presId="urn:microsoft.com/office/officeart/2016/7/layout/RepeatingBendingProcessNew"/>
    <dgm:cxn modelId="{EE376B52-3CCF-42E5-9BDA-9CBE4ED867D6}" type="presParOf" srcId="{0EE761BE-4316-433B-BA3D-50E447D52C47}" destId="{005AFAD9-204E-4311-BBFC-39911043886C}" srcOrd="9" destOrd="0" presId="urn:microsoft.com/office/officeart/2016/7/layout/RepeatingBendingProcessNew"/>
    <dgm:cxn modelId="{66E3AF40-6F16-4DA4-995E-CE54585D8D7F}" type="presParOf" srcId="{005AFAD9-204E-4311-BBFC-39911043886C}" destId="{4CB7F681-D824-44B0-B9AF-9CD29BA3DBB9}" srcOrd="0" destOrd="0" presId="urn:microsoft.com/office/officeart/2016/7/layout/RepeatingBendingProcessNew"/>
    <dgm:cxn modelId="{37849E96-62D3-4C90-A6DF-020085463DFF}" type="presParOf" srcId="{0EE761BE-4316-433B-BA3D-50E447D52C47}" destId="{3433890A-18F6-4AAA-B442-FE14CC1C75E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A079F0-C92C-4017-A5D4-4E981843DC6E}">
      <dsp:nvSpPr>
        <dsp:cNvPr id="0" name=""/>
        <dsp:cNvSpPr/>
      </dsp:nvSpPr>
      <dsp:spPr>
        <a:xfrm>
          <a:off x="3446936" y="681711"/>
          <a:ext cx="524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287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95207" y="724657"/>
        <a:ext cx="27744" cy="5548"/>
      </dsp:txXfrm>
    </dsp:sp>
    <dsp:sp modelId="{7EFB3847-18B5-401A-BB36-923268B7CBB1}">
      <dsp:nvSpPr>
        <dsp:cNvPr id="0" name=""/>
        <dsp:cNvSpPr/>
      </dsp:nvSpPr>
      <dsp:spPr>
        <a:xfrm>
          <a:off x="1036180" y="3664"/>
          <a:ext cx="2412555" cy="14475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217" tIns="124090" rIns="118217" bIns="12409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Divide and conquer is best for episode and season identification.</a:t>
          </a:r>
        </a:p>
      </dsp:txBody>
      <dsp:txXfrm>
        <a:off x="1036180" y="3664"/>
        <a:ext cx="2412555" cy="1447533"/>
      </dsp:txXfrm>
    </dsp:sp>
    <dsp:sp modelId="{212D14A6-3FF8-4A78-9B7C-121E5BEBA697}">
      <dsp:nvSpPr>
        <dsp:cNvPr id="0" name=""/>
        <dsp:cNvSpPr/>
      </dsp:nvSpPr>
      <dsp:spPr>
        <a:xfrm>
          <a:off x="2242458" y="1449398"/>
          <a:ext cx="2967443" cy="524287"/>
        </a:xfrm>
        <a:custGeom>
          <a:avLst/>
          <a:gdLst/>
          <a:ahLst/>
          <a:cxnLst/>
          <a:rect l="0" t="0" r="0" b="0"/>
          <a:pathLst>
            <a:path>
              <a:moveTo>
                <a:pt x="2967443" y="0"/>
              </a:moveTo>
              <a:lnTo>
                <a:pt x="2967443" y="279243"/>
              </a:lnTo>
              <a:lnTo>
                <a:pt x="0" y="279243"/>
              </a:lnTo>
              <a:lnTo>
                <a:pt x="0" y="524287"/>
              </a:lnTo>
            </a:path>
          </a:pathLst>
        </a:custGeom>
        <a:noFill/>
        <a:ln w="635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50708" y="1708767"/>
        <a:ext cx="150943" cy="5548"/>
      </dsp:txXfrm>
    </dsp:sp>
    <dsp:sp modelId="{2B9D85EA-7968-4398-932F-83F580ADBD81}">
      <dsp:nvSpPr>
        <dsp:cNvPr id="0" name=""/>
        <dsp:cNvSpPr/>
      </dsp:nvSpPr>
      <dsp:spPr>
        <a:xfrm>
          <a:off x="4003623" y="3664"/>
          <a:ext cx="2412555" cy="1447533"/>
        </a:xfrm>
        <a:prstGeom prst="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217" tIns="124090" rIns="118217" bIns="12409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“Most commonly used” is better for series identification</a:t>
          </a:r>
        </a:p>
      </dsp:txBody>
      <dsp:txXfrm>
        <a:off x="4003623" y="3664"/>
        <a:ext cx="2412555" cy="1447533"/>
      </dsp:txXfrm>
    </dsp:sp>
    <dsp:sp modelId="{C515D197-EA66-4A94-AC6A-B68CF8D53EDF}">
      <dsp:nvSpPr>
        <dsp:cNvPr id="0" name=""/>
        <dsp:cNvSpPr/>
      </dsp:nvSpPr>
      <dsp:spPr>
        <a:xfrm>
          <a:off x="3446936" y="2684133"/>
          <a:ext cx="524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287" y="45720"/>
              </a:lnTo>
            </a:path>
          </a:pathLst>
        </a:custGeom>
        <a:noFill/>
        <a:ln w="635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95207" y="2727078"/>
        <a:ext cx="27744" cy="5548"/>
      </dsp:txXfrm>
    </dsp:sp>
    <dsp:sp modelId="{77A0E464-86D4-4D21-8342-DFC6307664D1}">
      <dsp:nvSpPr>
        <dsp:cNvPr id="0" name=""/>
        <dsp:cNvSpPr/>
      </dsp:nvSpPr>
      <dsp:spPr>
        <a:xfrm>
          <a:off x="1036180" y="2006086"/>
          <a:ext cx="2412555" cy="1447533"/>
        </a:xfrm>
        <a:prstGeom prst="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217" tIns="124090" rIns="118217" bIns="12409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Future work:</a:t>
          </a:r>
          <a:endParaRPr lang="en-US" sz="2100" kern="1200"/>
        </a:p>
      </dsp:txBody>
      <dsp:txXfrm>
        <a:off x="1036180" y="2006086"/>
        <a:ext cx="2412555" cy="1447533"/>
      </dsp:txXfrm>
    </dsp:sp>
    <dsp:sp modelId="{32A7B170-043B-43C1-855F-2D3F2E220334}">
      <dsp:nvSpPr>
        <dsp:cNvPr id="0" name=""/>
        <dsp:cNvSpPr/>
      </dsp:nvSpPr>
      <dsp:spPr>
        <a:xfrm>
          <a:off x="2242458" y="3451819"/>
          <a:ext cx="2967443" cy="524287"/>
        </a:xfrm>
        <a:custGeom>
          <a:avLst/>
          <a:gdLst/>
          <a:ahLst/>
          <a:cxnLst/>
          <a:rect l="0" t="0" r="0" b="0"/>
          <a:pathLst>
            <a:path>
              <a:moveTo>
                <a:pt x="2967443" y="0"/>
              </a:moveTo>
              <a:lnTo>
                <a:pt x="2967443" y="279243"/>
              </a:lnTo>
              <a:lnTo>
                <a:pt x="0" y="279243"/>
              </a:lnTo>
              <a:lnTo>
                <a:pt x="0" y="524287"/>
              </a:lnTo>
            </a:path>
          </a:pathLst>
        </a:custGeom>
        <a:noFill/>
        <a:ln w="635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50708" y="3711189"/>
        <a:ext cx="150943" cy="5548"/>
      </dsp:txXfrm>
    </dsp:sp>
    <dsp:sp modelId="{5743172F-ED7C-45BA-90D5-6B82224683EA}">
      <dsp:nvSpPr>
        <dsp:cNvPr id="0" name=""/>
        <dsp:cNvSpPr/>
      </dsp:nvSpPr>
      <dsp:spPr>
        <a:xfrm>
          <a:off x="4003623" y="2006086"/>
          <a:ext cx="2412555" cy="1447533"/>
        </a:xfrm>
        <a:prstGeom prst="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217" tIns="124090" rIns="118217" bIns="12409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Can be used for various other videos from other platforms.</a:t>
          </a:r>
        </a:p>
      </dsp:txBody>
      <dsp:txXfrm>
        <a:off x="4003623" y="2006086"/>
        <a:ext cx="2412555" cy="1447533"/>
      </dsp:txXfrm>
    </dsp:sp>
    <dsp:sp modelId="{005AFAD9-204E-4311-BBFC-39911043886C}">
      <dsp:nvSpPr>
        <dsp:cNvPr id="0" name=""/>
        <dsp:cNvSpPr/>
      </dsp:nvSpPr>
      <dsp:spPr>
        <a:xfrm>
          <a:off x="3446936" y="4686554"/>
          <a:ext cx="524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287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95207" y="4729500"/>
        <a:ext cx="27744" cy="5548"/>
      </dsp:txXfrm>
    </dsp:sp>
    <dsp:sp modelId="{ED0189D5-8350-40C4-996B-B267BB9BCD74}">
      <dsp:nvSpPr>
        <dsp:cNvPr id="0" name=""/>
        <dsp:cNvSpPr/>
      </dsp:nvSpPr>
      <dsp:spPr>
        <a:xfrm>
          <a:off x="1036180" y="4008507"/>
          <a:ext cx="2412555" cy="1447533"/>
        </a:xfrm>
        <a:prstGeom prst="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217" tIns="124090" rIns="118217" bIns="12409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Thumbnail and subtitles can be used to search further</a:t>
          </a:r>
        </a:p>
      </dsp:txBody>
      <dsp:txXfrm>
        <a:off x="1036180" y="4008507"/>
        <a:ext cx="2412555" cy="1447533"/>
      </dsp:txXfrm>
    </dsp:sp>
    <dsp:sp modelId="{3433890A-18F6-4AAA-B442-FE14CC1C75EA}">
      <dsp:nvSpPr>
        <dsp:cNvPr id="0" name=""/>
        <dsp:cNvSpPr/>
      </dsp:nvSpPr>
      <dsp:spPr>
        <a:xfrm>
          <a:off x="4003623" y="4008507"/>
          <a:ext cx="2412555" cy="1447533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217" tIns="124090" rIns="118217" bIns="12409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Wikipedia and IMDb can be other sources</a:t>
          </a:r>
        </a:p>
      </dsp:txBody>
      <dsp:txXfrm>
        <a:off x="4003623" y="4008507"/>
        <a:ext cx="2412555" cy="14475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CF4AD-8201-4A09-885B-31AA6E5DA9E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15B57-B2CE-44E4-8CC5-46CE3E95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79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db946183d4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db946183d4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https://www.youtube.com/shorts/nK51l6GSkG4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5B57-B2CE-44E4-8CC5-46CE3E95CF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46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5B57-B2CE-44E4-8CC5-46CE3E95C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96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5B57-B2CE-44E4-8CC5-46CE3E95CF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68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R-replies</a:t>
            </a:r>
          </a:p>
          <a:p>
            <a:r>
              <a:rPr lang="en-US" dirty="0"/>
              <a:t>P-length of pattern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5B57-B2CE-44E4-8CC5-46CE3E95CF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23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de85316c9e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de85316c9e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236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db9b685a6f_1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db9b685a6f_1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767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db9b685a6f_1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db9b685a6f_1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de85316c9e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de85316c9e_0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db9b685a6f_1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db9b685a6f_1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de85316c9e_0_1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de85316c9e_0_1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F192-E1F7-C4C3-6924-B926BB38F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83F20-3D32-34FB-9C65-C21DC8567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E12C4-3C0E-0B60-D5FD-99019399A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5B7D6-4C9E-F59C-902E-51BF58C7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D605F-1F3C-4793-B5DF-C7D3E7B0C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5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DB5D-99BF-655C-E50B-FA867101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6260D-C4D5-A7A2-0BDD-1FFE33D6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37361-7149-0BD3-4321-78F22B3E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F0FC-775C-9BFD-A33A-66CE6727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77268-D543-E7D0-BBD0-A258D1EE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32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1FE53-D233-9497-EDC1-158B1931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E7906-2080-5497-698D-A15F17C0D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5E88-81EC-3082-3216-0AD4F0D4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6DF13-8EE5-C097-B750-160C0AE2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90E51-B264-75ED-8247-2C804876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DD0B-72C4-93AE-77F0-7736235B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929C-2AC9-2811-BC18-020112870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F55CD-CB91-7433-A19F-924E983D4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123E2-C1C7-4483-3F74-FAE39B7AE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C4B1F-4DD7-100D-7D85-4D500069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F75A-F978-42B1-ACF3-3B643BE8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2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6039D-5C84-A32E-B52F-7886FA1E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581C5-BAC6-EF71-957B-4C76A1AEF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7FB04-A66A-A3DA-737B-1AF6E1D9A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72023-909E-41B8-FCF0-CE76AFA5A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D0353-1527-7910-AF73-9D1E2F281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B8FFA8-3629-0C58-2F4A-0F5D50C9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644FA-07FA-B1C2-B57A-23203A898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54304-F0B1-DDB3-962E-1964A4A1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903EE-6144-5309-7BCA-41C21DA7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88D37-0F48-935B-9328-DFF1841D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F6F25-B179-9E60-74C4-9F5AF2EA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2663E-40AC-CB07-4DF4-DDB37C41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7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82F67-0DE1-111A-DD7E-4E9E2101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581A9-BDC0-73EA-716A-449D1F02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948EB-BB15-3A30-43E4-620F5692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7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12216-B471-6057-B91F-83760E04E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D8B8F-CB79-B03A-D74C-B975AC163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23050-968D-5FD4-574F-43D5F9492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B897E-DD9F-0C66-5D34-34A9FCF1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326C9-7EC0-286C-A318-749877A0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B79E0-3B38-22EC-21BE-B199A8E3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4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8BA4-EFD6-6289-7466-88CB2AD4F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7F209-916A-816B-82C2-0DA8D816D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12E95-8AD8-D4A3-16CE-D7859FE99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19C67-F569-72C3-9AE8-DD6C11AB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0D3B7-893F-42E6-CACF-50C6D9D5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EDAD5-3865-4A45-01C5-E598139F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AE2D1-D595-6A4B-9AD8-E19AA09F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E238B-C00C-F0BE-E044-F435C3E9B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F3DCA-A296-537F-BA91-79DD5CC5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A6183-8DF6-5CEA-3035-756933BE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DC812-9FD6-B844-0047-BA862966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5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B7730-F162-ED85-75DA-8CD20A31F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28C43-7591-64A8-FAD0-F1D1DE4D1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20336-287A-E473-8E08-0DF1B3BC3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2170E-65AF-F42C-AB1F-DD423235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05456-1781-95DD-9202-2FEA8739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2F9219-8CC2-81F4-677C-E688A335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1B70D-7DC0-7E4C-78FF-75722976A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B1870-E614-C1B0-36F4-4D7D41F68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BCFD3-94A0-4E3A-998A-E7870A02185D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5E19D-E18F-B9C6-4CFB-F47D360ED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70C7F-CE22-E970-26A3-39405913A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F23AD-510F-4F25-B3FF-0D9D0657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2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nK51l6GSkG4?feature=oembed" TargetMode="Externa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shorts/2j7apjKaemo" TargetMode="External"/><Relationship Id="rId3" Type="http://schemas.openxmlformats.org/officeDocument/2006/relationships/hyperlink" Target="https://www.youtube.com/shorts/oHXl4mKTHbA" TargetMode="External"/><Relationship Id="rId7" Type="http://schemas.openxmlformats.org/officeDocument/2006/relationships/hyperlink" Target="https://www.youtube.com/shorts/phOHc0u-5DA" TargetMode="External"/><Relationship Id="rId2" Type="http://schemas.openxmlformats.org/officeDocument/2006/relationships/hyperlink" Target="https://www.youtube.com/shorts/IAZSqXhVgk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shorts/RYYJnYLMbzQ" TargetMode="External"/><Relationship Id="rId11" Type="http://schemas.openxmlformats.org/officeDocument/2006/relationships/hyperlink" Target="https://www.youtube.com/shorts/bBNyWRe5KVA" TargetMode="External"/><Relationship Id="rId5" Type="http://schemas.openxmlformats.org/officeDocument/2006/relationships/hyperlink" Target="https://www.youtube.com/shorts/fYJDDLB45c8" TargetMode="External"/><Relationship Id="rId10" Type="http://schemas.openxmlformats.org/officeDocument/2006/relationships/hyperlink" Target="https://www.youtube.com/shorts/t9ntcd-hfL8" TargetMode="External"/><Relationship Id="rId4" Type="http://schemas.openxmlformats.org/officeDocument/2006/relationships/hyperlink" Target="https://www.youtube.com/shorts/nK51l6GSkG4" TargetMode="External"/><Relationship Id="rId9" Type="http://schemas.openxmlformats.org/officeDocument/2006/relationships/hyperlink" Target="https://www.youtube.com/shorts/DODBr-8Cw_U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google.com/spreadsheets/d/1USFyjUCaJsrDmuaoo1bI1EU73gSEad2W4svLnsuKibk/co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USFyjUCaJsrDmuaoo1bI1EU73gSEad2W4svLnsuKibk/co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/>
          <p:nvPr/>
        </p:nvSpPr>
        <p:spPr>
          <a:xfrm>
            <a:off x="3549176" y="1250154"/>
            <a:ext cx="9499833" cy="6216900"/>
          </a:xfrm>
          <a:custGeom>
            <a:avLst/>
            <a:gdLst/>
            <a:ahLst/>
            <a:cxnLst/>
            <a:rect l="l" t="t" r="r" b="b"/>
            <a:pathLst>
              <a:path w="284995" h="186507" extrusionOk="0">
                <a:moveTo>
                  <a:pt x="799" y="168485"/>
                </a:moveTo>
                <a:cubicBezTo>
                  <a:pt x="1655" y="161448"/>
                  <a:pt x="18298" y="146041"/>
                  <a:pt x="43024" y="136531"/>
                </a:cubicBezTo>
                <a:cubicBezTo>
                  <a:pt x="67751" y="127021"/>
                  <a:pt x="124907" y="127401"/>
                  <a:pt x="149158" y="111424"/>
                </a:cubicBezTo>
                <a:cubicBezTo>
                  <a:pt x="173409" y="95447"/>
                  <a:pt x="175501" y="58167"/>
                  <a:pt x="188530" y="40668"/>
                </a:cubicBezTo>
                <a:cubicBezTo>
                  <a:pt x="201559" y="23169"/>
                  <a:pt x="214397" y="10331"/>
                  <a:pt x="227331" y="6432"/>
                </a:cubicBezTo>
                <a:cubicBezTo>
                  <a:pt x="240265" y="2533"/>
                  <a:pt x="259570" y="-10401"/>
                  <a:pt x="266132" y="17273"/>
                </a:cubicBezTo>
                <a:cubicBezTo>
                  <a:pt x="272694" y="44948"/>
                  <a:pt x="304744" y="145565"/>
                  <a:pt x="266703" y="172479"/>
                </a:cubicBezTo>
                <a:cubicBezTo>
                  <a:pt x="228663" y="199393"/>
                  <a:pt x="82206" y="179422"/>
                  <a:pt x="37889" y="178756"/>
                </a:cubicBezTo>
                <a:cubicBezTo>
                  <a:pt x="-6428" y="178090"/>
                  <a:pt x="-57" y="175523"/>
                  <a:pt x="799" y="168485"/>
                </a:cubicBezTo>
                <a:close/>
              </a:path>
            </a:pathLst>
          </a:custGeom>
          <a:solidFill>
            <a:srgbClr val="FF6BFF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Google Shape;47;p15"/>
          <p:cNvSpPr txBox="1">
            <a:spLocks noGrp="1"/>
          </p:cNvSpPr>
          <p:nvPr>
            <p:ph type="ctrTitle"/>
          </p:nvPr>
        </p:nvSpPr>
        <p:spPr>
          <a:xfrm>
            <a:off x="304127" y="2390641"/>
            <a:ext cx="10972800" cy="222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b="1" dirty="0"/>
              <a:t>Find The Episode!</a:t>
            </a:r>
            <a:endParaRPr b="1" dirty="0"/>
          </a:p>
        </p:txBody>
      </p:sp>
      <p:sp>
        <p:nvSpPr>
          <p:cNvPr id="48" name="Google Shape;48;p15"/>
          <p:cNvSpPr txBox="1">
            <a:spLocks noGrp="1"/>
          </p:cNvSpPr>
          <p:nvPr>
            <p:ph type="subTitle" idx="1"/>
          </p:nvPr>
        </p:nvSpPr>
        <p:spPr>
          <a:xfrm>
            <a:off x="1513376" y="4218814"/>
            <a:ext cx="5010000" cy="64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b="1" dirty="0"/>
              <a:t>Just me -  Sreeja Cheekireddy</a:t>
            </a:r>
            <a:endParaRPr b="1" dirty="0"/>
          </a:p>
        </p:txBody>
      </p:sp>
      <p:grpSp>
        <p:nvGrpSpPr>
          <p:cNvPr id="49" name="Google Shape;49;p15"/>
          <p:cNvGrpSpPr/>
          <p:nvPr/>
        </p:nvGrpSpPr>
        <p:grpSpPr>
          <a:xfrm>
            <a:off x="6096049" y="1941250"/>
            <a:ext cx="5486513" cy="4916908"/>
            <a:chOff x="894950" y="252050"/>
            <a:chExt cx="5830100" cy="5224825"/>
          </a:xfrm>
        </p:grpSpPr>
        <p:sp>
          <p:nvSpPr>
            <p:cNvPr id="50" name="Google Shape;50;p15"/>
            <p:cNvSpPr/>
            <p:nvPr/>
          </p:nvSpPr>
          <p:spPr>
            <a:xfrm>
              <a:off x="1130200" y="2524500"/>
              <a:ext cx="816200" cy="816200"/>
            </a:xfrm>
            <a:custGeom>
              <a:avLst/>
              <a:gdLst/>
              <a:ahLst/>
              <a:cxnLst/>
              <a:rect l="l" t="t" r="r" b="b"/>
              <a:pathLst>
                <a:path w="32648" h="32648" extrusionOk="0">
                  <a:moveTo>
                    <a:pt x="16334" y="1"/>
                  </a:moveTo>
                  <a:lnTo>
                    <a:pt x="15478" y="20"/>
                  </a:lnTo>
                  <a:lnTo>
                    <a:pt x="14662" y="80"/>
                  </a:lnTo>
                  <a:lnTo>
                    <a:pt x="13847" y="180"/>
                  </a:lnTo>
                  <a:lnTo>
                    <a:pt x="13031" y="339"/>
                  </a:lnTo>
                  <a:lnTo>
                    <a:pt x="12235" y="518"/>
                  </a:lnTo>
                  <a:lnTo>
                    <a:pt x="11479" y="737"/>
                  </a:lnTo>
                  <a:lnTo>
                    <a:pt x="10703" y="995"/>
                  </a:lnTo>
                  <a:lnTo>
                    <a:pt x="9967" y="1274"/>
                  </a:lnTo>
                  <a:lnTo>
                    <a:pt x="9251" y="1612"/>
                  </a:lnTo>
                  <a:lnTo>
                    <a:pt x="8535" y="1970"/>
                  </a:lnTo>
                  <a:lnTo>
                    <a:pt x="7858" y="2368"/>
                  </a:lnTo>
                  <a:lnTo>
                    <a:pt x="7202" y="2786"/>
                  </a:lnTo>
                  <a:lnTo>
                    <a:pt x="6565" y="3243"/>
                  </a:lnTo>
                  <a:lnTo>
                    <a:pt x="5949" y="3721"/>
                  </a:lnTo>
                  <a:lnTo>
                    <a:pt x="5352" y="4238"/>
                  </a:lnTo>
                  <a:lnTo>
                    <a:pt x="4775" y="4775"/>
                  </a:lnTo>
                  <a:lnTo>
                    <a:pt x="4238" y="5352"/>
                  </a:lnTo>
                  <a:lnTo>
                    <a:pt x="3720" y="5949"/>
                  </a:lnTo>
                  <a:lnTo>
                    <a:pt x="3243" y="6566"/>
                  </a:lnTo>
                  <a:lnTo>
                    <a:pt x="2785" y="7202"/>
                  </a:lnTo>
                  <a:lnTo>
                    <a:pt x="2368" y="7859"/>
                  </a:lnTo>
                  <a:lnTo>
                    <a:pt x="1970" y="8535"/>
                  </a:lnTo>
                  <a:lnTo>
                    <a:pt x="1612" y="9252"/>
                  </a:lnTo>
                  <a:lnTo>
                    <a:pt x="1273" y="9968"/>
                  </a:lnTo>
                  <a:lnTo>
                    <a:pt x="995" y="10704"/>
                  </a:lnTo>
                  <a:lnTo>
                    <a:pt x="736" y="11460"/>
                  </a:lnTo>
                  <a:lnTo>
                    <a:pt x="517" y="12236"/>
                  </a:lnTo>
                  <a:lnTo>
                    <a:pt x="338" y="13032"/>
                  </a:lnTo>
                  <a:lnTo>
                    <a:pt x="179" y="13847"/>
                  </a:lnTo>
                  <a:lnTo>
                    <a:pt x="80" y="14663"/>
                  </a:lnTo>
                  <a:lnTo>
                    <a:pt x="20" y="15479"/>
                  </a:lnTo>
                  <a:lnTo>
                    <a:pt x="0" y="16314"/>
                  </a:lnTo>
                  <a:lnTo>
                    <a:pt x="20" y="17170"/>
                  </a:lnTo>
                  <a:lnTo>
                    <a:pt x="80" y="17985"/>
                  </a:lnTo>
                  <a:lnTo>
                    <a:pt x="179" y="18801"/>
                  </a:lnTo>
                  <a:lnTo>
                    <a:pt x="338" y="19617"/>
                  </a:lnTo>
                  <a:lnTo>
                    <a:pt x="517" y="20412"/>
                  </a:lnTo>
                  <a:lnTo>
                    <a:pt x="736" y="21168"/>
                  </a:lnTo>
                  <a:lnTo>
                    <a:pt x="995" y="21944"/>
                  </a:lnTo>
                  <a:lnTo>
                    <a:pt x="1273" y="22680"/>
                  </a:lnTo>
                  <a:lnTo>
                    <a:pt x="1612" y="23397"/>
                  </a:lnTo>
                  <a:lnTo>
                    <a:pt x="1970" y="24113"/>
                  </a:lnTo>
                  <a:lnTo>
                    <a:pt x="2368" y="24789"/>
                  </a:lnTo>
                  <a:lnTo>
                    <a:pt x="2785" y="25446"/>
                  </a:lnTo>
                  <a:lnTo>
                    <a:pt x="3243" y="26082"/>
                  </a:lnTo>
                  <a:lnTo>
                    <a:pt x="3720" y="26699"/>
                  </a:lnTo>
                  <a:lnTo>
                    <a:pt x="4238" y="27296"/>
                  </a:lnTo>
                  <a:lnTo>
                    <a:pt x="4775" y="27873"/>
                  </a:lnTo>
                  <a:lnTo>
                    <a:pt x="5352" y="28410"/>
                  </a:lnTo>
                  <a:lnTo>
                    <a:pt x="5949" y="28927"/>
                  </a:lnTo>
                  <a:lnTo>
                    <a:pt x="6565" y="29405"/>
                  </a:lnTo>
                  <a:lnTo>
                    <a:pt x="7202" y="29862"/>
                  </a:lnTo>
                  <a:lnTo>
                    <a:pt x="7858" y="30280"/>
                  </a:lnTo>
                  <a:lnTo>
                    <a:pt x="8535" y="30678"/>
                  </a:lnTo>
                  <a:lnTo>
                    <a:pt x="9251" y="31036"/>
                  </a:lnTo>
                  <a:lnTo>
                    <a:pt x="9967" y="31374"/>
                  </a:lnTo>
                  <a:lnTo>
                    <a:pt x="10703" y="31653"/>
                  </a:lnTo>
                  <a:lnTo>
                    <a:pt x="11479" y="31912"/>
                  </a:lnTo>
                  <a:lnTo>
                    <a:pt x="12235" y="32130"/>
                  </a:lnTo>
                  <a:lnTo>
                    <a:pt x="13031" y="32309"/>
                  </a:lnTo>
                  <a:lnTo>
                    <a:pt x="13847" y="32469"/>
                  </a:lnTo>
                  <a:lnTo>
                    <a:pt x="14662" y="32568"/>
                  </a:lnTo>
                  <a:lnTo>
                    <a:pt x="15478" y="32628"/>
                  </a:lnTo>
                  <a:lnTo>
                    <a:pt x="16334" y="32648"/>
                  </a:lnTo>
                  <a:lnTo>
                    <a:pt x="17169" y="32628"/>
                  </a:lnTo>
                  <a:lnTo>
                    <a:pt x="17985" y="32568"/>
                  </a:lnTo>
                  <a:lnTo>
                    <a:pt x="18800" y="32469"/>
                  </a:lnTo>
                  <a:lnTo>
                    <a:pt x="19616" y="32309"/>
                  </a:lnTo>
                  <a:lnTo>
                    <a:pt x="20412" y="32130"/>
                  </a:lnTo>
                  <a:lnTo>
                    <a:pt x="21188" y="31912"/>
                  </a:lnTo>
                  <a:lnTo>
                    <a:pt x="21944" y="31653"/>
                  </a:lnTo>
                  <a:lnTo>
                    <a:pt x="22680" y="31374"/>
                  </a:lnTo>
                  <a:lnTo>
                    <a:pt x="23396" y="31036"/>
                  </a:lnTo>
                  <a:lnTo>
                    <a:pt x="24112" y="30678"/>
                  </a:lnTo>
                  <a:lnTo>
                    <a:pt x="24789" y="30280"/>
                  </a:lnTo>
                  <a:lnTo>
                    <a:pt x="25445" y="29862"/>
                  </a:lnTo>
                  <a:lnTo>
                    <a:pt x="26082" y="29405"/>
                  </a:lnTo>
                  <a:lnTo>
                    <a:pt x="26699" y="28927"/>
                  </a:lnTo>
                  <a:lnTo>
                    <a:pt x="27295" y="28410"/>
                  </a:lnTo>
                  <a:lnTo>
                    <a:pt x="27872" y="27873"/>
                  </a:lnTo>
                  <a:lnTo>
                    <a:pt x="28410" y="27296"/>
                  </a:lnTo>
                  <a:lnTo>
                    <a:pt x="28927" y="26699"/>
                  </a:lnTo>
                  <a:lnTo>
                    <a:pt x="29404" y="26082"/>
                  </a:lnTo>
                  <a:lnTo>
                    <a:pt x="29862" y="25446"/>
                  </a:lnTo>
                  <a:lnTo>
                    <a:pt x="30280" y="24789"/>
                  </a:lnTo>
                  <a:lnTo>
                    <a:pt x="30678" y="24113"/>
                  </a:lnTo>
                  <a:lnTo>
                    <a:pt x="31036" y="23397"/>
                  </a:lnTo>
                  <a:lnTo>
                    <a:pt x="31374" y="22680"/>
                  </a:lnTo>
                  <a:lnTo>
                    <a:pt x="31652" y="21944"/>
                  </a:lnTo>
                  <a:lnTo>
                    <a:pt x="31911" y="21168"/>
                  </a:lnTo>
                  <a:lnTo>
                    <a:pt x="32130" y="20412"/>
                  </a:lnTo>
                  <a:lnTo>
                    <a:pt x="32309" y="19617"/>
                  </a:lnTo>
                  <a:lnTo>
                    <a:pt x="32468" y="18801"/>
                  </a:lnTo>
                  <a:lnTo>
                    <a:pt x="32568" y="17985"/>
                  </a:lnTo>
                  <a:lnTo>
                    <a:pt x="32627" y="17170"/>
                  </a:lnTo>
                  <a:lnTo>
                    <a:pt x="32647" y="16314"/>
                  </a:lnTo>
                  <a:lnTo>
                    <a:pt x="32627" y="15479"/>
                  </a:lnTo>
                  <a:lnTo>
                    <a:pt x="32568" y="14663"/>
                  </a:lnTo>
                  <a:lnTo>
                    <a:pt x="32468" y="13847"/>
                  </a:lnTo>
                  <a:lnTo>
                    <a:pt x="32309" y="13032"/>
                  </a:lnTo>
                  <a:lnTo>
                    <a:pt x="32130" y="12236"/>
                  </a:lnTo>
                  <a:lnTo>
                    <a:pt x="31911" y="11460"/>
                  </a:lnTo>
                  <a:lnTo>
                    <a:pt x="31652" y="10704"/>
                  </a:lnTo>
                  <a:lnTo>
                    <a:pt x="31374" y="9968"/>
                  </a:lnTo>
                  <a:lnTo>
                    <a:pt x="31036" y="9252"/>
                  </a:lnTo>
                  <a:lnTo>
                    <a:pt x="30678" y="8535"/>
                  </a:lnTo>
                  <a:lnTo>
                    <a:pt x="30280" y="7859"/>
                  </a:lnTo>
                  <a:lnTo>
                    <a:pt x="29862" y="7202"/>
                  </a:lnTo>
                  <a:lnTo>
                    <a:pt x="29404" y="6566"/>
                  </a:lnTo>
                  <a:lnTo>
                    <a:pt x="28927" y="5949"/>
                  </a:lnTo>
                  <a:lnTo>
                    <a:pt x="28410" y="5352"/>
                  </a:lnTo>
                  <a:lnTo>
                    <a:pt x="27872" y="4775"/>
                  </a:lnTo>
                  <a:lnTo>
                    <a:pt x="27295" y="4238"/>
                  </a:lnTo>
                  <a:lnTo>
                    <a:pt x="26699" y="3721"/>
                  </a:lnTo>
                  <a:lnTo>
                    <a:pt x="26082" y="3243"/>
                  </a:lnTo>
                  <a:lnTo>
                    <a:pt x="25445" y="2786"/>
                  </a:lnTo>
                  <a:lnTo>
                    <a:pt x="24789" y="2368"/>
                  </a:lnTo>
                  <a:lnTo>
                    <a:pt x="24112" y="1970"/>
                  </a:lnTo>
                  <a:lnTo>
                    <a:pt x="23396" y="1612"/>
                  </a:lnTo>
                  <a:lnTo>
                    <a:pt x="22680" y="1274"/>
                  </a:lnTo>
                  <a:lnTo>
                    <a:pt x="21944" y="995"/>
                  </a:lnTo>
                  <a:lnTo>
                    <a:pt x="21188" y="737"/>
                  </a:lnTo>
                  <a:lnTo>
                    <a:pt x="20412" y="518"/>
                  </a:lnTo>
                  <a:lnTo>
                    <a:pt x="19616" y="339"/>
                  </a:lnTo>
                  <a:lnTo>
                    <a:pt x="18800" y="180"/>
                  </a:lnTo>
                  <a:lnTo>
                    <a:pt x="17985" y="80"/>
                  </a:lnTo>
                  <a:lnTo>
                    <a:pt x="17169" y="20"/>
                  </a:lnTo>
                  <a:lnTo>
                    <a:pt x="163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" name="Google Shape;51;p15"/>
            <p:cNvSpPr/>
            <p:nvPr/>
          </p:nvSpPr>
          <p:spPr>
            <a:xfrm>
              <a:off x="1262500" y="2737375"/>
              <a:ext cx="551600" cy="390450"/>
            </a:xfrm>
            <a:custGeom>
              <a:avLst/>
              <a:gdLst/>
              <a:ahLst/>
              <a:cxnLst/>
              <a:rect l="l" t="t" r="r" b="b"/>
              <a:pathLst>
                <a:path w="22064" h="15618" extrusionOk="0">
                  <a:moveTo>
                    <a:pt x="8793" y="4437"/>
                  </a:moveTo>
                  <a:lnTo>
                    <a:pt x="14503" y="7779"/>
                  </a:lnTo>
                  <a:lnTo>
                    <a:pt x="8793" y="11141"/>
                  </a:lnTo>
                  <a:lnTo>
                    <a:pt x="8793" y="4437"/>
                  </a:lnTo>
                  <a:close/>
                  <a:moveTo>
                    <a:pt x="11499" y="0"/>
                  </a:moveTo>
                  <a:lnTo>
                    <a:pt x="9709" y="20"/>
                  </a:lnTo>
                  <a:lnTo>
                    <a:pt x="7938" y="60"/>
                  </a:lnTo>
                  <a:lnTo>
                    <a:pt x="6108" y="120"/>
                  </a:lnTo>
                  <a:lnTo>
                    <a:pt x="5193" y="160"/>
                  </a:lnTo>
                  <a:lnTo>
                    <a:pt x="4277" y="219"/>
                  </a:lnTo>
                  <a:lnTo>
                    <a:pt x="3720" y="259"/>
                  </a:lnTo>
                  <a:lnTo>
                    <a:pt x="3163" y="339"/>
                  </a:lnTo>
                  <a:lnTo>
                    <a:pt x="2885" y="398"/>
                  </a:lnTo>
                  <a:lnTo>
                    <a:pt x="2626" y="458"/>
                  </a:lnTo>
                  <a:lnTo>
                    <a:pt x="2368" y="518"/>
                  </a:lnTo>
                  <a:lnTo>
                    <a:pt x="2109" y="617"/>
                  </a:lnTo>
                  <a:lnTo>
                    <a:pt x="1870" y="717"/>
                  </a:lnTo>
                  <a:lnTo>
                    <a:pt x="1651" y="836"/>
                  </a:lnTo>
                  <a:lnTo>
                    <a:pt x="1432" y="975"/>
                  </a:lnTo>
                  <a:lnTo>
                    <a:pt x="1214" y="1154"/>
                  </a:lnTo>
                  <a:lnTo>
                    <a:pt x="1035" y="1333"/>
                  </a:lnTo>
                  <a:lnTo>
                    <a:pt x="856" y="1532"/>
                  </a:lnTo>
                  <a:lnTo>
                    <a:pt x="696" y="1771"/>
                  </a:lnTo>
                  <a:lnTo>
                    <a:pt x="557" y="2050"/>
                  </a:lnTo>
                  <a:lnTo>
                    <a:pt x="438" y="2288"/>
                  </a:lnTo>
                  <a:lnTo>
                    <a:pt x="358" y="2567"/>
                  </a:lnTo>
                  <a:lnTo>
                    <a:pt x="279" y="2825"/>
                  </a:lnTo>
                  <a:lnTo>
                    <a:pt x="199" y="3104"/>
                  </a:lnTo>
                  <a:lnTo>
                    <a:pt x="100" y="3661"/>
                  </a:lnTo>
                  <a:lnTo>
                    <a:pt x="40" y="4238"/>
                  </a:lnTo>
                  <a:lnTo>
                    <a:pt x="20" y="4815"/>
                  </a:lnTo>
                  <a:lnTo>
                    <a:pt x="0" y="5392"/>
                  </a:lnTo>
                  <a:lnTo>
                    <a:pt x="0" y="6526"/>
                  </a:lnTo>
                  <a:lnTo>
                    <a:pt x="0" y="8456"/>
                  </a:lnTo>
                  <a:lnTo>
                    <a:pt x="20" y="9431"/>
                  </a:lnTo>
                  <a:lnTo>
                    <a:pt x="40" y="10385"/>
                  </a:lnTo>
                  <a:lnTo>
                    <a:pt x="80" y="11042"/>
                  </a:lnTo>
                  <a:lnTo>
                    <a:pt x="119" y="11718"/>
                  </a:lnTo>
                  <a:lnTo>
                    <a:pt x="159" y="12057"/>
                  </a:lnTo>
                  <a:lnTo>
                    <a:pt x="219" y="12395"/>
                  </a:lnTo>
                  <a:lnTo>
                    <a:pt x="298" y="12713"/>
                  </a:lnTo>
                  <a:lnTo>
                    <a:pt x="378" y="13031"/>
                  </a:lnTo>
                  <a:lnTo>
                    <a:pt x="478" y="13350"/>
                  </a:lnTo>
                  <a:lnTo>
                    <a:pt x="617" y="13648"/>
                  </a:lnTo>
                  <a:lnTo>
                    <a:pt x="776" y="13927"/>
                  </a:lnTo>
                  <a:lnTo>
                    <a:pt x="955" y="14185"/>
                  </a:lnTo>
                  <a:lnTo>
                    <a:pt x="1174" y="14424"/>
                  </a:lnTo>
                  <a:lnTo>
                    <a:pt x="1413" y="14643"/>
                  </a:lnTo>
                  <a:lnTo>
                    <a:pt x="1691" y="14822"/>
                  </a:lnTo>
                  <a:lnTo>
                    <a:pt x="2009" y="14981"/>
                  </a:lnTo>
                  <a:lnTo>
                    <a:pt x="2387" y="15120"/>
                  </a:lnTo>
                  <a:lnTo>
                    <a:pt x="2765" y="15220"/>
                  </a:lnTo>
                  <a:lnTo>
                    <a:pt x="3163" y="15319"/>
                  </a:lnTo>
                  <a:lnTo>
                    <a:pt x="3581" y="15379"/>
                  </a:lnTo>
                  <a:lnTo>
                    <a:pt x="3979" y="15439"/>
                  </a:lnTo>
                  <a:lnTo>
                    <a:pt x="4377" y="15478"/>
                  </a:lnTo>
                  <a:lnTo>
                    <a:pt x="5173" y="15538"/>
                  </a:lnTo>
                  <a:lnTo>
                    <a:pt x="5988" y="15578"/>
                  </a:lnTo>
                  <a:lnTo>
                    <a:pt x="6824" y="15598"/>
                  </a:lnTo>
                  <a:lnTo>
                    <a:pt x="8455" y="15618"/>
                  </a:lnTo>
                  <a:lnTo>
                    <a:pt x="10186" y="15618"/>
                  </a:lnTo>
                  <a:lnTo>
                    <a:pt x="11897" y="15598"/>
                  </a:lnTo>
                  <a:lnTo>
                    <a:pt x="15339" y="15518"/>
                  </a:lnTo>
                  <a:lnTo>
                    <a:pt x="16532" y="15498"/>
                  </a:lnTo>
                  <a:lnTo>
                    <a:pt x="17149" y="15459"/>
                  </a:lnTo>
                  <a:lnTo>
                    <a:pt x="17746" y="15419"/>
                  </a:lnTo>
                  <a:lnTo>
                    <a:pt x="18343" y="15359"/>
                  </a:lnTo>
                  <a:lnTo>
                    <a:pt x="18940" y="15260"/>
                  </a:lnTo>
                  <a:lnTo>
                    <a:pt x="19517" y="15120"/>
                  </a:lnTo>
                  <a:lnTo>
                    <a:pt x="20094" y="14941"/>
                  </a:lnTo>
                  <a:lnTo>
                    <a:pt x="20332" y="14862"/>
                  </a:lnTo>
                  <a:lnTo>
                    <a:pt x="20551" y="14742"/>
                  </a:lnTo>
                  <a:lnTo>
                    <a:pt x="20730" y="14603"/>
                  </a:lnTo>
                  <a:lnTo>
                    <a:pt x="20909" y="14444"/>
                  </a:lnTo>
                  <a:lnTo>
                    <a:pt x="21068" y="14285"/>
                  </a:lnTo>
                  <a:lnTo>
                    <a:pt x="21208" y="14086"/>
                  </a:lnTo>
                  <a:lnTo>
                    <a:pt x="21327" y="13887"/>
                  </a:lnTo>
                  <a:lnTo>
                    <a:pt x="21446" y="13688"/>
                  </a:lnTo>
                  <a:lnTo>
                    <a:pt x="21526" y="13469"/>
                  </a:lnTo>
                  <a:lnTo>
                    <a:pt x="21625" y="13250"/>
                  </a:lnTo>
                  <a:lnTo>
                    <a:pt x="21745" y="12773"/>
                  </a:lnTo>
                  <a:lnTo>
                    <a:pt x="21844" y="12315"/>
                  </a:lnTo>
                  <a:lnTo>
                    <a:pt x="21924" y="11838"/>
                  </a:lnTo>
                  <a:lnTo>
                    <a:pt x="21984" y="11380"/>
                  </a:lnTo>
                  <a:lnTo>
                    <a:pt x="22023" y="10903"/>
                  </a:lnTo>
                  <a:lnTo>
                    <a:pt x="22043" y="10445"/>
                  </a:lnTo>
                  <a:lnTo>
                    <a:pt x="22063" y="9988"/>
                  </a:lnTo>
                  <a:lnTo>
                    <a:pt x="22063" y="9053"/>
                  </a:lnTo>
                  <a:lnTo>
                    <a:pt x="22063" y="8117"/>
                  </a:lnTo>
                  <a:lnTo>
                    <a:pt x="22063" y="6745"/>
                  </a:lnTo>
                  <a:lnTo>
                    <a:pt x="22063" y="6068"/>
                  </a:lnTo>
                  <a:lnTo>
                    <a:pt x="22043" y="5372"/>
                  </a:lnTo>
                  <a:lnTo>
                    <a:pt x="22003" y="4596"/>
                  </a:lnTo>
                  <a:lnTo>
                    <a:pt x="21924" y="3741"/>
                  </a:lnTo>
                  <a:lnTo>
                    <a:pt x="21864" y="3303"/>
                  </a:lnTo>
                  <a:lnTo>
                    <a:pt x="21785" y="2885"/>
                  </a:lnTo>
                  <a:lnTo>
                    <a:pt x="21665" y="2467"/>
                  </a:lnTo>
                  <a:lnTo>
                    <a:pt x="21506" y="2069"/>
                  </a:lnTo>
                  <a:lnTo>
                    <a:pt x="21427" y="1871"/>
                  </a:lnTo>
                  <a:lnTo>
                    <a:pt x="21307" y="1691"/>
                  </a:lnTo>
                  <a:lnTo>
                    <a:pt x="21208" y="1512"/>
                  </a:lnTo>
                  <a:lnTo>
                    <a:pt x="21068" y="1333"/>
                  </a:lnTo>
                  <a:lnTo>
                    <a:pt x="20949" y="1194"/>
                  </a:lnTo>
                  <a:lnTo>
                    <a:pt x="20810" y="1075"/>
                  </a:lnTo>
                  <a:lnTo>
                    <a:pt x="20690" y="975"/>
                  </a:lnTo>
                  <a:lnTo>
                    <a:pt x="20551" y="876"/>
                  </a:lnTo>
                  <a:lnTo>
                    <a:pt x="20233" y="697"/>
                  </a:lnTo>
                  <a:lnTo>
                    <a:pt x="19915" y="577"/>
                  </a:lnTo>
                  <a:lnTo>
                    <a:pt x="19596" y="478"/>
                  </a:lnTo>
                  <a:lnTo>
                    <a:pt x="19258" y="398"/>
                  </a:lnTo>
                  <a:lnTo>
                    <a:pt x="18900" y="339"/>
                  </a:lnTo>
                  <a:lnTo>
                    <a:pt x="18562" y="299"/>
                  </a:lnTo>
                  <a:lnTo>
                    <a:pt x="17686" y="219"/>
                  </a:lnTo>
                  <a:lnTo>
                    <a:pt x="16811" y="140"/>
                  </a:lnTo>
                  <a:lnTo>
                    <a:pt x="15936" y="80"/>
                  </a:lnTo>
                  <a:lnTo>
                    <a:pt x="15040" y="40"/>
                  </a:lnTo>
                  <a:lnTo>
                    <a:pt x="14165" y="20"/>
                  </a:lnTo>
                  <a:lnTo>
                    <a:pt x="132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" name="Google Shape;52;p15"/>
            <p:cNvSpPr/>
            <p:nvPr/>
          </p:nvSpPr>
          <p:spPr>
            <a:xfrm>
              <a:off x="5220500" y="641975"/>
              <a:ext cx="718725" cy="625200"/>
            </a:xfrm>
            <a:custGeom>
              <a:avLst/>
              <a:gdLst/>
              <a:ahLst/>
              <a:cxnLst/>
              <a:rect l="l" t="t" r="r" b="b"/>
              <a:pathLst>
                <a:path w="28749" h="25008" extrusionOk="0">
                  <a:moveTo>
                    <a:pt x="2627" y="0"/>
                  </a:moveTo>
                  <a:lnTo>
                    <a:pt x="2349" y="20"/>
                  </a:lnTo>
                  <a:lnTo>
                    <a:pt x="2090" y="60"/>
                  </a:lnTo>
                  <a:lnTo>
                    <a:pt x="1851" y="120"/>
                  </a:lnTo>
                  <a:lnTo>
                    <a:pt x="1612" y="219"/>
                  </a:lnTo>
                  <a:lnTo>
                    <a:pt x="1374" y="319"/>
                  </a:lnTo>
                  <a:lnTo>
                    <a:pt x="1155" y="458"/>
                  </a:lnTo>
                  <a:lnTo>
                    <a:pt x="956" y="597"/>
                  </a:lnTo>
                  <a:lnTo>
                    <a:pt x="777" y="776"/>
                  </a:lnTo>
                  <a:lnTo>
                    <a:pt x="598" y="955"/>
                  </a:lnTo>
                  <a:lnTo>
                    <a:pt x="459" y="1154"/>
                  </a:lnTo>
                  <a:lnTo>
                    <a:pt x="319" y="1373"/>
                  </a:lnTo>
                  <a:lnTo>
                    <a:pt x="220" y="1612"/>
                  </a:lnTo>
                  <a:lnTo>
                    <a:pt x="120" y="1851"/>
                  </a:lnTo>
                  <a:lnTo>
                    <a:pt x="61" y="2089"/>
                  </a:lnTo>
                  <a:lnTo>
                    <a:pt x="21" y="2348"/>
                  </a:lnTo>
                  <a:lnTo>
                    <a:pt x="1" y="2627"/>
                  </a:lnTo>
                  <a:lnTo>
                    <a:pt x="1" y="17925"/>
                  </a:lnTo>
                  <a:lnTo>
                    <a:pt x="21" y="18184"/>
                  </a:lnTo>
                  <a:lnTo>
                    <a:pt x="61" y="18443"/>
                  </a:lnTo>
                  <a:lnTo>
                    <a:pt x="120" y="18701"/>
                  </a:lnTo>
                  <a:lnTo>
                    <a:pt x="220" y="18940"/>
                  </a:lnTo>
                  <a:lnTo>
                    <a:pt x="319" y="19179"/>
                  </a:lnTo>
                  <a:lnTo>
                    <a:pt x="459" y="19378"/>
                  </a:lnTo>
                  <a:lnTo>
                    <a:pt x="598" y="19577"/>
                  </a:lnTo>
                  <a:lnTo>
                    <a:pt x="777" y="19776"/>
                  </a:lnTo>
                  <a:lnTo>
                    <a:pt x="956" y="19935"/>
                  </a:lnTo>
                  <a:lnTo>
                    <a:pt x="1155" y="20094"/>
                  </a:lnTo>
                  <a:lnTo>
                    <a:pt x="1374" y="20213"/>
                  </a:lnTo>
                  <a:lnTo>
                    <a:pt x="1612" y="20333"/>
                  </a:lnTo>
                  <a:lnTo>
                    <a:pt x="1851" y="20412"/>
                  </a:lnTo>
                  <a:lnTo>
                    <a:pt x="2090" y="20492"/>
                  </a:lnTo>
                  <a:lnTo>
                    <a:pt x="2349" y="20532"/>
                  </a:lnTo>
                  <a:lnTo>
                    <a:pt x="10943" y="20532"/>
                  </a:lnTo>
                  <a:lnTo>
                    <a:pt x="14385" y="25008"/>
                  </a:lnTo>
                  <a:lnTo>
                    <a:pt x="17826" y="20532"/>
                  </a:lnTo>
                  <a:lnTo>
                    <a:pt x="26401" y="20532"/>
                  </a:lnTo>
                  <a:lnTo>
                    <a:pt x="26660" y="20492"/>
                  </a:lnTo>
                  <a:lnTo>
                    <a:pt x="26918" y="20412"/>
                  </a:lnTo>
                  <a:lnTo>
                    <a:pt x="27157" y="20333"/>
                  </a:lnTo>
                  <a:lnTo>
                    <a:pt x="27376" y="20213"/>
                  </a:lnTo>
                  <a:lnTo>
                    <a:pt x="27595" y="20094"/>
                  </a:lnTo>
                  <a:lnTo>
                    <a:pt x="27794" y="19935"/>
                  </a:lnTo>
                  <a:lnTo>
                    <a:pt x="27993" y="19776"/>
                  </a:lnTo>
                  <a:lnTo>
                    <a:pt x="28152" y="19577"/>
                  </a:lnTo>
                  <a:lnTo>
                    <a:pt x="28311" y="19378"/>
                  </a:lnTo>
                  <a:lnTo>
                    <a:pt x="28430" y="19179"/>
                  </a:lnTo>
                  <a:lnTo>
                    <a:pt x="28550" y="18940"/>
                  </a:lnTo>
                  <a:lnTo>
                    <a:pt x="28629" y="18701"/>
                  </a:lnTo>
                  <a:lnTo>
                    <a:pt x="28689" y="18443"/>
                  </a:lnTo>
                  <a:lnTo>
                    <a:pt x="28729" y="18184"/>
                  </a:lnTo>
                  <a:lnTo>
                    <a:pt x="28749" y="17925"/>
                  </a:lnTo>
                  <a:lnTo>
                    <a:pt x="28749" y="2627"/>
                  </a:lnTo>
                  <a:lnTo>
                    <a:pt x="28729" y="2348"/>
                  </a:lnTo>
                  <a:lnTo>
                    <a:pt x="28689" y="2089"/>
                  </a:lnTo>
                  <a:lnTo>
                    <a:pt x="28629" y="1851"/>
                  </a:lnTo>
                  <a:lnTo>
                    <a:pt x="28550" y="1612"/>
                  </a:lnTo>
                  <a:lnTo>
                    <a:pt x="28430" y="1373"/>
                  </a:lnTo>
                  <a:lnTo>
                    <a:pt x="28311" y="1154"/>
                  </a:lnTo>
                  <a:lnTo>
                    <a:pt x="28152" y="955"/>
                  </a:lnTo>
                  <a:lnTo>
                    <a:pt x="27993" y="776"/>
                  </a:lnTo>
                  <a:lnTo>
                    <a:pt x="27794" y="597"/>
                  </a:lnTo>
                  <a:lnTo>
                    <a:pt x="27595" y="458"/>
                  </a:lnTo>
                  <a:lnTo>
                    <a:pt x="27376" y="319"/>
                  </a:lnTo>
                  <a:lnTo>
                    <a:pt x="27157" y="219"/>
                  </a:lnTo>
                  <a:lnTo>
                    <a:pt x="26918" y="120"/>
                  </a:lnTo>
                  <a:lnTo>
                    <a:pt x="26660" y="60"/>
                  </a:lnTo>
                  <a:lnTo>
                    <a:pt x="26401" y="20"/>
                  </a:lnTo>
                  <a:lnTo>
                    <a:pt x="26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5329425" y="738950"/>
              <a:ext cx="487450" cy="16450"/>
            </a:xfrm>
            <a:custGeom>
              <a:avLst/>
              <a:gdLst/>
              <a:ahLst/>
              <a:cxnLst/>
              <a:rect l="l" t="t" r="r" b="b"/>
              <a:pathLst>
                <a:path w="19498" h="658" extrusionOk="0">
                  <a:moveTo>
                    <a:pt x="1" y="1"/>
                  </a:moveTo>
                  <a:lnTo>
                    <a:pt x="1" y="657"/>
                  </a:lnTo>
                  <a:lnTo>
                    <a:pt x="19498" y="657"/>
                  </a:lnTo>
                  <a:lnTo>
                    <a:pt x="19498" y="1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5329425" y="783225"/>
              <a:ext cx="487450" cy="16450"/>
            </a:xfrm>
            <a:custGeom>
              <a:avLst/>
              <a:gdLst/>
              <a:ahLst/>
              <a:cxnLst/>
              <a:rect l="l" t="t" r="r" b="b"/>
              <a:pathLst>
                <a:path w="19498" h="658" extrusionOk="0">
                  <a:moveTo>
                    <a:pt x="1" y="1"/>
                  </a:moveTo>
                  <a:lnTo>
                    <a:pt x="1" y="657"/>
                  </a:lnTo>
                  <a:lnTo>
                    <a:pt x="19498" y="657"/>
                  </a:lnTo>
                  <a:lnTo>
                    <a:pt x="19498" y="1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5329425" y="827500"/>
              <a:ext cx="487450" cy="16425"/>
            </a:xfrm>
            <a:custGeom>
              <a:avLst/>
              <a:gdLst/>
              <a:ahLst/>
              <a:cxnLst/>
              <a:rect l="l" t="t" r="r" b="b"/>
              <a:pathLst>
                <a:path w="19498" h="657" extrusionOk="0">
                  <a:moveTo>
                    <a:pt x="1" y="0"/>
                  </a:moveTo>
                  <a:lnTo>
                    <a:pt x="1" y="657"/>
                  </a:lnTo>
                  <a:lnTo>
                    <a:pt x="19498" y="657"/>
                  </a:lnTo>
                  <a:lnTo>
                    <a:pt x="19498" y="0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56;p15"/>
            <p:cNvSpPr/>
            <p:nvPr/>
          </p:nvSpPr>
          <p:spPr>
            <a:xfrm>
              <a:off x="5329425" y="871750"/>
              <a:ext cx="96525" cy="16450"/>
            </a:xfrm>
            <a:custGeom>
              <a:avLst/>
              <a:gdLst/>
              <a:ahLst/>
              <a:cxnLst/>
              <a:rect l="l" t="t" r="r" b="b"/>
              <a:pathLst>
                <a:path w="3861" h="658" extrusionOk="0">
                  <a:moveTo>
                    <a:pt x="1" y="1"/>
                  </a:moveTo>
                  <a:lnTo>
                    <a:pt x="1" y="657"/>
                  </a:lnTo>
                  <a:lnTo>
                    <a:pt x="3860" y="657"/>
                  </a:lnTo>
                  <a:lnTo>
                    <a:pt x="3860" y="1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5459750" y="871750"/>
              <a:ext cx="357125" cy="16450"/>
            </a:xfrm>
            <a:custGeom>
              <a:avLst/>
              <a:gdLst/>
              <a:ahLst/>
              <a:cxnLst/>
              <a:rect l="l" t="t" r="r" b="b"/>
              <a:pathLst>
                <a:path w="14285" h="658" extrusionOk="0">
                  <a:moveTo>
                    <a:pt x="0" y="1"/>
                  </a:moveTo>
                  <a:lnTo>
                    <a:pt x="0" y="657"/>
                  </a:lnTo>
                  <a:lnTo>
                    <a:pt x="14285" y="657"/>
                  </a:lnTo>
                  <a:lnTo>
                    <a:pt x="14285" y="1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5329425" y="916525"/>
              <a:ext cx="487450" cy="15925"/>
            </a:xfrm>
            <a:custGeom>
              <a:avLst/>
              <a:gdLst/>
              <a:ahLst/>
              <a:cxnLst/>
              <a:rect l="l" t="t" r="r" b="b"/>
              <a:pathLst>
                <a:path w="19498" h="637" extrusionOk="0">
                  <a:moveTo>
                    <a:pt x="1" y="0"/>
                  </a:moveTo>
                  <a:lnTo>
                    <a:pt x="1" y="637"/>
                  </a:lnTo>
                  <a:lnTo>
                    <a:pt x="19498" y="637"/>
                  </a:lnTo>
                  <a:lnTo>
                    <a:pt x="19498" y="0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5329425" y="960775"/>
              <a:ext cx="302925" cy="15950"/>
            </a:xfrm>
            <a:custGeom>
              <a:avLst/>
              <a:gdLst/>
              <a:ahLst/>
              <a:cxnLst/>
              <a:rect l="l" t="t" r="r" b="b"/>
              <a:pathLst>
                <a:path w="12117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2117" y="638"/>
                  </a:lnTo>
                  <a:lnTo>
                    <a:pt x="12117" y="1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5668625" y="960775"/>
              <a:ext cx="148250" cy="15950"/>
            </a:xfrm>
            <a:custGeom>
              <a:avLst/>
              <a:gdLst/>
              <a:ahLst/>
              <a:cxnLst/>
              <a:rect l="l" t="t" r="r" b="b"/>
              <a:pathLst>
                <a:path w="5930" h="638" extrusionOk="0">
                  <a:moveTo>
                    <a:pt x="1" y="1"/>
                  </a:moveTo>
                  <a:lnTo>
                    <a:pt x="1" y="638"/>
                  </a:lnTo>
                  <a:lnTo>
                    <a:pt x="5930" y="638"/>
                  </a:lnTo>
                  <a:lnTo>
                    <a:pt x="5930" y="1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5329425" y="1005050"/>
              <a:ext cx="487450" cy="16450"/>
            </a:xfrm>
            <a:custGeom>
              <a:avLst/>
              <a:gdLst/>
              <a:ahLst/>
              <a:cxnLst/>
              <a:rect l="l" t="t" r="r" b="b"/>
              <a:pathLst>
                <a:path w="19498" h="658" extrusionOk="0">
                  <a:moveTo>
                    <a:pt x="1" y="1"/>
                  </a:moveTo>
                  <a:lnTo>
                    <a:pt x="1" y="657"/>
                  </a:lnTo>
                  <a:lnTo>
                    <a:pt x="19498" y="657"/>
                  </a:lnTo>
                  <a:lnTo>
                    <a:pt x="19498" y="1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5329425" y="1049325"/>
              <a:ext cx="261150" cy="16425"/>
            </a:xfrm>
            <a:custGeom>
              <a:avLst/>
              <a:gdLst/>
              <a:ahLst/>
              <a:cxnLst/>
              <a:rect l="l" t="t" r="r" b="b"/>
              <a:pathLst>
                <a:path w="10446" h="657" extrusionOk="0">
                  <a:moveTo>
                    <a:pt x="1" y="0"/>
                  </a:moveTo>
                  <a:lnTo>
                    <a:pt x="1" y="657"/>
                  </a:lnTo>
                  <a:lnTo>
                    <a:pt x="10446" y="657"/>
                  </a:lnTo>
                  <a:lnTo>
                    <a:pt x="10446" y="0"/>
                  </a:lnTo>
                  <a:close/>
                </a:path>
              </a:pathLst>
            </a:custGeom>
            <a:solidFill>
              <a:srgbClr val="4542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5742750" y="2758750"/>
              <a:ext cx="657525" cy="657550"/>
            </a:xfrm>
            <a:custGeom>
              <a:avLst/>
              <a:gdLst/>
              <a:ahLst/>
              <a:cxnLst/>
              <a:rect l="l" t="t" r="r" b="b"/>
              <a:pathLst>
                <a:path w="26301" h="26302" extrusionOk="0">
                  <a:moveTo>
                    <a:pt x="13151" y="1433"/>
                  </a:moveTo>
                  <a:lnTo>
                    <a:pt x="13747" y="1453"/>
                  </a:lnTo>
                  <a:lnTo>
                    <a:pt x="14344" y="1493"/>
                  </a:lnTo>
                  <a:lnTo>
                    <a:pt x="14921" y="1573"/>
                  </a:lnTo>
                  <a:lnTo>
                    <a:pt x="15498" y="1672"/>
                  </a:lnTo>
                  <a:lnTo>
                    <a:pt x="16075" y="1811"/>
                  </a:lnTo>
                  <a:lnTo>
                    <a:pt x="16632" y="1970"/>
                  </a:lnTo>
                  <a:lnTo>
                    <a:pt x="17169" y="2150"/>
                  </a:lnTo>
                  <a:lnTo>
                    <a:pt x="17706" y="2348"/>
                  </a:lnTo>
                  <a:lnTo>
                    <a:pt x="18224" y="2587"/>
                  </a:lnTo>
                  <a:lnTo>
                    <a:pt x="18721" y="2846"/>
                  </a:lnTo>
                  <a:lnTo>
                    <a:pt x="19218" y="3124"/>
                  </a:lnTo>
                  <a:lnTo>
                    <a:pt x="19696" y="3443"/>
                  </a:lnTo>
                  <a:lnTo>
                    <a:pt x="20153" y="3761"/>
                  </a:lnTo>
                  <a:lnTo>
                    <a:pt x="20591" y="4119"/>
                  </a:lnTo>
                  <a:lnTo>
                    <a:pt x="21009" y="4477"/>
                  </a:lnTo>
                  <a:lnTo>
                    <a:pt x="21427" y="4875"/>
                  </a:lnTo>
                  <a:lnTo>
                    <a:pt x="21805" y="5273"/>
                  </a:lnTo>
                  <a:lnTo>
                    <a:pt x="22183" y="5711"/>
                  </a:lnTo>
                  <a:lnTo>
                    <a:pt x="22521" y="6148"/>
                  </a:lnTo>
                  <a:lnTo>
                    <a:pt x="22859" y="6606"/>
                  </a:lnTo>
                  <a:lnTo>
                    <a:pt x="23158" y="7083"/>
                  </a:lnTo>
                  <a:lnTo>
                    <a:pt x="23436" y="7561"/>
                  </a:lnTo>
                  <a:lnTo>
                    <a:pt x="23695" y="8078"/>
                  </a:lnTo>
                  <a:lnTo>
                    <a:pt x="23933" y="8595"/>
                  </a:lnTo>
                  <a:lnTo>
                    <a:pt x="24152" y="9133"/>
                  </a:lnTo>
                  <a:lnTo>
                    <a:pt x="24331" y="9670"/>
                  </a:lnTo>
                  <a:lnTo>
                    <a:pt x="24490" y="10227"/>
                  </a:lnTo>
                  <a:lnTo>
                    <a:pt x="24630" y="10784"/>
                  </a:lnTo>
                  <a:lnTo>
                    <a:pt x="24729" y="11361"/>
                  </a:lnTo>
                  <a:lnTo>
                    <a:pt x="24789" y="11958"/>
                  </a:lnTo>
                  <a:lnTo>
                    <a:pt x="24849" y="12554"/>
                  </a:lnTo>
                  <a:lnTo>
                    <a:pt x="24849" y="13151"/>
                  </a:lnTo>
                  <a:lnTo>
                    <a:pt x="24849" y="13748"/>
                  </a:lnTo>
                  <a:lnTo>
                    <a:pt x="24789" y="14345"/>
                  </a:lnTo>
                  <a:lnTo>
                    <a:pt x="24729" y="14922"/>
                  </a:lnTo>
                  <a:lnTo>
                    <a:pt x="24630" y="15499"/>
                  </a:lnTo>
                  <a:lnTo>
                    <a:pt x="24490" y="16076"/>
                  </a:lnTo>
                  <a:lnTo>
                    <a:pt x="24331" y="16633"/>
                  </a:lnTo>
                  <a:lnTo>
                    <a:pt x="24152" y="17170"/>
                  </a:lnTo>
                  <a:lnTo>
                    <a:pt x="23933" y="17707"/>
                  </a:lnTo>
                  <a:lnTo>
                    <a:pt x="23695" y="18224"/>
                  </a:lnTo>
                  <a:lnTo>
                    <a:pt x="23436" y="18722"/>
                  </a:lnTo>
                  <a:lnTo>
                    <a:pt x="23158" y="19219"/>
                  </a:lnTo>
                  <a:lnTo>
                    <a:pt x="22859" y="19697"/>
                  </a:lnTo>
                  <a:lnTo>
                    <a:pt x="22521" y="20154"/>
                  </a:lnTo>
                  <a:lnTo>
                    <a:pt x="22183" y="20592"/>
                  </a:lnTo>
                  <a:lnTo>
                    <a:pt x="21805" y="21010"/>
                  </a:lnTo>
                  <a:lnTo>
                    <a:pt x="21427" y="21427"/>
                  </a:lnTo>
                  <a:lnTo>
                    <a:pt x="21009" y="21805"/>
                  </a:lnTo>
                  <a:lnTo>
                    <a:pt x="20591" y="22183"/>
                  </a:lnTo>
                  <a:lnTo>
                    <a:pt x="20153" y="22522"/>
                  </a:lnTo>
                  <a:lnTo>
                    <a:pt x="19696" y="22860"/>
                  </a:lnTo>
                  <a:lnTo>
                    <a:pt x="19218" y="23158"/>
                  </a:lnTo>
                  <a:lnTo>
                    <a:pt x="18721" y="23437"/>
                  </a:lnTo>
                  <a:lnTo>
                    <a:pt x="18224" y="23695"/>
                  </a:lnTo>
                  <a:lnTo>
                    <a:pt x="17706" y="23934"/>
                  </a:lnTo>
                  <a:lnTo>
                    <a:pt x="17169" y="24153"/>
                  </a:lnTo>
                  <a:lnTo>
                    <a:pt x="16632" y="24332"/>
                  </a:lnTo>
                  <a:lnTo>
                    <a:pt x="16075" y="24491"/>
                  </a:lnTo>
                  <a:lnTo>
                    <a:pt x="15498" y="24630"/>
                  </a:lnTo>
                  <a:lnTo>
                    <a:pt x="14921" y="24730"/>
                  </a:lnTo>
                  <a:lnTo>
                    <a:pt x="14344" y="24810"/>
                  </a:lnTo>
                  <a:lnTo>
                    <a:pt x="13747" y="24849"/>
                  </a:lnTo>
                  <a:lnTo>
                    <a:pt x="13151" y="24869"/>
                  </a:lnTo>
                  <a:lnTo>
                    <a:pt x="12534" y="24849"/>
                  </a:lnTo>
                  <a:lnTo>
                    <a:pt x="11957" y="24810"/>
                  </a:lnTo>
                  <a:lnTo>
                    <a:pt x="11360" y="24730"/>
                  </a:lnTo>
                  <a:lnTo>
                    <a:pt x="10783" y="24630"/>
                  </a:lnTo>
                  <a:lnTo>
                    <a:pt x="10226" y="24491"/>
                  </a:lnTo>
                  <a:lnTo>
                    <a:pt x="9669" y="24332"/>
                  </a:lnTo>
                  <a:lnTo>
                    <a:pt x="9132" y="24153"/>
                  </a:lnTo>
                  <a:lnTo>
                    <a:pt x="8595" y="23934"/>
                  </a:lnTo>
                  <a:lnTo>
                    <a:pt x="8077" y="23695"/>
                  </a:lnTo>
                  <a:lnTo>
                    <a:pt x="7560" y="23437"/>
                  </a:lnTo>
                  <a:lnTo>
                    <a:pt x="7083" y="23158"/>
                  </a:lnTo>
                  <a:lnTo>
                    <a:pt x="6605" y="22860"/>
                  </a:lnTo>
                  <a:lnTo>
                    <a:pt x="6148" y="22522"/>
                  </a:lnTo>
                  <a:lnTo>
                    <a:pt x="5690" y="22183"/>
                  </a:lnTo>
                  <a:lnTo>
                    <a:pt x="5272" y="21805"/>
                  </a:lnTo>
                  <a:lnTo>
                    <a:pt x="4874" y="21427"/>
                  </a:lnTo>
                  <a:lnTo>
                    <a:pt x="4477" y="21010"/>
                  </a:lnTo>
                  <a:lnTo>
                    <a:pt x="4118" y="20592"/>
                  </a:lnTo>
                  <a:lnTo>
                    <a:pt x="3760" y="20154"/>
                  </a:lnTo>
                  <a:lnTo>
                    <a:pt x="3442" y="19697"/>
                  </a:lnTo>
                  <a:lnTo>
                    <a:pt x="3124" y="19219"/>
                  </a:lnTo>
                  <a:lnTo>
                    <a:pt x="2845" y="18722"/>
                  </a:lnTo>
                  <a:lnTo>
                    <a:pt x="2587" y="18224"/>
                  </a:lnTo>
                  <a:lnTo>
                    <a:pt x="2348" y="17707"/>
                  </a:lnTo>
                  <a:lnTo>
                    <a:pt x="2149" y="17170"/>
                  </a:lnTo>
                  <a:lnTo>
                    <a:pt x="1950" y="16633"/>
                  </a:lnTo>
                  <a:lnTo>
                    <a:pt x="1811" y="16076"/>
                  </a:lnTo>
                  <a:lnTo>
                    <a:pt x="1671" y="15499"/>
                  </a:lnTo>
                  <a:lnTo>
                    <a:pt x="1572" y="14922"/>
                  </a:lnTo>
                  <a:lnTo>
                    <a:pt x="1492" y="14345"/>
                  </a:lnTo>
                  <a:lnTo>
                    <a:pt x="1453" y="13748"/>
                  </a:lnTo>
                  <a:lnTo>
                    <a:pt x="1433" y="13151"/>
                  </a:lnTo>
                  <a:lnTo>
                    <a:pt x="1453" y="12554"/>
                  </a:lnTo>
                  <a:lnTo>
                    <a:pt x="1492" y="11958"/>
                  </a:lnTo>
                  <a:lnTo>
                    <a:pt x="1572" y="11361"/>
                  </a:lnTo>
                  <a:lnTo>
                    <a:pt x="1671" y="10784"/>
                  </a:lnTo>
                  <a:lnTo>
                    <a:pt x="1811" y="10227"/>
                  </a:lnTo>
                  <a:lnTo>
                    <a:pt x="1950" y="9670"/>
                  </a:lnTo>
                  <a:lnTo>
                    <a:pt x="2149" y="9133"/>
                  </a:lnTo>
                  <a:lnTo>
                    <a:pt x="2348" y="8595"/>
                  </a:lnTo>
                  <a:lnTo>
                    <a:pt x="2587" y="8078"/>
                  </a:lnTo>
                  <a:lnTo>
                    <a:pt x="2845" y="7561"/>
                  </a:lnTo>
                  <a:lnTo>
                    <a:pt x="3124" y="7083"/>
                  </a:lnTo>
                  <a:lnTo>
                    <a:pt x="3442" y="6606"/>
                  </a:lnTo>
                  <a:lnTo>
                    <a:pt x="3760" y="6148"/>
                  </a:lnTo>
                  <a:lnTo>
                    <a:pt x="4118" y="5711"/>
                  </a:lnTo>
                  <a:lnTo>
                    <a:pt x="4477" y="5273"/>
                  </a:lnTo>
                  <a:lnTo>
                    <a:pt x="4874" y="4875"/>
                  </a:lnTo>
                  <a:lnTo>
                    <a:pt x="5272" y="4477"/>
                  </a:lnTo>
                  <a:lnTo>
                    <a:pt x="5690" y="4119"/>
                  </a:lnTo>
                  <a:lnTo>
                    <a:pt x="6148" y="3761"/>
                  </a:lnTo>
                  <a:lnTo>
                    <a:pt x="6605" y="3443"/>
                  </a:lnTo>
                  <a:lnTo>
                    <a:pt x="7083" y="3124"/>
                  </a:lnTo>
                  <a:lnTo>
                    <a:pt x="7560" y="2846"/>
                  </a:lnTo>
                  <a:lnTo>
                    <a:pt x="8077" y="2587"/>
                  </a:lnTo>
                  <a:lnTo>
                    <a:pt x="8595" y="2348"/>
                  </a:lnTo>
                  <a:lnTo>
                    <a:pt x="9132" y="2150"/>
                  </a:lnTo>
                  <a:lnTo>
                    <a:pt x="9669" y="1970"/>
                  </a:lnTo>
                  <a:lnTo>
                    <a:pt x="10226" y="1811"/>
                  </a:lnTo>
                  <a:lnTo>
                    <a:pt x="10783" y="1672"/>
                  </a:lnTo>
                  <a:lnTo>
                    <a:pt x="11360" y="1573"/>
                  </a:lnTo>
                  <a:lnTo>
                    <a:pt x="11957" y="1493"/>
                  </a:lnTo>
                  <a:lnTo>
                    <a:pt x="12534" y="1453"/>
                  </a:lnTo>
                  <a:lnTo>
                    <a:pt x="13151" y="1433"/>
                  </a:lnTo>
                  <a:close/>
                  <a:moveTo>
                    <a:pt x="13151" y="1"/>
                  </a:moveTo>
                  <a:lnTo>
                    <a:pt x="12474" y="21"/>
                  </a:lnTo>
                  <a:lnTo>
                    <a:pt x="11798" y="61"/>
                  </a:lnTo>
                  <a:lnTo>
                    <a:pt x="11141" y="160"/>
                  </a:lnTo>
                  <a:lnTo>
                    <a:pt x="10505" y="260"/>
                  </a:lnTo>
                  <a:lnTo>
                    <a:pt x="9868" y="419"/>
                  </a:lnTo>
                  <a:lnTo>
                    <a:pt x="9231" y="598"/>
                  </a:lnTo>
                  <a:lnTo>
                    <a:pt x="8634" y="797"/>
                  </a:lnTo>
                  <a:lnTo>
                    <a:pt x="8038" y="1035"/>
                  </a:lnTo>
                  <a:lnTo>
                    <a:pt x="7441" y="1294"/>
                  </a:lnTo>
                  <a:lnTo>
                    <a:pt x="6884" y="1592"/>
                  </a:lnTo>
                  <a:lnTo>
                    <a:pt x="6327" y="1911"/>
                  </a:lnTo>
                  <a:lnTo>
                    <a:pt x="5790" y="2249"/>
                  </a:lnTo>
                  <a:lnTo>
                    <a:pt x="5292" y="2607"/>
                  </a:lnTo>
                  <a:lnTo>
                    <a:pt x="4795" y="3005"/>
                  </a:lnTo>
                  <a:lnTo>
                    <a:pt x="4317" y="3423"/>
                  </a:lnTo>
                  <a:lnTo>
                    <a:pt x="3860" y="3860"/>
                  </a:lnTo>
                  <a:lnTo>
                    <a:pt x="3422" y="4318"/>
                  </a:lnTo>
                  <a:lnTo>
                    <a:pt x="3004" y="4796"/>
                  </a:lnTo>
                  <a:lnTo>
                    <a:pt x="2606" y="5293"/>
                  </a:lnTo>
                  <a:lnTo>
                    <a:pt x="2248" y="5810"/>
                  </a:lnTo>
                  <a:lnTo>
                    <a:pt x="1910" y="6327"/>
                  </a:lnTo>
                  <a:lnTo>
                    <a:pt x="1592" y="6884"/>
                  </a:lnTo>
                  <a:lnTo>
                    <a:pt x="1293" y="7461"/>
                  </a:lnTo>
                  <a:lnTo>
                    <a:pt x="1035" y="8038"/>
                  </a:lnTo>
                  <a:lnTo>
                    <a:pt x="796" y="8635"/>
                  </a:lnTo>
                  <a:lnTo>
                    <a:pt x="597" y="9252"/>
                  </a:lnTo>
                  <a:lnTo>
                    <a:pt x="418" y="9869"/>
                  </a:lnTo>
                  <a:lnTo>
                    <a:pt x="259" y="10505"/>
                  </a:lnTo>
                  <a:lnTo>
                    <a:pt x="159" y="11142"/>
                  </a:lnTo>
                  <a:lnTo>
                    <a:pt x="60" y="11798"/>
                  </a:lnTo>
                  <a:lnTo>
                    <a:pt x="20" y="12475"/>
                  </a:lnTo>
                  <a:lnTo>
                    <a:pt x="0" y="13151"/>
                  </a:lnTo>
                  <a:lnTo>
                    <a:pt x="20" y="13828"/>
                  </a:lnTo>
                  <a:lnTo>
                    <a:pt x="60" y="14484"/>
                  </a:lnTo>
                  <a:lnTo>
                    <a:pt x="159" y="15141"/>
                  </a:lnTo>
                  <a:lnTo>
                    <a:pt x="259" y="15797"/>
                  </a:lnTo>
                  <a:lnTo>
                    <a:pt x="418" y="16434"/>
                  </a:lnTo>
                  <a:lnTo>
                    <a:pt x="597" y="17051"/>
                  </a:lnTo>
                  <a:lnTo>
                    <a:pt x="796" y="17667"/>
                  </a:lnTo>
                  <a:lnTo>
                    <a:pt x="1035" y="18264"/>
                  </a:lnTo>
                  <a:lnTo>
                    <a:pt x="1293" y="18841"/>
                  </a:lnTo>
                  <a:lnTo>
                    <a:pt x="1592" y="19418"/>
                  </a:lnTo>
                  <a:lnTo>
                    <a:pt x="1910" y="19955"/>
                  </a:lnTo>
                  <a:lnTo>
                    <a:pt x="2248" y="20492"/>
                  </a:lnTo>
                  <a:lnTo>
                    <a:pt x="2606" y="21010"/>
                  </a:lnTo>
                  <a:lnTo>
                    <a:pt x="3004" y="21507"/>
                  </a:lnTo>
                  <a:lnTo>
                    <a:pt x="3422" y="21984"/>
                  </a:lnTo>
                  <a:lnTo>
                    <a:pt x="3860" y="22442"/>
                  </a:lnTo>
                  <a:lnTo>
                    <a:pt x="4317" y="22880"/>
                  </a:lnTo>
                  <a:lnTo>
                    <a:pt x="4795" y="23298"/>
                  </a:lnTo>
                  <a:lnTo>
                    <a:pt x="5292" y="23676"/>
                  </a:lnTo>
                  <a:lnTo>
                    <a:pt x="5790" y="24054"/>
                  </a:lnTo>
                  <a:lnTo>
                    <a:pt x="6327" y="24392"/>
                  </a:lnTo>
                  <a:lnTo>
                    <a:pt x="6884" y="24710"/>
                  </a:lnTo>
                  <a:lnTo>
                    <a:pt x="7441" y="24989"/>
                  </a:lnTo>
                  <a:lnTo>
                    <a:pt x="8038" y="25267"/>
                  </a:lnTo>
                  <a:lnTo>
                    <a:pt x="8634" y="25506"/>
                  </a:lnTo>
                  <a:lnTo>
                    <a:pt x="9231" y="25705"/>
                  </a:lnTo>
                  <a:lnTo>
                    <a:pt x="9868" y="25884"/>
                  </a:lnTo>
                  <a:lnTo>
                    <a:pt x="10505" y="26023"/>
                  </a:lnTo>
                  <a:lnTo>
                    <a:pt x="11141" y="26142"/>
                  </a:lnTo>
                  <a:lnTo>
                    <a:pt x="11798" y="26222"/>
                  </a:lnTo>
                  <a:lnTo>
                    <a:pt x="12474" y="26282"/>
                  </a:lnTo>
                  <a:lnTo>
                    <a:pt x="13151" y="26302"/>
                  </a:lnTo>
                  <a:lnTo>
                    <a:pt x="13827" y="26282"/>
                  </a:lnTo>
                  <a:lnTo>
                    <a:pt x="14483" y="26222"/>
                  </a:lnTo>
                  <a:lnTo>
                    <a:pt x="15140" y="26142"/>
                  </a:lnTo>
                  <a:lnTo>
                    <a:pt x="15797" y="26023"/>
                  </a:lnTo>
                  <a:lnTo>
                    <a:pt x="16433" y="25884"/>
                  </a:lnTo>
                  <a:lnTo>
                    <a:pt x="17050" y="25705"/>
                  </a:lnTo>
                  <a:lnTo>
                    <a:pt x="17667" y="25506"/>
                  </a:lnTo>
                  <a:lnTo>
                    <a:pt x="18263" y="25267"/>
                  </a:lnTo>
                  <a:lnTo>
                    <a:pt x="18840" y="24989"/>
                  </a:lnTo>
                  <a:lnTo>
                    <a:pt x="19397" y="24710"/>
                  </a:lnTo>
                  <a:lnTo>
                    <a:pt x="19954" y="24392"/>
                  </a:lnTo>
                  <a:lnTo>
                    <a:pt x="20492" y="24054"/>
                  </a:lnTo>
                  <a:lnTo>
                    <a:pt x="21009" y="23676"/>
                  </a:lnTo>
                  <a:lnTo>
                    <a:pt x="21506" y="23298"/>
                  </a:lnTo>
                  <a:lnTo>
                    <a:pt x="21984" y="22880"/>
                  </a:lnTo>
                  <a:lnTo>
                    <a:pt x="22441" y="22442"/>
                  </a:lnTo>
                  <a:lnTo>
                    <a:pt x="22879" y="21984"/>
                  </a:lnTo>
                  <a:lnTo>
                    <a:pt x="23277" y="21507"/>
                  </a:lnTo>
                  <a:lnTo>
                    <a:pt x="23675" y="21010"/>
                  </a:lnTo>
                  <a:lnTo>
                    <a:pt x="24053" y="20492"/>
                  </a:lnTo>
                  <a:lnTo>
                    <a:pt x="24391" y="19955"/>
                  </a:lnTo>
                  <a:lnTo>
                    <a:pt x="24709" y="19418"/>
                  </a:lnTo>
                  <a:lnTo>
                    <a:pt x="24988" y="18841"/>
                  </a:lnTo>
                  <a:lnTo>
                    <a:pt x="25266" y="18264"/>
                  </a:lnTo>
                  <a:lnTo>
                    <a:pt x="25485" y="17667"/>
                  </a:lnTo>
                  <a:lnTo>
                    <a:pt x="25704" y="17051"/>
                  </a:lnTo>
                  <a:lnTo>
                    <a:pt x="25883" y="16434"/>
                  </a:lnTo>
                  <a:lnTo>
                    <a:pt x="26022" y="15797"/>
                  </a:lnTo>
                  <a:lnTo>
                    <a:pt x="26142" y="15141"/>
                  </a:lnTo>
                  <a:lnTo>
                    <a:pt x="26221" y="14484"/>
                  </a:lnTo>
                  <a:lnTo>
                    <a:pt x="26281" y="13828"/>
                  </a:lnTo>
                  <a:lnTo>
                    <a:pt x="26301" y="13151"/>
                  </a:lnTo>
                  <a:lnTo>
                    <a:pt x="26281" y="12475"/>
                  </a:lnTo>
                  <a:lnTo>
                    <a:pt x="26221" y="11798"/>
                  </a:lnTo>
                  <a:lnTo>
                    <a:pt x="26142" y="11142"/>
                  </a:lnTo>
                  <a:lnTo>
                    <a:pt x="26022" y="10505"/>
                  </a:lnTo>
                  <a:lnTo>
                    <a:pt x="25883" y="9869"/>
                  </a:lnTo>
                  <a:lnTo>
                    <a:pt x="25704" y="9252"/>
                  </a:lnTo>
                  <a:lnTo>
                    <a:pt x="25485" y="8635"/>
                  </a:lnTo>
                  <a:lnTo>
                    <a:pt x="25266" y="8038"/>
                  </a:lnTo>
                  <a:lnTo>
                    <a:pt x="24988" y="7461"/>
                  </a:lnTo>
                  <a:lnTo>
                    <a:pt x="24709" y="6884"/>
                  </a:lnTo>
                  <a:lnTo>
                    <a:pt x="24391" y="6327"/>
                  </a:lnTo>
                  <a:lnTo>
                    <a:pt x="24053" y="5810"/>
                  </a:lnTo>
                  <a:lnTo>
                    <a:pt x="23675" y="5293"/>
                  </a:lnTo>
                  <a:lnTo>
                    <a:pt x="23277" y="4796"/>
                  </a:lnTo>
                  <a:lnTo>
                    <a:pt x="22879" y="4318"/>
                  </a:lnTo>
                  <a:lnTo>
                    <a:pt x="22441" y="3860"/>
                  </a:lnTo>
                  <a:lnTo>
                    <a:pt x="21984" y="3423"/>
                  </a:lnTo>
                  <a:lnTo>
                    <a:pt x="21506" y="3005"/>
                  </a:lnTo>
                  <a:lnTo>
                    <a:pt x="21009" y="2607"/>
                  </a:lnTo>
                  <a:lnTo>
                    <a:pt x="20492" y="2249"/>
                  </a:lnTo>
                  <a:lnTo>
                    <a:pt x="19954" y="1911"/>
                  </a:lnTo>
                  <a:lnTo>
                    <a:pt x="19397" y="1592"/>
                  </a:lnTo>
                  <a:lnTo>
                    <a:pt x="18840" y="1294"/>
                  </a:lnTo>
                  <a:lnTo>
                    <a:pt x="18263" y="1035"/>
                  </a:lnTo>
                  <a:lnTo>
                    <a:pt x="17667" y="797"/>
                  </a:lnTo>
                  <a:lnTo>
                    <a:pt x="17050" y="598"/>
                  </a:lnTo>
                  <a:lnTo>
                    <a:pt x="16433" y="419"/>
                  </a:lnTo>
                  <a:lnTo>
                    <a:pt x="15797" y="260"/>
                  </a:lnTo>
                  <a:lnTo>
                    <a:pt x="15140" y="160"/>
                  </a:lnTo>
                  <a:lnTo>
                    <a:pt x="14483" y="61"/>
                  </a:lnTo>
                  <a:lnTo>
                    <a:pt x="13827" y="21"/>
                  </a:lnTo>
                  <a:lnTo>
                    <a:pt x="131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6053600" y="2818450"/>
              <a:ext cx="201450" cy="287000"/>
            </a:xfrm>
            <a:custGeom>
              <a:avLst/>
              <a:gdLst/>
              <a:ahLst/>
              <a:cxnLst/>
              <a:rect l="l" t="t" r="r" b="b"/>
              <a:pathLst>
                <a:path w="8058" h="11480" extrusionOk="0">
                  <a:moveTo>
                    <a:pt x="717" y="0"/>
                  </a:moveTo>
                  <a:lnTo>
                    <a:pt x="557" y="20"/>
                  </a:lnTo>
                  <a:lnTo>
                    <a:pt x="438" y="60"/>
                  </a:lnTo>
                  <a:lnTo>
                    <a:pt x="319" y="120"/>
                  </a:lnTo>
                  <a:lnTo>
                    <a:pt x="199" y="219"/>
                  </a:lnTo>
                  <a:lnTo>
                    <a:pt x="120" y="319"/>
                  </a:lnTo>
                  <a:lnTo>
                    <a:pt x="60" y="438"/>
                  </a:lnTo>
                  <a:lnTo>
                    <a:pt x="0" y="577"/>
                  </a:lnTo>
                  <a:lnTo>
                    <a:pt x="0" y="716"/>
                  </a:lnTo>
                  <a:lnTo>
                    <a:pt x="0" y="10763"/>
                  </a:lnTo>
                  <a:lnTo>
                    <a:pt x="0" y="10903"/>
                  </a:lnTo>
                  <a:lnTo>
                    <a:pt x="60" y="11042"/>
                  </a:lnTo>
                  <a:lnTo>
                    <a:pt x="120" y="11161"/>
                  </a:lnTo>
                  <a:lnTo>
                    <a:pt x="199" y="11261"/>
                  </a:lnTo>
                  <a:lnTo>
                    <a:pt x="319" y="11360"/>
                  </a:lnTo>
                  <a:lnTo>
                    <a:pt x="438" y="11420"/>
                  </a:lnTo>
                  <a:lnTo>
                    <a:pt x="557" y="11460"/>
                  </a:lnTo>
                  <a:lnTo>
                    <a:pt x="717" y="11479"/>
                  </a:lnTo>
                  <a:lnTo>
                    <a:pt x="7341" y="11479"/>
                  </a:lnTo>
                  <a:lnTo>
                    <a:pt x="7481" y="11460"/>
                  </a:lnTo>
                  <a:lnTo>
                    <a:pt x="7620" y="11420"/>
                  </a:lnTo>
                  <a:lnTo>
                    <a:pt x="7739" y="11360"/>
                  </a:lnTo>
                  <a:lnTo>
                    <a:pt x="7839" y="11261"/>
                  </a:lnTo>
                  <a:lnTo>
                    <a:pt x="7938" y="11161"/>
                  </a:lnTo>
                  <a:lnTo>
                    <a:pt x="7998" y="11042"/>
                  </a:lnTo>
                  <a:lnTo>
                    <a:pt x="8038" y="10903"/>
                  </a:lnTo>
                  <a:lnTo>
                    <a:pt x="8058" y="10763"/>
                  </a:lnTo>
                  <a:lnTo>
                    <a:pt x="8038" y="10624"/>
                  </a:lnTo>
                  <a:lnTo>
                    <a:pt x="7998" y="10485"/>
                  </a:lnTo>
                  <a:lnTo>
                    <a:pt x="7938" y="10365"/>
                  </a:lnTo>
                  <a:lnTo>
                    <a:pt x="7839" y="10246"/>
                  </a:lnTo>
                  <a:lnTo>
                    <a:pt x="7739" y="10166"/>
                  </a:lnTo>
                  <a:lnTo>
                    <a:pt x="7620" y="10107"/>
                  </a:lnTo>
                  <a:lnTo>
                    <a:pt x="7481" y="10067"/>
                  </a:lnTo>
                  <a:lnTo>
                    <a:pt x="7341" y="10047"/>
                  </a:lnTo>
                  <a:lnTo>
                    <a:pt x="1433" y="10047"/>
                  </a:lnTo>
                  <a:lnTo>
                    <a:pt x="1433" y="716"/>
                  </a:lnTo>
                  <a:lnTo>
                    <a:pt x="1413" y="577"/>
                  </a:lnTo>
                  <a:lnTo>
                    <a:pt x="1373" y="438"/>
                  </a:lnTo>
                  <a:lnTo>
                    <a:pt x="1313" y="319"/>
                  </a:lnTo>
                  <a:lnTo>
                    <a:pt x="1214" y="219"/>
                  </a:lnTo>
                  <a:lnTo>
                    <a:pt x="1114" y="120"/>
                  </a:lnTo>
                  <a:lnTo>
                    <a:pt x="995" y="60"/>
                  </a:lnTo>
                  <a:lnTo>
                    <a:pt x="856" y="20"/>
                  </a:lnTo>
                  <a:lnTo>
                    <a:pt x="7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1133175" y="3638100"/>
              <a:ext cx="202450" cy="202950"/>
            </a:xfrm>
            <a:custGeom>
              <a:avLst/>
              <a:gdLst/>
              <a:ahLst/>
              <a:cxnLst/>
              <a:rect l="l" t="t" r="r" b="b"/>
              <a:pathLst>
                <a:path w="8098" h="8118" extrusionOk="0">
                  <a:moveTo>
                    <a:pt x="3940" y="1"/>
                  </a:moveTo>
                  <a:lnTo>
                    <a:pt x="3840" y="40"/>
                  </a:lnTo>
                  <a:lnTo>
                    <a:pt x="3761" y="80"/>
                  </a:lnTo>
                  <a:lnTo>
                    <a:pt x="3681" y="160"/>
                  </a:lnTo>
                  <a:lnTo>
                    <a:pt x="3621" y="219"/>
                  </a:lnTo>
                  <a:lnTo>
                    <a:pt x="3562" y="319"/>
                  </a:lnTo>
                  <a:lnTo>
                    <a:pt x="3542" y="418"/>
                  </a:lnTo>
                  <a:lnTo>
                    <a:pt x="3522" y="518"/>
                  </a:lnTo>
                  <a:lnTo>
                    <a:pt x="3522" y="3542"/>
                  </a:lnTo>
                  <a:lnTo>
                    <a:pt x="418" y="3542"/>
                  </a:lnTo>
                  <a:lnTo>
                    <a:pt x="319" y="3582"/>
                  </a:lnTo>
                  <a:lnTo>
                    <a:pt x="219" y="3621"/>
                  </a:lnTo>
                  <a:lnTo>
                    <a:pt x="160" y="3681"/>
                  </a:lnTo>
                  <a:lnTo>
                    <a:pt x="80" y="3761"/>
                  </a:lnTo>
                  <a:lnTo>
                    <a:pt x="40" y="3860"/>
                  </a:lnTo>
                  <a:lnTo>
                    <a:pt x="0" y="3940"/>
                  </a:lnTo>
                  <a:lnTo>
                    <a:pt x="0" y="4059"/>
                  </a:lnTo>
                  <a:lnTo>
                    <a:pt x="0" y="4159"/>
                  </a:lnTo>
                  <a:lnTo>
                    <a:pt x="40" y="4258"/>
                  </a:lnTo>
                  <a:lnTo>
                    <a:pt x="80" y="4338"/>
                  </a:lnTo>
                  <a:lnTo>
                    <a:pt x="140" y="4417"/>
                  </a:lnTo>
                  <a:lnTo>
                    <a:pt x="219" y="4497"/>
                  </a:lnTo>
                  <a:lnTo>
                    <a:pt x="319" y="4537"/>
                  </a:lnTo>
                  <a:lnTo>
                    <a:pt x="418" y="4556"/>
                  </a:lnTo>
                  <a:lnTo>
                    <a:pt x="518" y="4576"/>
                  </a:lnTo>
                  <a:lnTo>
                    <a:pt x="3522" y="4576"/>
                  </a:lnTo>
                  <a:lnTo>
                    <a:pt x="3522" y="7580"/>
                  </a:lnTo>
                  <a:lnTo>
                    <a:pt x="3542" y="7680"/>
                  </a:lnTo>
                  <a:lnTo>
                    <a:pt x="3562" y="7779"/>
                  </a:lnTo>
                  <a:lnTo>
                    <a:pt x="3621" y="7879"/>
                  </a:lnTo>
                  <a:lnTo>
                    <a:pt x="3681" y="7958"/>
                  </a:lnTo>
                  <a:lnTo>
                    <a:pt x="3761" y="8018"/>
                  </a:lnTo>
                  <a:lnTo>
                    <a:pt x="3860" y="8078"/>
                  </a:lnTo>
                  <a:lnTo>
                    <a:pt x="3940" y="8098"/>
                  </a:lnTo>
                  <a:lnTo>
                    <a:pt x="4059" y="8118"/>
                  </a:lnTo>
                  <a:lnTo>
                    <a:pt x="4158" y="8098"/>
                  </a:lnTo>
                  <a:lnTo>
                    <a:pt x="4258" y="8058"/>
                  </a:lnTo>
                  <a:lnTo>
                    <a:pt x="4338" y="8018"/>
                  </a:lnTo>
                  <a:lnTo>
                    <a:pt x="4417" y="7958"/>
                  </a:lnTo>
                  <a:lnTo>
                    <a:pt x="4477" y="7879"/>
                  </a:lnTo>
                  <a:lnTo>
                    <a:pt x="4536" y="7799"/>
                  </a:lnTo>
                  <a:lnTo>
                    <a:pt x="4556" y="7700"/>
                  </a:lnTo>
                  <a:lnTo>
                    <a:pt x="4576" y="7580"/>
                  </a:lnTo>
                  <a:lnTo>
                    <a:pt x="4576" y="4576"/>
                  </a:lnTo>
                  <a:lnTo>
                    <a:pt x="7580" y="4576"/>
                  </a:lnTo>
                  <a:lnTo>
                    <a:pt x="7700" y="4556"/>
                  </a:lnTo>
                  <a:lnTo>
                    <a:pt x="7779" y="4537"/>
                  </a:lnTo>
                  <a:lnTo>
                    <a:pt x="7879" y="4477"/>
                  </a:lnTo>
                  <a:lnTo>
                    <a:pt x="7958" y="4417"/>
                  </a:lnTo>
                  <a:lnTo>
                    <a:pt x="8018" y="4338"/>
                  </a:lnTo>
                  <a:lnTo>
                    <a:pt x="8058" y="4258"/>
                  </a:lnTo>
                  <a:lnTo>
                    <a:pt x="8098" y="4159"/>
                  </a:lnTo>
                  <a:lnTo>
                    <a:pt x="8098" y="4059"/>
                  </a:lnTo>
                  <a:lnTo>
                    <a:pt x="8098" y="3940"/>
                  </a:lnTo>
                  <a:lnTo>
                    <a:pt x="8058" y="3860"/>
                  </a:lnTo>
                  <a:lnTo>
                    <a:pt x="8018" y="3761"/>
                  </a:lnTo>
                  <a:lnTo>
                    <a:pt x="7958" y="3681"/>
                  </a:lnTo>
                  <a:lnTo>
                    <a:pt x="7879" y="3621"/>
                  </a:lnTo>
                  <a:lnTo>
                    <a:pt x="7779" y="3582"/>
                  </a:lnTo>
                  <a:lnTo>
                    <a:pt x="7700" y="3542"/>
                  </a:lnTo>
                  <a:lnTo>
                    <a:pt x="4576" y="3542"/>
                  </a:lnTo>
                  <a:lnTo>
                    <a:pt x="4576" y="518"/>
                  </a:lnTo>
                  <a:lnTo>
                    <a:pt x="4556" y="418"/>
                  </a:lnTo>
                  <a:lnTo>
                    <a:pt x="4536" y="319"/>
                  </a:lnTo>
                  <a:lnTo>
                    <a:pt x="4477" y="219"/>
                  </a:lnTo>
                  <a:lnTo>
                    <a:pt x="4417" y="160"/>
                  </a:lnTo>
                  <a:lnTo>
                    <a:pt x="4338" y="80"/>
                  </a:lnTo>
                  <a:lnTo>
                    <a:pt x="4258" y="40"/>
                  </a:lnTo>
                  <a:lnTo>
                    <a:pt x="4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6490275" y="1935625"/>
              <a:ext cx="202450" cy="202950"/>
            </a:xfrm>
            <a:custGeom>
              <a:avLst/>
              <a:gdLst/>
              <a:ahLst/>
              <a:cxnLst/>
              <a:rect l="l" t="t" r="r" b="b"/>
              <a:pathLst>
                <a:path w="8098" h="8118" extrusionOk="0">
                  <a:moveTo>
                    <a:pt x="4039" y="0"/>
                  </a:moveTo>
                  <a:lnTo>
                    <a:pt x="3940" y="20"/>
                  </a:lnTo>
                  <a:lnTo>
                    <a:pt x="3840" y="40"/>
                  </a:lnTo>
                  <a:lnTo>
                    <a:pt x="3761" y="100"/>
                  </a:lnTo>
                  <a:lnTo>
                    <a:pt x="3681" y="159"/>
                  </a:lnTo>
                  <a:lnTo>
                    <a:pt x="3622" y="239"/>
                  </a:lnTo>
                  <a:lnTo>
                    <a:pt x="3562" y="319"/>
                  </a:lnTo>
                  <a:lnTo>
                    <a:pt x="3542" y="418"/>
                  </a:lnTo>
                  <a:lnTo>
                    <a:pt x="3522" y="537"/>
                  </a:lnTo>
                  <a:lnTo>
                    <a:pt x="3522" y="3542"/>
                  </a:lnTo>
                  <a:lnTo>
                    <a:pt x="419" y="3542"/>
                  </a:lnTo>
                  <a:lnTo>
                    <a:pt x="319" y="3581"/>
                  </a:lnTo>
                  <a:lnTo>
                    <a:pt x="220" y="3621"/>
                  </a:lnTo>
                  <a:lnTo>
                    <a:pt x="140" y="3701"/>
                  </a:lnTo>
                  <a:lnTo>
                    <a:pt x="80" y="3780"/>
                  </a:lnTo>
                  <a:lnTo>
                    <a:pt x="41" y="3860"/>
                  </a:lnTo>
                  <a:lnTo>
                    <a:pt x="1" y="3959"/>
                  </a:lnTo>
                  <a:lnTo>
                    <a:pt x="1" y="4059"/>
                  </a:lnTo>
                  <a:lnTo>
                    <a:pt x="1" y="4158"/>
                  </a:lnTo>
                  <a:lnTo>
                    <a:pt x="41" y="4258"/>
                  </a:lnTo>
                  <a:lnTo>
                    <a:pt x="80" y="4357"/>
                  </a:lnTo>
                  <a:lnTo>
                    <a:pt x="140" y="4437"/>
                  </a:lnTo>
                  <a:lnTo>
                    <a:pt x="220" y="4497"/>
                  </a:lnTo>
                  <a:lnTo>
                    <a:pt x="319" y="4536"/>
                  </a:lnTo>
                  <a:lnTo>
                    <a:pt x="419" y="4576"/>
                  </a:lnTo>
                  <a:lnTo>
                    <a:pt x="3522" y="4576"/>
                  </a:lnTo>
                  <a:lnTo>
                    <a:pt x="3522" y="7600"/>
                  </a:lnTo>
                  <a:lnTo>
                    <a:pt x="3542" y="7700"/>
                  </a:lnTo>
                  <a:lnTo>
                    <a:pt x="3562" y="7799"/>
                  </a:lnTo>
                  <a:lnTo>
                    <a:pt x="3622" y="7879"/>
                  </a:lnTo>
                  <a:lnTo>
                    <a:pt x="3681" y="7958"/>
                  </a:lnTo>
                  <a:lnTo>
                    <a:pt x="3761" y="8038"/>
                  </a:lnTo>
                  <a:lnTo>
                    <a:pt x="3840" y="8078"/>
                  </a:lnTo>
                  <a:lnTo>
                    <a:pt x="3940" y="8097"/>
                  </a:lnTo>
                  <a:lnTo>
                    <a:pt x="4039" y="8117"/>
                  </a:lnTo>
                  <a:lnTo>
                    <a:pt x="4159" y="8097"/>
                  </a:lnTo>
                  <a:lnTo>
                    <a:pt x="4258" y="8078"/>
                  </a:lnTo>
                  <a:lnTo>
                    <a:pt x="4338" y="8018"/>
                  </a:lnTo>
                  <a:lnTo>
                    <a:pt x="4417" y="7958"/>
                  </a:lnTo>
                  <a:lnTo>
                    <a:pt x="4477" y="7879"/>
                  </a:lnTo>
                  <a:lnTo>
                    <a:pt x="4537" y="7799"/>
                  </a:lnTo>
                  <a:lnTo>
                    <a:pt x="4557" y="7700"/>
                  </a:lnTo>
                  <a:lnTo>
                    <a:pt x="4577" y="7600"/>
                  </a:lnTo>
                  <a:lnTo>
                    <a:pt x="4577" y="4576"/>
                  </a:lnTo>
                  <a:lnTo>
                    <a:pt x="7680" y="4576"/>
                  </a:lnTo>
                  <a:lnTo>
                    <a:pt x="7780" y="4536"/>
                  </a:lnTo>
                  <a:lnTo>
                    <a:pt x="7879" y="4497"/>
                  </a:lnTo>
                  <a:lnTo>
                    <a:pt x="7959" y="4437"/>
                  </a:lnTo>
                  <a:lnTo>
                    <a:pt x="8018" y="4357"/>
                  </a:lnTo>
                  <a:lnTo>
                    <a:pt x="8058" y="4258"/>
                  </a:lnTo>
                  <a:lnTo>
                    <a:pt x="8098" y="4158"/>
                  </a:lnTo>
                  <a:lnTo>
                    <a:pt x="8098" y="4059"/>
                  </a:lnTo>
                  <a:lnTo>
                    <a:pt x="8098" y="3959"/>
                  </a:lnTo>
                  <a:lnTo>
                    <a:pt x="8058" y="3860"/>
                  </a:lnTo>
                  <a:lnTo>
                    <a:pt x="8018" y="3780"/>
                  </a:lnTo>
                  <a:lnTo>
                    <a:pt x="7959" y="3701"/>
                  </a:lnTo>
                  <a:lnTo>
                    <a:pt x="7879" y="3621"/>
                  </a:lnTo>
                  <a:lnTo>
                    <a:pt x="7780" y="3581"/>
                  </a:lnTo>
                  <a:lnTo>
                    <a:pt x="7680" y="3542"/>
                  </a:lnTo>
                  <a:lnTo>
                    <a:pt x="4577" y="3542"/>
                  </a:lnTo>
                  <a:lnTo>
                    <a:pt x="4577" y="537"/>
                  </a:lnTo>
                  <a:lnTo>
                    <a:pt x="4557" y="418"/>
                  </a:lnTo>
                  <a:lnTo>
                    <a:pt x="4537" y="319"/>
                  </a:lnTo>
                  <a:lnTo>
                    <a:pt x="4477" y="239"/>
                  </a:lnTo>
                  <a:lnTo>
                    <a:pt x="4417" y="159"/>
                  </a:lnTo>
                  <a:lnTo>
                    <a:pt x="4338" y="100"/>
                  </a:lnTo>
                  <a:lnTo>
                    <a:pt x="4258" y="40"/>
                  </a:lnTo>
                  <a:lnTo>
                    <a:pt x="4159" y="2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1642975" y="297300"/>
              <a:ext cx="202450" cy="202450"/>
            </a:xfrm>
            <a:custGeom>
              <a:avLst/>
              <a:gdLst/>
              <a:ahLst/>
              <a:cxnLst/>
              <a:rect l="l" t="t" r="r" b="b"/>
              <a:pathLst>
                <a:path w="8098" h="8098" extrusionOk="0">
                  <a:moveTo>
                    <a:pt x="3940" y="0"/>
                  </a:moveTo>
                  <a:lnTo>
                    <a:pt x="3840" y="40"/>
                  </a:lnTo>
                  <a:lnTo>
                    <a:pt x="3760" y="80"/>
                  </a:lnTo>
                  <a:lnTo>
                    <a:pt x="3681" y="140"/>
                  </a:lnTo>
                  <a:lnTo>
                    <a:pt x="3621" y="219"/>
                  </a:lnTo>
                  <a:lnTo>
                    <a:pt x="3562" y="319"/>
                  </a:lnTo>
                  <a:lnTo>
                    <a:pt x="3542" y="418"/>
                  </a:lnTo>
                  <a:lnTo>
                    <a:pt x="3522" y="518"/>
                  </a:lnTo>
                  <a:lnTo>
                    <a:pt x="3522" y="3522"/>
                  </a:lnTo>
                  <a:lnTo>
                    <a:pt x="518" y="3522"/>
                  </a:lnTo>
                  <a:lnTo>
                    <a:pt x="418" y="3542"/>
                  </a:lnTo>
                  <a:lnTo>
                    <a:pt x="319" y="3562"/>
                  </a:lnTo>
                  <a:lnTo>
                    <a:pt x="219" y="3621"/>
                  </a:lnTo>
                  <a:lnTo>
                    <a:pt x="140" y="3681"/>
                  </a:lnTo>
                  <a:lnTo>
                    <a:pt x="80" y="3761"/>
                  </a:lnTo>
                  <a:lnTo>
                    <a:pt x="40" y="3840"/>
                  </a:lnTo>
                  <a:lnTo>
                    <a:pt x="0" y="3940"/>
                  </a:lnTo>
                  <a:lnTo>
                    <a:pt x="0" y="4039"/>
                  </a:lnTo>
                  <a:lnTo>
                    <a:pt x="0" y="4158"/>
                  </a:lnTo>
                  <a:lnTo>
                    <a:pt x="40" y="4238"/>
                  </a:lnTo>
                  <a:lnTo>
                    <a:pt x="80" y="4337"/>
                  </a:lnTo>
                  <a:lnTo>
                    <a:pt x="140" y="4417"/>
                  </a:lnTo>
                  <a:lnTo>
                    <a:pt x="219" y="4477"/>
                  </a:lnTo>
                  <a:lnTo>
                    <a:pt x="319" y="4536"/>
                  </a:lnTo>
                  <a:lnTo>
                    <a:pt x="418" y="4556"/>
                  </a:lnTo>
                  <a:lnTo>
                    <a:pt x="518" y="4576"/>
                  </a:lnTo>
                  <a:lnTo>
                    <a:pt x="3522" y="4576"/>
                  </a:lnTo>
                  <a:lnTo>
                    <a:pt x="3522" y="7580"/>
                  </a:lnTo>
                  <a:lnTo>
                    <a:pt x="3542" y="7680"/>
                  </a:lnTo>
                  <a:lnTo>
                    <a:pt x="3562" y="7779"/>
                  </a:lnTo>
                  <a:lnTo>
                    <a:pt x="3621" y="7879"/>
                  </a:lnTo>
                  <a:lnTo>
                    <a:pt x="3681" y="7958"/>
                  </a:lnTo>
                  <a:lnTo>
                    <a:pt x="3760" y="8018"/>
                  </a:lnTo>
                  <a:lnTo>
                    <a:pt x="3840" y="8058"/>
                  </a:lnTo>
                  <a:lnTo>
                    <a:pt x="3940" y="8098"/>
                  </a:lnTo>
                  <a:lnTo>
                    <a:pt x="4158" y="8098"/>
                  </a:lnTo>
                  <a:lnTo>
                    <a:pt x="4258" y="8058"/>
                  </a:lnTo>
                  <a:lnTo>
                    <a:pt x="4337" y="8018"/>
                  </a:lnTo>
                  <a:lnTo>
                    <a:pt x="4417" y="7958"/>
                  </a:lnTo>
                  <a:lnTo>
                    <a:pt x="4477" y="7879"/>
                  </a:lnTo>
                  <a:lnTo>
                    <a:pt x="4536" y="7779"/>
                  </a:lnTo>
                  <a:lnTo>
                    <a:pt x="4556" y="7680"/>
                  </a:lnTo>
                  <a:lnTo>
                    <a:pt x="4576" y="7580"/>
                  </a:lnTo>
                  <a:lnTo>
                    <a:pt x="4576" y="4576"/>
                  </a:lnTo>
                  <a:lnTo>
                    <a:pt x="7580" y="4576"/>
                  </a:lnTo>
                  <a:lnTo>
                    <a:pt x="7680" y="4556"/>
                  </a:lnTo>
                  <a:lnTo>
                    <a:pt x="7779" y="4536"/>
                  </a:lnTo>
                  <a:lnTo>
                    <a:pt x="7879" y="4477"/>
                  </a:lnTo>
                  <a:lnTo>
                    <a:pt x="7958" y="4417"/>
                  </a:lnTo>
                  <a:lnTo>
                    <a:pt x="8018" y="4337"/>
                  </a:lnTo>
                  <a:lnTo>
                    <a:pt x="8058" y="4258"/>
                  </a:lnTo>
                  <a:lnTo>
                    <a:pt x="8098" y="4158"/>
                  </a:lnTo>
                  <a:lnTo>
                    <a:pt x="8098" y="4039"/>
                  </a:lnTo>
                  <a:lnTo>
                    <a:pt x="8098" y="3940"/>
                  </a:lnTo>
                  <a:lnTo>
                    <a:pt x="8058" y="3840"/>
                  </a:lnTo>
                  <a:lnTo>
                    <a:pt x="8018" y="3761"/>
                  </a:lnTo>
                  <a:lnTo>
                    <a:pt x="7958" y="3681"/>
                  </a:lnTo>
                  <a:lnTo>
                    <a:pt x="7879" y="3621"/>
                  </a:lnTo>
                  <a:lnTo>
                    <a:pt x="7779" y="3562"/>
                  </a:lnTo>
                  <a:lnTo>
                    <a:pt x="7680" y="3542"/>
                  </a:lnTo>
                  <a:lnTo>
                    <a:pt x="7580" y="3522"/>
                  </a:lnTo>
                  <a:lnTo>
                    <a:pt x="4576" y="3522"/>
                  </a:lnTo>
                  <a:lnTo>
                    <a:pt x="4576" y="518"/>
                  </a:lnTo>
                  <a:lnTo>
                    <a:pt x="4556" y="418"/>
                  </a:lnTo>
                  <a:lnTo>
                    <a:pt x="4536" y="319"/>
                  </a:lnTo>
                  <a:lnTo>
                    <a:pt x="4477" y="219"/>
                  </a:lnTo>
                  <a:lnTo>
                    <a:pt x="4417" y="140"/>
                  </a:lnTo>
                  <a:lnTo>
                    <a:pt x="4337" y="80"/>
                  </a:lnTo>
                  <a:lnTo>
                    <a:pt x="4258" y="40"/>
                  </a:lnTo>
                  <a:lnTo>
                    <a:pt x="41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894950" y="2351925"/>
              <a:ext cx="117900" cy="117900"/>
            </a:xfrm>
            <a:custGeom>
              <a:avLst/>
              <a:gdLst/>
              <a:ahLst/>
              <a:cxnLst/>
              <a:rect l="l" t="t" r="r" b="b"/>
              <a:pathLst>
                <a:path w="4716" h="4716" extrusionOk="0">
                  <a:moveTo>
                    <a:pt x="2348" y="0"/>
                  </a:moveTo>
                  <a:lnTo>
                    <a:pt x="2109" y="20"/>
                  </a:lnTo>
                  <a:lnTo>
                    <a:pt x="1890" y="60"/>
                  </a:lnTo>
                  <a:lnTo>
                    <a:pt x="1651" y="119"/>
                  </a:lnTo>
                  <a:lnTo>
                    <a:pt x="1432" y="199"/>
                  </a:lnTo>
                  <a:lnTo>
                    <a:pt x="1233" y="299"/>
                  </a:lnTo>
                  <a:lnTo>
                    <a:pt x="1035" y="418"/>
                  </a:lnTo>
                  <a:lnTo>
                    <a:pt x="855" y="557"/>
                  </a:lnTo>
                  <a:lnTo>
                    <a:pt x="696" y="696"/>
                  </a:lnTo>
                  <a:lnTo>
                    <a:pt x="537" y="875"/>
                  </a:lnTo>
                  <a:lnTo>
                    <a:pt x="398" y="1055"/>
                  </a:lnTo>
                  <a:lnTo>
                    <a:pt x="279" y="1234"/>
                  </a:lnTo>
                  <a:lnTo>
                    <a:pt x="179" y="1452"/>
                  </a:lnTo>
                  <a:lnTo>
                    <a:pt x="99" y="1671"/>
                  </a:lnTo>
                  <a:lnTo>
                    <a:pt x="40" y="1890"/>
                  </a:lnTo>
                  <a:lnTo>
                    <a:pt x="20" y="2129"/>
                  </a:lnTo>
                  <a:lnTo>
                    <a:pt x="0" y="2368"/>
                  </a:lnTo>
                  <a:lnTo>
                    <a:pt x="20" y="2606"/>
                  </a:lnTo>
                  <a:lnTo>
                    <a:pt x="40" y="2845"/>
                  </a:lnTo>
                  <a:lnTo>
                    <a:pt x="99" y="3064"/>
                  </a:lnTo>
                  <a:lnTo>
                    <a:pt x="179" y="3283"/>
                  </a:lnTo>
                  <a:lnTo>
                    <a:pt x="279" y="3482"/>
                  </a:lnTo>
                  <a:lnTo>
                    <a:pt x="398" y="3681"/>
                  </a:lnTo>
                  <a:lnTo>
                    <a:pt x="537" y="3860"/>
                  </a:lnTo>
                  <a:lnTo>
                    <a:pt x="696" y="4039"/>
                  </a:lnTo>
                  <a:lnTo>
                    <a:pt x="855" y="4178"/>
                  </a:lnTo>
                  <a:lnTo>
                    <a:pt x="1035" y="4317"/>
                  </a:lnTo>
                  <a:lnTo>
                    <a:pt x="1233" y="4437"/>
                  </a:lnTo>
                  <a:lnTo>
                    <a:pt x="1432" y="4536"/>
                  </a:lnTo>
                  <a:lnTo>
                    <a:pt x="1651" y="4616"/>
                  </a:lnTo>
                  <a:lnTo>
                    <a:pt x="1890" y="4675"/>
                  </a:lnTo>
                  <a:lnTo>
                    <a:pt x="2109" y="4715"/>
                  </a:lnTo>
                  <a:lnTo>
                    <a:pt x="2586" y="4715"/>
                  </a:lnTo>
                  <a:lnTo>
                    <a:pt x="2825" y="4675"/>
                  </a:lnTo>
                  <a:lnTo>
                    <a:pt x="3064" y="4616"/>
                  </a:lnTo>
                  <a:lnTo>
                    <a:pt x="3263" y="4536"/>
                  </a:lnTo>
                  <a:lnTo>
                    <a:pt x="3482" y="4437"/>
                  </a:lnTo>
                  <a:lnTo>
                    <a:pt x="3680" y="4317"/>
                  </a:lnTo>
                  <a:lnTo>
                    <a:pt x="3860" y="4178"/>
                  </a:lnTo>
                  <a:lnTo>
                    <a:pt x="4019" y="4039"/>
                  </a:lnTo>
                  <a:lnTo>
                    <a:pt x="4178" y="3860"/>
                  </a:lnTo>
                  <a:lnTo>
                    <a:pt x="4317" y="3681"/>
                  </a:lnTo>
                  <a:lnTo>
                    <a:pt x="4417" y="3482"/>
                  </a:lnTo>
                  <a:lnTo>
                    <a:pt x="4516" y="3283"/>
                  </a:lnTo>
                  <a:lnTo>
                    <a:pt x="4596" y="3064"/>
                  </a:lnTo>
                  <a:lnTo>
                    <a:pt x="4655" y="2845"/>
                  </a:lnTo>
                  <a:lnTo>
                    <a:pt x="4695" y="2606"/>
                  </a:lnTo>
                  <a:lnTo>
                    <a:pt x="4715" y="2368"/>
                  </a:lnTo>
                  <a:lnTo>
                    <a:pt x="4695" y="2129"/>
                  </a:lnTo>
                  <a:lnTo>
                    <a:pt x="4655" y="1890"/>
                  </a:lnTo>
                  <a:lnTo>
                    <a:pt x="4596" y="1671"/>
                  </a:lnTo>
                  <a:lnTo>
                    <a:pt x="4516" y="1452"/>
                  </a:lnTo>
                  <a:lnTo>
                    <a:pt x="4417" y="1234"/>
                  </a:lnTo>
                  <a:lnTo>
                    <a:pt x="4317" y="1055"/>
                  </a:lnTo>
                  <a:lnTo>
                    <a:pt x="4178" y="875"/>
                  </a:lnTo>
                  <a:lnTo>
                    <a:pt x="4019" y="696"/>
                  </a:lnTo>
                  <a:lnTo>
                    <a:pt x="3860" y="557"/>
                  </a:lnTo>
                  <a:lnTo>
                    <a:pt x="3680" y="418"/>
                  </a:lnTo>
                  <a:lnTo>
                    <a:pt x="3482" y="299"/>
                  </a:lnTo>
                  <a:lnTo>
                    <a:pt x="3263" y="199"/>
                  </a:lnTo>
                  <a:lnTo>
                    <a:pt x="3064" y="119"/>
                  </a:lnTo>
                  <a:lnTo>
                    <a:pt x="2825" y="60"/>
                  </a:lnTo>
                  <a:lnTo>
                    <a:pt x="2586" y="20"/>
                  </a:lnTo>
                  <a:lnTo>
                    <a:pt x="23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1589250" y="2196250"/>
              <a:ext cx="90050" cy="89550"/>
            </a:xfrm>
            <a:custGeom>
              <a:avLst/>
              <a:gdLst/>
              <a:ahLst/>
              <a:cxnLst/>
              <a:rect l="l" t="t" r="r" b="b"/>
              <a:pathLst>
                <a:path w="3602" h="3582" fill="none" extrusionOk="0">
                  <a:moveTo>
                    <a:pt x="1" y="1791"/>
                  </a:moveTo>
                  <a:lnTo>
                    <a:pt x="1" y="1791"/>
                  </a:lnTo>
                  <a:lnTo>
                    <a:pt x="1" y="1612"/>
                  </a:lnTo>
                  <a:lnTo>
                    <a:pt x="41" y="1433"/>
                  </a:lnTo>
                  <a:lnTo>
                    <a:pt x="80" y="1253"/>
                  </a:lnTo>
                  <a:lnTo>
                    <a:pt x="140" y="1094"/>
                  </a:lnTo>
                  <a:lnTo>
                    <a:pt x="220" y="935"/>
                  </a:lnTo>
                  <a:lnTo>
                    <a:pt x="299" y="776"/>
                  </a:lnTo>
                  <a:lnTo>
                    <a:pt x="419" y="637"/>
                  </a:lnTo>
                  <a:lnTo>
                    <a:pt x="518" y="517"/>
                  </a:lnTo>
                  <a:lnTo>
                    <a:pt x="657" y="398"/>
                  </a:lnTo>
                  <a:lnTo>
                    <a:pt x="797" y="299"/>
                  </a:lnTo>
                  <a:lnTo>
                    <a:pt x="936" y="199"/>
                  </a:lnTo>
                  <a:lnTo>
                    <a:pt x="1095" y="139"/>
                  </a:lnTo>
                  <a:lnTo>
                    <a:pt x="1254" y="80"/>
                  </a:lnTo>
                  <a:lnTo>
                    <a:pt x="1433" y="20"/>
                  </a:lnTo>
                  <a:lnTo>
                    <a:pt x="1612" y="0"/>
                  </a:lnTo>
                  <a:lnTo>
                    <a:pt x="1791" y="0"/>
                  </a:lnTo>
                  <a:lnTo>
                    <a:pt x="1791" y="0"/>
                  </a:lnTo>
                  <a:lnTo>
                    <a:pt x="1990" y="0"/>
                  </a:lnTo>
                  <a:lnTo>
                    <a:pt x="2149" y="20"/>
                  </a:lnTo>
                  <a:lnTo>
                    <a:pt x="2328" y="80"/>
                  </a:lnTo>
                  <a:lnTo>
                    <a:pt x="2488" y="139"/>
                  </a:lnTo>
                  <a:lnTo>
                    <a:pt x="2647" y="199"/>
                  </a:lnTo>
                  <a:lnTo>
                    <a:pt x="2806" y="299"/>
                  </a:lnTo>
                  <a:lnTo>
                    <a:pt x="2945" y="398"/>
                  </a:lnTo>
                  <a:lnTo>
                    <a:pt x="3065" y="517"/>
                  </a:lnTo>
                  <a:lnTo>
                    <a:pt x="3184" y="637"/>
                  </a:lnTo>
                  <a:lnTo>
                    <a:pt x="3283" y="776"/>
                  </a:lnTo>
                  <a:lnTo>
                    <a:pt x="3383" y="935"/>
                  </a:lnTo>
                  <a:lnTo>
                    <a:pt x="3443" y="1094"/>
                  </a:lnTo>
                  <a:lnTo>
                    <a:pt x="3502" y="1253"/>
                  </a:lnTo>
                  <a:lnTo>
                    <a:pt x="3562" y="1433"/>
                  </a:lnTo>
                  <a:lnTo>
                    <a:pt x="3582" y="1612"/>
                  </a:lnTo>
                  <a:lnTo>
                    <a:pt x="3602" y="1791"/>
                  </a:lnTo>
                  <a:lnTo>
                    <a:pt x="3602" y="1791"/>
                  </a:lnTo>
                  <a:lnTo>
                    <a:pt x="3582" y="1970"/>
                  </a:lnTo>
                  <a:lnTo>
                    <a:pt x="3562" y="2149"/>
                  </a:lnTo>
                  <a:lnTo>
                    <a:pt x="3502" y="2328"/>
                  </a:lnTo>
                  <a:lnTo>
                    <a:pt x="3443" y="2487"/>
                  </a:lnTo>
                  <a:lnTo>
                    <a:pt x="3383" y="2646"/>
                  </a:lnTo>
                  <a:lnTo>
                    <a:pt x="3283" y="2785"/>
                  </a:lnTo>
                  <a:lnTo>
                    <a:pt x="3184" y="2925"/>
                  </a:lnTo>
                  <a:lnTo>
                    <a:pt x="3065" y="3064"/>
                  </a:lnTo>
                  <a:lnTo>
                    <a:pt x="2945" y="3163"/>
                  </a:lnTo>
                  <a:lnTo>
                    <a:pt x="2806" y="3283"/>
                  </a:lnTo>
                  <a:lnTo>
                    <a:pt x="2647" y="3362"/>
                  </a:lnTo>
                  <a:lnTo>
                    <a:pt x="2488" y="3442"/>
                  </a:lnTo>
                  <a:lnTo>
                    <a:pt x="2328" y="3502"/>
                  </a:lnTo>
                  <a:lnTo>
                    <a:pt x="2149" y="3541"/>
                  </a:lnTo>
                  <a:lnTo>
                    <a:pt x="1990" y="3581"/>
                  </a:lnTo>
                  <a:lnTo>
                    <a:pt x="1791" y="3581"/>
                  </a:lnTo>
                  <a:lnTo>
                    <a:pt x="1791" y="3581"/>
                  </a:lnTo>
                  <a:lnTo>
                    <a:pt x="1612" y="3581"/>
                  </a:lnTo>
                  <a:lnTo>
                    <a:pt x="1433" y="3541"/>
                  </a:lnTo>
                  <a:lnTo>
                    <a:pt x="1254" y="3502"/>
                  </a:lnTo>
                  <a:lnTo>
                    <a:pt x="1095" y="3442"/>
                  </a:lnTo>
                  <a:lnTo>
                    <a:pt x="936" y="3362"/>
                  </a:lnTo>
                  <a:lnTo>
                    <a:pt x="797" y="3283"/>
                  </a:lnTo>
                  <a:lnTo>
                    <a:pt x="657" y="3163"/>
                  </a:lnTo>
                  <a:lnTo>
                    <a:pt x="518" y="3064"/>
                  </a:lnTo>
                  <a:lnTo>
                    <a:pt x="419" y="2925"/>
                  </a:lnTo>
                  <a:lnTo>
                    <a:pt x="299" y="2785"/>
                  </a:lnTo>
                  <a:lnTo>
                    <a:pt x="220" y="2646"/>
                  </a:lnTo>
                  <a:lnTo>
                    <a:pt x="140" y="2487"/>
                  </a:lnTo>
                  <a:lnTo>
                    <a:pt x="80" y="2328"/>
                  </a:lnTo>
                  <a:lnTo>
                    <a:pt x="41" y="2149"/>
                  </a:lnTo>
                  <a:lnTo>
                    <a:pt x="1" y="1970"/>
                  </a:lnTo>
                  <a:lnTo>
                    <a:pt x="1" y="1791"/>
                  </a:lnTo>
                  <a:lnTo>
                    <a:pt x="1" y="1791"/>
                  </a:lnTo>
                  <a:close/>
                </a:path>
              </a:pathLst>
            </a:custGeom>
            <a:solidFill>
              <a:schemeClr val="dk2"/>
            </a:solidFill>
            <a:ln w="283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6026250" y="2422050"/>
              <a:ext cx="90050" cy="89550"/>
            </a:xfrm>
            <a:custGeom>
              <a:avLst/>
              <a:gdLst/>
              <a:ahLst/>
              <a:cxnLst/>
              <a:rect l="l" t="t" r="r" b="b"/>
              <a:pathLst>
                <a:path w="3602" h="3582" fill="none" extrusionOk="0">
                  <a:moveTo>
                    <a:pt x="0" y="1791"/>
                  </a:moveTo>
                  <a:lnTo>
                    <a:pt x="0" y="1791"/>
                  </a:lnTo>
                  <a:lnTo>
                    <a:pt x="20" y="1612"/>
                  </a:lnTo>
                  <a:lnTo>
                    <a:pt x="40" y="1433"/>
                  </a:lnTo>
                  <a:lnTo>
                    <a:pt x="100" y="1254"/>
                  </a:lnTo>
                  <a:lnTo>
                    <a:pt x="159" y="1094"/>
                  </a:lnTo>
                  <a:lnTo>
                    <a:pt x="219" y="935"/>
                  </a:lnTo>
                  <a:lnTo>
                    <a:pt x="318" y="776"/>
                  </a:lnTo>
                  <a:lnTo>
                    <a:pt x="418" y="637"/>
                  </a:lnTo>
                  <a:lnTo>
                    <a:pt x="537" y="518"/>
                  </a:lnTo>
                  <a:lnTo>
                    <a:pt x="657" y="398"/>
                  </a:lnTo>
                  <a:lnTo>
                    <a:pt x="796" y="299"/>
                  </a:lnTo>
                  <a:lnTo>
                    <a:pt x="955" y="219"/>
                  </a:lnTo>
                  <a:lnTo>
                    <a:pt x="1114" y="140"/>
                  </a:lnTo>
                  <a:lnTo>
                    <a:pt x="1273" y="80"/>
                  </a:lnTo>
                  <a:lnTo>
                    <a:pt x="1452" y="20"/>
                  </a:lnTo>
                  <a:lnTo>
                    <a:pt x="1632" y="0"/>
                  </a:lnTo>
                  <a:lnTo>
                    <a:pt x="1811" y="0"/>
                  </a:lnTo>
                  <a:lnTo>
                    <a:pt x="1811" y="0"/>
                  </a:lnTo>
                  <a:lnTo>
                    <a:pt x="1990" y="0"/>
                  </a:lnTo>
                  <a:lnTo>
                    <a:pt x="2169" y="20"/>
                  </a:lnTo>
                  <a:lnTo>
                    <a:pt x="2348" y="80"/>
                  </a:lnTo>
                  <a:lnTo>
                    <a:pt x="2507" y="140"/>
                  </a:lnTo>
                  <a:lnTo>
                    <a:pt x="2666" y="219"/>
                  </a:lnTo>
                  <a:lnTo>
                    <a:pt x="2805" y="299"/>
                  </a:lnTo>
                  <a:lnTo>
                    <a:pt x="2945" y="398"/>
                  </a:lnTo>
                  <a:lnTo>
                    <a:pt x="3084" y="518"/>
                  </a:lnTo>
                  <a:lnTo>
                    <a:pt x="3183" y="637"/>
                  </a:lnTo>
                  <a:lnTo>
                    <a:pt x="3303" y="776"/>
                  </a:lnTo>
                  <a:lnTo>
                    <a:pt x="3382" y="935"/>
                  </a:lnTo>
                  <a:lnTo>
                    <a:pt x="3462" y="1094"/>
                  </a:lnTo>
                  <a:lnTo>
                    <a:pt x="3521" y="1254"/>
                  </a:lnTo>
                  <a:lnTo>
                    <a:pt x="3561" y="1433"/>
                  </a:lnTo>
                  <a:lnTo>
                    <a:pt x="3601" y="1612"/>
                  </a:lnTo>
                  <a:lnTo>
                    <a:pt x="3601" y="1791"/>
                  </a:lnTo>
                  <a:lnTo>
                    <a:pt x="3601" y="1791"/>
                  </a:lnTo>
                  <a:lnTo>
                    <a:pt x="3601" y="1970"/>
                  </a:lnTo>
                  <a:lnTo>
                    <a:pt x="3561" y="2149"/>
                  </a:lnTo>
                  <a:lnTo>
                    <a:pt x="3521" y="2328"/>
                  </a:lnTo>
                  <a:lnTo>
                    <a:pt x="3462" y="2487"/>
                  </a:lnTo>
                  <a:lnTo>
                    <a:pt x="3382" y="2646"/>
                  </a:lnTo>
                  <a:lnTo>
                    <a:pt x="3303" y="2786"/>
                  </a:lnTo>
                  <a:lnTo>
                    <a:pt x="3183" y="2925"/>
                  </a:lnTo>
                  <a:lnTo>
                    <a:pt x="3084" y="3064"/>
                  </a:lnTo>
                  <a:lnTo>
                    <a:pt x="2945" y="3183"/>
                  </a:lnTo>
                  <a:lnTo>
                    <a:pt x="2805" y="3283"/>
                  </a:lnTo>
                  <a:lnTo>
                    <a:pt x="2666" y="3362"/>
                  </a:lnTo>
                  <a:lnTo>
                    <a:pt x="2507" y="3442"/>
                  </a:lnTo>
                  <a:lnTo>
                    <a:pt x="2348" y="3502"/>
                  </a:lnTo>
                  <a:lnTo>
                    <a:pt x="2169" y="3542"/>
                  </a:lnTo>
                  <a:lnTo>
                    <a:pt x="1990" y="3581"/>
                  </a:lnTo>
                  <a:lnTo>
                    <a:pt x="1811" y="3581"/>
                  </a:lnTo>
                  <a:lnTo>
                    <a:pt x="1811" y="3581"/>
                  </a:lnTo>
                  <a:lnTo>
                    <a:pt x="1632" y="3581"/>
                  </a:lnTo>
                  <a:lnTo>
                    <a:pt x="1452" y="3542"/>
                  </a:lnTo>
                  <a:lnTo>
                    <a:pt x="1273" y="3502"/>
                  </a:lnTo>
                  <a:lnTo>
                    <a:pt x="1114" y="3442"/>
                  </a:lnTo>
                  <a:lnTo>
                    <a:pt x="955" y="3362"/>
                  </a:lnTo>
                  <a:lnTo>
                    <a:pt x="796" y="3283"/>
                  </a:lnTo>
                  <a:lnTo>
                    <a:pt x="657" y="3183"/>
                  </a:lnTo>
                  <a:lnTo>
                    <a:pt x="537" y="3064"/>
                  </a:lnTo>
                  <a:lnTo>
                    <a:pt x="418" y="2925"/>
                  </a:lnTo>
                  <a:lnTo>
                    <a:pt x="318" y="2786"/>
                  </a:lnTo>
                  <a:lnTo>
                    <a:pt x="219" y="2646"/>
                  </a:lnTo>
                  <a:lnTo>
                    <a:pt x="159" y="2487"/>
                  </a:lnTo>
                  <a:lnTo>
                    <a:pt x="100" y="2328"/>
                  </a:lnTo>
                  <a:lnTo>
                    <a:pt x="40" y="2149"/>
                  </a:lnTo>
                  <a:lnTo>
                    <a:pt x="20" y="1970"/>
                  </a:lnTo>
                  <a:lnTo>
                    <a:pt x="0" y="1791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chemeClr val="dk2"/>
            </a:solidFill>
            <a:ln w="283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444425" y="3991225"/>
              <a:ext cx="90050" cy="90050"/>
            </a:xfrm>
            <a:custGeom>
              <a:avLst/>
              <a:gdLst/>
              <a:ahLst/>
              <a:cxnLst/>
              <a:rect l="l" t="t" r="r" b="b"/>
              <a:pathLst>
                <a:path w="3602" h="3602" fill="none" extrusionOk="0">
                  <a:moveTo>
                    <a:pt x="1" y="1811"/>
                  </a:moveTo>
                  <a:lnTo>
                    <a:pt x="1" y="1811"/>
                  </a:lnTo>
                  <a:lnTo>
                    <a:pt x="20" y="1612"/>
                  </a:lnTo>
                  <a:lnTo>
                    <a:pt x="40" y="1433"/>
                  </a:lnTo>
                  <a:lnTo>
                    <a:pt x="80" y="1274"/>
                  </a:lnTo>
                  <a:lnTo>
                    <a:pt x="140" y="1115"/>
                  </a:lnTo>
                  <a:lnTo>
                    <a:pt x="219" y="956"/>
                  </a:lnTo>
                  <a:lnTo>
                    <a:pt x="299" y="797"/>
                  </a:lnTo>
                  <a:lnTo>
                    <a:pt x="418" y="657"/>
                  </a:lnTo>
                  <a:lnTo>
                    <a:pt x="518" y="538"/>
                  </a:lnTo>
                  <a:lnTo>
                    <a:pt x="657" y="419"/>
                  </a:lnTo>
                  <a:lnTo>
                    <a:pt x="796" y="319"/>
                  </a:lnTo>
                  <a:lnTo>
                    <a:pt x="936" y="220"/>
                  </a:lnTo>
                  <a:lnTo>
                    <a:pt x="1095" y="140"/>
                  </a:lnTo>
                  <a:lnTo>
                    <a:pt x="1254" y="80"/>
                  </a:lnTo>
                  <a:lnTo>
                    <a:pt x="1433" y="41"/>
                  </a:lnTo>
                  <a:lnTo>
                    <a:pt x="1612" y="21"/>
                  </a:lnTo>
                  <a:lnTo>
                    <a:pt x="1791" y="1"/>
                  </a:lnTo>
                  <a:lnTo>
                    <a:pt x="1791" y="1"/>
                  </a:lnTo>
                  <a:lnTo>
                    <a:pt x="1990" y="21"/>
                  </a:lnTo>
                  <a:lnTo>
                    <a:pt x="2169" y="41"/>
                  </a:lnTo>
                  <a:lnTo>
                    <a:pt x="2328" y="80"/>
                  </a:lnTo>
                  <a:lnTo>
                    <a:pt x="2487" y="140"/>
                  </a:lnTo>
                  <a:lnTo>
                    <a:pt x="2646" y="220"/>
                  </a:lnTo>
                  <a:lnTo>
                    <a:pt x="2806" y="319"/>
                  </a:lnTo>
                  <a:lnTo>
                    <a:pt x="2945" y="419"/>
                  </a:lnTo>
                  <a:lnTo>
                    <a:pt x="3064" y="538"/>
                  </a:lnTo>
                  <a:lnTo>
                    <a:pt x="3184" y="657"/>
                  </a:lnTo>
                  <a:lnTo>
                    <a:pt x="3283" y="797"/>
                  </a:lnTo>
                  <a:lnTo>
                    <a:pt x="3383" y="956"/>
                  </a:lnTo>
                  <a:lnTo>
                    <a:pt x="3462" y="1115"/>
                  </a:lnTo>
                  <a:lnTo>
                    <a:pt x="3522" y="1274"/>
                  </a:lnTo>
                  <a:lnTo>
                    <a:pt x="3562" y="1433"/>
                  </a:lnTo>
                  <a:lnTo>
                    <a:pt x="3582" y="1612"/>
                  </a:lnTo>
                  <a:lnTo>
                    <a:pt x="3601" y="1811"/>
                  </a:lnTo>
                  <a:lnTo>
                    <a:pt x="3601" y="1811"/>
                  </a:lnTo>
                  <a:lnTo>
                    <a:pt x="3582" y="1990"/>
                  </a:lnTo>
                  <a:lnTo>
                    <a:pt x="3562" y="2169"/>
                  </a:lnTo>
                  <a:lnTo>
                    <a:pt x="3522" y="2348"/>
                  </a:lnTo>
                  <a:lnTo>
                    <a:pt x="3462" y="2508"/>
                  </a:lnTo>
                  <a:lnTo>
                    <a:pt x="3383" y="2667"/>
                  </a:lnTo>
                  <a:lnTo>
                    <a:pt x="3283" y="2806"/>
                  </a:lnTo>
                  <a:lnTo>
                    <a:pt x="3184" y="2945"/>
                  </a:lnTo>
                  <a:lnTo>
                    <a:pt x="3064" y="3084"/>
                  </a:lnTo>
                  <a:lnTo>
                    <a:pt x="2945" y="3184"/>
                  </a:lnTo>
                  <a:lnTo>
                    <a:pt x="2806" y="3303"/>
                  </a:lnTo>
                  <a:lnTo>
                    <a:pt x="2646" y="3383"/>
                  </a:lnTo>
                  <a:lnTo>
                    <a:pt x="2487" y="3462"/>
                  </a:lnTo>
                  <a:lnTo>
                    <a:pt x="2328" y="3522"/>
                  </a:lnTo>
                  <a:lnTo>
                    <a:pt x="2169" y="3562"/>
                  </a:lnTo>
                  <a:lnTo>
                    <a:pt x="1990" y="3582"/>
                  </a:lnTo>
                  <a:lnTo>
                    <a:pt x="1791" y="3602"/>
                  </a:lnTo>
                  <a:lnTo>
                    <a:pt x="1791" y="3602"/>
                  </a:lnTo>
                  <a:lnTo>
                    <a:pt x="1612" y="3582"/>
                  </a:lnTo>
                  <a:lnTo>
                    <a:pt x="1433" y="3562"/>
                  </a:lnTo>
                  <a:lnTo>
                    <a:pt x="1254" y="3522"/>
                  </a:lnTo>
                  <a:lnTo>
                    <a:pt x="1095" y="3462"/>
                  </a:lnTo>
                  <a:lnTo>
                    <a:pt x="936" y="3383"/>
                  </a:lnTo>
                  <a:lnTo>
                    <a:pt x="796" y="3303"/>
                  </a:lnTo>
                  <a:lnTo>
                    <a:pt x="657" y="3184"/>
                  </a:lnTo>
                  <a:lnTo>
                    <a:pt x="518" y="3084"/>
                  </a:lnTo>
                  <a:lnTo>
                    <a:pt x="418" y="2945"/>
                  </a:lnTo>
                  <a:lnTo>
                    <a:pt x="299" y="2806"/>
                  </a:lnTo>
                  <a:lnTo>
                    <a:pt x="219" y="2667"/>
                  </a:lnTo>
                  <a:lnTo>
                    <a:pt x="140" y="2508"/>
                  </a:lnTo>
                  <a:lnTo>
                    <a:pt x="80" y="2348"/>
                  </a:lnTo>
                  <a:lnTo>
                    <a:pt x="40" y="2169"/>
                  </a:lnTo>
                  <a:lnTo>
                    <a:pt x="20" y="1990"/>
                  </a:lnTo>
                  <a:lnTo>
                    <a:pt x="1" y="1811"/>
                  </a:lnTo>
                  <a:lnTo>
                    <a:pt x="1" y="1811"/>
                  </a:lnTo>
                  <a:close/>
                </a:path>
              </a:pathLst>
            </a:custGeom>
            <a:solidFill>
              <a:schemeClr val="dk2"/>
            </a:solidFill>
            <a:ln w="283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5049925" y="252050"/>
              <a:ext cx="90050" cy="90025"/>
            </a:xfrm>
            <a:custGeom>
              <a:avLst/>
              <a:gdLst/>
              <a:ahLst/>
              <a:cxnLst/>
              <a:rect l="l" t="t" r="r" b="b"/>
              <a:pathLst>
                <a:path w="3602" h="3601" fill="none" extrusionOk="0">
                  <a:moveTo>
                    <a:pt x="0" y="1810"/>
                  </a:moveTo>
                  <a:lnTo>
                    <a:pt x="0" y="1810"/>
                  </a:lnTo>
                  <a:lnTo>
                    <a:pt x="20" y="1612"/>
                  </a:lnTo>
                  <a:lnTo>
                    <a:pt x="40" y="1432"/>
                  </a:lnTo>
                  <a:lnTo>
                    <a:pt x="80" y="1273"/>
                  </a:lnTo>
                  <a:lnTo>
                    <a:pt x="139" y="1094"/>
                  </a:lnTo>
                  <a:lnTo>
                    <a:pt x="219" y="955"/>
                  </a:lnTo>
                  <a:lnTo>
                    <a:pt x="318" y="796"/>
                  </a:lnTo>
                  <a:lnTo>
                    <a:pt x="418" y="657"/>
                  </a:lnTo>
                  <a:lnTo>
                    <a:pt x="537" y="537"/>
                  </a:lnTo>
                  <a:lnTo>
                    <a:pt x="657" y="418"/>
                  </a:lnTo>
                  <a:lnTo>
                    <a:pt x="796" y="318"/>
                  </a:lnTo>
                  <a:lnTo>
                    <a:pt x="935" y="219"/>
                  </a:lnTo>
                  <a:lnTo>
                    <a:pt x="1094" y="139"/>
                  </a:lnTo>
                  <a:lnTo>
                    <a:pt x="1273" y="80"/>
                  </a:lnTo>
                  <a:lnTo>
                    <a:pt x="1433" y="40"/>
                  </a:lnTo>
                  <a:lnTo>
                    <a:pt x="1612" y="20"/>
                  </a:lnTo>
                  <a:lnTo>
                    <a:pt x="1791" y="0"/>
                  </a:lnTo>
                  <a:lnTo>
                    <a:pt x="1791" y="0"/>
                  </a:lnTo>
                  <a:lnTo>
                    <a:pt x="1990" y="20"/>
                  </a:lnTo>
                  <a:lnTo>
                    <a:pt x="2169" y="40"/>
                  </a:lnTo>
                  <a:lnTo>
                    <a:pt x="2328" y="80"/>
                  </a:lnTo>
                  <a:lnTo>
                    <a:pt x="2507" y="139"/>
                  </a:lnTo>
                  <a:lnTo>
                    <a:pt x="2646" y="219"/>
                  </a:lnTo>
                  <a:lnTo>
                    <a:pt x="2805" y="318"/>
                  </a:lnTo>
                  <a:lnTo>
                    <a:pt x="2945" y="418"/>
                  </a:lnTo>
                  <a:lnTo>
                    <a:pt x="3064" y="537"/>
                  </a:lnTo>
                  <a:lnTo>
                    <a:pt x="3183" y="657"/>
                  </a:lnTo>
                  <a:lnTo>
                    <a:pt x="3283" y="796"/>
                  </a:lnTo>
                  <a:lnTo>
                    <a:pt x="3382" y="955"/>
                  </a:lnTo>
                  <a:lnTo>
                    <a:pt x="3462" y="1094"/>
                  </a:lnTo>
                  <a:lnTo>
                    <a:pt x="3521" y="1273"/>
                  </a:lnTo>
                  <a:lnTo>
                    <a:pt x="3561" y="1432"/>
                  </a:lnTo>
                  <a:lnTo>
                    <a:pt x="3581" y="1612"/>
                  </a:lnTo>
                  <a:lnTo>
                    <a:pt x="3601" y="1810"/>
                  </a:lnTo>
                  <a:lnTo>
                    <a:pt x="3601" y="1810"/>
                  </a:lnTo>
                  <a:lnTo>
                    <a:pt x="3581" y="1990"/>
                  </a:lnTo>
                  <a:lnTo>
                    <a:pt x="3561" y="2169"/>
                  </a:lnTo>
                  <a:lnTo>
                    <a:pt x="3521" y="2328"/>
                  </a:lnTo>
                  <a:lnTo>
                    <a:pt x="3462" y="2507"/>
                  </a:lnTo>
                  <a:lnTo>
                    <a:pt x="3382" y="2666"/>
                  </a:lnTo>
                  <a:lnTo>
                    <a:pt x="3283" y="2805"/>
                  </a:lnTo>
                  <a:lnTo>
                    <a:pt x="3183" y="2944"/>
                  </a:lnTo>
                  <a:lnTo>
                    <a:pt x="3064" y="3064"/>
                  </a:lnTo>
                  <a:lnTo>
                    <a:pt x="2945" y="3183"/>
                  </a:lnTo>
                  <a:lnTo>
                    <a:pt x="2805" y="3283"/>
                  </a:lnTo>
                  <a:lnTo>
                    <a:pt x="2646" y="3382"/>
                  </a:lnTo>
                  <a:lnTo>
                    <a:pt x="2507" y="3462"/>
                  </a:lnTo>
                  <a:lnTo>
                    <a:pt x="2328" y="3521"/>
                  </a:lnTo>
                  <a:lnTo>
                    <a:pt x="2169" y="3561"/>
                  </a:lnTo>
                  <a:lnTo>
                    <a:pt x="1990" y="3581"/>
                  </a:lnTo>
                  <a:lnTo>
                    <a:pt x="1791" y="3601"/>
                  </a:lnTo>
                  <a:lnTo>
                    <a:pt x="1791" y="3601"/>
                  </a:lnTo>
                  <a:lnTo>
                    <a:pt x="1612" y="3581"/>
                  </a:lnTo>
                  <a:lnTo>
                    <a:pt x="1433" y="3561"/>
                  </a:lnTo>
                  <a:lnTo>
                    <a:pt x="1273" y="3521"/>
                  </a:lnTo>
                  <a:lnTo>
                    <a:pt x="1094" y="3462"/>
                  </a:lnTo>
                  <a:lnTo>
                    <a:pt x="935" y="3382"/>
                  </a:lnTo>
                  <a:lnTo>
                    <a:pt x="796" y="3283"/>
                  </a:lnTo>
                  <a:lnTo>
                    <a:pt x="657" y="3183"/>
                  </a:lnTo>
                  <a:lnTo>
                    <a:pt x="537" y="3064"/>
                  </a:lnTo>
                  <a:lnTo>
                    <a:pt x="418" y="2944"/>
                  </a:lnTo>
                  <a:lnTo>
                    <a:pt x="318" y="2805"/>
                  </a:lnTo>
                  <a:lnTo>
                    <a:pt x="219" y="2666"/>
                  </a:lnTo>
                  <a:lnTo>
                    <a:pt x="139" y="2507"/>
                  </a:lnTo>
                  <a:lnTo>
                    <a:pt x="80" y="2328"/>
                  </a:lnTo>
                  <a:lnTo>
                    <a:pt x="40" y="2169"/>
                  </a:lnTo>
                  <a:lnTo>
                    <a:pt x="20" y="1990"/>
                  </a:lnTo>
                  <a:lnTo>
                    <a:pt x="0" y="1810"/>
                  </a:lnTo>
                  <a:lnTo>
                    <a:pt x="0" y="1810"/>
                  </a:lnTo>
                  <a:close/>
                </a:path>
              </a:pathLst>
            </a:custGeom>
            <a:solidFill>
              <a:schemeClr val="dk2"/>
            </a:solidFill>
            <a:ln w="283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4894250" y="1023950"/>
              <a:ext cx="117900" cy="117900"/>
            </a:xfrm>
            <a:custGeom>
              <a:avLst/>
              <a:gdLst/>
              <a:ahLst/>
              <a:cxnLst/>
              <a:rect l="l" t="t" r="r" b="b"/>
              <a:pathLst>
                <a:path w="4716" h="4716" extrusionOk="0">
                  <a:moveTo>
                    <a:pt x="2109" y="0"/>
                  </a:moveTo>
                  <a:lnTo>
                    <a:pt x="1890" y="40"/>
                  </a:lnTo>
                  <a:lnTo>
                    <a:pt x="1651" y="100"/>
                  </a:lnTo>
                  <a:lnTo>
                    <a:pt x="1433" y="180"/>
                  </a:lnTo>
                  <a:lnTo>
                    <a:pt x="1234" y="279"/>
                  </a:lnTo>
                  <a:lnTo>
                    <a:pt x="1035" y="398"/>
                  </a:lnTo>
                  <a:lnTo>
                    <a:pt x="856" y="538"/>
                  </a:lnTo>
                  <a:lnTo>
                    <a:pt x="696" y="677"/>
                  </a:lnTo>
                  <a:lnTo>
                    <a:pt x="537" y="856"/>
                  </a:lnTo>
                  <a:lnTo>
                    <a:pt x="398" y="1035"/>
                  </a:lnTo>
                  <a:lnTo>
                    <a:pt x="279" y="1234"/>
                  </a:lnTo>
                  <a:lnTo>
                    <a:pt x="179" y="1433"/>
                  </a:lnTo>
                  <a:lnTo>
                    <a:pt x="100" y="1652"/>
                  </a:lnTo>
                  <a:lnTo>
                    <a:pt x="40" y="1871"/>
                  </a:lnTo>
                  <a:lnTo>
                    <a:pt x="20" y="2109"/>
                  </a:lnTo>
                  <a:lnTo>
                    <a:pt x="0" y="2348"/>
                  </a:lnTo>
                  <a:lnTo>
                    <a:pt x="20" y="2587"/>
                  </a:lnTo>
                  <a:lnTo>
                    <a:pt x="40" y="2826"/>
                  </a:lnTo>
                  <a:lnTo>
                    <a:pt x="100" y="3044"/>
                  </a:lnTo>
                  <a:lnTo>
                    <a:pt x="179" y="3263"/>
                  </a:lnTo>
                  <a:lnTo>
                    <a:pt x="279" y="3482"/>
                  </a:lnTo>
                  <a:lnTo>
                    <a:pt x="398" y="3661"/>
                  </a:lnTo>
                  <a:lnTo>
                    <a:pt x="537" y="3840"/>
                  </a:lnTo>
                  <a:lnTo>
                    <a:pt x="696" y="4019"/>
                  </a:lnTo>
                  <a:lnTo>
                    <a:pt x="856" y="4178"/>
                  </a:lnTo>
                  <a:lnTo>
                    <a:pt x="1035" y="4298"/>
                  </a:lnTo>
                  <a:lnTo>
                    <a:pt x="1234" y="4417"/>
                  </a:lnTo>
                  <a:lnTo>
                    <a:pt x="1433" y="4517"/>
                  </a:lnTo>
                  <a:lnTo>
                    <a:pt x="1651" y="4596"/>
                  </a:lnTo>
                  <a:lnTo>
                    <a:pt x="1890" y="4656"/>
                  </a:lnTo>
                  <a:lnTo>
                    <a:pt x="2109" y="4696"/>
                  </a:lnTo>
                  <a:lnTo>
                    <a:pt x="2348" y="4716"/>
                  </a:lnTo>
                  <a:lnTo>
                    <a:pt x="2586" y="4696"/>
                  </a:lnTo>
                  <a:lnTo>
                    <a:pt x="2825" y="4656"/>
                  </a:lnTo>
                  <a:lnTo>
                    <a:pt x="3064" y="4596"/>
                  </a:lnTo>
                  <a:lnTo>
                    <a:pt x="3263" y="4517"/>
                  </a:lnTo>
                  <a:lnTo>
                    <a:pt x="3482" y="4417"/>
                  </a:lnTo>
                  <a:lnTo>
                    <a:pt x="3681" y="4298"/>
                  </a:lnTo>
                  <a:lnTo>
                    <a:pt x="3860" y="4178"/>
                  </a:lnTo>
                  <a:lnTo>
                    <a:pt x="4019" y="4019"/>
                  </a:lnTo>
                  <a:lnTo>
                    <a:pt x="4178" y="3840"/>
                  </a:lnTo>
                  <a:lnTo>
                    <a:pt x="4317" y="3661"/>
                  </a:lnTo>
                  <a:lnTo>
                    <a:pt x="4417" y="3482"/>
                  </a:lnTo>
                  <a:lnTo>
                    <a:pt x="4516" y="3263"/>
                  </a:lnTo>
                  <a:lnTo>
                    <a:pt x="4596" y="3044"/>
                  </a:lnTo>
                  <a:lnTo>
                    <a:pt x="4655" y="2826"/>
                  </a:lnTo>
                  <a:lnTo>
                    <a:pt x="4695" y="2587"/>
                  </a:lnTo>
                  <a:lnTo>
                    <a:pt x="4715" y="2348"/>
                  </a:lnTo>
                  <a:lnTo>
                    <a:pt x="4695" y="2109"/>
                  </a:lnTo>
                  <a:lnTo>
                    <a:pt x="4655" y="1871"/>
                  </a:lnTo>
                  <a:lnTo>
                    <a:pt x="4596" y="1652"/>
                  </a:lnTo>
                  <a:lnTo>
                    <a:pt x="4516" y="1433"/>
                  </a:lnTo>
                  <a:lnTo>
                    <a:pt x="4417" y="1234"/>
                  </a:lnTo>
                  <a:lnTo>
                    <a:pt x="4317" y="1035"/>
                  </a:lnTo>
                  <a:lnTo>
                    <a:pt x="4178" y="856"/>
                  </a:lnTo>
                  <a:lnTo>
                    <a:pt x="4019" y="677"/>
                  </a:lnTo>
                  <a:lnTo>
                    <a:pt x="3860" y="538"/>
                  </a:lnTo>
                  <a:lnTo>
                    <a:pt x="3681" y="398"/>
                  </a:lnTo>
                  <a:lnTo>
                    <a:pt x="3482" y="279"/>
                  </a:lnTo>
                  <a:lnTo>
                    <a:pt x="3263" y="180"/>
                  </a:lnTo>
                  <a:lnTo>
                    <a:pt x="3064" y="100"/>
                  </a:lnTo>
                  <a:lnTo>
                    <a:pt x="2825" y="40"/>
                  </a:lnTo>
                  <a:lnTo>
                    <a:pt x="25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5757675" y="3526700"/>
              <a:ext cx="117900" cy="117900"/>
            </a:xfrm>
            <a:custGeom>
              <a:avLst/>
              <a:gdLst/>
              <a:ahLst/>
              <a:cxnLst/>
              <a:rect l="l" t="t" r="r" b="b"/>
              <a:pathLst>
                <a:path w="4716" h="4716" extrusionOk="0">
                  <a:moveTo>
                    <a:pt x="2129" y="0"/>
                  </a:moveTo>
                  <a:lnTo>
                    <a:pt x="1890" y="40"/>
                  </a:lnTo>
                  <a:lnTo>
                    <a:pt x="1671" y="100"/>
                  </a:lnTo>
                  <a:lnTo>
                    <a:pt x="1452" y="179"/>
                  </a:lnTo>
                  <a:lnTo>
                    <a:pt x="1234" y="279"/>
                  </a:lnTo>
                  <a:lnTo>
                    <a:pt x="1055" y="398"/>
                  </a:lnTo>
                  <a:lnTo>
                    <a:pt x="856" y="537"/>
                  </a:lnTo>
                  <a:lnTo>
                    <a:pt x="696" y="697"/>
                  </a:lnTo>
                  <a:lnTo>
                    <a:pt x="537" y="856"/>
                  </a:lnTo>
                  <a:lnTo>
                    <a:pt x="418" y="1035"/>
                  </a:lnTo>
                  <a:lnTo>
                    <a:pt x="299" y="1234"/>
                  </a:lnTo>
                  <a:lnTo>
                    <a:pt x="199" y="1433"/>
                  </a:lnTo>
                  <a:lnTo>
                    <a:pt x="119" y="1651"/>
                  </a:lnTo>
                  <a:lnTo>
                    <a:pt x="60" y="1870"/>
                  </a:lnTo>
                  <a:lnTo>
                    <a:pt x="20" y="2109"/>
                  </a:lnTo>
                  <a:lnTo>
                    <a:pt x="0" y="2348"/>
                  </a:lnTo>
                  <a:lnTo>
                    <a:pt x="20" y="2587"/>
                  </a:lnTo>
                  <a:lnTo>
                    <a:pt x="60" y="2825"/>
                  </a:lnTo>
                  <a:lnTo>
                    <a:pt x="119" y="3044"/>
                  </a:lnTo>
                  <a:lnTo>
                    <a:pt x="199" y="3263"/>
                  </a:lnTo>
                  <a:lnTo>
                    <a:pt x="299" y="3482"/>
                  </a:lnTo>
                  <a:lnTo>
                    <a:pt x="418" y="3661"/>
                  </a:lnTo>
                  <a:lnTo>
                    <a:pt x="537" y="3860"/>
                  </a:lnTo>
                  <a:lnTo>
                    <a:pt x="696" y="4019"/>
                  </a:lnTo>
                  <a:lnTo>
                    <a:pt x="856" y="4178"/>
                  </a:lnTo>
                  <a:lnTo>
                    <a:pt x="1055" y="4297"/>
                  </a:lnTo>
                  <a:lnTo>
                    <a:pt x="1234" y="4417"/>
                  </a:lnTo>
                  <a:lnTo>
                    <a:pt x="1452" y="4516"/>
                  </a:lnTo>
                  <a:lnTo>
                    <a:pt x="1671" y="4596"/>
                  </a:lnTo>
                  <a:lnTo>
                    <a:pt x="1890" y="4656"/>
                  </a:lnTo>
                  <a:lnTo>
                    <a:pt x="2129" y="4695"/>
                  </a:lnTo>
                  <a:lnTo>
                    <a:pt x="2368" y="4715"/>
                  </a:lnTo>
                  <a:lnTo>
                    <a:pt x="2606" y="4695"/>
                  </a:lnTo>
                  <a:lnTo>
                    <a:pt x="2845" y="4656"/>
                  </a:lnTo>
                  <a:lnTo>
                    <a:pt x="3064" y="4596"/>
                  </a:lnTo>
                  <a:lnTo>
                    <a:pt x="3283" y="4516"/>
                  </a:lnTo>
                  <a:lnTo>
                    <a:pt x="3482" y="4417"/>
                  </a:lnTo>
                  <a:lnTo>
                    <a:pt x="3681" y="4297"/>
                  </a:lnTo>
                  <a:lnTo>
                    <a:pt x="3860" y="4178"/>
                  </a:lnTo>
                  <a:lnTo>
                    <a:pt x="4019" y="4019"/>
                  </a:lnTo>
                  <a:lnTo>
                    <a:pt x="4178" y="3860"/>
                  </a:lnTo>
                  <a:lnTo>
                    <a:pt x="4317" y="3661"/>
                  </a:lnTo>
                  <a:lnTo>
                    <a:pt x="4437" y="3482"/>
                  </a:lnTo>
                  <a:lnTo>
                    <a:pt x="4536" y="3263"/>
                  </a:lnTo>
                  <a:lnTo>
                    <a:pt x="4616" y="3044"/>
                  </a:lnTo>
                  <a:lnTo>
                    <a:pt x="4675" y="2825"/>
                  </a:lnTo>
                  <a:lnTo>
                    <a:pt x="4715" y="2587"/>
                  </a:lnTo>
                  <a:lnTo>
                    <a:pt x="4715" y="2348"/>
                  </a:lnTo>
                  <a:lnTo>
                    <a:pt x="4715" y="2109"/>
                  </a:lnTo>
                  <a:lnTo>
                    <a:pt x="4675" y="1870"/>
                  </a:lnTo>
                  <a:lnTo>
                    <a:pt x="4616" y="1651"/>
                  </a:lnTo>
                  <a:lnTo>
                    <a:pt x="4536" y="1433"/>
                  </a:lnTo>
                  <a:lnTo>
                    <a:pt x="4437" y="1234"/>
                  </a:lnTo>
                  <a:lnTo>
                    <a:pt x="4317" y="1035"/>
                  </a:lnTo>
                  <a:lnTo>
                    <a:pt x="4178" y="856"/>
                  </a:lnTo>
                  <a:lnTo>
                    <a:pt x="4019" y="697"/>
                  </a:lnTo>
                  <a:lnTo>
                    <a:pt x="3860" y="537"/>
                  </a:lnTo>
                  <a:lnTo>
                    <a:pt x="3681" y="398"/>
                  </a:lnTo>
                  <a:lnTo>
                    <a:pt x="3482" y="279"/>
                  </a:lnTo>
                  <a:lnTo>
                    <a:pt x="3283" y="179"/>
                  </a:lnTo>
                  <a:lnTo>
                    <a:pt x="3064" y="100"/>
                  </a:lnTo>
                  <a:lnTo>
                    <a:pt x="2845" y="40"/>
                  </a:lnTo>
                  <a:lnTo>
                    <a:pt x="26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6255025" y="960775"/>
              <a:ext cx="470025" cy="470050"/>
            </a:xfrm>
            <a:custGeom>
              <a:avLst/>
              <a:gdLst/>
              <a:ahLst/>
              <a:cxnLst/>
              <a:rect l="l" t="t" r="r" b="b"/>
              <a:pathLst>
                <a:path w="18801" h="18802" extrusionOk="0">
                  <a:moveTo>
                    <a:pt x="9411" y="1"/>
                  </a:moveTo>
                  <a:lnTo>
                    <a:pt x="8913" y="21"/>
                  </a:lnTo>
                  <a:lnTo>
                    <a:pt x="8436" y="41"/>
                  </a:lnTo>
                  <a:lnTo>
                    <a:pt x="7978" y="100"/>
                  </a:lnTo>
                  <a:lnTo>
                    <a:pt x="7501" y="200"/>
                  </a:lnTo>
                  <a:lnTo>
                    <a:pt x="7043" y="299"/>
                  </a:lnTo>
                  <a:lnTo>
                    <a:pt x="6606" y="419"/>
                  </a:lnTo>
                  <a:lnTo>
                    <a:pt x="6168" y="578"/>
                  </a:lnTo>
                  <a:lnTo>
                    <a:pt x="5750" y="737"/>
                  </a:lnTo>
                  <a:lnTo>
                    <a:pt x="5332" y="936"/>
                  </a:lnTo>
                  <a:lnTo>
                    <a:pt x="4915" y="1135"/>
                  </a:lnTo>
                  <a:lnTo>
                    <a:pt x="4517" y="1354"/>
                  </a:lnTo>
                  <a:lnTo>
                    <a:pt x="4139" y="1612"/>
                  </a:lnTo>
                  <a:lnTo>
                    <a:pt x="3781" y="1871"/>
                  </a:lnTo>
                  <a:lnTo>
                    <a:pt x="3423" y="2149"/>
                  </a:lnTo>
                  <a:lnTo>
                    <a:pt x="3084" y="2448"/>
                  </a:lnTo>
                  <a:lnTo>
                    <a:pt x="2746" y="2746"/>
                  </a:lnTo>
                  <a:lnTo>
                    <a:pt x="2448" y="3085"/>
                  </a:lnTo>
                  <a:lnTo>
                    <a:pt x="2149" y="3423"/>
                  </a:lnTo>
                  <a:lnTo>
                    <a:pt x="1871" y="3781"/>
                  </a:lnTo>
                  <a:lnTo>
                    <a:pt x="1612" y="4139"/>
                  </a:lnTo>
                  <a:lnTo>
                    <a:pt x="1353" y="4537"/>
                  </a:lnTo>
                  <a:lnTo>
                    <a:pt x="1135" y="4915"/>
                  </a:lnTo>
                  <a:lnTo>
                    <a:pt x="936" y="5333"/>
                  </a:lnTo>
                  <a:lnTo>
                    <a:pt x="737" y="5750"/>
                  </a:lnTo>
                  <a:lnTo>
                    <a:pt x="578" y="6168"/>
                  </a:lnTo>
                  <a:lnTo>
                    <a:pt x="418" y="6606"/>
                  </a:lnTo>
                  <a:lnTo>
                    <a:pt x="299" y="7063"/>
                  </a:lnTo>
                  <a:lnTo>
                    <a:pt x="200" y="7501"/>
                  </a:lnTo>
                  <a:lnTo>
                    <a:pt x="100" y="7979"/>
                  </a:lnTo>
                  <a:lnTo>
                    <a:pt x="40" y="8436"/>
                  </a:lnTo>
                  <a:lnTo>
                    <a:pt x="21" y="8914"/>
                  </a:lnTo>
                  <a:lnTo>
                    <a:pt x="1" y="9411"/>
                  </a:lnTo>
                  <a:lnTo>
                    <a:pt x="21" y="9889"/>
                  </a:lnTo>
                  <a:lnTo>
                    <a:pt x="40" y="10366"/>
                  </a:lnTo>
                  <a:lnTo>
                    <a:pt x="100" y="10843"/>
                  </a:lnTo>
                  <a:lnTo>
                    <a:pt x="200" y="11301"/>
                  </a:lnTo>
                  <a:lnTo>
                    <a:pt x="299" y="11759"/>
                  </a:lnTo>
                  <a:lnTo>
                    <a:pt x="418" y="12196"/>
                  </a:lnTo>
                  <a:lnTo>
                    <a:pt x="578" y="12634"/>
                  </a:lnTo>
                  <a:lnTo>
                    <a:pt x="737" y="13072"/>
                  </a:lnTo>
                  <a:lnTo>
                    <a:pt x="936" y="13489"/>
                  </a:lnTo>
                  <a:lnTo>
                    <a:pt x="1135" y="13887"/>
                  </a:lnTo>
                  <a:lnTo>
                    <a:pt x="1353" y="14285"/>
                  </a:lnTo>
                  <a:lnTo>
                    <a:pt x="1612" y="14663"/>
                  </a:lnTo>
                  <a:lnTo>
                    <a:pt x="1871" y="15021"/>
                  </a:lnTo>
                  <a:lnTo>
                    <a:pt x="2149" y="15379"/>
                  </a:lnTo>
                  <a:lnTo>
                    <a:pt x="2448" y="15718"/>
                  </a:lnTo>
                  <a:lnTo>
                    <a:pt x="2746" y="16056"/>
                  </a:lnTo>
                  <a:lnTo>
                    <a:pt x="3084" y="16374"/>
                  </a:lnTo>
                  <a:lnTo>
                    <a:pt x="3423" y="16653"/>
                  </a:lnTo>
                  <a:lnTo>
                    <a:pt x="3781" y="16931"/>
                  </a:lnTo>
                  <a:lnTo>
                    <a:pt x="4139" y="17210"/>
                  </a:lnTo>
                  <a:lnTo>
                    <a:pt x="4517" y="17448"/>
                  </a:lnTo>
                  <a:lnTo>
                    <a:pt x="4915" y="17667"/>
                  </a:lnTo>
                  <a:lnTo>
                    <a:pt x="5332" y="17886"/>
                  </a:lnTo>
                  <a:lnTo>
                    <a:pt x="5750" y="18065"/>
                  </a:lnTo>
                  <a:lnTo>
                    <a:pt x="6168" y="18244"/>
                  </a:lnTo>
                  <a:lnTo>
                    <a:pt x="6606" y="18384"/>
                  </a:lnTo>
                  <a:lnTo>
                    <a:pt x="7043" y="18503"/>
                  </a:lnTo>
                  <a:lnTo>
                    <a:pt x="7501" y="18622"/>
                  </a:lnTo>
                  <a:lnTo>
                    <a:pt x="7978" y="18702"/>
                  </a:lnTo>
                  <a:lnTo>
                    <a:pt x="8436" y="18762"/>
                  </a:lnTo>
                  <a:lnTo>
                    <a:pt x="8913" y="18801"/>
                  </a:lnTo>
                  <a:lnTo>
                    <a:pt x="9888" y="18801"/>
                  </a:lnTo>
                  <a:lnTo>
                    <a:pt x="10366" y="18762"/>
                  </a:lnTo>
                  <a:lnTo>
                    <a:pt x="10843" y="18702"/>
                  </a:lnTo>
                  <a:lnTo>
                    <a:pt x="11301" y="18622"/>
                  </a:lnTo>
                  <a:lnTo>
                    <a:pt x="11758" y="18503"/>
                  </a:lnTo>
                  <a:lnTo>
                    <a:pt x="12196" y="18384"/>
                  </a:lnTo>
                  <a:lnTo>
                    <a:pt x="12634" y="18244"/>
                  </a:lnTo>
                  <a:lnTo>
                    <a:pt x="13071" y="18065"/>
                  </a:lnTo>
                  <a:lnTo>
                    <a:pt x="13469" y="17886"/>
                  </a:lnTo>
                  <a:lnTo>
                    <a:pt x="13887" y="17667"/>
                  </a:lnTo>
                  <a:lnTo>
                    <a:pt x="14285" y="17448"/>
                  </a:lnTo>
                  <a:lnTo>
                    <a:pt x="14663" y="17210"/>
                  </a:lnTo>
                  <a:lnTo>
                    <a:pt x="15021" y="16931"/>
                  </a:lnTo>
                  <a:lnTo>
                    <a:pt x="15379" y="16653"/>
                  </a:lnTo>
                  <a:lnTo>
                    <a:pt x="15717" y="16374"/>
                  </a:lnTo>
                  <a:lnTo>
                    <a:pt x="16056" y="16056"/>
                  </a:lnTo>
                  <a:lnTo>
                    <a:pt x="16354" y="15718"/>
                  </a:lnTo>
                  <a:lnTo>
                    <a:pt x="16652" y="15379"/>
                  </a:lnTo>
                  <a:lnTo>
                    <a:pt x="16931" y="15021"/>
                  </a:lnTo>
                  <a:lnTo>
                    <a:pt x="17190" y="14663"/>
                  </a:lnTo>
                  <a:lnTo>
                    <a:pt x="17448" y="14285"/>
                  </a:lnTo>
                  <a:lnTo>
                    <a:pt x="17667" y="13887"/>
                  </a:lnTo>
                  <a:lnTo>
                    <a:pt x="17886" y="13489"/>
                  </a:lnTo>
                  <a:lnTo>
                    <a:pt x="18065" y="13072"/>
                  </a:lnTo>
                  <a:lnTo>
                    <a:pt x="18244" y="12634"/>
                  </a:lnTo>
                  <a:lnTo>
                    <a:pt x="18383" y="12196"/>
                  </a:lnTo>
                  <a:lnTo>
                    <a:pt x="18503" y="11759"/>
                  </a:lnTo>
                  <a:lnTo>
                    <a:pt x="18622" y="11301"/>
                  </a:lnTo>
                  <a:lnTo>
                    <a:pt x="18702" y="10843"/>
                  </a:lnTo>
                  <a:lnTo>
                    <a:pt x="18761" y="10366"/>
                  </a:lnTo>
                  <a:lnTo>
                    <a:pt x="18801" y="9889"/>
                  </a:lnTo>
                  <a:lnTo>
                    <a:pt x="18801" y="9411"/>
                  </a:lnTo>
                  <a:lnTo>
                    <a:pt x="18801" y="8914"/>
                  </a:lnTo>
                  <a:lnTo>
                    <a:pt x="18761" y="8436"/>
                  </a:lnTo>
                  <a:lnTo>
                    <a:pt x="18702" y="7979"/>
                  </a:lnTo>
                  <a:lnTo>
                    <a:pt x="18622" y="7501"/>
                  </a:lnTo>
                  <a:lnTo>
                    <a:pt x="18503" y="7063"/>
                  </a:lnTo>
                  <a:lnTo>
                    <a:pt x="18383" y="6606"/>
                  </a:lnTo>
                  <a:lnTo>
                    <a:pt x="18244" y="6168"/>
                  </a:lnTo>
                  <a:lnTo>
                    <a:pt x="18065" y="5750"/>
                  </a:lnTo>
                  <a:lnTo>
                    <a:pt x="17886" y="5333"/>
                  </a:lnTo>
                  <a:lnTo>
                    <a:pt x="17667" y="4915"/>
                  </a:lnTo>
                  <a:lnTo>
                    <a:pt x="17448" y="4537"/>
                  </a:lnTo>
                  <a:lnTo>
                    <a:pt x="17190" y="4139"/>
                  </a:lnTo>
                  <a:lnTo>
                    <a:pt x="16931" y="3781"/>
                  </a:lnTo>
                  <a:lnTo>
                    <a:pt x="16652" y="3423"/>
                  </a:lnTo>
                  <a:lnTo>
                    <a:pt x="16354" y="3085"/>
                  </a:lnTo>
                  <a:lnTo>
                    <a:pt x="16056" y="2746"/>
                  </a:lnTo>
                  <a:lnTo>
                    <a:pt x="15717" y="2448"/>
                  </a:lnTo>
                  <a:lnTo>
                    <a:pt x="15379" y="2149"/>
                  </a:lnTo>
                  <a:lnTo>
                    <a:pt x="15021" y="1871"/>
                  </a:lnTo>
                  <a:lnTo>
                    <a:pt x="14663" y="1612"/>
                  </a:lnTo>
                  <a:lnTo>
                    <a:pt x="14285" y="1354"/>
                  </a:lnTo>
                  <a:lnTo>
                    <a:pt x="13887" y="1135"/>
                  </a:lnTo>
                  <a:lnTo>
                    <a:pt x="13469" y="936"/>
                  </a:lnTo>
                  <a:lnTo>
                    <a:pt x="13071" y="737"/>
                  </a:lnTo>
                  <a:lnTo>
                    <a:pt x="12634" y="578"/>
                  </a:lnTo>
                  <a:lnTo>
                    <a:pt x="12196" y="419"/>
                  </a:lnTo>
                  <a:lnTo>
                    <a:pt x="11758" y="299"/>
                  </a:lnTo>
                  <a:lnTo>
                    <a:pt x="11301" y="200"/>
                  </a:lnTo>
                  <a:lnTo>
                    <a:pt x="10843" y="100"/>
                  </a:lnTo>
                  <a:lnTo>
                    <a:pt x="10366" y="41"/>
                  </a:lnTo>
                  <a:lnTo>
                    <a:pt x="9888" y="21"/>
                  </a:lnTo>
                  <a:lnTo>
                    <a:pt x="9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427625" y="1071200"/>
              <a:ext cx="188525" cy="249200"/>
            </a:xfrm>
            <a:custGeom>
              <a:avLst/>
              <a:gdLst/>
              <a:ahLst/>
              <a:cxnLst/>
              <a:rect l="l" t="t" r="r" b="b"/>
              <a:pathLst>
                <a:path w="7541" h="9968" extrusionOk="0">
                  <a:moveTo>
                    <a:pt x="0" y="0"/>
                  </a:moveTo>
                  <a:lnTo>
                    <a:pt x="0" y="9968"/>
                  </a:lnTo>
                  <a:lnTo>
                    <a:pt x="7540" y="4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D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1234625" y="898125"/>
              <a:ext cx="1316550" cy="1015625"/>
            </a:xfrm>
            <a:custGeom>
              <a:avLst/>
              <a:gdLst/>
              <a:ahLst/>
              <a:cxnLst/>
              <a:rect l="l" t="t" r="r" b="b"/>
              <a:pathLst>
                <a:path w="52662" h="40625" extrusionOk="0">
                  <a:moveTo>
                    <a:pt x="1" y="0"/>
                  </a:moveTo>
                  <a:lnTo>
                    <a:pt x="1" y="40625"/>
                  </a:lnTo>
                  <a:lnTo>
                    <a:pt x="52662" y="40625"/>
                  </a:lnTo>
                  <a:lnTo>
                    <a:pt x="526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371900" y="1607850"/>
              <a:ext cx="296950" cy="201950"/>
            </a:xfrm>
            <a:custGeom>
              <a:avLst/>
              <a:gdLst/>
              <a:ahLst/>
              <a:cxnLst/>
              <a:rect l="l" t="t" r="r" b="b"/>
              <a:pathLst>
                <a:path w="11878" h="8078" extrusionOk="0">
                  <a:moveTo>
                    <a:pt x="1" y="1"/>
                  </a:moveTo>
                  <a:lnTo>
                    <a:pt x="1" y="8078"/>
                  </a:lnTo>
                  <a:lnTo>
                    <a:pt x="11878" y="8078"/>
                  </a:lnTo>
                  <a:lnTo>
                    <a:pt x="1187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744425" y="1607850"/>
              <a:ext cx="296950" cy="201950"/>
            </a:xfrm>
            <a:custGeom>
              <a:avLst/>
              <a:gdLst/>
              <a:ahLst/>
              <a:cxnLst/>
              <a:rect l="l" t="t" r="r" b="b"/>
              <a:pathLst>
                <a:path w="11878" h="8078" extrusionOk="0">
                  <a:moveTo>
                    <a:pt x="1" y="1"/>
                  </a:moveTo>
                  <a:lnTo>
                    <a:pt x="1" y="8078"/>
                  </a:lnTo>
                  <a:lnTo>
                    <a:pt x="11878" y="8078"/>
                  </a:lnTo>
                  <a:lnTo>
                    <a:pt x="1187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1494250" y="1000575"/>
              <a:ext cx="796825" cy="541650"/>
            </a:xfrm>
            <a:custGeom>
              <a:avLst/>
              <a:gdLst/>
              <a:ahLst/>
              <a:cxnLst/>
              <a:rect l="l" t="t" r="r" b="b"/>
              <a:pathLst>
                <a:path w="31873" h="21666" extrusionOk="0">
                  <a:moveTo>
                    <a:pt x="1" y="0"/>
                  </a:moveTo>
                  <a:lnTo>
                    <a:pt x="1" y="21666"/>
                  </a:lnTo>
                  <a:lnTo>
                    <a:pt x="31872" y="21666"/>
                  </a:lnTo>
                  <a:lnTo>
                    <a:pt x="318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2116475" y="1607850"/>
              <a:ext cx="296950" cy="201950"/>
            </a:xfrm>
            <a:custGeom>
              <a:avLst/>
              <a:gdLst/>
              <a:ahLst/>
              <a:cxnLst/>
              <a:rect l="l" t="t" r="r" b="b"/>
              <a:pathLst>
                <a:path w="11878" h="8078" extrusionOk="0">
                  <a:moveTo>
                    <a:pt x="0" y="1"/>
                  </a:moveTo>
                  <a:lnTo>
                    <a:pt x="0" y="8078"/>
                  </a:lnTo>
                  <a:lnTo>
                    <a:pt x="11877" y="8078"/>
                  </a:lnTo>
                  <a:lnTo>
                    <a:pt x="11877" y="1"/>
                  </a:lnTo>
                  <a:close/>
                </a:path>
              </a:pathLst>
            </a:custGeom>
            <a:solidFill>
              <a:srgbClr val="2D4F7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345050" y="1182100"/>
              <a:ext cx="91550" cy="178600"/>
            </a:xfrm>
            <a:custGeom>
              <a:avLst/>
              <a:gdLst/>
              <a:ahLst/>
              <a:cxnLst/>
              <a:rect l="l" t="t" r="r" b="b"/>
              <a:pathLst>
                <a:path w="3662" h="7144" extrusionOk="0">
                  <a:moveTo>
                    <a:pt x="3104" y="1"/>
                  </a:moveTo>
                  <a:lnTo>
                    <a:pt x="3025" y="41"/>
                  </a:lnTo>
                  <a:lnTo>
                    <a:pt x="2945" y="81"/>
                  </a:lnTo>
                  <a:lnTo>
                    <a:pt x="2885" y="140"/>
                  </a:lnTo>
                  <a:lnTo>
                    <a:pt x="100" y="3284"/>
                  </a:lnTo>
                  <a:lnTo>
                    <a:pt x="60" y="3343"/>
                  </a:lnTo>
                  <a:lnTo>
                    <a:pt x="20" y="3423"/>
                  </a:lnTo>
                  <a:lnTo>
                    <a:pt x="1" y="3502"/>
                  </a:lnTo>
                  <a:lnTo>
                    <a:pt x="1" y="3582"/>
                  </a:lnTo>
                  <a:lnTo>
                    <a:pt x="1" y="3642"/>
                  </a:lnTo>
                  <a:lnTo>
                    <a:pt x="20" y="3721"/>
                  </a:lnTo>
                  <a:lnTo>
                    <a:pt x="60" y="3801"/>
                  </a:lnTo>
                  <a:lnTo>
                    <a:pt x="100" y="3861"/>
                  </a:lnTo>
                  <a:lnTo>
                    <a:pt x="2885" y="7004"/>
                  </a:lnTo>
                  <a:lnTo>
                    <a:pt x="2965" y="7064"/>
                  </a:lnTo>
                  <a:lnTo>
                    <a:pt x="3044" y="7103"/>
                  </a:lnTo>
                  <a:lnTo>
                    <a:pt x="3124" y="7143"/>
                  </a:lnTo>
                  <a:lnTo>
                    <a:pt x="3283" y="7143"/>
                  </a:lnTo>
                  <a:lnTo>
                    <a:pt x="3363" y="7123"/>
                  </a:lnTo>
                  <a:lnTo>
                    <a:pt x="3442" y="7083"/>
                  </a:lnTo>
                  <a:lnTo>
                    <a:pt x="3502" y="7044"/>
                  </a:lnTo>
                  <a:lnTo>
                    <a:pt x="3562" y="6964"/>
                  </a:lnTo>
                  <a:lnTo>
                    <a:pt x="3621" y="6904"/>
                  </a:lnTo>
                  <a:lnTo>
                    <a:pt x="3641" y="6825"/>
                  </a:lnTo>
                  <a:lnTo>
                    <a:pt x="3661" y="6725"/>
                  </a:lnTo>
                  <a:lnTo>
                    <a:pt x="3661" y="6646"/>
                  </a:lnTo>
                  <a:lnTo>
                    <a:pt x="3641" y="6566"/>
                  </a:lnTo>
                  <a:lnTo>
                    <a:pt x="3601" y="6487"/>
                  </a:lnTo>
                  <a:lnTo>
                    <a:pt x="3542" y="6407"/>
                  </a:lnTo>
                  <a:lnTo>
                    <a:pt x="1035" y="3582"/>
                  </a:lnTo>
                  <a:lnTo>
                    <a:pt x="3542" y="737"/>
                  </a:lnTo>
                  <a:lnTo>
                    <a:pt x="3601" y="658"/>
                  </a:lnTo>
                  <a:lnTo>
                    <a:pt x="3641" y="578"/>
                  </a:lnTo>
                  <a:lnTo>
                    <a:pt x="3661" y="498"/>
                  </a:lnTo>
                  <a:lnTo>
                    <a:pt x="3661" y="419"/>
                  </a:lnTo>
                  <a:lnTo>
                    <a:pt x="3641" y="319"/>
                  </a:lnTo>
                  <a:lnTo>
                    <a:pt x="3621" y="240"/>
                  </a:lnTo>
                  <a:lnTo>
                    <a:pt x="3562" y="180"/>
                  </a:lnTo>
                  <a:lnTo>
                    <a:pt x="3502" y="100"/>
                  </a:lnTo>
                  <a:lnTo>
                    <a:pt x="3442" y="61"/>
                  </a:lnTo>
                  <a:lnTo>
                    <a:pt x="3363" y="21"/>
                  </a:lnTo>
                  <a:lnTo>
                    <a:pt x="3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2349225" y="1182100"/>
              <a:ext cx="91550" cy="178600"/>
            </a:xfrm>
            <a:custGeom>
              <a:avLst/>
              <a:gdLst/>
              <a:ahLst/>
              <a:cxnLst/>
              <a:rect l="l" t="t" r="r" b="b"/>
              <a:pathLst>
                <a:path w="3662" h="7144" extrusionOk="0">
                  <a:moveTo>
                    <a:pt x="379" y="1"/>
                  </a:moveTo>
                  <a:lnTo>
                    <a:pt x="299" y="21"/>
                  </a:lnTo>
                  <a:lnTo>
                    <a:pt x="220" y="61"/>
                  </a:lnTo>
                  <a:lnTo>
                    <a:pt x="140" y="100"/>
                  </a:lnTo>
                  <a:lnTo>
                    <a:pt x="80" y="180"/>
                  </a:lnTo>
                  <a:lnTo>
                    <a:pt x="40" y="240"/>
                  </a:lnTo>
                  <a:lnTo>
                    <a:pt x="1" y="319"/>
                  </a:lnTo>
                  <a:lnTo>
                    <a:pt x="1" y="419"/>
                  </a:lnTo>
                  <a:lnTo>
                    <a:pt x="1" y="498"/>
                  </a:lnTo>
                  <a:lnTo>
                    <a:pt x="21" y="578"/>
                  </a:lnTo>
                  <a:lnTo>
                    <a:pt x="40" y="658"/>
                  </a:lnTo>
                  <a:lnTo>
                    <a:pt x="100" y="737"/>
                  </a:lnTo>
                  <a:lnTo>
                    <a:pt x="2627" y="3582"/>
                  </a:lnTo>
                  <a:lnTo>
                    <a:pt x="100" y="6407"/>
                  </a:lnTo>
                  <a:lnTo>
                    <a:pt x="40" y="6487"/>
                  </a:lnTo>
                  <a:lnTo>
                    <a:pt x="21" y="6566"/>
                  </a:lnTo>
                  <a:lnTo>
                    <a:pt x="1" y="6646"/>
                  </a:lnTo>
                  <a:lnTo>
                    <a:pt x="1" y="6725"/>
                  </a:lnTo>
                  <a:lnTo>
                    <a:pt x="1" y="6825"/>
                  </a:lnTo>
                  <a:lnTo>
                    <a:pt x="40" y="6904"/>
                  </a:lnTo>
                  <a:lnTo>
                    <a:pt x="80" y="6964"/>
                  </a:lnTo>
                  <a:lnTo>
                    <a:pt x="140" y="7044"/>
                  </a:lnTo>
                  <a:lnTo>
                    <a:pt x="200" y="7083"/>
                  </a:lnTo>
                  <a:lnTo>
                    <a:pt x="279" y="7123"/>
                  </a:lnTo>
                  <a:lnTo>
                    <a:pt x="359" y="7143"/>
                  </a:lnTo>
                  <a:lnTo>
                    <a:pt x="518" y="7143"/>
                  </a:lnTo>
                  <a:lnTo>
                    <a:pt x="617" y="7103"/>
                  </a:lnTo>
                  <a:lnTo>
                    <a:pt x="697" y="7064"/>
                  </a:lnTo>
                  <a:lnTo>
                    <a:pt x="757" y="7004"/>
                  </a:lnTo>
                  <a:lnTo>
                    <a:pt x="3542" y="3861"/>
                  </a:lnTo>
                  <a:lnTo>
                    <a:pt x="3582" y="3801"/>
                  </a:lnTo>
                  <a:lnTo>
                    <a:pt x="3621" y="3721"/>
                  </a:lnTo>
                  <a:lnTo>
                    <a:pt x="3641" y="3642"/>
                  </a:lnTo>
                  <a:lnTo>
                    <a:pt x="3661" y="3582"/>
                  </a:lnTo>
                  <a:lnTo>
                    <a:pt x="3641" y="3502"/>
                  </a:lnTo>
                  <a:lnTo>
                    <a:pt x="3621" y="3423"/>
                  </a:lnTo>
                  <a:lnTo>
                    <a:pt x="3582" y="3343"/>
                  </a:lnTo>
                  <a:lnTo>
                    <a:pt x="3542" y="3284"/>
                  </a:lnTo>
                  <a:lnTo>
                    <a:pt x="757" y="140"/>
                  </a:lnTo>
                  <a:lnTo>
                    <a:pt x="697" y="81"/>
                  </a:lnTo>
                  <a:lnTo>
                    <a:pt x="617" y="41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2D4F7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984175" y="1157750"/>
              <a:ext cx="227300" cy="227300"/>
            </a:xfrm>
            <a:custGeom>
              <a:avLst/>
              <a:gdLst/>
              <a:ahLst/>
              <a:cxnLst/>
              <a:rect l="l" t="t" r="r" b="b"/>
              <a:pathLst>
                <a:path w="9092" h="9092" extrusionOk="0">
                  <a:moveTo>
                    <a:pt x="4556" y="0"/>
                  </a:moveTo>
                  <a:lnTo>
                    <a:pt x="4078" y="20"/>
                  </a:lnTo>
                  <a:lnTo>
                    <a:pt x="3641" y="100"/>
                  </a:lnTo>
                  <a:lnTo>
                    <a:pt x="3203" y="199"/>
                  </a:lnTo>
                  <a:lnTo>
                    <a:pt x="2785" y="358"/>
                  </a:lnTo>
                  <a:lnTo>
                    <a:pt x="2387" y="537"/>
                  </a:lnTo>
                  <a:lnTo>
                    <a:pt x="2009" y="776"/>
                  </a:lnTo>
                  <a:lnTo>
                    <a:pt x="1651" y="1035"/>
                  </a:lnTo>
                  <a:lnTo>
                    <a:pt x="1333" y="1333"/>
                  </a:lnTo>
                  <a:lnTo>
                    <a:pt x="1035" y="1651"/>
                  </a:lnTo>
                  <a:lnTo>
                    <a:pt x="776" y="2010"/>
                  </a:lnTo>
                  <a:lnTo>
                    <a:pt x="557" y="2388"/>
                  </a:lnTo>
                  <a:lnTo>
                    <a:pt x="358" y="2785"/>
                  </a:lnTo>
                  <a:lnTo>
                    <a:pt x="199" y="3203"/>
                  </a:lnTo>
                  <a:lnTo>
                    <a:pt x="100" y="3621"/>
                  </a:lnTo>
                  <a:lnTo>
                    <a:pt x="20" y="4079"/>
                  </a:lnTo>
                  <a:lnTo>
                    <a:pt x="0" y="4556"/>
                  </a:lnTo>
                  <a:lnTo>
                    <a:pt x="20" y="5014"/>
                  </a:lnTo>
                  <a:lnTo>
                    <a:pt x="100" y="5471"/>
                  </a:lnTo>
                  <a:lnTo>
                    <a:pt x="199" y="5909"/>
                  </a:lnTo>
                  <a:lnTo>
                    <a:pt x="358" y="6327"/>
                  </a:lnTo>
                  <a:lnTo>
                    <a:pt x="557" y="6725"/>
                  </a:lnTo>
                  <a:lnTo>
                    <a:pt x="776" y="7083"/>
                  </a:lnTo>
                  <a:lnTo>
                    <a:pt x="1035" y="7441"/>
                  </a:lnTo>
                  <a:lnTo>
                    <a:pt x="1333" y="7759"/>
                  </a:lnTo>
                  <a:lnTo>
                    <a:pt x="1651" y="8057"/>
                  </a:lnTo>
                  <a:lnTo>
                    <a:pt x="2009" y="8316"/>
                  </a:lnTo>
                  <a:lnTo>
                    <a:pt x="2387" y="8555"/>
                  </a:lnTo>
                  <a:lnTo>
                    <a:pt x="2785" y="8734"/>
                  </a:lnTo>
                  <a:lnTo>
                    <a:pt x="3203" y="8893"/>
                  </a:lnTo>
                  <a:lnTo>
                    <a:pt x="3641" y="9012"/>
                  </a:lnTo>
                  <a:lnTo>
                    <a:pt x="4078" y="9072"/>
                  </a:lnTo>
                  <a:lnTo>
                    <a:pt x="4556" y="9092"/>
                  </a:lnTo>
                  <a:lnTo>
                    <a:pt x="5014" y="9072"/>
                  </a:lnTo>
                  <a:lnTo>
                    <a:pt x="5471" y="9012"/>
                  </a:lnTo>
                  <a:lnTo>
                    <a:pt x="5909" y="8893"/>
                  </a:lnTo>
                  <a:lnTo>
                    <a:pt x="6327" y="8734"/>
                  </a:lnTo>
                  <a:lnTo>
                    <a:pt x="6724" y="8555"/>
                  </a:lnTo>
                  <a:lnTo>
                    <a:pt x="7083" y="8316"/>
                  </a:lnTo>
                  <a:lnTo>
                    <a:pt x="7441" y="8057"/>
                  </a:lnTo>
                  <a:lnTo>
                    <a:pt x="7759" y="7759"/>
                  </a:lnTo>
                  <a:lnTo>
                    <a:pt x="8057" y="7441"/>
                  </a:lnTo>
                  <a:lnTo>
                    <a:pt x="8316" y="7083"/>
                  </a:lnTo>
                  <a:lnTo>
                    <a:pt x="8555" y="6725"/>
                  </a:lnTo>
                  <a:lnTo>
                    <a:pt x="8734" y="6327"/>
                  </a:lnTo>
                  <a:lnTo>
                    <a:pt x="8893" y="5909"/>
                  </a:lnTo>
                  <a:lnTo>
                    <a:pt x="9012" y="5471"/>
                  </a:lnTo>
                  <a:lnTo>
                    <a:pt x="9072" y="5014"/>
                  </a:lnTo>
                  <a:lnTo>
                    <a:pt x="9092" y="4556"/>
                  </a:lnTo>
                  <a:lnTo>
                    <a:pt x="9072" y="4079"/>
                  </a:lnTo>
                  <a:lnTo>
                    <a:pt x="9012" y="3621"/>
                  </a:lnTo>
                  <a:lnTo>
                    <a:pt x="8893" y="3203"/>
                  </a:lnTo>
                  <a:lnTo>
                    <a:pt x="8734" y="2785"/>
                  </a:lnTo>
                  <a:lnTo>
                    <a:pt x="8555" y="2388"/>
                  </a:lnTo>
                  <a:lnTo>
                    <a:pt x="8316" y="2010"/>
                  </a:lnTo>
                  <a:lnTo>
                    <a:pt x="8057" y="1651"/>
                  </a:lnTo>
                  <a:lnTo>
                    <a:pt x="7759" y="1333"/>
                  </a:lnTo>
                  <a:lnTo>
                    <a:pt x="7441" y="1035"/>
                  </a:lnTo>
                  <a:lnTo>
                    <a:pt x="7083" y="776"/>
                  </a:lnTo>
                  <a:lnTo>
                    <a:pt x="6724" y="537"/>
                  </a:lnTo>
                  <a:lnTo>
                    <a:pt x="6327" y="358"/>
                  </a:lnTo>
                  <a:lnTo>
                    <a:pt x="5909" y="199"/>
                  </a:lnTo>
                  <a:lnTo>
                    <a:pt x="5471" y="100"/>
                  </a:lnTo>
                  <a:lnTo>
                    <a:pt x="5014" y="20"/>
                  </a:lnTo>
                  <a:lnTo>
                    <a:pt x="4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1777250" y="1303975"/>
              <a:ext cx="339250" cy="85575"/>
            </a:xfrm>
            <a:custGeom>
              <a:avLst/>
              <a:gdLst/>
              <a:ahLst/>
              <a:cxnLst/>
              <a:rect l="l" t="t" r="r" b="b"/>
              <a:pathLst>
                <a:path w="13570" h="3423" extrusionOk="0">
                  <a:moveTo>
                    <a:pt x="1533" y="0"/>
                  </a:moveTo>
                  <a:lnTo>
                    <a:pt x="1354" y="20"/>
                  </a:lnTo>
                  <a:lnTo>
                    <a:pt x="1195" y="80"/>
                  </a:lnTo>
                  <a:lnTo>
                    <a:pt x="1035" y="120"/>
                  </a:lnTo>
                  <a:lnTo>
                    <a:pt x="896" y="199"/>
                  </a:lnTo>
                  <a:lnTo>
                    <a:pt x="757" y="279"/>
                  </a:lnTo>
                  <a:lnTo>
                    <a:pt x="618" y="378"/>
                  </a:lnTo>
                  <a:lnTo>
                    <a:pt x="498" y="498"/>
                  </a:lnTo>
                  <a:lnTo>
                    <a:pt x="379" y="617"/>
                  </a:lnTo>
                  <a:lnTo>
                    <a:pt x="279" y="756"/>
                  </a:lnTo>
                  <a:lnTo>
                    <a:pt x="200" y="895"/>
                  </a:lnTo>
                  <a:lnTo>
                    <a:pt x="120" y="1035"/>
                  </a:lnTo>
                  <a:lnTo>
                    <a:pt x="61" y="1194"/>
                  </a:lnTo>
                  <a:lnTo>
                    <a:pt x="21" y="1353"/>
                  </a:lnTo>
                  <a:lnTo>
                    <a:pt x="1" y="1532"/>
                  </a:lnTo>
                  <a:lnTo>
                    <a:pt x="1" y="1711"/>
                  </a:lnTo>
                  <a:lnTo>
                    <a:pt x="1" y="1890"/>
                  </a:lnTo>
                  <a:lnTo>
                    <a:pt x="21" y="2049"/>
                  </a:lnTo>
                  <a:lnTo>
                    <a:pt x="61" y="2208"/>
                  </a:lnTo>
                  <a:lnTo>
                    <a:pt x="120" y="2368"/>
                  </a:lnTo>
                  <a:lnTo>
                    <a:pt x="200" y="2527"/>
                  </a:lnTo>
                  <a:lnTo>
                    <a:pt x="279" y="2666"/>
                  </a:lnTo>
                  <a:lnTo>
                    <a:pt x="379" y="2785"/>
                  </a:lnTo>
                  <a:lnTo>
                    <a:pt x="498" y="2925"/>
                  </a:lnTo>
                  <a:lnTo>
                    <a:pt x="618" y="3024"/>
                  </a:lnTo>
                  <a:lnTo>
                    <a:pt x="757" y="3124"/>
                  </a:lnTo>
                  <a:lnTo>
                    <a:pt x="896" y="3203"/>
                  </a:lnTo>
                  <a:lnTo>
                    <a:pt x="1035" y="3283"/>
                  </a:lnTo>
                  <a:lnTo>
                    <a:pt x="1195" y="3342"/>
                  </a:lnTo>
                  <a:lnTo>
                    <a:pt x="1354" y="3382"/>
                  </a:lnTo>
                  <a:lnTo>
                    <a:pt x="1533" y="3402"/>
                  </a:lnTo>
                  <a:lnTo>
                    <a:pt x="1712" y="3422"/>
                  </a:lnTo>
                  <a:lnTo>
                    <a:pt x="11858" y="3422"/>
                  </a:lnTo>
                  <a:lnTo>
                    <a:pt x="12037" y="3402"/>
                  </a:lnTo>
                  <a:lnTo>
                    <a:pt x="12216" y="3382"/>
                  </a:lnTo>
                  <a:lnTo>
                    <a:pt x="12375" y="3342"/>
                  </a:lnTo>
                  <a:lnTo>
                    <a:pt x="12535" y="3283"/>
                  </a:lnTo>
                  <a:lnTo>
                    <a:pt x="12674" y="3203"/>
                  </a:lnTo>
                  <a:lnTo>
                    <a:pt x="12813" y="3124"/>
                  </a:lnTo>
                  <a:lnTo>
                    <a:pt x="12952" y="3024"/>
                  </a:lnTo>
                  <a:lnTo>
                    <a:pt x="13072" y="2925"/>
                  </a:lnTo>
                  <a:lnTo>
                    <a:pt x="13191" y="2785"/>
                  </a:lnTo>
                  <a:lnTo>
                    <a:pt x="13291" y="2666"/>
                  </a:lnTo>
                  <a:lnTo>
                    <a:pt x="13370" y="2527"/>
                  </a:lnTo>
                  <a:lnTo>
                    <a:pt x="13430" y="2368"/>
                  </a:lnTo>
                  <a:lnTo>
                    <a:pt x="13489" y="2208"/>
                  </a:lnTo>
                  <a:lnTo>
                    <a:pt x="13529" y="2049"/>
                  </a:lnTo>
                  <a:lnTo>
                    <a:pt x="13569" y="1890"/>
                  </a:lnTo>
                  <a:lnTo>
                    <a:pt x="13569" y="1711"/>
                  </a:lnTo>
                  <a:lnTo>
                    <a:pt x="13569" y="1532"/>
                  </a:lnTo>
                  <a:lnTo>
                    <a:pt x="13529" y="1353"/>
                  </a:lnTo>
                  <a:lnTo>
                    <a:pt x="13489" y="1194"/>
                  </a:lnTo>
                  <a:lnTo>
                    <a:pt x="13430" y="1035"/>
                  </a:lnTo>
                  <a:lnTo>
                    <a:pt x="13370" y="895"/>
                  </a:lnTo>
                  <a:lnTo>
                    <a:pt x="13291" y="756"/>
                  </a:lnTo>
                  <a:lnTo>
                    <a:pt x="13191" y="617"/>
                  </a:lnTo>
                  <a:lnTo>
                    <a:pt x="13072" y="498"/>
                  </a:lnTo>
                  <a:lnTo>
                    <a:pt x="12952" y="378"/>
                  </a:lnTo>
                  <a:lnTo>
                    <a:pt x="12813" y="279"/>
                  </a:lnTo>
                  <a:lnTo>
                    <a:pt x="12674" y="199"/>
                  </a:lnTo>
                  <a:lnTo>
                    <a:pt x="12535" y="120"/>
                  </a:lnTo>
                  <a:lnTo>
                    <a:pt x="12375" y="80"/>
                  </a:lnTo>
                  <a:lnTo>
                    <a:pt x="12216" y="20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675800" y="1234325"/>
              <a:ext cx="253675" cy="37825"/>
            </a:xfrm>
            <a:custGeom>
              <a:avLst/>
              <a:gdLst/>
              <a:ahLst/>
              <a:cxnLst/>
              <a:rect l="l" t="t" r="r" b="b"/>
              <a:pathLst>
                <a:path w="10147" h="1513" extrusionOk="0">
                  <a:moveTo>
                    <a:pt x="737" y="1"/>
                  </a:moveTo>
                  <a:lnTo>
                    <a:pt x="597" y="21"/>
                  </a:lnTo>
                  <a:lnTo>
                    <a:pt x="458" y="61"/>
                  </a:lnTo>
                  <a:lnTo>
                    <a:pt x="319" y="140"/>
                  </a:lnTo>
                  <a:lnTo>
                    <a:pt x="219" y="220"/>
                  </a:lnTo>
                  <a:lnTo>
                    <a:pt x="120" y="339"/>
                  </a:lnTo>
                  <a:lnTo>
                    <a:pt x="60" y="458"/>
                  </a:lnTo>
                  <a:lnTo>
                    <a:pt x="0" y="598"/>
                  </a:lnTo>
                  <a:lnTo>
                    <a:pt x="0" y="757"/>
                  </a:lnTo>
                  <a:lnTo>
                    <a:pt x="0" y="916"/>
                  </a:lnTo>
                  <a:lnTo>
                    <a:pt x="60" y="1055"/>
                  </a:lnTo>
                  <a:lnTo>
                    <a:pt x="120" y="1175"/>
                  </a:lnTo>
                  <a:lnTo>
                    <a:pt x="219" y="1294"/>
                  </a:lnTo>
                  <a:lnTo>
                    <a:pt x="319" y="1374"/>
                  </a:lnTo>
                  <a:lnTo>
                    <a:pt x="458" y="1453"/>
                  </a:lnTo>
                  <a:lnTo>
                    <a:pt x="597" y="1493"/>
                  </a:lnTo>
                  <a:lnTo>
                    <a:pt x="737" y="1513"/>
                  </a:lnTo>
                  <a:lnTo>
                    <a:pt x="9391" y="1513"/>
                  </a:lnTo>
                  <a:lnTo>
                    <a:pt x="9550" y="1493"/>
                  </a:lnTo>
                  <a:lnTo>
                    <a:pt x="9689" y="1453"/>
                  </a:lnTo>
                  <a:lnTo>
                    <a:pt x="9808" y="1374"/>
                  </a:lnTo>
                  <a:lnTo>
                    <a:pt x="9928" y="1294"/>
                  </a:lnTo>
                  <a:lnTo>
                    <a:pt x="10027" y="1175"/>
                  </a:lnTo>
                  <a:lnTo>
                    <a:pt x="10087" y="1055"/>
                  </a:lnTo>
                  <a:lnTo>
                    <a:pt x="10127" y="916"/>
                  </a:lnTo>
                  <a:lnTo>
                    <a:pt x="10147" y="757"/>
                  </a:lnTo>
                  <a:lnTo>
                    <a:pt x="10127" y="598"/>
                  </a:lnTo>
                  <a:lnTo>
                    <a:pt x="10087" y="458"/>
                  </a:lnTo>
                  <a:lnTo>
                    <a:pt x="10027" y="339"/>
                  </a:lnTo>
                  <a:lnTo>
                    <a:pt x="9928" y="220"/>
                  </a:lnTo>
                  <a:lnTo>
                    <a:pt x="9808" y="140"/>
                  </a:lnTo>
                  <a:lnTo>
                    <a:pt x="9689" y="61"/>
                  </a:lnTo>
                  <a:lnTo>
                    <a:pt x="9550" y="21"/>
                  </a:lnTo>
                  <a:lnTo>
                    <a:pt x="93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756375" y="1111975"/>
              <a:ext cx="190500" cy="45800"/>
            </a:xfrm>
            <a:custGeom>
              <a:avLst/>
              <a:gdLst/>
              <a:ahLst/>
              <a:cxnLst/>
              <a:rect l="l" t="t" r="r" b="b"/>
              <a:pathLst>
                <a:path w="7620" h="1832" extrusionOk="0">
                  <a:moveTo>
                    <a:pt x="916" y="1"/>
                  </a:moveTo>
                  <a:lnTo>
                    <a:pt x="736" y="21"/>
                  </a:lnTo>
                  <a:lnTo>
                    <a:pt x="557" y="80"/>
                  </a:lnTo>
                  <a:lnTo>
                    <a:pt x="398" y="160"/>
                  </a:lnTo>
                  <a:lnTo>
                    <a:pt x="259" y="279"/>
                  </a:lnTo>
                  <a:lnTo>
                    <a:pt x="160" y="399"/>
                  </a:lnTo>
                  <a:lnTo>
                    <a:pt x="80" y="558"/>
                  </a:lnTo>
                  <a:lnTo>
                    <a:pt x="20" y="737"/>
                  </a:lnTo>
                  <a:lnTo>
                    <a:pt x="0" y="916"/>
                  </a:lnTo>
                  <a:lnTo>
                    <a:pt x="20" y="1095"/>
                  </a:lnTo>
                  <a:lnTo>
                    <a:pt x="80" y="1274"/>
                  </a:lnTo>
                  <a:lnTo>
                    <a:pt x="160" y="1433"/>
                  </a:lnTo>
                  <a:lnTo>
                    <a:pt x="259" y="1553"/>
                  </a:lnTo>
                  <a:lnTo>
                    <a:pt x="398" y="1672"/>
                  </a:lnTo>
                  <a:lnTo>
                    <a:pt x="557" y="1752"/>
                  </a:lnTo>
                  <a:lnTo>
                    <a:pt x="736" y="1811"/>
                  </a:lnTo>
                  <a:lnTo>
                    <a:pt x="916" y="1831"/>
                  </a:lnTo>
                  <a:lnTo>
                    <a:pt x="6705" y="1831"/>
                  </a:lnTo>
                  <a:lnTo>
                    <a:pt x="6884" y="1811"/>
                  </a:lnTo>
                  <a:lnTo>
                    <a:pt x="7063" y="1752"/>
                  </a:lnTo>
                  <a:lnTo>
                    <a:pt x="7222" y="1672"/>
                  </a:lnTo>
                  <a:lnTo>
                    <a:pt x="7341" y="1553"/>
                  </a:lnTo>
                  <a:lnTo>
                    <a:pt x="7461" y="1433"/>
                  </a:lnTo>
                  <a:lnTo>
                    <a:pt x="7540" y="1274"/>
                  </a:lnTo>
                  <a:lnTo>
                    <a:pt x="7600" y="1095"/>
                  </a:lnTo>
                  <a:lnTo>
                    <a:pt x="7620" y="916"/>
                  </a:lnTo>
                  <a:lnTo>
                    <a:pt x="7600" y="737"/>
                  </a:lnTo>
                  <a:lnTo>
                    <a:pt x="7540" y="558"/>
                  </a:lnTo>
                  <a:lnTo>
                    <a:pt x="7461" y="399"/>
                  </a:lnTo>
                  <a:lnTo>
                    <a:pt x="7341" y="279"/>
                  </a:lnTo>
                  <a:lnTo>
                    <a:pt x="7222" y="160"/>
                  </a:lnTo>
                  <a:lnTo>
                    <a:pt x="7063" y="80"/>
                  </a:lnTo>
                  <a:lnTo>
                    <a:pt x="6884" y="21"/>
                  </a:lnTo>
                  <a:lnTo>
                    <a:pt x="67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567875" y="2996500"/>
              <a:ext cx="1934275" cy="2151125"/>
            </a:xfrm>
            <a:custGeom>
              <a:avLst/>
              <a:gdLst/>
              <a:ahLst/>
              <a:cxnLst/>
              <a:rect l="l" t="t" r="r" b="b"/>
              <a:pathLst>
                <a:path w="77371" h="86045" extrusionOk="0">
                  <a:moveTo>
                    <a:pt x="0" y="77092"/>
                  </a:moveTo>
                  <a:lnTo>
                    <a:pt x="40665" y="86045"/>
                  </a:lnTo>
                  <a:lnTo>
                    <a:pt x="47668" y="54094"/>
                  </a:lnTo>
                  <a:lnTo>
                    <a:pt x="77370" y="13290"/>
                  </a:lnTo>
                  <a:lnTo>
                    <a:pt x="16931" y="1"/>
                  </a:lnTo>
                  <a:lnTo>
                    <a:pt x="0" y="77092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031900" y="3346650"/>
              <a:ext cx="287525" cy="872900"/>
            </a:xfrm>
            <a:custGeom>
              <a:avLst/>
              <a:gdLst/>
              <a:ahLst/>
              <a:cxnLst/>
              <a:rect l="l" t="t" r="r" b="b"/>
              <a:pathLst>
                <a:path w="11501" h="34916" extrusionOk="0">
                  <a:moveTo>
                    <a:pt x="1911" y="0"/>
                  </a:moveTo>
                  <a:lnTo>
                    <a:pt x="1911" y="0"/>
                  </a:lnTo>
                  <a:lnTo>
                    <a:pt x="3085" y="1831"/>
                  </a:lnTo>
                  <a:lnTo>
                    <a:pt x="4278" y="3760"/>
                  </a:lnTo>
                  <a:lnTo>
                    <a:pt x="4895" y="4755"/>
                  </a:lnTo>
                  <a:lnTo>
                    <a:pt x="5492" y="5790"/>
                  </a:lnTo>
                  <a:lnTo>
                    <a:pt x="6089" y="6824"/>
                  </a:lnTo>
                  <a:lnTo>
                    <a:pt x="6666" y="7879"/>
                  </a:lnTo>
                  <a:lnTo>
                    <a:pt x="7243" y="8973"/>
                  </a:lnTo>
                  <a:lnTo>
                    <a:pt x="7800" y="10067"/>
                  </a:lnTo>
                  <a:lnTo>
                    <a:pt x="8317" y="11161"/>
                  </a:lnTo>
                  <a:lnTo>
                    <a:pt x="8834" y="12275"/>
                  </a:lnTo>
                  <a:lnTo>
                    <a:pt x="9292" y="13409"/>
                  </a:lnTo>
                  <a:lnTo>
                    <a:pt x="9729" y="14543"/>
                  </a:lnTo>
                  <a:lnTo>
                    <a:pt x="10127" y="15697"/>
                  </a:lnTo>
                  <a:lnTo>
                    <a:pt x="10485" y="16851"/>
                  </a:lnTo>
                  <a:lnTo>
                    <a:pt x="10645" y="17428"/>
                  </a:lnTo>
                  <a:lnTo>
                    <a:pt x="10804" y="18005"/>
                  </a:lnTo>
                  <a:lnTo>
                    <a:pt x="10943" y="18582"/>
                  </a:lnTo>
                  <a:lnTo>
                    <a:pt x="11062" y="19179"/>
                  </a:lnTo>
                  <a:lnTo>
                    <a:pt x="11162" y="19756"/>
                  </a:lnTo>
                  <a:lnTo>
                    <a:pt x="11261" y="20333"/>
                  </a:lnTo>
                  <a:lnTo>
                    <a:pt x="11341" y="20910"/>
                  </a:lnTo>
                  <a:lnTo>
                    <a:pt x="11401" y="21506"/>
                  </a:lnTo>
                  <a:lnTo>
                    <a:pt x="11460" y="22083"/>
                  </a:lnTo>
                  <a:lnTo>
                    <a:pt x="11480" y="22660"/>
                  </a:lnTo>
                  <a:lnTo>
                    <a:pt x="11500" y="23237"/>
                  </a:lnTo>
                  <a:lnTo>
                    <a:pt x="11500" y="23814"/>
                  </a:lnTo>
                  <a:lnTo>
                    <a:pt x="11480" y="24391"/>
                  </a:lnTo>
                  <a:lnTo>
                    <a:pt x="11440" y="24968"/>
                  </a:lnTo>
                  <a:lnTo>
                    <a:pt x="11381" y="25545"/>
                  </a:lnTo>
                  <a:lnTo>
                    <a:pt x="11321" y="26122"/>
                  </a:lnTo>
                  <a:lnTo>
                    <a:pt x="11221" y="26699"/>
                  </a:lnTo>
                  <a:lnTo>
                    <a:pt x="11102" y="27256"/>
                  </a:lnTo>
                  <a:lnTo>
                    <a:pt x="10963" y="27833"/>
                  </a:lnTo>
                  <a:lnTo>
                    <a:pt x="10804" y="28390"/>
                  </a:lnTo>
                  <a:lnTo>
                    <a:pt x="10625" y="28947"/>
                  </a:lnTo>
                  <a:lnTo>
                    <a:pt x="10426" y="29524"/>
                  </a:lnTo>
                  <a:lnTo>
                    <a:pt x="10207" y="30061"/>
                  </a:lnTo>
                  <a:lnTo>
                    <a:pt x="9968" y="30618"/>
                  </a:lnTo>
                  <a:lnTo>
                    <a:pt x="9690" y="31175"/>
                  </a:lnTo>
                  <a:lnTo>
                    <a:pt x="9391" y="31712"/>
                  </a:lnTo>
                  <a:lnTo>
                    <a:pt x="9073" y="32269"/>
                  </a:lnTo>
                  <a:lnTo>
                    <a:pt x="8735" y="32807"/>
                  </a:lnTo>
                  <a:lnTo>
                    <a:pt x="8357" y="33344"/>
                  </a:lnTo>
                  <a:lnTo>
                    <a:pt x="7959" y="33861"/>
                  </a:lnTo>
                  <a:lnTo>
                    <a:pt x="7541" y="34398"/>
                  </a:lnTo>
                  <a:lnTo>
                    <a:pt x="7083" y="34915"/>
                  </a:lnTo>
                  <a:lnTo>
                    <a:pt x="7083" y="34915"/>
                  </a:lnTo>
                  <a:lnTo>
                    <a:pt x="6884" y="34736"/>
                  </a:lnTo>
                  <a:lnTo>
                    <a:pt x="6666" y="34557"/>
                  </a:lnTo>
                  <a:lnTo>
                    <a:pt x="6467" y="34338"/>
                  </a:lnTo>
                  <a:lnTo>
                    <a:pt x="6248" y="34100"/>
                  </a:lnTo>
                  <a:lnTo>
                    <a:pt x="5830" y="33582"/>
                  </a:lnTo>
                  <a:lnTo>
                    <a:pt x="5392" y="32986"/>
                  </a:lnTo>
                  <a:lnTo>
                    <a:pt x="4975" y="32309"/>
                  </a:lnTo>
                  <a:lnTo>
                    <a:pt x="4557" y="31573"/>
                  </a:lnTo>
                  <a:lnTo>
                    <a:pt x="4139" y="30757"/>
                  </a:lnTo>
                  <a:lnTo>
                    <a:pt x="3721" y="29902"/>
                  </a:lnTo>
                  <a:lnTo>
                    <a:pt x="3323" y="28967"/>
                  </a:lnTo>
                  <a:lnTo>
                    <a:pt x="2925" y="27992"/>
                  </a:lnTo>
                  <a:lnTo>
                    <a:pt x="2567" y="26977"/>
                  </a:lnTo>
                  <a:lnTo>
                    <a:pt x="2209" y="25903"/>
                  </a:lnTo>
                  <a:lnTo>
                    <a:pt x="1871" y="24769"/>
                  </a:lnTo>
                  <a:lnTo>
                    <a:pt x="1553" y="23615"/>
                  </a:lnTo>
                  <a:lnTo>
                    <a:pt x="1254" y="22422"/>
                  </a:lnTo>
                  <a:lnTo>
                    <a:pt x="976" y="21188"/>
                  </a:lnTo>
                  <a:lnTo>
                    <a:pt x="737" y="19935"/>
                  </a:lnTo>
                  <a:lnTo>
                    <a:pt x="538" y="18662"/>
                  </a:lnTo>
                  <a:lnTo>
                    <a:pt x="359" y="17348"/>
                  </a:lnTo>
                  <a:lnTo>
                    <a:pt x="200" y="16016"/>
                  </a:lnTo>
                  <a:lnTo>
                    <a:pt x="100" y="14683"/>
                  </a:lnTo>
                  <a:lnTo>
                    <a:pt x="21" y="13330"/>
                  </a:lnTo>
                  <a:lnTo>
                    <a:pt x="1" y="11977"/>
                  </a:lnTo>
                  <a:lnTo>
                    <a:pt x="1" y="10624"/>
                  </a:lnTo>
                  <a:lnTo>
                    <a:pt x="61" y="9251"/>
                  </a:lnTo>
                  <a:lnTo>
                    <a:pt x="100" y="8575"/>
                  </a:lnTo>
                  <a:lnTo>
                    <a:pt x="160" y="7899"/>
                  </a:lnTo>
                  <a:lnTo>
                    <a:pt x="240" y="7222"/>
                  </a:lnTo>
                  <a:lnTo>
                    <a:pt x="319" y="6546"/>
                  </a:lnTo>
                  <a:lnTo>
                    <a:pt x="419" y="5869"/>
                  </a:lnTo>
                  <a:lnTo>
                    <a:pt x="518" y="5193"/>
                  </a:lnTo>
                  <a:lnTo>
                    <a:pt x="657" y="4536"/>
                  </a:lnTo>
                  <a:lnTo>
                    <a:pt x="797" y="3880"/>
                  </a:lnTo>
                  <a:lnTo>
                    <a:pt x="936" y="3223"/>
                  </a:lnTo>
                  <a:lnTo>
                    <a:pt x="1095" y="2567"/>
                  </a:lnTo>
                  <a:lnTo>
                    <a:pt x="1274" y="1910"/>
                  </a:lnTo>
                  <a:lnTo>
                    <a:pt x="1473" y="1274"/>
                  </a:lnTo>
                  <a:lnTo>
                    <a:pt x="1692" y="637"/>
                  </a:lnTo>
                  <a:lnTo>
                    <a:pt x="1911" y="0"/>
                  </a:lnTo>
                  <a:lnTo>
                    <a:pt x="1911" y="0"/>
                  </a:lnTo>
                  <a:close/>
                </a:path>
              </a:pathLst>
            </a:custGeom>
            <a:solidFill>
              <a:srgbClr val="D2B79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2095075" y="258000"/>
              <a:ext cx="2500775" cy="3524850"/>
            </a:xfrm>
            <a:custGeom>
              <a:avLst/>
              <a:gdLst/>
              <a:ahLst/>
              <a:cxnLst/>
              <a:rect l="l" t="t" r="r" b="b"/>
              <a:pathLst>
                <a:path w="100031" h="140994" extrusionOk="0">
                  <a:moveTo>
                    <a:pt x="20671" y="1"/>
                  </a:moveTo>
                  <a:lnTo>
                    <a:pt x="79360" y="1"/>
                  </a:lnTo>
                  <a:lnTo>
                    <a:pt x="79360" y="1"/>
                  </a:lnTo>
                  <a:lnTo>
                    <a:pt x="80414" y="21"/>
                  </a:lnTo>
                  <a:lnTo>
                    <a:pt x="81469" y="80"/>
                  </a:lnTo>
                  <a:lnTo>
                    <a:pt x="82503" y="160"/>
                  </a:lnTo>
                  <a:lnTo>
                    <a:pt x="83518" y="299"/>
                  </a:lnTo>
                  <a:lnTo>
                    <a:pt x="84513" y="458"/>
                  </a:lnTo>
                  <a:lnTo>
                    <a:pt x="85487" y="657"/>
                  </a:lnTo>
                  <a:lnTo>
                    <a:pt x="86442" y="896"/>
                  </a:lnTo>
                  <a:lnTo>
                    <a:pt x="87377" y="1155"/>
                  </a:lnTo>
                  <a:lnTo>
                    <a:pt x="88293" y="1453"/>
                  </a:lnTo>
                  <a:lnTo>
                    <a:pt x="89188" y="1791"/>
                  </a:lnTo>
                  <a:lnTo>
                    <a:pt x="90043" y="2149"/>
                  </a:lnTo>
                  <a:lnTo>
                    <a:pt x="90899" y="2527"/>
                  </a:lnTo>
                  <a:lnTo>
                    <a:pt x="91695" y="2945"/>
                  </a:lnTo>
                  <a:lnTo>
                    <a:pt x="92490" y="3383"/>
                  </a:lnTo>
                  <a:lnTo>
                    <a:pt x="93226" y="3840"/>
                  </a:lnTo>
                  <a:lnTo>
                    <a:pt x="93943" y="4338"/>
                  </a:lnTo>
                  <a:lnTo>
                    <a:pt x="94639" y="4855"/>
                  </a:lnTo>
                  <a:lnTo>
                    <a:pt x="95296" y="5392"/>
                  </a:lnTo>
                  <a:lnTo>
                    <a:pt x="95912" y="5949"/>
                  </a:lnTo>
                  <a:lnTo>
                    <a:pt x="96489" y="6526"/>
                  </a:lnTo>
                  <a:lnTo>
                    <a:pt x="97026" y="7123"/>
                  </a:lnTo>
                  <a:lnTo>
                    <a:pt x="97524" y="7740"/>
                  </a:lnTo>
                  <a:lnTo>
                    <a:pt x="97981" y="8376"/>
                  </a:lnTo>
                  <a:lnTo>
                    <a:pt x="98399" y="9033"/>
                  </a:lnTo>
                  <a:lnTo>
                    <a:pt x="98757" y="9709"/>
                  </a:lnTo>
                  <a:lnTo>
                    <a:pt x="98936" y="10048"/>
                  </a:lnTo>
                  <a:lnTo>
                    <a:pt x="99095" y="10386"/>
                  </a:lnTo>
                  <a:lnTo>
                    <a:pt x="99235" y="10744"/>
                  </a:lnTo>
                  <a:lnTo>
                    <a:pt x="99374" y="11082"/>
                  </a:lnTo>
                  <a:lnTo>
                    <a:pt x="99493" y="11440"/>
                  </a:lnTo>
                  <a:lnTo>
                    <a:pt x="99593" y="11798"/>
                  </a:lnTo>
                  <a:lnTo>
                    <a:pt x="99692" y="12156"/>
                  </a:lnTo>
                  <a:lnTo>
                    <a:pt x="99792" y="12534"/>
                  </a:lnTo>
                  <a:lnTo>
                    <a:pt x="99851" y="12892"/>
                  </a:lnTo>
                  <a:lnTo>
                    <a:pt x="99911" y="13270"/>
                  </a:lnTo>
                  <a:lnTo>
                    <a:pt x="99971" y="13648"/>
                  </a:lnTo>
                  <a:lnTo>
                    <a:pt x="99991" y="14007"/>
                  </a:lnTo>
                  <a:lnTo>
                    <a:pt x="100011" y="14385"/>
                  </a:lnTo>
                  <a:lnTo>
                    <a:pt x="100030" y="14763"/>
                  </a:lnTo>
                  <a:lnTo>
                    <a:pt x="100030" y="126212"/>
                  </a:lnTo>
                  <a:lnTo>
                    <a:pt x="100030" y="126212"/>
                  </a:lnTo>
                  <a:lnTo>
                    <a:pt x="100011" y="126590"/>
                  </a:lnTo>
                  <a:lnTo>
                    <a:pt x="99991" y="126968"/>
                  </a:lnTo>
                  <a:lnTo>
                    <a:pt x="99971" y="127346"/>
                  </a:lnTo>
                  <a:lnTo>
                    <a:pt x="99911" y="127704"/>
                  </a:lnTo>
                  <a:lnTo>
                    <a:pt x="99851" y="128082"/>
                  </a:lnTo>
                  <a:lnTo>
                    <a:pt x="99792" y="128440"/>
                  </a:lnTo>
                  <a:lnTo>
                    <a:pt x="99692" y="128818"/>
                  </a:lnTo>
                  <a:lnTo>
                    <a:pt x="99593" y="129177"/>
                  </a:lnTo>
                  <a:lnTo>
                    <a:pt x="99493" y="129535"/>
                  </a:lnTo>
                  <a:lnTo>
                    <a:pt x="99374" y="129893"/>
                  </a:lnTo>
                  <a:lnTo>
                    <a:pt x="99235" y="130231"/>
                  </a:lnTo>
                  <a:lnTo>
                    <a:pt x="99095" y="130589"/>
                  </a:lnTo>
                  <a:lnTo>
                    <a:pt x="98936" y="130927"/>
                  </a:lnTo>
                  <a:lnTo>
                    <a:pt x="98757" y="131265"/>
                  </a:lnTo>
                  <a:lnTo>
                    <a:pt x="98399" y="131942"/>
                  </a:lnTo>
                  <a:lnTo>
                    <a:pt x="97981" y="132598"/>
                  </a:lnTo>
                  <a:lnTo>
                    <a:pt x="97524" y="133235"/>
                  </a:lnTo>
                  <a:lnTo>
                    <a:pt x="97026" y="133852"/>
                  </a:lnTo>
                  <a:lnTo>
                    <a:pt x="96489" y="134449"/>
                  </a:lnTo>
                  <a:lnTo>
                    <a:pt x="95912" y="135026"/>
                  </a:lnTo>
                  <a:lnTo>
                    <a:pt x="95296" y="135603"/>
                  </a:lnTo>
                  <a:lnTo>
                    <a:pt x="94639" y="136140"/>
                  </a:lnTo>
                  <a:lnTo>
                    <a:pt x="93943" y="136637"/>
                  </a:lnTo>
                  <a:lnTo>
                    <a:pt x="93226" y="137134"/>
                  </a:lnTo>
                  <a:lnTo>
                    <a:pt x="92490" y="137592"/>
                  </a:lnTo>
                  <a:lnTo>
                    <a:pt x="91695" y="138050"/>
                  </a:lnTo>
                  <a:lnTo>
                    <a:pt x="90899" y="138447"/>
                  </a:lnTo>
                  <a:lnTo>
                    <a:pt x="90043" y="138845"/>
                  </a:lnTo>
                  <a:lnTo>
                    <a:pt x="89188" y="139203"/>
                  </a:lnTo>
                  <a:lnTo>
                    <a:pt x="88293" y="139522"/>
                  </a:lnTo>
                  <a:lnTo>
                    <a:pt x="87377" y="139820"/>
                  </a:lnTo>
                  <a:lnTo>
                    <a:pt x="86442" y="140079"/>
                  </a:lnTo>
                  <a:lnTo>
                    <a:pt x="85487" y="140318"/>
                  </a:lnTo>
                  <a:lnTo>
                    <a:pt x="84513" y="140516"/>
                  </a:lnTo>
                  <a:lnTo>
                    <a:pt x="83518" y="140676"/>
                  </a:lnTo>
                  <a:lnTo>
                    <a:pt x="82503" y="140815"/>
                  </a:lnTo>
                  <a:lnTo>
                    <a:pt x="81469" y="140914"/>
                  </a:lnTo>
                  <a:lnTo>
                    <a:pt x="80414" y="140974"/>
                  </a:lnTo>
                  <a:lnTo>
                    <a:pt x="79360" y="140994"/>
                  </a:lnTo>
                  <a:lnTo>
                    <a:pt x="20671" y="140994"/>
                  </a:lnTo>
                  <a:lnTo>
                    <a:pt x="20671" y="140994"/>
                  </a:lnTo>
                  <a:lnTo>
                    <a:pt x="19617" y="140974"/>
                  </a:lnTo>
                  <a:lnTo>
                    <a:pt x="18562" y="140914"/>
                  </a:lnTo>
                  <a:lnTo>
                    <a:pt x="17528" y="140815"/>
                  </a:lnTo>
                  <a:lnTo>
                    <a:pt x="16513" y="140676"/>
                  </a:lnTo>
                  <a:lnTo>
                    <a:pt x="15518" y="140516"/>
                  </a:lnTo>
                  <a:lnTo>
                    <a:pt x="14543" y="140318"/>
                  </a:lnTo>
                  <a:lnTo>
                    <a:pt x="13589" y="140079"/>
                  </a:lnTo>
                  <a:lnTo>
                    <a:pt x="12654" y="139820"/>
                  </a:lnTo>
                  <a:lnTo>
                    <a:pt x="11738" y="139522"/>
                  </a:lnTo>
                  <a:lnTo>
                    <a:pt x="10843" y="139203"/>
                  </a:lnTo>
                  <a:lnTo>
                    <a:pt x="9988" y="138845"/>
                  </a:lnTo>
                  <a:lnTo>
                    <a:pt x="9132" y="138447"/>
                  </a:lnTo>
                  <a:lnTo>
                    <a:pt x="8336" y="138050"/>
                  </a:lnTo>
                  <a:lnTo>
                    <a:pt x="7541" y="137592"/>
                  </a:lnTo>
                  <a:lnTo>
                    <a:pt x="6805" y="137134"/>
                  </a:lnTo>
                  <a:lnTo>
                    <a:pt x="6068" y="136637"/>
                  </a:lnTo>
                  <a:lnTo>
                    <a:pt x="5392" y="136140"/>
                  </a:lnTo>
                  <a:lnTo>
                    <a:pt x="4735" y="135603"/>
                  </a:lnTo>
                  <a:lnTo>
                    <a:pt x="4119" y="135026"/>
                  </a:lnTo>
                  <a:lnTo>
                    <a:pt x="3542" y="134449"/>
                  </a:lnTo>
                  <a:lnTo>
                    <a:pt x="3005" y="133852"/>
                  </a:lnTo>
                  <a:lnTo>
                    <a:pt x="2507" y="133235"/>
                  </a:lnTo>
                  <a:lnTo>
                    <a:pt x="2050" y="132598"/>
                  </a:lnTo>
                  <a:lnTo>
                    <a:pt x="1632" y="131942"/>
                  </a:lnTo>
                  <a:lnTo>
                    <a:pt x="1274" y="131265"/>
                  </a:lnTo>
                  <a:lnTo>
                    <a:pt x="1095" y="130927"/>
                  </a:lnTo>
                  <a:lnTo>
                    <a:pt x="936" y="130589"/>
                  </a:lnTo>
                  <a:lnTo>
                    <a:pt x="796" y="130231"/>
                  </a:lnTo>
                  <a:lnTo>
                    <a:pt x="657" y="129893"/>
                  </a:lnTo>
                  <a:lnTo>
                    <a:pt x="538" y="129535"/>
                  </a:lnTo>
                  <a:lnTo>
                    <a:pt x="438" y="129177"/>
                  </a:lnTo>
                  <a:lnTo>
                    <a:pt x="339" y="128818"/>
                  </a:lnTo>
                  <a:lnTo>
                    <a:pt x="239" y="128440"/>
                  </a:lnTo>
                  <a:lnTo>
                    <a:pt x="180" y="128082"/>
                  </a:lnTo>
                  <a:lnTo>
                    <a:pt x="120" y="127704"/>
                  </a:lnTo>
                  <a:lnTo>
                    <a:pt x="60" y="127346"/>
                  </a:lnTo>
                  <a:lnTo>
                    <a:pt x="40" y="126968"/>
                  </a:lnTo>
                  <a:lnTo>
                    <a:pt x="20" y="126590"/>
                  </a:lnTo>
                  <a:lnTo>
                    <a:pt x="1" y="126212"/>
                  </a:lnTo>
                  <a:lnTo>
                    <a:pt x="1" y="14763"/>
                  </a:lnTo>
                  <a:lnTo>
                    <a:pt x="1" y="14763"/>
                  </a:lnTo>
                  <a:lnTo>
                    <a:pt x="20" y="14385"/>
                  </a:lnTo>
                  <a:lnTo>
                    <a:pt x="40" y="14007"/>
                  </a:lnTo>
                  <a:lnTo>
                    <a:pt x="60" y="13648"/>
                  </a:lnTo>
                  <a:lnTo>
                    <a:pt x="120" y="13270"/>
                  </a:lnTo>
                  <a:lnTo>
                    <a:pt x="180" y="12892"/>
                  </a:lnTo>
                  <a:lnTo>
                    <a:pt x="239" y="12534"/>
                  </a:lnTo>
                  <a:lnTo>
                    <a:pt x="339" y="12156"/>
                  </a:lnTo>
                  <a:lnTo>
                    <a:pt x="438" y="11798"/>
                  </a:lnTo>
                  <a:lnTo>
                    <a:pt x="538" y="11440"/>
                  </a:lnTo>
                  <a:lnTo>
                    <a:pt x="657" y="11082"/>
                  </a:lnTo>
                  <a:lnTo>
                    <a:pt x="796" y="10744"/>
                  </a:lnTo>
                  <a:lnTo>
                    <a:pt x="936" y="10386"/>
                  </a:lnTo>
                  <a:lnTo>
                    <a:pt x="1095" y="10048"/>
                  </a:lnTo>
                  <a:lnTo>
                    <a:pt x="1274" y="9709"/>
                  </a:lnTo>
                  <a:lnTo>
                    <a:pt x="1632" y="9033"/>
                  </a:lnTo>
                  <a:lnTo>
                    <a:pt x="2050" y="8376"/>
                  </a:lnTo>
                  <a:lnTo>
                    <a:pt x="2507" y="7740"/>
                  </a:lnTo>
                  <a:lnTo>
                    <a:pt x="3005" y="7123"/>
                  </a:lnTo>
                  <a:lnTo>
                    <a:pt x="3542" y="6526"/>
                  </a:lnTo>
                  <a:lnTo>
                    <a:pt x="4119" y="5949"/>
                  </a:lnTo>
                  <a:lnTo>
                    <a:pt x="4735" y="5392"/>
                  </a:lnTo>
                  <a:lnTo>
                    <a:pt x="5392" y="4855"/>
                  </a:lnTo>
                  <a:lnTo>
                    <a:pt x="6068" y="4338"/>
                  </a:lnTo>
                  <a:lnTo>
                    <a:pt x="6805" y="3840"/>
                  </a:lnTo>
                  <a:lnTo>
                    <a:pt x="7541" y="3383"/>
                  </a:lnTo>
                  <a:lnTo>
                    <a:pt x="8336" y="2945"/>
                  </a:lnTo>
                  <a:lnTo>
                    <a:pt x="9132" y="2527"/>
                  </a:lnTo>
                  <a:lnTo>
                    <a:pt x="9988" y="2149"/>
                  </a:lnTo>
                  <a:lnTo>
                    <a:pt x="10843" y="1791"/>
                  </a:lnTo>
                  <a:lnTo>
                    <a:pt x="11738" y="1453"/>
                  </a:lnTo>
                  <a:lnTo>
                    <a:pt x="12654" y="1155"/>
                  </a:lnTo>
                  <a:lnTo>
                    <a:pt x="13589" y="896"/>
                  </a:lnTo>
                  <a:lnTo>
                    <a:pt x="14543" y="657"/>
                  </a:lnTo>
                  <a:lnTo>
                    <a:pt x="15518" y="458"/>
                  </a:lnTo>
                  <a:lnTo>
                    <a:pt x="16513" y="299"/>
                  </a:lnTo>
                  <a:lnTo>
                    <a:pt x="17528" y="160"/>
                  </a:lnTo>
                  <a:lnTo>
                    <a:pt x="18562" y="80"/>
                  </a:lnTo>
                  <a:lnTo>
                    <a:pt x="19617" y="21"/>
                  </a:lnTo>
                  <a:lnTo>
                    <a:pt x="20671" y="1"/>
                  </a:lnTo>
                  <a:lnTo>
                    <a:pt x="206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247775" y="553450"/>
              <a:ext cx="2195375" cy="2904125"/>
            </a:xfrm>
            <a:custGeom>
              <a:avLst/>
              <a:gdLst/>
              <a:ahLst/>
              <a:cxnLst/>
              <a:rect l="l" t="t" r="r" b="b"/>
              <a:pathLst>
                <a:path w="87815" h="116165" extrusionOk="0">
                  <a:moveTo>
                    <a:pt x="319" y="0"/>
                  </a:moveTo>
                  <a:lnTo>
                    <a:pt x="87496" y="0"/>
                  </a:lnTo>
                  <a:lnTo>
                    <a:pt x="87496" y="0"/>
                  </a:lnTo>
                  <a:lnTo>
                    <a:pt x="87616" y="20"/>
                  </a:lnTo>
                  <a:lnTo>
                    <a:pt x="87715" y="60"/>
                  </a:lnTo>
                  <a:lnTo>
                    <a:pt x="87775" y="120"/>
                  </a:lnTo>
                  <a:lnTo>
                    <a:pt x="87795" y="159"/>
                  </a:lnTo>
                  <a:lnTo>
                    <a:pt x="87815" y="199"/>
                  </a:lnTo>
                  <a:lnTo>
                    <a:pt x="87815" y="115946"/>
                  </a:lnTo>
                  <a:lnTo>
                    <a:pt x="87815" y="115946"/>
                  </a:lnTo>
                  <a:lnTo>
                    <a:pt x="87795" y="116006"/>
                  </a:lnTo>
                  <a:lnTo>
                    <a:pt x="87775" y="116026"/>
                  </a:lnTo>
                  <a:lnTo>
                    <a:pt x="87715" y="116105"/>
                  </a:lnTo>
                  <a:lnTo>
                    <a:pt x="87616" y="116145"/>
                  </a:lnTo>
                  <a:lnTo>
                    <a:pt x="87496" y="116165"/>
                  </a:lnTo>
                  <a:lnTo>
                    <a:pt x="319" y="116165"/>
                  </a:lnTo>
                  <a:lnTo>
                    <a:pt x="319" y="116165"/>
                  </a:lnTo>
                  <a:lnTo>
                    <a:pt x="199" y="116145"/>
                  </a:lnTo>
                  <a:lnTo>
                    <a:pt x="100" y="116105"/>
                  </a:lnTo>
                  <a:lnTo>
                    <a:pt x="40" y="116026"/>
                  </a:lnTo>
                  <a:lnTo>
                    <a:pt x="20" y="116006"/>
                  </a:lnTo>
                  <a:lnTo>
                    <a:pt x="0" y="115946"/>
                  </a:lnTo>
                  <a:lnTo>
                    <a:pt x="0" y="199"/>
                  </a:lnTo>
                  <a:lnTo>
                    <a:pt x="0" y="199"/>
                  </a:lnTo>
                  <a:lnTo>
                    <a:pt x="20" y="159"/>
                  </a:lnTo>
                  <a:lnTo>
                    <a:pt x="40" y="120"/>
                  </a:lnTo>
                  <a:lnTo>
                    <a:pt x="100" y="60"/>
                  </a:lnTo>
                  <a:lnTo>
                    <a:pt x="199" y="20"/>
                  </a:lnTo>
                  <a:lnTo>
                    <a:pt x="319" y="0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3047525" y="345050"/>
              <a:ext cx="595875" cy="53250"/>
            </a:xfrm>
            <a:custGeom>
              <a:avLst/>
              <a:gdLst/>
              <a:ahLst/>
              <a:cxnLst/>
              <a:rect l="l" t="t" r="r" b="b"/>
              <a:pathLst>
                <a:path w="23835" h="2130" extrusionOk="0">
                  <a:moveTo>
                    <a:pt x="1075" y="0"/>
                  </a:moveTo>
                  <a:lnTo>
                    <a:pt x="22760" y="0"/>
                  </a:lnTo>
                  <a:lnTo>
                    <a:pt x="22760" y="0"/>
                  </a:lnTo>
                  <a:lnTo>
                    <a:pt x="22979" y="20"/>
                  </a:lnTo>
                  <a:lnTo>
                    <a:pt x="23178" y="80"/>
                  </a:lnTo>
                  <a:lnTo>
                    <a:pt x="23357" y="179"/>
                  </a:lnTo>
                  <a:lnTo>
                    <a:pt x="23516" y="319"/>
                  </a:lnTo>
                  <a:lnTo>
                    <a:pt x="23655" y="478"/>
                  </a:lnTo>
                  <a:lnTo>
                    <a:pt x="23755" y="657"/>
                  </a:lnTo>
                  <a:lnTo>
                    <a:pt x="23814" y="856"/>
                  </a:lnTo>
                  <a:lnTo>
                    <a:pt x="23834" y="1075"/>
                  </a:lnTo>
                  <a:lnTo>
                    <a:pt x="23834" y="1075"/>
                  </a:lnTo>
                  <a:lnTo>
                    <a:pt x="23834" y="1075"/>
                  </a:lnTo>
                  <a:lnTo>
                    <a:pt x="23814" y="1293"/>
                  </a:lnTo>
                  <a:lnTo>
                    <a:pt x="23755" y="1492"/>
                  </a:lnTo>
                  <a:lnTo>
                    <a:pt x="23655" y="1671"/>
                  </a:lnTo>
                  <a:lnTo>
                    <a:pt x="23516" y="1831"/>
                  </a:lnTo>
                  <a:lnTo>
                    <a:pt x="23357" y="1950"/>
                  </a:lnTo>
                  <a:lnTo>
                    <a:pt x="23178" y="2049"/>
                  </a:lnTo>
                  <a:lnTo>
                    <a:pt x="22979" y="2109"/>
                  </a:lnTo>
                  <a:lnTo>
                    <a:pt x="22760" y="2129"/>
                  </a:lnTo>
                  <a:lnTo>
                    <a:pt x="1075" y="2129"/>
                  </a:lnTo>
                  <a:lnTo>
                    <a:pt x="1075" y="2129"/>
                  </a:lnTo>
                  <a:lnTo>
                    <a:pt x="856" y="2109"/>
                  </a:lnTo>
                  <a:lnTo>
                    <a:pt x="657" y="2049"/>
                  </a:lnTo>
                  <a:lnTo>
                    <a:pt x="478" y="1950"/>
                  </a:lnTo>
                  <a:lnTo>
                    <a:pt x="319" y="1831"/>
                  </a:lnTo>
                  <a:lnTo>
                    <a:pt x="180" y="1671"/>
                  </a:lnTo>
                  <a:lnTo>
                    <a:pt x="80" y="1492"/>
                  </a:lnTo>
                  <a:lnTo>
                    <a:pt x="21" y="1293"/>
                  </a:lnTo>
                  <a:lnTo>
                    <a:pt x="1" y="1075"/>
                  </a:lnTo>
                  <a:lnTo>
                    <a:pt x="1" y="1075"/>
                  </a:lnTo>
                  <a:lnTo>
                    <a:pt x="1" y="1075"/>
                  </a:lnTo>
                  <a:lnTo>
                    <a:pt x="21" y="856"/>
                  </a:lnTo>
                  <a:lnTo>
                    <a:pt x="80" y="657"/>
                  </a:lnTo>
                  <a:lnTo>
                    <a:pt x="180" y="478"/>
                  </a:lnTo>
                  <a:lnTo>
                    <a:pt x="319" y="319"/>
                  </a:lnTo>
                  <a:lnTo>
                    <a:pt x="478" y="179"/>
                  </a:lnTo>
                  <a:lnTo>
                    <a:pt x="657" y="80"/>
                  </a:lnTo>
                  <a:lnTo>
                    <a:pt x="856" y="20"/>
                  </a:lnTo>
                  <a:lnTo>
                    <a:pt x="1075" y="0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3254925" y="3524700"/>
              <a:ext cx="181075" cy="180575"/>
            </a:xfrm>
            <a:custGeom>
              <a:avLst/>
              <a:gdLst/>
              <a:ahLst/>
              <a:cxnLst/>
              <a:rect l="l" t="t" r="r" b="b"/>
              <a:pathLst>
                <a:path w="7243" h="7223" extrusionOk="0">
                  <a:moveTo>
                    <a:pt x="3621" y="1"/>
                  </a:moveTo>
                  <a:lnTo>
                    <a:pt x="3621" y="1"/>
                  </a:lnTo>
                  <a:lnTo>
                    <a:pt x="3999" y="21"/>
                  </a:lnTo>
                  <a:lnTo>
                    <a:pt x="4358" y="80"/>
                  </a:lnTo>
                  <a:lnTo>
                    <a:pt x="4696" y="160"/>
                  </a:lnTo>
                  <a:lnTo>
                    <a:pt x="5034" y="279"/>
                  </a:lnTo>
                  <a:lnTo>
                    <a:pt x="5352" y="438"/>
                  </a:lnTo>
                  <a:lnTo>
                    <a:pt x="5651" y="617"/>
                  </a:lnTo>
                  <a:lnTo>
                    <a:pt x="5929" y="816"/>
                  </a:lnTo>
                  <a:lnTo>
                    <a:pt x="6168" y="1055"/>
                  </a:lnTo>
                  <a:lnTo>
                    <a:pt x="6407" y="1314"/>
                  </a:lnTo>
                  <a:lnTo>
                    <a:pt x="6626" y="1592"/>
                  </a:lnTo>
                  <a:lnTo>
                    <a:pt x="6805" y="1891"/>
                  </a:lnTo>
                  <a:lnTo>
                    <a:pt x="6944" y="2209"/>
                  </a:lnTo>
                  <a:lnTo>
                    <a:pt x="7063" y="2547"/>
                  </a:lnTo>
                  <a:lnTo>
                    <a:pt x="7163" y="2885"/>
                  </a:lnTo>
                  <a:lnTo>
                    <a:pt x="7222" y="3243"/>
                  </a:lnTo>
                  <a:lnTo>
                    <a:pt x="7242" y="3621"/>
                  </a:lnTo>
                  <a:lnTo>
                    <a:pt x="7242" y="3621"/>
                  </a:lnTo>
                  <a:lnTo>
                    <a:pt x="7222" y="3980"/>
                  </a:lnTo>
                  <a:lnTo>
                    <a:pt x="7163" y="4338"/>
                  </a:lnTo>
                  <a:lnTo>
                    <a:pt x="7063" y="4696"/>
                  </a:lnTo>
                  <a:lnTo>
                    <a:pt x="6944" y="5014"/>
                  </a:lnTo>
                  <a:lnTo>
                    <a:pt x="6805" y="5332"/>
                  </a:lnTo>
                  <a:lnTo>
                    <a:pt x="6626" y="5631"/>
                  </a:lnTo>
                  <a:lnTo>
                    <a:pt x="6407" y="5909"/>
                  </a:lnTo>
                  <a:lnTo>
                    <a:pt x="6168" y="6168"/>
                  </a:lnTo>
                  <a:lnTo>
                    <a:pt x="5929" y="6407"/>
                  </a:lnTo>
                  <a:lnTo>
                    <a:pt x="5651" y="6606"/>
                  </a:lnTo>
                  <a:lnTo>
                    <a:pt x="5352" y="6785"/>
                  </a:lnTo>
                  <a:lnTo>
                    <a:pt x="5034" y="6944"/>
                  </a:lnTo>
                  <a:lnTo>
                    <a:pt x="4696" y="7063"/>
                  </a:lnTo>
                  <a:lnTo>
                    <a:pt x="4358" y="7163"/>
                  </a:lnTo>
                  <a:lnTo>
                    <a:pt x="3999" y="7202"/>
                  </a:lnTo>
                  <a:lnTo>
                    <a:pt x="3621" y="7222"/>
                  </a:lnTo>
                  <a:lnTo>
                    <a:pt x="3621" y="7222"/>
                  </a:lnTo>
                  <a:lnTo>
                    <a:pt x="3243" y="7202"/>
                  </a:lnTo>
                  <a:lnTo>
                    <a:pt x="2885" y="7163"/>
                  </a:lnTo>
                  <a:lnTo>
                    <a:pt x="2547" y="7063"/>
                  </a:lnTo>
                  <a:lnTo>
                    <a:pt x="2209" y="6944"/>
                  </a:lnTo>
                  <a:lnTo>
                    <a:pt x="1891" y="6785"/>
                  </a:lnTo>
                  <a:lnTo>
                    <a:pt x="1592" y="6606"/>
                  </a:lnTo>
                  <a:lnTo>
                    <a:pt x="1314" y="6407"/>
                  </a:lnTo>
                  <a:lnTo>
                    <a:pt x="1075" y="6168"/>
                  </a:lnTo>
                  <a:lnTo>
                    <a:pt x="836" y="5909"/>
                  </a:lnTo>
                  <a:lnTo>
                    <a:pt x="617" y="5631"/>
                  </a:lnTo>
                  <a:lnTo>
                    <a:pt x="438" y="5332"/>
                  </a:lnTo>
                  <a:lnTo>
                    <a:pt x="299" y="5014"/>
                  </a:lnTo>
                  <a:lnTo>
                    <a:pt x="180" y="4696"/>
                  </a:lnTo>
                  <a:lnTo>
                    <a:pt x="80" y="4338"/>
                  </a:lnTo>
                  <a:lnTo>
                    <a:pt x="21" y="3980"/>
                  </a:lnTo>
                  <a:lnTo>
                    <a:pt x="1" y="3621"/>
                  </a:lnTo>
                  <a:lnTo>
                    <a:pt x="1" y="3621"/>
                  </a:lnTo>
                  <a:lnTo>
                    <a:pt x="21" y="3243"/>
                  </a:lnTo>
                  <a:lnTo>
                    <a:pt x="80" y="2885"/>
                  </a:lnTo>
                  <a:lnTo>
                    <a:pt x="180" y="2547"/>
                  </a:lnTo>
                  <a:lnTo>
                    <a:pt x="299" y="2209"/>
                  </a:lnTo>
                  <a:lnTo>
                    <a:pt x="438" y="1891"/>
                  </a:lnTo>
                  <a:lnTo>
                    <a:pt x="617" y="1592"/>
                  </a:lnTo>
                  <a:lnTo>
                    <a:pt x="836" y="1314"/>
                  </a:lnTo>
                  <a:lnTo>
                    <a:pt x="1075" y="1055"/>
                  </a:lnTo>
                  <a:lnTo>
                    <a:pt x="1314" y="816"/>
                  </a:lnTo>
                  <a:lnTo>
                    <a:pt x="1592" y="617"/>
                  </a:lnTo>
                  <a:lnTo>
                    <a:pt x="1891" y="438"/>
                  </a:lnTo>
                  <a:lnTo>
                    <a:pt x="2209" y="279"/>
                  </a:lnTo>
                  <a:lnTo>
                    <a:pt x="2547" y="160"/>
                  </a:lnTo>
                  <a:lnTo>
                    <a:pt x="2885" y="80"/>
                  </a:lnTo>
                  <a:lnTo>
                    <a:pt x="3243" y="21"/>
                  </a:lnTo>
                  <a:lnTo>
                    <a:pt x="3621" y="1"/>
                  </a:lnTo>
                  <a:lnTo>
                    <a:pt x="36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2420850" y="1221400"/>
              <a:ext cx="761000" cy="573500"/>
            </a:xfrm>
            <a:custGeom>
              <a:avLst/>
              <a:gdLst/>
              <a:ahLst/>
              <a:cxnLst/>
              <a:rect l="l" t="t" r="r" b="b"/>
              <a:pathLst>
                <a:path w="30440" h="22940" extrusionOk="0">
                  <a:moveTo>
                    <a:pt x="1" y="1"/>
                  </a:moveTo>
                  <a:lnTo>
                    <a:pt x="1" y="22939"/>
                  </a:lnTo>
                  <a:lnTo>
                    <a:pt x="30439" y="22939"/>
                  </a:lnTo>
                  <a:lnTo>
                    <a:pt x="30439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3275825" y="1303475"/>
              <a:ext cx="675450" cy="61700"/>
            </a:xfrm>
            <a:custGeom>
              <a:avLst/>
              <a:gdLst/>
              <a:ahLst/>
              <a:cxnLst/>
              <a:rect l="l" t="t" r="r" b="b"/>
              <a:pathLst>
                <a:path w="27018" h="2468" extrusionOk="0">
                  <a:moveTo>
                    <a:pt x="1234" y="0"/>
                  </a:moveTo>
                  <a:lnTo>
                    <a:pt x="1114" y="20"/>
                  </a:lnTo>
                  <a:lnTo>
                    <a:pt x="995" y="40"/>
                  </a:lnTo>
                  <a:lnTo>
                    <a:pt x="876" y="60"/>
                  </a:lnTo>
                  <a:lnTo>
                    <a:pt x="756" y="100"/>
                  </a:lnTo>
                  <a:lnTo>
                    <a:pt x="537" y="219"/>
                  </a:lnTo>
                  <a:lnTo>
                    <a:pt x="358" y="358"/>
                  </a:lnTo>
                  <a:lnTo>
                    <a:pt x="219" y="557"/>
                  </a:lnTo>
                  <a:lnTo>
                    <a:pt x="100" y="756"/>
                  </a:lnTo>
                  <a:lnTo>
                    <a:pt x="60" y="876"/>
                  </a:lnTo>
                  <a:lnTo>
                    <a:pt x="20" y="995"/>
                  </a:lnTo>
                  <a:lnTo>
                    <a:pt x="0" y="1114"/>
                  </a:lnTo>
                  <a:lnTo>
                    <a:pt x="0" y="1234"/>
                  </a:lnTo>
                  <a:lnTo>
                    <a:pt x="0" y="1353"/>
                  </a:lnTo>
                  <a:lnTo>
                    <a:pt x="20" y="1492"/>
                  </a:lnTo>
                  <a:lnTo>
                    <a:pt x="60" y="1612"/>
                  </a:lnTo>
                  <a:lnTo>
                    <a:pt x="100" y="1711"/>
                  </a:lnTo>
                  <a:lnTo>
                    <a:pt x="219" y="1930"/>
                  </a:lnTo>
                  <a:lnTo>
                    <a:pt x="358" y="2109"/>
                  </a:lnTo>
                  <a:lnTo>
                    <a:pt x="537" y="2248"/>
                  </a:lnTo>
                  <a:lnTo>
                    <a:pt x="756" y="2368"/>
                  </a:lnTo>
                  <a:lnTo>
                    <a:pt x="876" y="2408"/>
                  </a:lnTo>
                  <a:lnTo>
                    <a:pt x="995" y="2447"/>
                  </a:lnTo>
                  <a:lnTo>
                    <a:pt x="1114" y="2467"/>
                  </a:lnTo>
                  <a:lnTo>
                    <a:pt x="25923" y="2467"/>
                  </a:lnTo>
                  <a:lnTo>
                    <a:pt x="26042" y="2447"/>
                  </a:lnTo>
                  <a:lnTo>
                    <a:pt x="26162" y="2408"/>
                  </a:lnTo>
                  <a:lnTo>
                    <a:pt x="26261" y="2368"/>
                  </a:lnTo>
                  <a:lnTo>
                    <a:pt x="26480" y="2248"/>
                  </a:lnTo>
                  <a:lnTo>
                    <a:pt x="26659" y="2109"/>
                  </a:lnTo>
                  <a:lnTo>
                    <a:pt x="26818" y="1930"/>
                  </a:lnTo>
                  <a:lnTo>
                    <a:pt x="26918" y="1711"/>
                  </a:lnTo>
                  <a:lnTo>
                    <a:pt x="26957" y="1612"/>
                  </a:lnTo>
                  <a:lnTo>
                    <a:pt x="26997" y="1492"/>
                  </a:lnTo>
                  <a:lnTo>
                    <a:pt x="27017" y="1353"/>
                  </a:lnTo>
                  <a:lnTo>
                    <a:pt x="27017" y="1234"/>
                  </a:lnTo>
                  <a:lnTo>
                    <a:pt x="27017" y="1114"/>
                  </a:lnTo>
                  <a:lnTo>
                    <a:pt x="26997" y="995"/>
                  </a:lnTo>
                  <a:lnTo>
                    <a:pt x="26957" y="876"/>
                  </a:lnTo>
                  <a:lnTo>
                    <a:pt x="26918" y="756"/>
                  </a:lnTo>
                  <a:lnTo>
                    <a:pt x="26818" y="557"/>
                  </a:lnTo>
                  <a:lnTo>
                    <a:pt x="26659" y="358"/>
                  </a:lnTo>
                  <a:lnTo>
                    <a:pt x="26480" y="219"/>
                  </a:lnTo>
                  <a:lnTo>
                    <a:pt x="26261" y="100"/>
                  </a:lnTo>
                  <a:lnTo>
                    <a:pt x="26162" y="60"/>
                  </a:lnTo>
                  <a:lnTo>
                    <a:pt x="26042" y="40"/>
                  </a:lnTo>
                  <a:lnTo>
                    <a:pt x="25923" y="20"/>
                  </a:lnTo>
                  <a:lnTo>
                    <a:pt x="25784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3275825" y="1440750"/>
              <a:ext cx="675450" cy="61700"/>
            </a:xfrm>
            <a:custGeom>
              <a:avLst/>
              <a:gdLst/>
              <a:ahLst/>
              <a:cxnLst/>
              <a:rect l="l" t="t" r="r" b="b"/>
              <a:pathLst>
                <a:path w="27018" h="2468" extrusionOk="0">
                  <a:moveTo>
                    <a:pt x="1234" y="0"/>
                  </a:moveTo>
                  <a:lnTo>
                    <a:pt x="1114" y="20"/>
                  </a:lnTo>
                  <a:lnTo>
                    <a:pt x="995" y="20"/>
                  </a:lnTo>
                  <a:lnTo>
                    <a:pt x="876" y="60"/>
                  </a:lnTo>
                  <a:lnTo>
                    <a:pt x="756" y="100"/>
                  </a:lnTo>
                  <a:lnTo>
                    <a:pt x="537" y="219"/>
                  </a:lnTo>
                  <a:lnTo>
                    <a:pt x="358" y="358"/>
                  </a:lnTo>
                  <a:lnTo>
                    <a:pt x="219" y="557"/>
                  </a:lnTo>
                  <a:lnTo>
                    <a:pt x="100" y="756"/>
                  </a:lnTo>
                  <a:lnTo>
                    <a:pt x="60" y="876"/>
                  </a:lnTo>
                  <a:lnTo>
                    <a:pt x="20" y="995"/>
                  </a:lnTo>
                  <a:lnTo>
                    <a:pt x="0" y="1114"/>
                  </a:lnTo>
                  <a:lnTo>
                    <a:pt x="0" y="1234"/>
                  </a:lnTo>
                  <a:lnTo>
                    <a:pt x="0" y="1353"/>
                  </a:lnTo>
                  <a:lnTo>
                    <a:pt x="20" y="1492"/>
                  </a:lnTo>
                  <a:lnTo>
                    <a:pt x="60" y="1592"/>
                  </a:lnTo>
                  <a:lnTo>
                    <a:pt x="100" y="1711"/>
                  </a:lnTo>
                  <a:lnTo>
                    <a:pt x="219" y="1930"/>
                  </a:lnTo>
                  <a:lnTo>
                    <a:pt x="358" y="2109"/>
                  </a:lnTo>
                  <a:lnTo>
                    <a:pt x="537" y="2248"/>
                  </a:lnTo>
                  <a:lnTo>
                    <a:pt x="756" y="2368"/>
                  </a:lnTo>
                  <a:lnTo>
                    <a:pt x="876" y="2407"/>
                  </a:lnTo>
                  <a:lnTo>
                    <a:pt x="995" y="2447"/>
                  </a:lnTo>
                  <a:lnTo>
                    <a:pt x="1114" y="2467"/>
                  </a:lnTo>
                  <a:lnTo>
                    <a:pt x="25923" y="2467"/>
                  </a:lnTo>
                  <a:lnTo>
                    <a:pt x="26042" y="2447"/>
                  </a:lnTo>
                  <a:lnTo>
                    <a:pt x="26162" y="2407"/>
                  </a:lnTo>
                  <a:lnTo>
                    <a:pt x="26261" y="2368"/>
                  </a:lnTo>
                  <a:lnTo>
                    <a:pt x="26480" y="2248"/>
                  </a:lnTo>
                  <a:lnTo>
                    <a:pt x="26659" y="2109"/>
                  </a:lnTo>
                  <a:lnTo>
                    <a:pt x="26818" y="1930"/>
                  </a:lnTo>
                  <a:lnTo>
                    <a:pt x="26918" y="1711"/>
                  </a:lnTo>
                  <a:lnTo>
                    <a:pt x="26957" y="1592"/>
                  </a:lnTo>
                  <a:lnTo>
                    <a:pt x="26997" y="1492"/>
                  </a:lnTo>
                  <a:lnTo>
                    <a:pt x="27017" y="1353"/>
                  </a:lnTo>
                  <a:lnTo>
                    <a:pt x="27017" y="1234"/>
                  </a:lnTo>
                  <a:lnTo>
                    <a:pt x="27017" y="1114"/>
                  </a:lnTo>
                  <a:lnTo>
                    <a:pt x="26997" y="995"/>
                  </a:lnTo>
                  <a:lnTo>
                    <a:pt x="26957" y="876"/>
                  </a:lnTo>
                  <a:lnTo>
                    <a:pt x="26918" y="756"/>
                  </a:lnTo>
                  <a:lnTo>
                    <a:pt x="26818" y="557"/>
                  </a:lnTo>
                  <a:lnTo>
                    <a:pt x="26659" y="358"/>
                  </a:lnTo>
                  <a:lnTo>
                    <a:pt x="26480" y="219"/>
                  </a:lnTo>
                  <a:lnTo>
                    <a:pt x="26261" y="100"/>
                  </a:lnTo>
                  <a:lnTo>
                    <a:pt x="26162" y="60"/>
                  </a:lnTo>
                  <a:lnTo>
                    <a:pt x="26042" y="20"/>
                  </a:lnTo>
                  <a:lnTo>
                    <a:pt x="25923" y="20"/>
                  </a:lnTo>
                  <a:lnTo>
                    <a:pt x="25784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3275825" y="1578025"/>
              <a:ext cx="303900" cy="61700"/>
            </a:xfrm>
            <a:custGeom>
              <a:avLst/>
              <a:gdLst/>
              <a:ahLst/>
              <a:cxnLst/>
              <a:rect l="l" t="t" r="r" b="b"/>
              <a:pathLst>
                <a:path w="12156" h="2468" extrusionOk="0">
                  <a:moveTo>
                    <a:pt x="1114" y="0"/>
                  </a:moveTo>
                  <a:lnTo>
                    <a:pt x="995" y="20"/>
                  </a:lnTo>
                  <a:lnTo>
                    <a:pt x="876" y="60"/>
                  </a:lnTo>
                  <a:lnTo>
                    <a:pt x="756" y="100"/>
                  </a:lnTo>
                  <a:lnTo>
                    <a:pt x="537" y="219"/>
                  </a:lnTo>
                  <a:lnTo>
                    <a:pt x="358" y="358"/>
                  </a:lnTo>
                  <a:lnTo>
                    <a:pt x="219" y="537"/>
                  </a:lnTo>
                  <a:lnTo>
                    <a:pt x="100" y="756"/>
                  </a:lnTo>
                  <a:lnTo>
                    <a:pt x="60" y="875"/>
                  </a:lnTo>
                  <a:lnTo>
                    <a:pt x="20" y="995"/>
                  </a:lnTo>
                  <a:lnTo>
                    <a:pt x="0" y="1114"/>
                  </a:lnTo>
                  <a:lnTo>
                    <a:pt x="0" y="1234"/>
                  </a:lnTo>
                  <a:lnTo>
                    <a:pt x="0" y="1353"/>
                  </a:lnTo>
                  <a:lnTo>
                    <a:pt x="20" y="1472"/>
                  </a:lnTo>
                  <a:lnTo>
                    <a:pt x="60" y="1592"/>
                  </a:lnTo>
                  <a:lnTo>
                    <a:pt x="100" y="1711"/>
                  </a:lnTo>
                  <a:lnTo>
                    <a:pt x="219" y="1930"/>
                  </a:lnTo>
                  <a:lnTo>
                    <a:pt x="358" y="2109"/>
                  </a:lnTo>
                  <a:lnTo>
                    <a:pt x="537" y="2248"/>
                  </a:lnTo>
                  <a:lnTo>
                    <a:pt x="756" y="2368"/>
                  </a:lnTo>
                  <a:lnTo>
                    <a:pt x="876" y="2407"/>
                  </a:lnTo>
                  <a:lnTo>
                    <a:pt x="995" y="2447"/>
                  </a:lnTo>
                  <a:lnTo>
                    <a:pt x="1114" y="2467"/>
                  </a:lnTo>
                  <a:lnTo>
                    <a:pt x="11042" y="2467"/>
                  </a:lnTo>
                  <a:lnTo>
                    <a:pt x="11161" y="2447"/>
                  </a:lnTo>
                  <a:lnTo>
                    <a:pt x="11280" y="2407"/>
                  </a:lnTo>
                  <a:lnTo>
                    <a:pt x="11400" y="2368"/>
                  </a:lnTo>
                  <a:lnTo>
                    <a:pt x="11619" y="2248"/>
                  </a:lnTo>
                  <a:lnTo>
                    <a:pt x="11798" y="2109"/>
                  </a:lnTo>
                  <a:lnTo>
                    <a:pt x="11937" y="1930"/>
                  </a:lnTo>
                  <a:lnTo>
                    <a:pt x="12056" y="1711"/>
                  </a:lnTo>
                  <a:lnTo>
                    <a:pt x="12096" y="1592"/>
                  </a:lnTo>
                  <a:lnTo>
                    <a:pt x="12136" y="1472"/>
                  </a:lnTo>
                  <a:lnTo>
                    <a:pt x="12136" y="1353"/>
                  </a:lnTo>
                  <a:lnTo>
                    <a:pt x="12156" y="1234"/>
                  </a:lnTo>
                  <a:lnTo>
                    <a:pt x="12136" y="1114"/>
                  </a:lnTo>
                  <a:lnTo>
                    <a:pt x="12136" y="995"/>
                  </a:lnTo>
                  <a:lnTo>
                    <a:pt x="12096" y="875"/>
                  </a:lnTo>
                  <a:lnTo>
                    <a:pt x="12056" y="756"/>
                  </a:lnTo>
                  <a:lnTo>
                    <a:pt x="11937" y="537"/>
                  </a:lnTo>
                  <a:lnTo>
                    <a:pt x="11798" y="358"/>
                  </a:lnTo>
                  <a:lnTo>
                    <a:pt x="11619" y="219"/>
                  </a:lnTo>
                  <a:lnTo>
                    <a:pt x="11400" y="100"/>
                  </a:lnTo>
                  <a:lnTo>
                    <a:pt x="11280" y="60"/>
                  </a:lnTo>
                  <a:lnTo>
                    <a:pt x="11161" y="2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3275825" y="2089800"/>
              <a:ext cx="675450" cy="61700"/>
            </a:xfrm>
            <a:custGeom>
              <a:avLst/>
              <a:gdLst/>
              <a:ahLst/>
              <a:cxnLst/>
              <a:rect l="l" t="t" r="r" b="b"/>
              <a:pathLst>
                <a:path w="27018" h="2468" extrusionOk="0">
                  <a:moveTo>
                    <a:pt x="1114" y="1"/>
                  </a:moveTo>
                  <a:lnTo>
                    <a:pt x="995" y="21"/>
                  </a:lnTo>
                  <a:lnTo>
                    <a:pt x="876" y="60"/>
                  </a:lnTo>
                  <a:lnTo>
                    <a:pt x="756" y="100"/>
                  </a:lnTo>
                  <a:lnTo>
                    <a:pt x="537" y="200"/>
                  </a:lnTo>
                  <a:lnTo>
                    <a:pt x="358" y="359"/>
                  </a:lnTo>
                  <a:lnTo>
                    <a:pt x="219" y="538"/>
                  </a:lnTo>
                  <a:lnTo>
                    <a:pt x="100" y="757"/>
                  </a:lnTo>
                  <a:lnTo>
                    <a:pt x="60" y="856"/>
                  </a:lnTo>
                  <a:lnTo>
                    <a:pt x="20" y="975"/>
                  </a:lnTo>
                  <a:lnTo>
                    <a:pt x="0" y="1095"/>
                  </a:lnTo>
                  <a:lnTo>
                    <a:pt x="0" y="1234"/>
                  </a:lnTo>
                  <a:lnTo>
                    <a:pt x="0" y="1353"/>
                  </a:lnTo>
                  <a:lnTo>
                    <a:pt x="20" y="1473"/>
                  </a:lnTo>
                  <a:lnTo>
                    <a:pt x="60" y="1592"/>
                  </a:lnTo>
                  <a:lnTo>
                    <a:pt x="100" y="1712"/>
                  </a:lnTo>
                  <a:lnTo>
                    <a:pt x="219" y="1911"/>
                  </a:lnTo>
                  <a:lnTo>
                    <a:pt x="358" y="2090"/>
                  </a:lnTo>
                  <a:lnTo>
                    <a:pt x="537" y="2249"/>
                  </a:lnTo>
                  <a:lnTo>
                    <a:pt x="756" y="2368"/>
                  </a:lnTo>
                  <a:lnTo>
                    <a:pt x="876" y="2408"/>
                  </a:lnTo>
                  <a:lnTo>
                    <a:pt x="995" y="2428"/>
                  </a:lnTo>
                  <a:lnTo>
                    <a:pt x="1114" y="2448"/>
                  </a:lnTo>
                  <a:lnTo>
                    <a:pt x="1234" y="2468"/>
                  </a:lnTo>
                  <a:lnTo>
                    <a:pt x="25784" y="2468"/>
                  </a:lnTo>
                  <a:lnTo>
                    <a:pt x="25923" y="2448"/>
                  </a:lnTo>
                  <a:lnTo>
                    <a:pt x="26042" y="2428"/>
                  </a:lnTo>
                  <a:lnTo>
                    <a:pt x="26162" y="2408"/>
                  </a:lnTo>
                  <a:lnTo>
                    <a:pt x="26261" y="2368"/>
                  </a:lnTo>
                  <a:lnTo>
                    <a:pt x="26480" y="2249"/>
                  </a:lnTo>
                  <a:lnTo>
                    <a:pt x="26659" y="2090"/>
                  </a:lnTo>
                  <a:lnTo>
                    <a:pt x="26818" y="1911"/>
                  </a:lnTo>
                  <a:lnTo>
                    <a:pt x="26918" y="1712"/>
                  </a:lnTo>
                  <a:lnTo>
                    <a:pt x="26957" y="1592"/>
                  </a:lnTo>
                  <a:lnTo>
                    <a:pt x="26997" y="1473"/>
                  </a:lnTo>
                  <a:lnTo>
                    <a:pt x="27017" y="1353"/>
                  </a:lnTo>
                  <a:lnTo>
                    <a:pt x="27017" y="1234"/>
                  </a:lnTo>
                  <a:lnTo>
                    <a:pt x="27017" y="1095"/>
                  </a:lnTo>
                  <a:lnTo>
                    <a:pt x="26997" y="975"/>
                  </a:lnTo>
                  <a:lnTo>
                    <a:pt x="26957" y="856"/>
                  </a:lnTo>
                  <a:lnTo>
                    <a:pt x="26918" y="757"/>
                  </a:lnTo>
                  <a:lnTo>
                    <a:pt x="26818" y="538"/>
                  </a:lnTo>
                  <a:lnTo>
                    <a:pt x="26659" y="359"/>
                  </a:lnTo>
                  <a:lnTo>
                    <a:pt x="26480" y="200"/>
                  </a:lnTo>
                  <a:lnTo>
                    <a:pt x="26261" y="100"/>
                  </a:lnTo>
                  <a:lnTo>
                    <a:pt x="26162" y="60"/>
                  </a:lnTo>
                  <a:lnTo>
                    <a:pt x="26042" y="21"/>
                  </a:lnTo>
                  <a:lnTo>
                    <a:pt x="25923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3275825" y="2227075"/>
              <a:ext cx="675450" cy="61200"/>
            </a:xfrm>
            <a:custGeom>
              <a:avLst/>
              <a:gdLst/>
              <a:ahLst/>
              <a:cxnLst/>
              <a:rect l="l" t="t" r="r" b="b"/>
              <a:pathLst>
                <a:path w="27018" h="2448" extrusionOk="0">
                  <a:moveTo>
                    <a:pt x="1114" y="1"/>
                  </a:moveTo>
                  <a:lnTo>
                    <a:pt x="995" y="20"/>
                  </a:lnTo>
                  <a:lnTo>
                    <a:pt x="876" y="60"/>
                  </a:lnTo>
                  <a:lnTo>
                    <a:pt x="756" y="100"/>
                  </a:lnTo>
                  <a:lnTo>
                    <a:pt x="537" y="200"/>
                  </a:lnTo>
                  <a:lnTo>
                    <a:pt x="358" y="359"/>
                  </a:lnTo>
                  <a:lnTo>
                    <a:pt x="219" y="538"/>
                  </a:lnTo>
                  <a:lnTo>
                    <a:pt x="100" y="757"/>
                  </a:lnTo>
                  <a:lnTo>
                    <a:pt x="60" y="856"/>
                  </a:lnTo>
                  <a:lnTo>
                    <a:pt x="20" y="975"/>
                  </a:lnTo>
                  <a:lnTo>
                    <a:pt x="0" y="1095"/>
                  </a:lnTo>
                  <a:lnTo>
                    <a:pt x="0" y="1234"/>
                  </a:lnTo>
                  <a:lnTo>
                    <a:pt x="0" y="1353"/>
                  </a:lnTo>
                  <a:lnTo>
                    <a:pt x="20" y="1473"/>
                  </a:lnTo>
                  <a:lnTo>
                    <a:pt x="60" y="1592"/>
                  </a:lnTo>
                  <a:lnTo>
                    <a:pt x="100" y="1712"/>
                  </a:lnTo>
                  <a:lnTo>
                    <a:pt x="219" y="1910"/>
                  </a:lnTo>
                  <a:lnTo>
                    <a:pt x="358" y="2090"/>
                  </a:lnTo>
                  <a:lnTo>
                    <a:pt x="537" y="2249"/>
                  </a:lnTo>
                  <a:lnTo>
                    <a:pt x="756" y="2368"/>
                  </a:lnTo>
                  <a:lnTo>
                    <a:pt x="876" y="2408"/>
                  </a:lnTo>
                  <a:lnTo>
                    <a:pt x="995" y="2428"/>
                  </a:lnTo>
                  <a:lnTo>
                    <a:pt x="1114" y="2448"/>
                  </a:lnTo>
                  <a:lnTo>
                    <a:pt x="25923" y="2448"/>
                  </a:lnTo>
                  <a:lnTo>
                    <a:pt x="26042" y="2428"/>
                  </a:lnTo>
                  <a:lnTo>
                    <a:pt x="26162" y="2408"/>
                  </a:lnTo>
                  <a:lnTo>
                    <a:pt x="26261" y="2368"/>
                  </a:lnTo>
                  <a:lnTo>
                    <a:pt x="26480" y="2249"/>
                  </a:lnTo>
                  <a:lnTo>
                    <a:pt x="26659" y="2090"/>
                  </a:lnTo>
                  <a:lnTo>
                    <a:pt x="26818" y="1910"/>
                  </a:lnTo>
                  <a:lnTo>
                    <a:pt x="26918" y="1712"/>
                  </a:lnTo>
                  <a:lnTo>
                    <a:pt x="26957" y="1592"/>
                  </a:lnTo>
                  <a:lnTo>
                    <a:pt x="26997" y="1473"/>
                  </a:lnTo>
                  <a:lnTo>
                    <a:pt x="27017" y="1353"/>
                  </a:lnTo>
                  <a:lnTo>
                    <a:pt x="27017" y="1234"/>
                  </a:lnTo>
                  <a:lnTo>
                    <a:pt x="27017" y="1095"/>
                  </a:lnTo>
                  <a:lnTo>
                    <a:pt x="26997" y="975"/>
                  </a:lnTo>
                  <a:lnTo>
                    <a:pt x="26957" y="856"/>
                  </a:lnTo>
                  <a:lnTo>
                    <a:pt x="26918" y="757"/>
                  </a:lnTo>
                  <a:lnTo>
                    <a:pt x="26818" y="538"/>
                  </a:lnTo>
                  <a:lnTo>
                    <a:pt x="26659" y="359"/>
                  </a:lnTo>
                  <a:lnTo>
                    <a:pt x="26480" y="200"/>
                  </a:lnTo>
                  <a:lnTo>
                    <a:pt x="26261" y="100"/>
                  </a:lnTo>
                  <a:lnTo>
                    <a:pt x="26162" y="60"/>
                  </a:lnTo>
                  <a:lnTo>
                    <a:pt x="26042" y="20"/>
                  </a:lnTo>
                  <a:lnTo>
                    <a:pt x="25923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3275825" y="2364350"/>
              <a:ext cx="303900" cy="61200"/>
            </a:xfrm>
            <a:custGeom>
              <a:avLst/>
              <a:gdLst/>
              <a:ahLst/>
              <a:cxnLst/>
              <a:rect l="l" t="t" r="r" b="b"/>
              <a:pathLst>
                <a:path w="12156" h="2448" extrusionOk="0">
                  <a:moveTo>
                    <a:pt x="1114" y="0"/>
                  </a:moveTo>
                  <a:lnTo>
                    <a:pt x="995" y="20"/>
                  </a:lnTo>
                  <a:lnTo>
                    <a:pt x="876" y="40"/>
                  </a:lnTo>
                  <a:lnTo>
                    <a:pt x="756" y="100"/>
                  </a:lnTo>
                  <a:lnTo>
                    <a:pt x="537" y="199"/>
                  </a:lnTo>
                  <a:lnTo>
                    <a:pt x="358" y="359"/>
                  </a:lnTo>
                  <a:lnTo>
                    <a:pt x="219" y="538"/>
                  </a:lnTo>
                  <a:lnTo>
                    <a:pt x="100" y="737"/>
                  </a:lnTo>
                  <a:lnTo>
                    <a:pt x="60" y="856"/>
                  </a:lnTo>
                  <a:lnTo>
                    <a:pt x="20" y="975"/>
                  </a:lnTo>
                  <a:lnTo>
                    <a:pt x="0" y="1095"/>
                  </a:lnTo>
                  <a:lnTo>
                    <a:pt x="0" y="1234"/>
                  </a:lnTo>
                  <a:lnTo>
                    <a:pt x="0" y="1353"/>
                  </a:lnTo>
                  <a:lnTo>
                    <a:pt x="20" y="1473"/>
                  </a:lnTo>
                  <a:lnTo>
                    <a:pt x="60" y="1592"/>
                  </a:lnTo>
                  <a:lnTo>
                    <a:pt x="100" y="1711"/>
                  </a:lnTo>
                  <a:lnTo>
                    <a:pt x="219" y="1910"/>
                  </a:lnTo>
                  <a:lnTo>
                    <a:pt x="358" y="2089"/>
                  </a:lnTo>
                  <a:lnTo>
                    <a:pt x="537" y="2249"/>
                  </a:lnTo>
                  <a:lnTo>
                    <a:pt x="756" y="2368"/>
                  </a:lnTo>
                  <a:lnTo>
                    <a:pt x="876" y="2408"/>
                  </a:lnTo>
                  <a:lnTo>
                    <a:pt x="995" y="2428"/>
                  </a:lnTo>
                  <a:lnTo>
                    <a:pt x="1114" y="2448"/>
                  </a:lnTo>
                  <a:lnTo>
                    <a:pt x="11042" y="2448"/>
                  </a:lnTo>
                  <a:lnTo>
                    <a:pt x="11161" y="2428"/>
                  </a:lnTo>
                  <a:lnTo>
                    <a:pt x="11280" y="2408"/>
                  </a:lnTo>
                  <a:lnTo>
                    <a:pt x="11400" y="2368"/>
                  </a:lnTo>
                  <a:lnTo>
                    <a:pt x="11619" y="2249"/>
                  </a:lnTo>
                  <a:lnTo>
                    <a:pt x="11798" y="2089"/>
                  </a:lnTo>
                  <a:lnTo>
                    <a:pt x="11937" y="1910"/>
                  </a:lnTo>
                  <a:lnTo>
                    <a:pt x="12056" y="1711"/>
                  </a:lnTo>
                  <a:lnTo>
                    <a:pt x="12096" y="1592"/>
                  </a:lnTo>
                  <a:lnTo>
                    <a:pt x="12136" y="1473"/>
                  </a:lnTo>
                  <a:lnTo>
                    <a:pt x="12136" y="1353"/>
                  </a:lnTo>
                  <a:lnTo>
                    <a:pt x="12156" y="1234"/>
                  </a:lnTo>
                  <a:lnTo>
                    <a:pt x="12136" y="1095"/>
                  </a:lnTo>
                  <a:lnTo>
                    <a:pt x="12136" y="975"/>
                  </a:lnTo>
                  <a:lnTo>
                    <a:pt x="12096" y="856"/>
                  </a:lnTo>
                  <a:lnTo>
                    <a:pt x="12056" y="737"/>
                  </a:lnTo>
                  <a:lnTo>
                    <a:pt x="11937" y="538"/>
                  </a:lnTo>
                  <a:lnTo>
                    <a:pt x="11798" y="359"/>
                  </a:lnTo>
                  <a:lnTo>
                    <a:pt x="11619" y="199"/>
                  </a:lnTo>
                  <a:lnTo>
                    <a:pt x="11400" y="100"/>
                  </a:lnTo>
                  <a:lnTo>
                    <a:pt x="11280" y="40"/>
                  </a:lnTo>
                  <a:lnTo>
                    <a:pt x="11161" y="2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3275825" y="2839325"/>
              <a:ext cx="675450" cy="61700"/>
            </a:xfrm>
            <a:custGeom>
              <a:avLst/>
              <a:gdLst/>
              <a:ahLst/>
              <a:cxnLst/>
              <a:rect l="l" t="t" r="r" b="b"/>
              <a:pathLst>
                <a:path w="27018" h="2468" extrusionOk="0">
                  <a:moveTo>
                    <a:pt x="1114" y="1"/>
                  </a:moveTo>
                  <a:lnTo>
                    <a:pt x="995" y="21"/>
                  </a:lnTo>
                  <a:lnTo>
                    <a:pt x="876" y="61"/>
                  </a:lnTo>
                  <a:lnTo>
                    <a:pt x="756" y="100"/>
                  </a:lnTo>
                  <a:lnTo>
                    <a:pt x="537" y="220"/>
                  </a:lnTo>
                  <a:lnTo>
                    <a:pt x="358" y="359"/>
                  </a:lnTo>
                  <a:lnTo>
                    <a:pt x="219" y="538"/>
                  </a:lnTo>
                  <a:lnTo>
                    <a:pt x="100" y="757"/>
                  </a:lnTo>
                  <a:lnTo>
                    <a:pt x="60" y="856"/>
                  </a:lnTo>
                  <a:lnTo>
                    <a:pt x="20" y="976"/>
                  </a:lnTo>
                  <a:lnTo>
                    <a:pt x="0" y="1115"/>
                  </a:lnTo>
                  <a:lnTo>
                    <a:pt x="0" y="1234"/>
                  </a:lnTo>
                  <a:lnTo>
                    <a:pt x="0" y="1354"/>
                  </a:lnTo>
                  <a:lnTo>
                    <a:pt x="20" y="1473"/>
                  </a:lnTo>
                  <a:lnTo>
                    <a:pt x="60" y="1592"/>
                  </a:lnTo>
                  <a:lnTo>
                    <a:pt x="100" y="1712"/>
                  </a:lnTo>
                  <a:lnTo>
                    <a:pt x="219" y="1911"/>
                  </a:lnTo>
                  <a:lnTo>
                    <a:pt x="358" y="2110"/>
                  </a:lnTo>
                  <a:lnTo>
                    <a:pt x="537" y="2249"/>
                  </a:lnTo>
                  <a:lnTo>
                    <a:pt x="756" y="2368"/>
                  </a:lnTo>
                  <a:lnTo>
                    <a:pt x="876" y="2408"/>
                  </a:lnTo>
                  <a:lnTo>
                    <a:pt x="995" y="2428"/>
                  </a:lnTo>
                  <a:lnTo>
                    <a:pt x="1114" y="2448"/>
                  </a:lnTo>
                  <a:lnTo>
                    <a:pt x="1234" y="2468"/>
                  </a:lnTo>
                  <a:lnTo>
                    <a:pt x="25784" y="2468"/>
                  </a:lnTo>
                  <a:lnTo>
                    <a:pt x="25923" y="2448"/>
                  </a:lnTo>
                  <a:lnTo>
                    <a:pt x="26042" y="2428"/>
                  </a:lnTo>
                  <a:lnTo>
                    <a:pt x="26162" y="2408"/>
                  </a:lnTo>
                  <a:lnTo>
                    <a:pt x="26261" y="2368"/>
                  </a:lnTo>
                  <a:lnTo>
                    <a:pt x="26480" y="2249"/>
                  </a:lnTo>
                  <a:lnTo>
                    <a:pt x="26659" y="2110"/>
                  </a:lnTo>
                  <a:lnTo>
                    <a:pt x="26818" y="1911"/>
                  </a:lnTo>
                  <a:lnTo>
                    <a:pt x="26918" y="1712"/>
                  </a:lnTo>
                  <a:lnTo>
                    <a:pt x="26957" y="1592"/>
                  </a:lnTo>
                  <a:lnTo>
                    <a:pt x="26997" y="1473"/>
                  </a:lnTo>
                  <a:lnTo>
                    <a:pt x="27017" y="1354"/>
                  </a:lnTo>
                  <a:lnTo>
                    <a:pt x="27017" y="1234"/>
                  </a:lnTo>
                  <a:lnTo>
                    <a:pt x="27017" y="1115"/>
                  </a:lnTo>
                  <a:lnTo>
                    <a:pt x="26997" y="976"/>
                  </a:lnTo>
                  <a:lnTo>
                    <a:pt x="26957" y="856"/>
                  </a:lnTo>
                  <a:lnTo>
                    <a:pt x="26918" y="757"/>
                  </a:lnTo>
                  <a:lnTo>
                    <a:pt x="26818" y="538"/>
                  </a:lnTo>
                  <a:lnTo>
                    <a:pt x="26659" y="359"/>
                  </a:lnTo>
                  <a:lnTo>
                    <a:pt x="26480" y="220"/>
                  </a:lnTo>
                  <a:lnTo>
                    <a:pt x="26261" y="100"/>
                  </a:lnTo>
                  <a:lnTo>
                    <a:pt x="26162" y="61"/>
                  </a:lnTo>
                  <a:lnTo>
                    <a:pt x="26042" y="21"/>
                  </a:lnTo>
                  <a:lnTo>
                    <a:pt x="25923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3275825" y="2976600"/>
              <a:ext cx="675450" cy="61700"/>
            </a:xfrm>
            <a:custGeom>
              <a:avLst/>
              <a:gdLst/>
              <a:ahLst/>
              <a:cxnLst/>
              <a:rect l="l" t="t" r="r" b="b"/>
              <a:pathLst>
                <a:path w="27018" h="2468" extrusionOk="0">
                  <a:moveTo>
                    <a:pt x="1114" y="1"/>
                  </a:moveTo>
                  <a:lnTo>
                    <a:pt x="995" y="21"/>
                  </a:lnTo>
                  <a:lnTo>
                    <a:pt x="876" y="60"/>
                  </a:lnTo>
                  <a:lnTo>
                    <a:pt x="756" y="100"/>
                  </a:lnTo>
                  <a:lnTo>
                    <a:pt x="537" y="200"/>
                  </a:lnTo>
                  <a:lnTo>
                    <a:pt x="358" y="359"/>
                  </a:lnTo>
                  <a:lnTo>
                    <a:pt x="219" y="538"/>
                  </a:lnTo>
                  <a:lnTo>
                    <a:pt x="100" y="757"/>
                  </a:lnTo>
                  <a:lnTo>
                    <a:pt x="60" y="856"/>
                  </a:lnTo>
                  <a:lnTo>
                    <a:pt x="20" y="976"/>
                  </a:lnTo>
                  <a:lnTo>
                    <a:pt x="0" y="1095"/>
                  </a:lnTo>
                  <a:lnTo>
                    <a:pt x="0" y="1234"/>
                  </a:lnTo>
                  <a:lnTo>
                    <a:pt x="0" y="1354"/>
                  </a:lnTo>
                  <a:lnTo>
                    <a:pt x="20" y="1473"/>
                  </a:lnTo>
                  <a:lnTo>
                    <a:pt x="60" y="1592"/>
                  </a:lnTo>
                  <a:lnTo>
                    <a:pt x="100" y="1712"/>
                  </a:lnTo>
                  <a:lnTo>
                    <a:pt x="219" y="1911"/>
                  </a:lnTo>
                  <a:lnTo>
                    <a:pt x="358" y="2110"/>
                  </a:lnTo>
                  <a:lnTo>
                    <a:pt x="537" y="2249"/>
                  </a:lnTo>
                  <a:lnTo>
                    <a:pt x="756" y="2368"/>
                  </a:lnTo>
                  <a:lnTo>
                    <a:pt x="876" y="2408"/>
                  </a:lnTo>
                  <a:lnTo>
                    <a:pt x="995" y="2428"/>
                  </a:lnTo>
                  <a:lnTo>
                    <a:pt x="1114" y="2448"/>
                  </a:lnTo>
                  <a:lnTo>
                    <a:pt x="1234" y="2468"/>
                  </a:lnTo>
                  <a:lnTo>
                    <a:pt x="25784" y="2468"/>
                  </a:lnTo>
                  <a:lnTo>
                    <a:pt x="25923" y="2448"/>
                  </a:lnTo>
                  <a:lnTo>
                    <a:pt x="26042" y="2428"/>
                  </a:lnTo>
                  <a:lnTo>
                    <a:pt x="26162" y="2408"/>
                  </a:lnTo>
                  <a:lnTo>
                    <a:pt x="26261" y="2368"/>
                  </a:lnTo>
                  <a:lnTo>
                    <a:pt x="26480" y="2249"/>
                  </a:lnTo>
                  <a:lnTo>
                    <a:pt x="26659" y="2110"/>
                  </a:lnTo>
                  <a:lnTo>
                    <a:pt x="26818" y="1911"/>
                  </a:lnTo>
                  <a:lnTo>
                    <a:pt x="26918" y="1712"/>
                  </a:lnTo>
                  <a:lnTo>
                    <a:pt x="26957" y="1592"/>
                  </a:lnTo>
                  <a:lnTo>
                    <a:pt x="26997" y="1473"/>
                  </a:lnTo>
                  <a:lnTo>
                    <a:pt x="27017" y="1354"/>
                  </a:lnTo>
                  <a:lnTo>
                    <a:pt x="27017" y="1234"/>
                  </a:lnTo>
                  <a:lnTo>
                    <a:pt x="27017" y="1095"/>
                  </a:lnTo>
                  <a:lnTo>
                    <a:pt x="26997" y="976"/>
                  </a:lnTo>
                  <a:lnTo>
                    <a:pt x="26957" y="856"/>
                  </a:lnTo>
                  <a:lnTo>
                    <a:pt x="26918" y="757"/>
                  </a:lnTo>
                  <a:lnTo>
                    <a:pt x="26818" y="538"/>
                  </a:lnTo>
                  <a:lnTo>
                    <a:pt x="26659" y="359"/>
                  </a:lnTo>
                  <a:lnTo>
                    <a:pt x="26480" y="200"/>
                  </a:lnTo>
                  <a:lnTo>
                    <a:pt x="26261" y="100"/>
                  </a:lnTo>
                  <a:lnTo>
                    <a:pt x="26162" y="60"/>
                  </a:lnTo>
                  <a:lnTo>
                    <a:pt x="26042" y="21"/>
                  </a:lnTo>
                  <a:lnTo>
                    <a:pt x="25923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3275825" y="3113875"/>
              <a:ext cx="303900" cy="61700"/>
            </a:xfrm>
            <a:custGeom>
              <a:avLst/>
              <a:gdLst/>
              <a:ahLst/>
              <a:cxnLst/>
              <a:rect l="l" t="t" r="r" b="b"/>
              <a:pathLst>
                <a:path w="12156" h="2468" extrusionOk="0">
                  <a:moveTo>
                    <a:pt x="1114" y="1"/>
                  </a:moveTo>
                  <a:lnTo>
                    <a:pt x="995" y="21"/>
                  </a:lnTo>
                  <a:lnTo>
                    <a:pt x="876" y="60"/>
                  </a:lnTo>
                  <a:lnTo>
                    <a:pt x="756" y="100"/>
                  </a:lnTo>
                  <a:lnTo>
                    <a:pt x="537" y="200"/>
                  </a:lnTo>
                  <a:lnTo>
                    <a:pt x="358" y="359"/>
                  </a:lnTo>
                  <a:lnTo>
                    <a:pt x="219" y="538"/>
                  </a:lnTo>
                  <a:lnTo>
                    <a:pt x="100" y="757"/>
                  </a:lnTo>
                  <a:lnTo>
                    <a:pt x="60" y="856"/>
                  </a:lnTo>
                  <a:lnTo>
                    <a:pt x="20" y="976"/>
                  </a:lnTo>
                  <a:lnTo>
                    <a:pt x="0" y="1095"/>
                  </a:lnTo>
                  <a:lnTo>
                    <a:pt x="0" y="1234"/>
                  </a:lnTo>
                  <a:lnTo>
                    <a:pt x="0" y="1354"/>
                  </a:lnTo>
                  <a:lnTo>
                    <a:pt x="20" y="1473"/>
                  </a:lnTo>
                  <a:lnTo>
                    <a:pt x="60" y="1592"/>
                  </a:lnTo>
                  <a:lnTo>
                    <a:pt x="100" y="1712"/>
                  </a:lnTo>
                  <a:lnTo>
                    <a:pt x="219" y="1911"/>
                  </a:lnTo>
                  <a:lnTo>
                    <a:pt x="358" y="2090"/>
                  </a:lnTo>
                  <a:lnTo>
                    <a:pt x="537" y="2249"/>
                  </a:lnTo>
                  <a:lnTo>
                    <a:pt x="756" y="2368"/>
                  </a:lnTo>
                  <a:lnTo>
                    <a:pt x="876" y="2408"/>
                  </a:lnTo>
                  <a:lnTo>
                    <a:pt x="995" y="2428"/>
                  </a:lnTo>
                  <a:lnTo>
                    <a:pt x="1114" y="2448"/>
                  </a:lnTo>
                  <a:lnTo>
                    <a:pt x="1234" y="2468"/>
                  </a:lnTo>
                  <a:lnTo>
                    <a:pt x="10922" y="2468"/>
                  </a:lnTo>
                  <a:lnTo>
                    <a:pt x="11042" y="2448"/>
                  </a:lnTo>
                  <a:lnTo>
                    <a:pt x="11161" y="2428"/>
                  </a:lnTo>
                  <a:lnTo>
                    <a:pt x="11280" y="2408"/>
                  </a:lnTo>
                  <a:lnTo>
                    <a:pt x="11400" y="2368"/>
                  </a:lnTo>
                  <a:lnTo>
                    <a:pt x="11619" y="2249"/>
                  </a:lnTo>
                  <a:lnTo>
                    <a:pt x="11798" y="2090"/>
                  </a:lnTo>
                  <a:lnTo>
                    <a:pt x="11937" y="1911"/>
                  </a:lnTo>
                  <a:lnTo>
                    <a:pt x="12056" y="1712"/>
                  </a:lnTo>
                  <a:lnTo>
                    <a:pt x="12096" y="1592"/>
                  </a:lnTo>
                  <a:lnTo>
                    <a:pt x="12136" y="1473"/>
                  </a:lnTo>
                  <a:lnTo>
                    <a:pt x="12136" y="1354"/>
                  </a:lnTo>
                  <a:lnTo>
                    <a:pt x="12156" y="1234"/>
                  </a:lnTo>
                  <a:lnTo>
                    <a:pt x="12136" y="1095"/>
                  </a:lnTo>
                  <a:lnTo>
                    <a:pt x="12136" y="976"/>
                  </a:lnTo>
                  <a:lnTo>
                    <a:pt x="12096" y="856"/>
                  </a:lnTo>
                  <a:lnTo>
                    <a:pt x="12056" y="757"/>
                  </a:lnTo>
                  <a:lnTo>
                    <a:pt x="11937" y="538"/>
                  </a:lnTo>
                  <a:lnTo>
                    <a:pt x="11798" y="359"/>
                  </a:lnTo>
                  <a:lnTo>
                    <a:pt x="11619" y="200"/>
                  </a:lnTo>
                  <a:lnTo>
                    <a:pt x="11400" y="100"/>
                  </a:lnTo>
                  <a:lnTo>
                    <a:pt x="11280" y="60"/>
                  </a:lnTo>
                  <a:lnTo>
                    <a:pt x="11161" y="21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420850" y="1970925"/>
              <a:ext cx="761000" cy="573500"/>
            </a:xfrm>
            <a:custGeom>
              <a:avLst/>
              <a:gdLst/>
              <a:ahLst/>
              <a:cxnLst/>
              <a:rect l="l" t="t" r="r" b="b"/>
              <a:pathLst>
                <a:path w="30440" h="22940" extrusionOk="0">
                  <a:moveTo>
                    <a:pt x="1" y="1"/>
                  </a:moveTo>
                  <a:lnTo>
                    <a:pt x="1" y="22939"/>
                  </a:lnTo>
                  <a:lnTo>
                    <a:pt x="30439" y="22939"/>
                  </a:lnTo>
                  <a:lnTo>
                    <a:pt x="30439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420850" y="2720475"/>
              <a:ext cx="761000" cy="573975"/>
            </a:xfrm>
            <a:custGeom>
              <a:avLst/>
              <a:gdLst/>
              <a:ahLst/>
              <a:cxnLst/>
              <a:rect l="l" t="t" r="r" b="b"/>
              <a:pathLst>
                <a:path w="30440" h="22959" extrusionOk="0">
                  <a:moveTo>
                    <a:pt x="1" y="0"/>
                  </a:moveTo>
                  <a:lnTo>
                    <a:pt x="1" y="22958"/>
                  </a:lnTo>
                  <a:lnTo>
                    <a:pt x="30439" y="22958"/>
                  </a:lnTo>
                  <a:lnTo>
                    <a:pt x="30439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2615825" y="1316900"/>
              <a:ext cx="371050" cy="371050"/>
            </a:xfrm>
            <a:custGeom>
              <a:avLst/>
              <a:gdLst/>
              <a:ahLst/>
              <a:cxnLst/>
              <a:rect l="l" t="t" r="r" b="b"/>
              <a:pathLst>
                <a:path w="14842" h="14842" extrusionOk="0">
                  <a:moveTo>
                    <a:pt x="7421" y="0"/>
                  </a:moveTo>
                  <a:lnTo>
                    <a:pt x="7043" y="20"/>
                  </a:lnTo>
                  <a:lnTo>
                    <a:pt x="6665" y="40"/>
                  </a:lnTo>
                  <a:lnTo>
                    <a:pt x="6287" y="80"/>
                  </a:lnTo>
                  <a:lnTo>
                    <a:pt x="5929" y="160"/>
                  </a:lnTo>
                  <a:lnTo>
                    <a:pt x="5571" y="239"/>
                  </a:lnTo>
                  <a:lnTo>
                    <a:pt x="5213" y="339"/>
                  </a:lnTo>
                  <a:lnTo>
                    <a:pt x="4874" y="458"/>
                  </a:lnTo>
                  <a:lnTo>
                    <a:pt x="4536" y="577"/>
                  </a:lnTo>
                  <a:lnTo>
                    <a:pt x="4198" y="737"/>
                  </a:lnTo>
                  <a:lnTo>
                    <a:pt x="3880" y="896"/>
                  </a:lnTo>
                  <a:lnTo>
                    <a:pt x="3581" y="1075"/>
                  </a:lnTo>
                  <a:lnTo>
                    <a:pt x="3283" y="1274"/>
                  </a:lnTo>
                  <a:lnTo>
                    <a:pt x="2984" y="1473"/>
                  </a:lnTo>
                  <a:lnTo>
                    <a:pt x="2706" y="1691"/>
                  </a:lnTo>
                  <a:lnTo>
                    <a:pt x="2427" y="1930"/>
                  </a:lnTo>
                  <a:lnTo>
                    <a:pt x="2169" y="2169"/>
                  </a:lnTo>
                  <a:lnTo>
                    <a:pt x="1930" y="2428"/>
                  </a:lnTo>
                  <a:lnTo>
                    <a:pt x="1691" y="2706"/>
                  </a:lnTo>
                  <a:lnTo>
                    <a:pt x="1472" y="2985"/>
                  </a:lnTo>
                  <a:lnTo>
                    <a:pt x="1273" y="3263"/>
                  </a:lnTo>
                  <a:lnTo>
                    <a:pt x="1074" y="3581"/>
                  </a:lnTo>
                  <a:lnTo>
                    <a:pt x="895" y="3880"/>
                  </a:lnTo>
                  <a:lnTo>
                    <a:pt x="736" y="4198"/>
                  </a:lnTo>
                  <a:lnTo>
                    <a:pt x="597" y="4536"/>
                  </a:lnTo>
                  <a:lnTo>
                    <a:pt x="458" y="4875"/>
                  </a:lnTo>
                  <a:lnTo>
                    <a:pt x="338" y="5213"/>
                  </a:lnTo>
                  <a:lnTo>
                    <a:pt x="239" y="5571"/>
                  </a:lnTo>
                  <a:lnTo>
                    <a:pt x="159" y="5929"/>
                  </a:lnTo>
                  <a:lnTo>
                    <a:pt x="100" y="6287"/>
                  </a:lnTo>
                  <a:lnTo>
                    <a:pt x="40" y="6665"/>
                  </a:lnTo>
                  <a:lnTo>
                    <a:pt x="20" y="7043"/>
                  </a:lnTo>
                  <a:lnTo>
                    <a:pt x="0" y="7421"/>
                  </a:lnTo>
                  <a:lnTo>
                    <a:pt x="20" y="7799"/>
                  </a:lnTo>
                  <a:lnTo>
                    <a:pt x="40" y="8177"/>
                  </a:lnTo>
                  <a:lnTo>
                    <a:pt x="100" y="8555"/>
                  </a:lnTo>
                  <a:lnTo>
                    <a:pt x="159" y="8913"/>
                  </a:lnTo>
                  <a:lnTo>
                    <a:pt x="239" y="9271"/>
                  </a:lnTo>
                  <a:lnTo>
                    <a:pt x="338" y="9629"/>
                  </a:lnTo>
                  <a:lnTo>
                    <a:pt x="458" y="9968"/>
                  </a:lnTo>
                  <a:lnTo>
                    <a:pt x="597" y="10306"/>
                  </a:lnTo>
                  <a:lnTo>
                    <a:pt x="736" y="10644"/>
                  </a:lnTo>
                  <a:lnTo>
                    <a:pt x="895" y="10962"/>
                  </a:lnTo>
                  <a:lnTo>
                    <a:pt x="1074" y="11261"/>
                  </a:lnTo>
                  <a:lnTo>
                    <a:pt x="1273" y="11559"/>
                  </a:lnTo>
                  <a:lnTo>
                    <a:pt x="1472" y="11858"/>
                  </a:lnTo>
                  <a:lnTo>
                    <a:pt x="1691" y="12136"/>
                  </a:lnTo>
                  <a:lnTo>
                    <a:pt x="1930" y="12415"/>
                  </a:lnTo>
                  <a:lnTo>
                    <a:pt x="2169" y="12673"/>
                  </a:lnTo>
                  <a:lnTo>
                    <a:pt x="2427" y="12912"/>
                  </a:lnTo>
                  <a:lnTo>
                    <a:pt x="2706" y="13151"/>
                  </a:lnTo>
                  <a:lnTo>
                    <a:pt x="2984" y="13370"/>
                  </a:lnTo>
                  <a:lnTo>
                    <a:pt x="3283" y="13569"/>
                  </a:lnTo>
                  <a:lnTo>
                    <a:pt x="3581" y="13768"/>
                  </a:lnTo>
                  <a:lnTo>
                    <a:pt x="3880" y="13947"/>
                  </a:lnTo>
                  <a:lnTo>
                    <a:pt x="4198" y="14106"/>
                  </a:lnTo>
                  <a:lnTo>
                    <a:pt x="4536" y="14265"/>
                  </a:lnTo>
                  <a:lnTo>
                    <a:pt x="4874" y="14384"/>
                  </a:lnTo>
                  <a:lnTo>
                    <a:pt x="5213" y="14504"/>
                  </a:lnTo>
                  <a:lnTo>
                    <a:pt x="5571" y="14603"/>
                  </a:lnTo>
                  <a:lnTo>
                    <a:pt x="5929" y="14683"/>
                  </a:lnTo>
                  <a:lnTo>
                    <a:pt x="6287" y="14762"/>
                  </a:lnTo>
                  <a:lnTo>
                    <a:pt x="6665" y="14802"/>
                  </a:lnTo>
                  <a:lnTo>
                    <a:pt x="7043" y="14822"/>
                  </a:lnTo>
                  <a:lnTo>
                    <a:pt x="7421" y="14842"/>
                  </a:lnTo>
                  <a:lnTo>
                    <a:pt x="7799" y="14822"/>
                  </a:lnTo>
                  <a:lnTo>
                    <a:pt x="8177" y="14802"/>
                  </a:lnTo>
                  <a:lnTo>
                    <a:pt x="8555" y="14762"/>
                  </a:lnTo>
                  <a:lnTo>
                    <a:pt x="8913" y="14683"/>
                  </a:lnTo>
                  <a:lnTo>
                    <a:pt x="9271" y="14603"/>
                  </a:lnTo>
                  <a:lnTo>
                    <a:pt x="9629" y="14504"/>
                  </a:lnTo>
                  <a:lnTo>
                    <a:pt x="9967" y="14384"/>
                  </a:lnTo>
                  <a:lnTo>
                    <a:pt x="10306" y="14265"/>
                  </a:lnTo>
                  <a:lnTo>
                    <a:pt x="10644" y="14106"/>
                  </a:lnTo>
                  <a:lnTo>
                    <a:pt x="10962" y="13947"/>
                  </a:lnTo>
                  <a:lnTo>
                    <a:pt x="11280" y="13768"/>
                  </a:lnTo>
                  <a:lnTo>
                    <a:pt x="11579" y="13569"/>
                  </a:lnTo>
                  <a:lnTo>
                    <a:pt x="11857" y="13370"/>
                  </a:lnTo>
                  <a:lnTo>
                    <a:pt x="12136" y="13151"/>
                  </a:lnTo>
                  <a:lnTo>
                    <a:pt x="12414" y="12912"/>
                  </a:lnTo>
                  <a:lnTo>
                    <a:pt x="12673" y="12673"/>
                  </a:lnTo>
                  <a:lnTo>
                    <a:pt x="12912" y="12415"/>
                  </a:lnTo>
                  <a:lnTo>
                    <a:pt x="13150" y="12136"/>
                  </a:lnTo>
                  <a:lnTo>
                    <a:pt x="13369" y="11858"/>
                  </a:lnTo>
                  <a:lnTo>
                    <a:pt x="13568" y="11559"/>
                  </a:lnTo>
                  <a:lnTo>
                    <a:pt x="13767" y="11261"/>
                  </a:lnTo>
                  <a:lnTo>
                    <a:pt x="13946" y="10962"/>
                  </a:lnTo>
                  <a:lnTo>
                    <a:pt x="14105" y="10644"/>
                  </a:lnTo>
                  <a:lnTo>
                    <a:pt x="14265" y="10306"/>
                  </a:lnTo>
                  <a:lnTo>
                    <a:pt x="14384" y="9968"/>
                  </a:lnTo>
                  <a:lnTo>
                    <a:pt x="14503" y="9629"/>
                  </a:lnTo>
                  <a:lnTo>
                    <a:pt x="14603" y="9271"/>
                  </a:lnTo>
                  <a:lnTo>
                    <a:pt x="14682" y="8913"/>
                  </a:lnTo>
                  <a:lnTo>
                    <a:pt x="14762" y="8555"/>
                  </a:lnTo>
                  <a:lnTo>
                    <a:pt x="14802" y="8177"/>
                  </a:lnTo>
                  <a:lnTo>
                    <a:pt x="14842" y="7799"/>
                  </a:lnTo>
                  <a:lnTo>
                    <a:pt x="14842" y="7421"/>
                  </a:lnTo>
                  <a:lnTo>
                    <a:pt x="14842" y="7043"/>
                  </a:lnTo>
                  <a:lnTo>
                    <a:pt x="14802" y="6665"/>
                  </a:lnTo>
                  <a:lnTo>
                    <a:pt x="14762" y="6287"/>
                  </a:lnTo>
                  <a:lnTo>
                    <a:pt x="14682" y="5929"/>
                  </a:lnTo>
                  <a:lnTo>
                    <a:pt x="14603" y="5571"/>
                  </a:lnTo>
                  <a:lnTo>
                    <a:pt x="14503" y="5213"/>
                  </a:lnTo>
                  <a:lnTo>
                    <a:pt x="14384" y="4875"/>
                  </a:lnTo>
                  <a:lnTo>
                    <a:pt x="14265" y="4536"/>
                  </a:lnTo>
                  <a:lnTo>
                    <a:pt x="14105" y="4198"/>
                  </a:lnTo>
                  <a:lnTo>
                    <a:pt x="13946" y="3880"/>
                  </a:lnTo>
                  <a:lnTo>
                    <a:pt x="13767" y="3581"/>
                  </a:lnTo>
                  <a:lnTo>
                    <a:pt x="13568" y="3263"/>
                  </a:lnTo>
                  <a:lnTo>
                    <a:pt x="13369" y="2985"/>
                  </a:lnTo>
                  <a:lnTo>
                    <a:pt x="13150" y="2706"/>
                  </a:lnTo>
                  <a:lnTo>
                    <a:pt x="12912" y="2428"/>
                  </a:lnTo>
                  <a:lnTo>
                    <a:pt x="12673" y="2169"/>
                  </a:lnTo>
                  <a:lnTo>
                    <a:pt x="12414" y="1930"/>
                  </a:lnTo>
                  <a:lnTo>
                    <a:pt x="12136" y="1691"/>
                  </a:lnTo>
                  <a:lnTo>
                    <a:pt x="11857" y="1473"/>
                  </a:lnTo>
                  <a:lnTo>
                    <a:pt x="11579" y="1274"/>
                  </a:lnTo>
                  <a:lnTo>
                    <a:pt x="11280" y="1075"/>
                  </a:lnTo>
                  <a:lnTo>
                    <a:pt x="10962" y="896"/>
                  </a:lnTo>
                  <a:lnTo>
                    <a:pt x="10644" y="737"/>
                  </a:lnTo>
                  <a:lnTo>
                    <a:pt x="10306" y="577"/>
                  </a:lnTo>
                  <a:lnTo>
                    <a:pt x="9967" y="458"/>
                  </a:lnTo>
                  <a:lnTo>
                    <a:pt x="9629" y="339"/>
                  </a:lnTo>
                  <a:lnTo>
                    <a:pt x="9271" y="239"/>
                  </a:lnTo>
                  <a:lnTo>
                    <a:pt x="8913" y="160"/>
                  </a:lnTo>
                  <a:lnTo>
                    <a:pt x="8555" y="80"/>
                  </a:lnTo>
                  <a:lnTo>
                    <a:pt x="8177" y="40"/>
                  </a:lnTo>
                  <a:lnTo>
                    <a:pt x="7799" y="20"/>
                  </a:lnTo>
                  <a:lnTo>
                    <a:pt x="74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752100" y="1403925"/>
              <a:ext cx="148725" cy="197000"/>
            </a:xfrm>
            <a:custGeom>
              <a:avLst/>
              <a:gdLst/>
              <a:ahLst/>
              <a:cxnLst/>
              <a:rect l="l" t="t" r="r" b="b"/>
              <a:pathLst>
                <a:path w="5949" h="7880" extrusionOk="0">
                  <a:moveTo>
                    <a:pt x="0" y="1"/>
                  </a:moveTo>
                  <a:lnTo>
                    <a:pt x="0" y="7879"/>
                  </a:lnTo>
                  <a:lnTo>
                    <a:pt x="5949" y="39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2615825" y="2072400"/>
              <a:ext cx="371050" cy="371050"/>
            </a:xfrm>
            <a:custGeom>
              <a:avLst/>
              <a:gdLst/>
              <a:ahLst/>
              <a:cxnLst/>
              <a:rect l="l" t="t" r="r" b="b"/>
              <a:pathLst>
                <a:path w="14842" h="14842" extrusionOk="0">
                  <a:moveTo>
                    <a:pt x="7043" y="0"/>
                  </a:moveTo>
                  <a:lnTo>
                    <a:pt x="6665" y="40"/>
                  </a:lnTo>
                  <a:lnTo>
                    <a:pt x="6287" y="80"/>
                  </a:lnTo>
                  <a:lnTo>
                    <a:pt x="5929" y="140"/>
                  </a:lnTo>
                  <a:lnTo>
                    <a:pt x="5571" y="219"/>
                  </a:lnTo>
                  <a:lnTo>
                    <a:pt x="5213" y="319"/>
                  </a:lnTo>
                  <a:lnTo>
                    <a:pt x="4874" y="438"/>
                  </a:lnTo>
                  <a:lnTo>
                    <a:pt x="4536" y="577"/>
                  </a:lnTo>
                  <a:lnTo>
                    <a:pt x="4198" y="717"/>
                  </a:lnTo>
                  <a:lnTo>
                    <a:pt x="3880" y="896"/>
                  </a:lnTo>
                  <a:lnTo>
                    <a:pt x="3581" y="1075"/>
                  </a:lnTo>
                  <a:lnTo>
                    <a:pt x="3283" y="1254"/>
                  </a:lnTo>
                  <a:lnTo>
                    <a:pt x="2984" y="1473"/>
                  </a:lnTo>
                  <a:lnTo>
                    <a:pt x="2706" y="1691"/>
                  </a:lnTo>
                  <a:lnTo>
                    <a:pt x="2427" y="1930"/>
                  </a:lnTo>
                  <a:lnTo>
                    <a:pt x="2169" y="2169"/>
                  </a:lnTo>
                  <a:lnTo>
                    <a:pt x="1930" y="2427"/>
                  </a:lnTo>
                  <a:lnTo>
                    <a:pt x="1691" y="2686"/>
                  </a:lnTo>
                  <a:lnTo>
                    <a:pt x="1472" y="2965"/>
                  </a:lnTo>
                  <a:lnTo>
                    <a:pt x="1273" y="3263"/>
                  </a:lnTo>
                  <a:lnTo>
                    <a:pt x="1074" y="3561"/>
                  </a:lnTo>
                  <a:lnTo>
                    <a:pt x="895" y="3880"/>
                  </a:lnTo>
                  <a:lnTo>
                    <a:pt x="736" y="4198"/>
                  </a:lnTo>
                  <a:lnTo>
                    <a:pt x="597" y="4516"/>
                  </a:lnTo>
                  <a:lnTo>
                    <a:pt x="458" y="4855"/>
                  </a:lnTo>
                  <a:lnTo>
                    <a:pt x="338" y="5213"/>
                  </a:lnTo>
                  <a:lnTo>
                    <a:pt x="239" y="5551"/>
                  </a:lnTo>
                  <a:lnTo>
                    <a:pt x="159" y="5909"/>
                  </a:lnTo>
                  <a:lnTo>
                    <a:pt x="100" y="6287"/>
                  </a:lnTo>
                  <a:lnTo>
                    <a:pt x="40" y="6645"/>
                  </a:lnTo>
                  <a:lnTo>
                    <a:pt x="20" y="7023"/>
                  </a:lnTo>
                  <a:lnTo>
                    <a:pt x="0" y="7421"/>
                  </a:lnTo>
                  <a:lnTo>
                    <a:pt x="20" y="7799"/>
                  </a:lnTo>
                  <a:lnTo>
                    <a:pt x="40" y="8177"/>
                  </a:lnTo>
                  <a:lnTo>
                    <a:pt x="100" y="8535"/>
                  </a:lnTo>
                  <a:lnTo>
                    <a:pt x="159" y="8913"/>
                  </a:lnTo>
                  <a:lnTo>
                    <a:pt x="239" y="9271"/>
                  </a:lnTo>
                  <a:lnTo>
                    <a:pt x="338" y="9609"/>
                  </a:lnTo>
                  <a:lnTo>
                    <a:pt x="458" y="9968"/>
                  </a:lnTo>
                  <a:lnTo>
                    <a:pt x="597" y="10306"/>
                  </a:lnTo>
                  <a:lnTo>
                    <a:pt x="736" y="10624"/>
                  </a:lnTo>
                  <a:lnTo>
                    <a:pt x="895" y="10942"/>
                  </a:lnTo>
                  <a:lnTo>
                    <a:pt x="1074" y="11261"/>
                  </a:lnTo>
                  <a:lnTo>
                    <a:pt x="1273" y="11559"/>
                  </a:lnTo>
                  <a:lnTo>
                    <a:pt x="1472" y="11858"/>
                  </a:lnTo>
                  <a:lnTo>
                    <a:pt x="1691" y="12136"/>
                  </a:lnTo>
                  <a:lnTo>
                    <a:pt x="1930" y="12395"/>
                  </a:lnTo>
                  <a:lnTo>
                    <a:pt x="2169" y="12653"/>
                  </a:lnTo>
                  <a:lnTo>
                    <a:pt x="2427" y="12912"/>
                  </a:lnTo>
                  <a:lnTo>
                    <a:pt x="2706" y="13131"/>
                  </a:lnTo>
                  <a:lnTo>
                    <a:pt x="2984" y="13350"/>
                  </a:lnTo>
                  <a:lnTo>
                    <a:pt x="3283" y="13568"/>
                  </a:lnTo>
                  <a:lnTo>
                    <a:pt x="3581" y="13767"/>
                  </a:lnTo>
                  <a:lnTo>
                    <a:pt x="3880" y="13946"/>
                  </a:lnTo>
                  <a:lnTo>
                    <a:pt x="4198" y="14106"/>
                  </a:lnTo>
                  <a:lnTo>
                    <a:pt x="4536" y="14245"/>
                  </a:lnTo>
                  <a:lnTo>
                    <a:pt x="4874" y="14384"/>
                  </a:lnTo>
                  <a:lnTo>
                    <a:pt x="5213" y="14504"/>
                  </a:lnTo>
                  <a:lnTo>
                    <a:pt x="5571" y="14603"/>
                  </a:lnTo>
                  <a:lnTo>
                    <a:pt x="5929" y="14683"/>
                  </a:lnTo>
                  <a:lnTo>
                    <a:pt x="6287" y="14742"/>
                  </a:lnTo>
                  <a:lnTo>
                    <a:pt x="6665" y="14802"/>
                  </a:lnTo>
                  <a:lnTo>
                    <a:pt x="7043" y="14822"/>
                  </a:lnTo>
                  <a:lnTo>
                    <a:pt x="7421" y="14842"/>
                  </a:lnTo>
                  <a:lnTo>
                    <a:pt x="7799" y="14822"/>
                  </a:lnTo>
                  <a:lnTo>
                    <a:pt x="8177" y="14802"/>
                  </a:lnTo>
                  <a:lnTo>
                    <a:pt x="8555" y="14742"/>
                  </a:lnTo>
                  <a:lnTo>
                    <a:pt x="8913" y="14683"/>
                  </a:lnTo>
                  <a:lnTo>
                    <a:pt x="9271" y="14603"/>
                  </a:lnTo>
                  <a:lnTo>
                    <a:pt x="9629" y="14504"/>
                  </a:lnTo>
                  <a:lnTo>
                    <a:pt x="9967" y="14384"/>
                  </a:lnTo>
                  <a:lnTo>
                    <a:pt x="10306" y="14245"/>
                  </a:lnTo>
                  <a:lnTo>
                    <a:pt x="10644" y="14106"/>
                  </a:lnTo>
                  <a:lnTo>
                    <a:pt x="10962" y="13946"/>
                  </a:lnTo>
                  <a:lnTo>
                    <a:pt x="11280" y="13767"/>
                  </a:lnTo>
                  <a:lnTo>
                    <a:pt x="11579" y="13568"/>
                  </a:lnTo>
                  <a:lnTo>
                    <a:pt x="11857" y="13350"/>
                  </a:lnTo>
                  <a:lnTo>
                    <a:pt x="12136" y="13131"/>
                  </a:lnTo>
                  <a:lnTo>
                    <a:pt x="12414" y="12912"/>
                  </a:lnTo>
                  <a:lnTo>
                    <a:pt x="12673" y="12653"/>
                  </a:lnTo>
                  <a:lnTo>
                    <a:pt x="12912" y="12395"/>
                  </a:lnTo>
                  <a:lnTo>
                    <a:pt x="13150" y="12136"/>
                  </a:lnTo>
                  <a:lnTo>
                    <a:pt x="13369" y="11858"/>
                  </a:lnTo>
                  <a:lnTo>
                    <a:pt x="13568" y="11559"/>
                  </a:lnTo>
                  <a:lnTo>
                    <a:pt x="13767" y="11261"/>
                  </a:lnTo>
                  <a:lnTo>
                    <a:pt x="13946" y="10942"/>
                  </a:lnTo>
                  <a:lnTo>
                    <a:pt x="14105" y="10624"/>
                  </a:lnTo>
                  <a:lnTo>
                    <a:pt x="14265" y="10306"/>
                  </a:lnTo>
                  <a:lnTo>
                    <a:pt x="14384" y="9968"/>
                  </a:lnTo>
                  <a:lnTo>
                    <a:pt x="14503" y="9609"/>
                  </a:lnTo>
                  <a:lnTo>
                    <a:pt x="14603" y="9271"/>
                  </a:lnTo>
                  <a:lnTo>
                    <a:pt x="14682" y="8913"/>
                  </a:lnTo>
                  <a:lnTo>
                    <a:pt x="14762" y="8535"/>
                  </a:lnTo>
                  <a:lnTo>
                    <a:pt x="14802" y="8177"/>
                  </a:lnTo>
                  <a:lnTo>
                    <a:pt x="14842" y="7799"/>
                  </a:lnTo>
                  <a:lnTo>
                    <a:pt x="14842" y="7421"/>
                  </a:lnTo>
                  <a:lnTo>
                    <a:pt x="14842" y="7023"/>
                  </a:lnTo>
                  <a:lnTo>
                    <a:pt x="14802" y="6645"/>
                  </a:lnTo>
                  <a:lnTo>
                    <a:pt x="14762" y="6287"/>
                  </a:lnTo>
                  <a:lnTo>
                    <a:pt x="14682" y="5909"/>
                  </a:lnTo>
                  <a:lnTo>
                    <a:pt x="14603" y="5551"/>
                  </a:lnTo>
                  <a:lnTo>
                    <a:pt x="14503" y="5213"/>
                  </a:lnTo>
                  <a:lnTo>
                    <a:pt x="14384" y="4855"/>
                  </a:lnTo>
                  <a:lnTo>
                    <a:pt x="14265" y="4516"/>
                  </a:lnTo>
                  <a:lnTo>
                    <a:pt x="14105" y="4198"/>
                  </a:lnTo>
                  <a:lnTo>
                    <a:pt x="13946" y="3880"/>
                  </a:lnTo>
                  <a:lnTo>
                    <a:pt x="13767" y="3561"/>
                  </a:lnTo>
                  <a:lnTo>
                    <a:pt x="13568" y="3263"/>
                  </a:lnTo>
                  <a:lnTo>
                    <a:pt x="13369" y="2965"/>
                  </a:lnTo>
                  <a:lnTo>
                    <a:pt x="13150" y="2686"/>
                  </a:lnTo>
                  <a:lnTo>
                    <a:pt x="12912" y="2427"/>
                  </a:lnTo>
                  <a:lnTo>
                    <a:pt x="12673" y="2169"/>
                  </a:lnTo>
                  <a:lnTo>
                    <a:pt x="12414" y="1930"/>
                  </a:lnTo>
                  <a:lnTo>
                    <a:pt x="12136" y="1691"/>
                  </a:lnTo>
                  <a:lnTo>
                    <a:pt x="11857" y="1473"/>
                  </a:lnTo>
                  <a:lnTo>
                    <a:pt x="11579" y="1254"/>
                  </a:lnTo>
                  <a:lnTo>
                    <a:pt x="11280" y="1075"/>
                  </a:lnTo>
                  <a:lnTo>
                    <a:pt x="10962" y="896"/>
                  </a:lnTo>
                  <a:lnTo>
                    <a:pt x="10644" y="717"/>
                  </a:lnTo>
                  <a:lnTo>
                    <a:pt x="10306" y="577"/>
                  </a:lnTo>
                  <a:lnTo>
                    <a:pt x="9967" y="438"/>
                  </a:lnTo>
                  <a:lnTo>
                    <a:pt x="9629" y="319"/>
                  </a:lnTo>
                  <a:lnTo>
                    <a:pt x="9271" y="219"/>
                  </a:lnTo>
                  <a:lnTo>
                    <a:pt x="8913" y="140"/>
                  </a:lnTo>
                  <a:lnTo>
                    <a:pt x="8555" y="80"/>
                  </a:lnTo>
                  <a:lnTo>
                    <a:pt x="8177" y="40"/>
                  </a:lnTo>
                  <a:lnTo>
                    <a:pt x="77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2752100" y="2159425"/>
              <a:ext cx="148725" cy="196500"/>
            </a:xfrm>
            <a:custGeom>
              <a:avLst/>
              <a:gdLst/>
              <a:ahLst/>
              <a:cxnLst/>
              <a:rect l="l" t="t" r="r" b="b"/>
              <a:pathLst>
                <a:path w="5949" h="7860" extrusionOk="0">
                  <a:moveTo>
                    <a:pt x="0" y="1"/>
                  </a:moveTo>
                  <a:lnTo>
                    <a:pt x="0" y="7859"/>
                  </a:lnTo>
                  <a:lnTo>
                    <a:pt x="5949" y="39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2615825" y="2836850"/>
              <a:ext cx="371050" cy="371050"/>
            </a:xfrm>
            <a:custGeom>
              <a:avLst/>
              <a:gdLst/>
              <a:ahLst/>
              <a:cxnLst/>
              <a:rect l="l" t="t" r="r" b="b"/>
              <a:pathLst>
                <a:path w="14842" h="14842" extrusionOk="0">
                  <a:moveTo>
                    <a:pt x="7043" y="0"/>
                  </a:moveTo>
                  <a:lnTo>
                    <a:pt x="6665" y="40"/>
                  </a:lnTo>
                  <a:lnTo>
                    <a:pt x="6287" y="80"/>
                  </a:lnTo>
                  <a:lnTo>
                    <a:pt x="5929" y="160"/>
                  </a:lnTo>
                  <a:lnTo>
                    <a:pt x="5571" y="239"/>
                  </a:lnTo>
                  <a:lnTo>
                    <a:pt x="5213" y="339"/>
                  </a:lnTo>
                  <a:lnTo>
                    <a:pt x="4874" y="458"/>
                  </a:lnTo>
                  <a:lnTo>
                    <a:pt x="4536" y="577"/>
                  </a:lnTo>
                  <a:lnTo>
                    <a:pt x="4198" y="736"/>
                  </a:lnTo>
                  <a:lnTo>
                    <a:pt x="3880" y="896"/>
                  </a:lnTo>
                  <a:lnTo>
                    <a:pt x="3581" y="1075"/>
                  </a:lnTo>
                  <a:lnTo>
                    <a:pt x="3283" y="1274"/>
                  </a:lnTo>
                  <a:lnTo>
                    <a:pt x="2984" y="1473"/>
                  </a:lnTo>
                  <a:lnTo>
                    <a:pt x="2706" y="1691"/>
                  </a:lnTo>
                  <a:lnTo>
                    <a:pt x="2427" y="1930"/>
                  </a:lnTo>
                  <a:lnTo>
                    <a:pt x="2169" y="2169"/>
                  </a:lnTo>
                  <a:lnTo>
                    <a:pt x="1930" y="2428"/>
                  </a:lnTo>
                  <a:lnTo>
                    <a:pt x="1691" y="2706"/>
                  </a:lnTo>
                  <a:lnTo>
                    <a:pt x="1472" y="2985"/>
                  </a:lnTo>
                  <a:lnTo>
                    <a:pt x="1273" y="3263"/>
                  </a:lnTo>
                  <a:lnTo>
                    <a:pt x="1074" y="3562"/>
                  </a:lnTo>
                  <a:lnTo>
                    <a:pt x="895" y="3880"/>
                  </a:lnTo>
                  <a:lnTo>
                    <a:pt x="736" y="4198"/>
                  </a:lnTo>
                  <a:lnTo>
                    <a:pt x="597" y="4536"/>
                  </a:lnTo>
                  <a:lnTo>
                    <a:pt x="458" y="4875"/>
                  </a:lnTo>
                  <a:lnTo>
                    <a:pt x="338" y="5213"/>
                  </a:lnTo>
                  <a:lnTo>
                    <a:pt x="239" y="5571"/>
                  </a:lnTo>
                  <a:lnTo>
                    <a:pt x="159" y="5929"/>
                  </a:lnTo>
                  <a:lnTo>
                    <a:pt x="100" y="6287"/>
                  </a:lnTo>
                  <a:lnTo>
                    <a:pt x="40" y="6665"/>
                  </a:lnTo>
                  <a:lnTo>
                    <a:pt x="20" y="7043"/>
                  </a:lnTo>
                  <a:lnTo>
                    <a:pt x="0" y="7421"/>
                  </a:lnTo>
                  <a:lnTo>
                    <a:pt x="20" y="7799"/>
                  </a:lnTo>
                  <a:lnTo>
                    <a:pt x="40" y="8177"/>
                  </a:lnTo>
                  <a:lnTo>
                    <a:pt x="100" y="8555"/>
                  </a:lnTo>
                  <a:lnTo>
                    <a:pt x="159" y="8913"/>
                  </a:lnTo>
                  <a:lnTo>
                    <a:pt x="239" y="9271"/>
                  </a:lnTo>
                  <a:lnTo>
                    <a:pt x="338" y="9629"/>
                  </a:lnTo>
                  <a:lnTo>
                    <a:pt x="458" y="9968"/>
                  </a:lnTo>
                  <a:lnTo>
                    <a:pt x="597" y="10306"/>
                  </a:lnTo>
                  <a:lnTo>
                    <a:pt x="736" y="10644"/>
                  </a:lnTo>
                  <a:lnTo>
                    <a:pt x="895" y="10962"/>
                  </a:lnTo>
                  <a:lnTo>
                    <a:pt x="1074" y="11261"/>
                  </a:lnTo>
                  <a:lnTo>
                    <a:pt x="1273" y="11559"/>
                  </a:lnTo>
                  <a:lnTo>
                    <a:pt x="1472" y="11858"/>
                  </a:lnTo>
                  <a:lnTo>
                    <a:pt x="1691" y="12136"/>
                  </a:lnTo>
                  <a:lnTo>
                    <a:pt x="1930" y="12415"/>
                  </a:lnTo>
                  <a:lnTo>
                    <a:pt x="2169" y="12673"/>
                  </a:lnTo>
                  <a:lnTo>
                    <a:pt x="2427" y="12912"/>
                  </a:lnTo>
                  <a:lnTo>
                    <a:pt x="2706" y="13151"/>
                  </a:lnTo>
                  <a:lnTo>
                    <a:pt x="2984" y="13370"/>
                  </a:lnTo>
                  <a:lnTo>
                    <a:pt x="3283" y="13569"/>
                  </a:lnTo>
                  <a:lnTo>
                    <a:pt x="3581" y="13767"/>
                  </a:lnTo>
                  <a:lnTo>
                    <a:pt x="3880" y="13947"/>
                  </a:lnTo>
                  <a:lnTo>
                    <a:pt x="4198" y="14106"/>
                  </a:lnTo>
                  <a:lnTo>
                    <a:pt x="4536" y="14245"/>
                  </a:lnTo>
                  <a:lnTo>
                    <a:pt x="4874" y="14384"/>
                  </a:lnTo>
                  <a:lnTo>
                    <a:pt x="5213" y="14504"/>
                  </a:lnTo>
                  <a:lnTo>
                    <a:pt x="5571" y="14603"/>
                  </a:lnTo>
                  <a:lnTo>
                    <a:pt x="5929" y="14683"/>
                  </a:lnTo>
                  <a:lnTo>
                    <a:pt x="6287" y="14742"/>
                  </a:lnTo>
                  <a:lnTo>
                    <a:pt x="6665" y="14802"/>
                  </a:lnTo>
                  <a:lnTo>
                    <a:pt x="7043" y="14822"/>
                  </a:lnTo>
                  <a:lnTo>
                    <a:pt x="7421" y="14842"/>
                  </a:lnTo>
                  <a:lnTo>
                    <a:pt x="7799" y="14822"/>
                  </a:lnTo>
                  <a:lnTo>
                    <a:pt x="8177" y="14802"/>
                  </a:lnTo>
                  <a:lnTo>
                    <a:pt x="8555" y="14742"/>
                  </a:lnTo>
                  <a:lnTo>
                    <a:pt x="8913" y="14683"/>
                  </a:lnTo>
                  <a:lnTo>
                    <a:pt x="9271" y="14603"/>
                  </a:lnTo>
                  <a:lnTo>
                    <a:pt x="9629" y="14504"/>
                  </a:lnTo>
                  <a:lnTo>
                    <a:pt x="9967" y="14384"/>
                  </a:lnTo>
                  <a:lnTo>
                    <a:pt x="10306" y="14245"/>
                  </a:lnTo>
                  <a:lnTo>
                    <a:pt x="10644" y="14106"/>
                  </a:lnTo>
                  <a:lnTo>
                    <a:pt x="10962" y="13947"/>
                  </a:lnTo>
                  <a:lnTo>
                    <a:pt x="11280" y="13767"/>
                  </a:lnTo>
                  <a:lnTo>
                    <a:pt x="11579" y="13569"/>
                  </a:lnTo>
                  <a:lnTo>
                    <a:pt x="11857" y="13370"/>
                  </a:lnTo>
                  <a:lnTo>
                    <a:pt x="12136" y="13151"/>
                  </a:lnTo>
                  <a:lnTo>
                    <a:pt x="12414" y="12912"/>
                  </a:lnTo>
                  <a:lnTo>
                    <a:pt x="12673" y="12673"/>
                  </a:lnTo>
                  <a:lnTo>
                    <a:pt x="12912" y="12415"/>
                  </a:lnTo>
                  <a:lnTo>
                    <a:pt x="13150" y="12136"/>
                  </a:lnTo>
                  <a:lnTo>
                    <a:pt x="13369" y="11858"/>
                  </a:lnTo>
                  <a:lnTo>
                    <a:pt x="13568" y="11559"/>
                  </a:lnTo>
                  <a:lnTo>
                    <a:pt x="13767" y="11261"/>
                  </a:lnTo>
                  <a:lnTo>
                    <a:pt x="13946" y="10962"/>
                  </a:lnTo>
                  <a:lnTo>
                    <a:pt x="14105" y="10644"/>
                  </a:lnTo>
                  <a:lnTo>
                    <a:pt x="14265" y="10306"/>
                  </a:lnTo>
                  <a:lnTo>
                    <a:pt x="14384" y="9968"/>
                  </a:lnTo>
                  <a:lnTo>
                    <a:pt x="14503" y="9629"/>
                  </a:lnTo>
                  <a:lnTo>
                    <a:pt x="14603" y="9271"/>
                  </a:lnTo>
                  <a:lnTo>
                    <a:pt x="14682" y="8913"/>
                  </a:lnTo>
                  <a:lnTo>
                    <a:pt x="14762" y="8555"/>
                  </a:lnTo>
                  <a:lnTo>
                    <a:pt x="14802" y="8177"/>
                  </a:lnTo>
                  <a:lnTo>
                    <a:pt x="14842" y="7799"/>
                  </a:lnTo>
                  <a:lnTo>
                    <a:pt x="14842" y="7421"/>
                  </a:lnTo>
                  <a:lnTo>
                    <a:pt x="14842" y="7043"/>
                  </a:lnTo>
                  <a:lnTo>
                    <a:pt x="14802" y="6665"/>
                  </a:lnTo>
                  <a:lnTo>
                    <a:pt x="14762" y="6287"/>
                  </a:lnTo>
                  <a:lnTo>
                    <a:pt x="14682" y="5929"/>
                  </a:lnTo>
                  <a:lnTo>
                    <a:pt x="14603" y="5571"/>
                  </a:lnTo>
                  <a:lnTo>
                    <a:pt x="14503" y="5213"/>
                  </a:lnTo>
                  <a:lnTo>
                    <a:pt x="14384" y="4875"/>
                  </a:lnTo>
                  <a:lnTo>
                    <a:pt x="14265" y="4536"/>
                  </a:lnTo>
                  <a:lnTo>
                    <a:pt x="14105" y="4198"/>
                  </a:lnTo>
                  <a:lnTo>
                    <a:pt x="13946" y="3880"/>
                  </a:lnTo>
                  <a:lnTo>
                    <a:pt x="13767" y="3562"/>
                  </a:lnTo>
                  <a:lnTo>
                    <a:pt x="13568" y="3263"/>
                  </a:lnTo>
                  <a:lnTo>
                    <a:pt x="13369" y="2985"/>
                  </a:lnTo>
                  <a:lnTo>
                    <a:pt x="13150" y="2706"/>
                  </a:lnTo>
                  <a:lnTo>
                    <a:pt x="12912" y="2428"/>
                  </a:lnTo>
                  <a:lnTo>
                    <a:pt x="12673" y="2169"/>
                  </a:lnTo>
                  <a:lnTo>
                    <a:pt x="12414" y="1930"/>
                  </a:lnTo>
                  <a:lnTo>
                    <a:pt x="12136" y="1691"/>
                  </a:lnTo>
                  <a:lnTo>
                    <a:pt x="11857" y="1473"/>
                  </a:lnTo>
                  <a:lnTo>
                    <a:pt x="11579" y="1274"/>
                  </a:lnTo>
                  <a:lnTo>
                    <a:pt x="11280" y="1075"/>
                  </a:lnTo>
                  <a:lnTo>
                    <a:pt x="10962" y="896"/>
                  </a:lnTo>
                  <a:lnTo>
                    <a:pt x="10644" y="736"/>
                  </a:lnTo>
                  <a:lnTo>
                    <a:pt x="10306" y="577"/>
                  </a:lnTo>
                  <a:lnTo>
                    <a:pt x="9967" y="458"/>
                  </a:lnTo>
                  <a:lnTo>
                    <a:pt x="9629" y="339"/>
                  </a:lnTo>
                  <a:lnTo>
                    <a:pt x="9271" y="239"/>
                  </a:lnTo>
                  <a:lnTo>
                    <a:pt x="8913" y="160"/>
                  </a:lnTo>
                  <a:lnTo>
                    <a:pt x="8555" y="80"/>
                  </a:lnTo>
                  <a:lnTo>
                    <a:pt x="8177" y="40"/>
                  </a:lnTo>
                  <a:lnTo>
                    <a:pt x="77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752100" y="2923875"/>
              <a:ext cx="148725" cy="197000"/>
            </a:xfrm>
            <a:custGeom>
              <a:avLst/>
              <a:gdLst/>
              <a:ahLst/>
              <a:cxnLst/>
              <a:rect l="l" t="t" r="r" b="b"/>
              <a:pathLst>
                <a:path w="5949" h="7880" extrusionOk="0">
                  <a:moveTo>
                    <a:pt x="0" y="1"/>
                  </a:moveTo>
                  <a:lnTo>
                    <a:pt x="0" y="7879"/>
                  </a:lnTo>
                  <a:lnTo>
                    <a:pt x="5949" y="39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4089500" y="1379575"/>
              <a:ext cx="25400" cy="52725"/>
            </a:xfrm>
            <a:custGeom>
              <a:avLst/>
              <a:gdLst/>
              <a:ahLst/>
              <a:cxnLst/>
              <a:rect l="l" t="t" r="r" b="b"/>
              <a:pathLst>
                <a:path w="1016" h="2109" extrusionOk="0">
                  <a:moveTo>
                    <a:pt x="200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1" y="139"/>
                  </a:lnTo>
                  <a:lnTo>
                    <a:pt x="1" y="219"/>
                  </a:lnTo>
                  <a:lnTo>
                    <a:pt x="1" y="1890"/>
                  </a:lnTo>
                  <a:lnTo>
                    <a:pt x="1" y="1970"/>
                  </a:lnTo>
                  <a:lnTo>
                    <a:pt x="60" y="2049"/>
                  </a:lnTo>
                  <a:lnTo>
                    <a:pt x="120" y="2089"/>
                  </a:lnTo>
                  <a:lnTo>
                    <a:pt x="200" y="2109"/>
                  </a:lnTo>
                  <a:lnTo>
                    <a:pt x="797" y="2109"/>
                  </a:lnTo>
                  <a:lnTo>
                    <a:pt x="876" y="2089"/>
                  </a:lnTo>
                  <a:lnTo>
                    <a:pt x="956" y="2049"/>
                  </a:lnTo>
                  <a:lnTo>
                    <a:pt x="995" y="1970"/>
                  </a:lnTo>
                  <a:lnTo>
                    <a:pt x="1015" y="1890"/>
                  </a:lnTo>
                  <a:lnTo>
                    <a:pt x="1015" y="219"/>
                  </a:lnTo>
                  <a:lnTo>
                    <a:pt x="995" y="139"/>
                  </a:lnTo>
                  <a:lnTo>
                    <a:pt x="956" y="60"/>
                  </a:lnTo>
                  <a:lnTo>
                    <a:pt x="876" y="2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4121350" y="1332325"/>
              <a:ext cx="64175" cy="93025"/>
            </a:xfrm>
            <a:custGeom>
              <a:avLst/>
              <a:gdLst/>
              <a:ahLst/>
              <a:cxnLst/>
              <a:rect l="l" t="t" r="r" b="b"/>
              <a:pathLst>
                <a:path w="2567" h="3721" extrusionOk="0">
                  <a:moveTo>
                    <a:pt x="1015" y="0"/>
                  </a:moveTo>
                  <a:lnTo>
                    <a:pt x="935" y="20"/>
                  </a:lnTo>
                  <a:lnTo>
                    <a:pt x="875" y="80"/>
                  </a:lnTo>
                  <a:lnTo>
                    <a:pt x="816" y="179"/>
                  </a:lnTo>
                  <a:lnTo>
                    <a:pt x="816" y="279"/>
                  </a:lnTo>
                  <a:lnTo>
                    <a:pt x="816" y="418"/>
                  </a:lnTo>
                  <a:lnTo>
                    <a:pt x="836" y="537"/>
                  </a:lnTo>
                  <a:lnTo>
                    <a:pt x="836" y="617"/>
                  </a:lnTo>
                  <a:lnTo>
                    <a:pt x="756" y="736"/>
                  </a:lnTo>
                  <a:lnTo>
                    <a:pt x="637" y="876"/>
                  </a:lnTo>
                  <a:lnTo>
                    <a:pt x="458" y="1055"/>
                  </a:lnTo>
                  <a:lnTo>
                    <a:pt x="239" y="1313"/>
                  </a:lnTo>
                  <a:lnTo>
                    <a:pt x="159" y="1452"/>
                  </a:lnTo>
                  <a:lnTo>
                    <a:pt x="80" y="1592"/>
                  </a:lnTo>
                  <a:lnTo>
                    <a:pt x="40" y="1731"/>
                  </a:lnTo>
                  <a:lnTo>
                    <a:pt x="20" y="1850"/>
                  </a:lnTo>
                  <a:lnTo>
                    <a:pt x="0" y="2029"/>
                  </a:lnTo>
                  <a:lnTo>
                    <a:pt x="0" y="2089"/>
                  </a:lnTo>
                  <a:lnTo>
                    <a:pt x="0" y="2666"/>
                  </a:lnTo>
                  <a:lnTo>
                    <a:pt x="0" y="3243"/>
                  </a:lnTo>
                  <a:lnTo>
                    <a:pt x="0" y="3522"/>
                  </a:lnTo>
                  <a:lnTo>
                    <a:pt x="20" y="3581"/>
                  </a:lnTo>
                  <a:lnTo>
                    <a:pt x="60" y="3661"/>
                  </a:lnTo>
                  <a:lnTo>
                    <a:pt x="119" y="3701"/>
                  </a:lnTo>
                  <a:lnTo>
                    <a:pt x="199" y="3720"/>
                  </a:lnTo>
                  <a:lnTo>
                    <a:pt x="2129" y="3720"/>
                  </a:lnTo>
                  <a:lnTo>
                    <a:pt x="2228" y="3701"/>
                  </a:lnTo>
                  <a:lnTo>
                    <a:pt x="2308" y="3641"/>
                  </a:lnTo>
                  <a:lnTo>
                    <a:pt x="2348" y="3561"/>
                  </a:lnTo>
                  <a:lnTo>
                    <a:pt x="2367" y="3482"/>
                  </a:lnTo>
                  <a:lnTo>
                    <a:pt x="2348" y="3382"/>
                  </a:lnTo>
                  <a:lnTo>
                    <a:pt x="2308" y="3323"/>
                  </a:lnTo>
                  <a:lnTo>
                    <a:pt x="2228" y="3263"/>
                  </a:lnTo>
                  <a:lnTo>
                    <a:pt x="2129" y="3243"/>
                  </a:lnTo>
                  <a:lnTo>
                    <a:pt x="2169" y="3243"/>
                  </a:lnTo>
                  <a:lnTo>
                    <a:pt x="2288" y="3223"/>
                  </a:lnTo>
                  <a:lnTo>
                    <a:pt x="2367" y="3163"/>
                  </a:lnTo>
                  <a:lnTo>
                    <a:pt x="2427" y="3064"/>
                  </a:lnTo>
                  <a:lnTo>
                    <a:pt x="2447" y="2964"/>
                  </a:lnTo>
                  <a:lnTo>
                    <a:pt x="2427" y="2845"/>
                  </a:lnTo>
                  <a:lnTo>
                    <a:pt x="2367" y="2746"/>
                  </a:lnTo>
                  <a:lnTo>
                    <a:pt x="2288" y="2686"/>
                  </a:lnTo>
                  <a:lnTo>
                    <a:pt x="2169" y="2666"/>
                  </a:lnTo>
                  <a:lnTo>
                    <a:pt x="2268" y="2666"/>
                  </a:lnTo>
                  <a:lnTo>
                    <a:pt x="2387" y="2646"/>
                  </a:lnTo>
                  <a:lnTo>
                    <a:pt x="2467" y="2586"/>
                  </a:lnTo>
                  <a:lnTo>
                    <a:pt x="2547" y="2487"/>
                  </a:lnTo>
                  <a:lnTo>
                    <a:pt x="2566" y="2388"/>
                  </a:lnTo>
                  <a:lnTo>
                    <a:pt x="2547" y="2268"/>
                  </a:lnTo>
                  <a:lnTo>
                    <a:pt x="2467" y="2189"/>
                  </a:lnTo>
                  <a:lnTo>
                    <a:pt x="2387" y="2129"/>
                  </a:lnTo>
                  <a:lnTo>
                    <a:pt x="2268" y="2089"/>
                  </a:lnTo>
                  <a:lnTo>
                    <a:pt x="2308" y="2089"/>
                  </a:lnTo>
                  <a:lnTo>
                    <a:pt x="2367" y="2069"/>
                  </a:lnTo>
                  <a:lnTo>
                    <a:pt x="2407" y="2049"/>
                  </a:lnTo>
                  <a:lnTo>
                    <a:pt x="2467" y="2010"/>
                  </a:lnTo>
                  <a:lnTo>
                    <a:pt x="2507" y="1950"/>
                  </a:lnTo>
                  <a:lnTo>
                    <a:pt x="2527" y="1890"/>
                  </a:lnTo>
                  <a:lnTo>
                    <a:pt x="2547" y="1830"/>
                  </a:lnTo>
                  <a:lnTo>
                    <a:pt x="2566" y="1771"/>
                  </a:lnTo>
                  <a:lnTo>
                    <a:pt x="2547" y="1711"/>
                  </a:lnTo>
                  <a:lnTo>
                    <a:pt x="2527" y="1651"/>
                  </a:lnTo>
                  <a:lnTo>
                    <a:pt x="2507" y="1592"/>
                  </a:lnTo>
                  <a:lnTo>
                    <a:pt x="2467" y="1552"/>
                  </a:lnTo>
                  <a:lnTo>
                    <a:pt x="2407" y="1512"/>
                  </a:lnTo>
                  <a:lnTo>
                    <a:pt x="2367" y="1472"/>
                  </a:lnTo>
                  <a:lnTo>
                    <a:pt x="2308" y="1452"/>
                  </a:lnTo>
                  <a:lnTo>
                    <a:pt x="1194" y="1452"/>
                  </a:lnTo>
                  <a:lnTo>
                    <a:pt x="1293" y="1273"/>
                  </a:lnTo>
                  <a:lnTo>
                    <a:pt x="1393" y="1074"/>
                  </a:lnTo>
                  <a:lnTo>
                    <a:pt x="1472" y="876"/>
                  </a:lnTo>
                  <a:lnTo>
                    <a:pt x="1492" y="756"/>
                  </a:lnTo>
                  <a:lnTo>
                    <a:pt x="1492" y="657"/>
                  </a:lnTo>
                  <a:lnTo>
                    <a:pt x="1492" y="517"/>
                  </a:lnTo>
                  <a:lnTo>
                    <a:pt x="1452" y="378"/>
                  </a:lnTo>
                  <a:lnTo>
                    <a:pt x="1413" y="279"/>
                  </a:lnTo>
                  <a:lnTo>
                    <a:pt x="1373" y="179"/>
                  </a:lnTo>
                  <a:lnTo>
                    <a:pt x="1313" y="100"/>
                  </a:lnTo>
                  <a:lnTo>
                    <a:pt x="1253" y="40"/>
                  </a:lnTo>
                  <a:lnTo>
                    <a:pt x="1174" y="20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4309350" y="1361175"/>
              <a:ext cx="25375" cy="52225"/>
            </a:xfrm>
            <a:custGeom>
              <a:avLst/>
              <a:gdLst/>
              <a:ahLst/>
              <a:cxnLst/>
              <a:rect l="l" t="t" r="r" b="b"/>
              <a:pathLst>
                <a:path w="1015" h="2089" extrusionOk="0">
                  <a:moveTo>
                    <a:pt x="19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0" y="1890"/>
                  </a:lnTo>
                  <a:lnTo>
                    <a:pt x="20" y="1970"/>
                  </a:lnTo>
                  <a:lnTo>
                    <a:pt x="60" y="2029"/>
                  </a:lnTo>
                  <a:lnTo>
                    <a:pt x="120" y="2069"/>
                  </a:lnTo>
                  <a:lnTo>
                    <a:pt x="199" y="2089"/>
                  </a:lnTo>
                  <a:lnTo>
                    <a:pt x="816" y="2089"/>
                  </a:lnTo>
                  <a:lnTo>
                    <a:pt x="895" y="2069"/>
                  </a:lnTo>
                  <a:lnTo>
                    <a:pt x="955" y="2029"/>
                  </a:lnTo>
                  <a:lnTo>
                    <a:pt x="995" y="1970"/>
                  </a:lnTo>
                  <a:lnTo>
                    <a:pt x="1015" y="1890"/>
                  </a:lnTo>
                  <a:lnTo>
                    <a:pt x="1015" y="199"/>
                  </a:lnTo>
                  <a:lnTo>
                    <a:pt x="995" y="119"/>
                  </a:lnTo>
                  <a:lnTo>
                    <a:pt x="955" y="60"/>
                  </a:lnTo>
                  <a:lnTo>
                    <a:pt x="895" y="20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4238725" y="1368125"/>
              <a:ext cx="63675" cy="93025"/>
            </a:xfrm>
            <a:custGeom>
              <a:avLst/>
              <a:gdLst/>
              <a:ahLst/>
              <a:cxnLst/>
              <a:rect l="l" t="t" r="r" b="b"/>
              <a:pathLst>
                <a:path w="2547" h="3721" extrusionOk="0">
                  <a:moveTo>
                    <a:pt x="418" y="1"/>
                  </a:moveTo>
                  <a:lnTo>
                    <a:pt x="338" y="20"/>
                  </a:lnTo>
                  <a:lnTo>
                    <a:pt x="259" y="60"/>
                  </a:lnTo>
                  <a:lnTo>
                    <a:pt x="199" y="140"/>
                  </a:lnTo>
                  <a:lnTo>
                    <a:pt x="179" y="239"/>
                  </a:lnTo>
                  <a:lnTo>
                    <a:pt x="199" y="319"/>
                  </a:lnTo>
                  <a:lnTo>
                    <a:pt x="259" y="398"/>
                  </a:lnTo>
                  <a:lnTo>
                    <a:pt x="338" y="458"/>
                  </a:lnTo>
                  <a:lnTo>
                    <a:pt x="398" y="458"/>
                  </a:lnTo>
                  <a:lnTo>
                    <a:pt x="279" y="498"/>
                  </a:lnTo>
                  <a:lnTo>
                    <a:pt x="179" y="558"/>
                  </a:lnTo>
                  <a:lnTo>
                    <a:pt x="119" y="637"/>
                  </a:lnTo>
                  <a:lnTo>
                    <a:pt x="100" y="757"/>
                  </a:lnTo>
                  <a:lnTo>
                    <a:pt x="119" y="856"/>
                  </a:lnTo>
                  <a:lnTo>
                    <a:pt x="179" y="956"/>
                  </a:lnTo>
                  <a:lnTo>
                    <a:pt x="279" y="1015"/>
                  </a:lnTo>
                  <a:lnTo>
                    <a:pt x="398" y="1035"/>
                  </a:lnTo>
                  <a:lnTo>
                    <a:pt x="279" y="1035"/>
                  </a:lnTo>
                  <a:lnTo>
                    <a:pt x="179" y="1055"/>
                  </a:lnTo>
                  <a:lnTo>
                    <a:pt x="80" y="1135"/>
                  </a:lnTo>
                  <a:lnTo>
                    <a:pt x="20" y="1214"/>
                  </a:lnTo>
                  <a:lnTo>
                    <a:pt x="0" y="1334"/>
                  </a:lnTo>
                  <a:lnTo>
                    <a:pt x="20" y="1433"/>
                  </a:lnTo>
                  <a:lnTo>
                    <a:pt x="80" y="1532"/>
                  </a:lnTo>
                  <a:lnTo>
                    <a:pt x="179" y="1592"/>
                  </a:lnTo>
                  <a:lnTo>
                    <a:pt x="279" y="1612"/>
                  </a:lnTo>
                  <a:lnTo>
                    <a:pt x="318" y="1612"/>
                  </a:lnTo>
                  <a:lnTo>
                    <a:pt x="259" y="1632"/>
                  </a:lnTo>
                  <a:lnTo>
                    <a:pt x="199" y="1632"/>
                  </a:lnTo>
                  <a:lnTo>
                    <a:pt x="139" y="1672"/>
                  </a:lnTo>
                  <a:lnTo>
                    <a:pt x="100" y="1712"/>
                  </a:lnTo>
                  <a:lnTo>
                    <a:pt x="60" y="1751"/>
                  </a:lnTo>
                  <a:lnTo>
                    <a:pt x="20" y="1811"/>
                  </a:lnTo>
                  <a:lnTo>
                    <a:pt x="0" y="1871"/>
                  </a:lnTo>
                  <a:lnTo>
                    <a:pt x="0" y="1930"/>
                  </a:lnTo>
                  <a:lnTo>
                    <a:pt x="0" y="2010"/>
                  </a:lnTo>
                  <a:lnTo>
                    <a:pt x="20" y="2070"/>
                  </a:lnTo>
                  <a:lnTo>
                    <a:pt x="60" y="2129"/>
                  </a:lnTo>
                  <a:lnTo>
                    <a:pt x="100" y="2169"/>
                  </a:lnTo>
                  <a:lnTo>
                    <a:pt x="139" y="2209"/>
                  </a:lnTo>
                  <a:lnTo>
                    <a:pt x="199" y="2229"/>
                  </a:lnTo>
                  <a:lnTo>
                    <a:pt x="259" y="2249"/>
                  </a:lnTo>
                  <a:lnTo>
                    <a:pt x="318" y="2269"/>
                  </a:lnTo>
                  <a:lnTo>
                    <a:pt x="1353" y="2269"/>
                  </a:lnTo>
                  <a:lnTo>
                    <a:pt x="1253" y="2428"/>
                  </a:lnTo>
                  <a:lnTo>
                    <a:pt x="1154" y="2627"/>
                  </a:lnTo>
                  <a:lnTo>
                    <a:pt x="1094" y="2846"/>
                  </a:lnTo>
                  <a:lnTo>
                    <a:pt x="1055" y="2945"/>
                  </a:lnTo>
                  <a:lnTo>
                    <a:pt x="1055" y="3044"/>
                  </a:lnTo>
                  <a:lnTo>
                    <a:pt x="1074" y="3204"/>
                  </a:lnTo>
                  <a:lnTo>
                    <a:pt x="1094" y="3323"/>
                  </a:lnTo>
                  <a:lnTo>
                    <a:pt x="1134" y="3442"/>
                  </a:lnTo>
                  <a:lnTo>
                    <a:pt x="1194" y="3522"/>
                  </a:lnTo>
                  <a:lnTo>
                    <a:pt x="1253" y="3601"/>
                  </a:lnTo>
                  <a:lnTo>
                    <a:pt x="1313" y="3661"/>
                  </a:lnTo>
                  <a:lnTo>
                    <a:pt x="1373" y="3701"/>
                  </a:lnTo>
                  <a:lnTo>
                    <a:pt x="1433" y="3721"/>
                  </a:lnTo>
                  <a:lnTo>
                    <a:pt x="1532" y="3721"/>
                  </a:lnTo>
                  <a:lnTo>
                    <a:pt x="1631" y="3681"/>
                  </a:lnTo>
                  <a:lnTo>
                    <a:pt x="1691" y="3621"/>
                  </a:lnTo>
                  <a:lnTo>
                    <a:pt x="1731" y="3542"/>
                  </a:lnTo>
                  <a:lnTo>
                    <a:pt x="1751" y="3422"/>
                  </a:lnTo>
                  <a:lnTo>
                    <a:pt x="1731" y="3303"/>
                  </a:lnTo>
                  <a:lnTo>
                    <a:pt x="1731" y="3184"/>
                  </a:lnTo>
                  <a:lnTo>
                    <a:pt x="1731" y="3104"/>
                  </a:lnTo>
                  <a:lnTo>
                    <a:pt x="1791" y="2985"/>
                  </a:lnTo>
                  <a:lnTo>
                    <a:pt x="1930" y="2846"/>
                  </a:lnTo>
                  <a:lnTo>
                    <a:pt x="2089" y="2647"/>
                  </a:lnTo>
                  <a:lnTo>
                    <a:pt x="2308" y="2388"/>
                  </a:lnTo>
                  <a:lnTo>
                    <a:pt x="2407" y="2249"/>
                  </a:lnTo>
                  <a:lnTo>
                    <a:pt x="2467" y="2129"/>
                  </a:lnTo>
                  <a:lnTo>
                    <a:pt x="2507" y="1990"/>
                  </a:lnTo>
                  <a:lnTo>
                    <a:pt x="2527" y="1871"/>
                  </a:lnTo>
                  <a:lnTo>
                    <a:pt x="2547" y="1692"/>
                  </a:lnTo>
                  <a:lnTo>
                    <a:pt x="2547" y="1612"/>
                  </a:lnTo>
                  <a:lnTo>
                    <a:pt x="2547" y="1035"/>
                  </a:lnTo>
                  <a:lnTo>
                    <a:pt x="2547" y="458"/>
                  </a:lnTo>
                  <a:lnTo>
                    <a:pt x="2547" y="200"/>
                  </a:lnTo>
                  <a:lnTo>
                    <a:pt x="2527" y="120"/>
                  </a:lnTo>
                  <a:lnTo>
                    <a:pt x="2487" y="60"/>
                  </a:lnTo>
                  <a:lnTo>
                    <a:pt x="2427" y="20"/>
                  </a:lnTo>
                  <a:lnTo>
                    <a:pt x="2348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4089500" y="2157450"/>
              <a:ext cx="25400" cy="52750"/>
            </a:xfrm>
            <a:custGeom>
              <a:avLst/>
              <a:gdLst/>
              <a:ahLst/>
              <a:cxnLst/>
              <a:rect l="l" t="t" r="r" b="b"/>
              <a:pathLst>
                <a:path w="1016" h="2110" extrusionOk="0">
                  <a:moveTo>
                    <a:pt x="200" y="0"/>
                  </a:moveTo>
                  <a:lnTo>
                    <a:pt x="120" y="20"/>
                  </a:lnTo>
                  <a:lnTo>
                    <a:pt x="60" y="80"/>
                  </a:lnTo>
                  <a:lnTo>
                    <a:pt x="1" y="140"/>
                  </a:lnTo>
                  <a:lnTo>
                    <a:pt x="1" y="219"/>
                  </a:lnTo>
                  <a:lnTo>
                    <a:pt x="1" y="1890"/>
                  </a:lnTo>
                  <a:lnTo>
                    <a:pt x="1" y="1970"/>
                  </a:lnTo>
                  <a:lnTo>
                    <a:pt x="60" y="2049"/>
                  </a:lnTo>
                  <a:lnTo>
                    <a:pt x="120" y="2089"/>
                  </a:lnTo>
                  <a:lnTo>
                    <a:pt x="200" y="2109"/>
                  </a:lnTo>
                  <a:lnTo>
                    <a:pt x="797" y="2109"/>
                  </a:lnTo>
                  <a:lnTo>
                    <a:pt x="876" y="2089"/>
                  </a:lnTo>
                  <a:lnTo>
                    <a:pt x="956" y="2049"/>
                  </a:lnTo>
                  <a:lnTo>
                    <a:pt x="995" y="1970"/>
                  </a:lnTo>
                  <a:lnTo>
                    <a:pt x="1015" y="1890"/>
                  </a:lnTo>
                  <a:lnTo>
                    <a:pt x="1015" y="219"/>
                  </a:lnTo>
                  <a:lnTo>
                    <a:pt x="995" y="140"/>
                  </a:lnTo>
                  <a:lnTo>
                    <a:pt x="956" y="80"/>
                  </a:lnTo>
                  <a:lnTo>
                    <a:pt x="876" y="2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4121350" y="2110200"/>
              <a:ext cx="64175" cy="93025"/>
            </a:xfrm>
            <a:custGeom>
              <a:avLst/>
              <a:gdLst/>
              <a:ahLst/>
              <a:cxnLst/>
              <a:rect l="l" t="t" r="r" b="b"/>
              <a:pathLst>
                <a:path w="2567" h="3721" extrusionOk="0">
                  <a:moveTo>
                    <a:pt x="1015" y="0"/>
                  </a:moveTo>
                  <a:lnTo>
                    <a:pt x="935" y="20"/>
                  </a:lnTo>
                  <a:lnTo>
                    <a:pt x="875" y="80"/>
                  </a:lnTo>
                  <a:lnTo>
                    <a:pt x="816" y="179"/>
                  </a:lnTo>
                  <a:lnTo>
                    <a:pt x="816" y="279"/>
                  </a:lnTo>
                  <a:lnTo>
                    <a:pt x="816" y="418"/>
                  </a:lnTo>
                  <a:lnTo>
                    <a:pt x="836" y="537"/>
                  </a:lnTo>
                  <a:lnTo>
                    <a:pt x="836" y="617"/>
                  </a:lnTo>
                  <a:lnTo>
                    <a:pt x="756" y="736"/>
                  </a:lnTo>
                  <a:lnTo>
                    <a:pt x="637" y="876"/>
                  </a:lnTo>
                  <a:lnTo>
                    <a:pt x="458" y="1055"/>
                  </a:lnTo>
                  <a:lnTo>
                    <a:pt x="239" y="1313"/>
                  </a:lnTo>
                  <a:lnTo>
                    <a:pt x="159" y="1453"/>
                  </a:lnTo>
                  <a:lnTo>
                    <a:pt x="80" y="1592"/>
                  </a:lnTo>
                  <a:lnTo>
                    <a:pt x="40" y="1731"/>
                  </a:lnTo>
                  <a:lnTo>
                    <a:pt x="20" y="1851"/>
                  </a:lnTo>
                  <a:lnTo>
                    <a:pt x="0" y="2030"/>
                  </a:lnTo>
                  <a:lnTo>
                    <a:pt x="0" y="2089"/>
                  </a:lnTo>
                  <a:lnTo>
                    <a:pt x="0" y="2666"/>
                  </a:lnTo>
                  <a:lnTo>
                    <a:pt x="0" y="3243"/>
                  </a:lnTo>
                  <a:lnTo>
                    <a:pt x="0" y="3522"/>
                  </a:lnTo>
                  <a:lnTo>
                    <a:pt x="20" y="3601"/>
                  </a:lnTo>
                  <a:lnTo>
                    <a:pt x="60" y="3661"/>
                  </a:lnTo>
                  <a:lnTo>
                    <a:pt x="119" y="3701"/>
                  </a:lnTo>
                  <a:lnTo>
                    <a:pt x="199" y="3721"/>
                  </a:lnTo>
                  <a:lnTo>
                    <a:pt x="2129" y="3721"/>
                  </a:lnTo>
                  <a:lnTo>
                    <a:pt x="2228" y="3701"/>
                  </a:lnTo>
                  <a:lnTo>
                    <a:pt x="2308" y="3641"/>
                  </a:lnTo>
                  <a:lnTo>
                    <a:pt x="2348" y="3581"/>
                  </a:lnTo>
                  <a:lnTo>
                    <a:pt x="2367" y="3482"/>
                  </a:lnTo>
                  <a:lnTo>
                    <a:pt x="2348" y="3382"/>
                  </a:lnTo>
                  <a:lnTo>
                    <a:pt x="2308" y="3323"/>
                  </a:lnTo>
                  <a:lnTo>
                    <a:pt x="2228" y="3263"/>
                  </a:lnTo>
                  <a:lnTo>
                    <a:pt x="2129" y="3243"/>
                  </a:lnTo>
                  <a:lnTo>
                    <a:pt x="2169" y="3243"/>
                  </a:lnTo>
                  <a:lnTo>
                    <a:pt x="2288" y="3223"/>
                  </a:lnTo>
                  <a:lnTo>
                    <a:pt x="2367" y="3164"/>
                  </a:lnTo>
                  <a:lnTo>
                    <a:pt x="2427" y="3064"/>
                  </a:lnTo>
                  <a:lnTo>
                    <a:pt x="2447" y="2965"/>
                  </a:lnTo>
                  <a:lnTo>
                    <a:pt x="2427" y="2845"/>
                  </a:lnTo>
                  <a:lnTo>
                    <a:pt x="2367" y="2766"/>
                  </a:lnTo>
                  <a:lnTo>
                    <a:pt x="2288" y="2686"/>
                  </a:lnTo>
                  <a:lnTo>
                    <a:pt x="2169" y="2666"/>
                  </a:lnTo>
                  <a:lnTo>
                    <a:pt x="2268" y="2666"/>
                  </a:lnTo>
                  <a:lnTo>
                    <a:pt x="2387" y="2646"/>
                  </a:lnTo>
                  <a:lnTo>
                    <a:pt x="2467" y="2587"/>
                  </a:lnTo>
                  <a:lnTo>
                    <a:pt x="2547" y="2487"/>
                  </a:lnTo>
                  <a:lnTo>
                    <a:pt x="2566" y="2388"/>
                  </a:lnTo>
                  <a:lnTo>
                    <a:pt x="2547" y="2268"/>
                  </a:lnTo>
                  <a:lnTo>
                    <a:pt x="2467" y="2189"/>
                  </a:lnTo>
                  <a:lnTo>
                    <a:pt x="2387" y="2129"/>
                  </a:lnTo>
                  <a:lnTo>
                    <a:pt x="2268" y="2089"/>
                  </a:lnTo>
                  <a:lnTo>
                    <a:pt x="2308" y="2089"/>
                  </a:lnTo>
                  <a:lnTo>
                    <a:pt x="2367" y="2069"/>
                  </a:lnTo>
                  <a:lnTo>
                    <a:pt x="2407" y="2049"/>
                  </a:lnTo>
                  <a:lnTo>
                    <a:pt x="2467" y="2010"/>
                  </a:lnTo>
                  <a:lnTo>
                    <a:pt x="2507" y="1950"/>
                  </a:lnTo>
                  <a:lnTo>
                    <a:pt x="2527" y="1910"/>
                  </a:lnTo>
                  <a:lnTo>
                    <a:pt x="2547" y="1831"/>
                  </a:lnTo>
                  <a:lnTo>
                    <a:pt x="2566" y="1771"/>
                  </a:lnTo>
                  <a:lnTo>
                    <a:pt x="2547" y="1711"/>
                  </a:lnTo>
                  <a:lnTo>
                    <a:pt x="2527" y="1652"/>
                  </a:lnTo>
                  <a:lnTo>
                    <a:pt x="2507" y="1592"/>
                  </a:lnTo>
                  <a:lnTo>
                    <a:pt x="2467" y="1552"/>
                  </a:lnTo>
                  <a:lnTo>
                    <a:pt x="2407" y="1512"/>
                  </a:lnTo>
                  <a:lnTo>
                    <a:pt x="2367" y="1473"/>
                  </a:lnTo>
                  <a:lnTo>
                    <a:pt x="2308" y="1453"/>
                  </a:lnTo>
                  <a:lnTo>
                    <a:pt x="1194" y="1453"/>
                  </a:lnTo>
                  <a:lnTo>
                    <a:pt x="1293" y="1274"/>
                  </a:lnTo>
                  <a:lnTo>
                    <a:pt x="1393" y="1075"/>
                  </a:lnTo>
                  <a:lnTo>
                    <a:pt x="1472" y="876"/>
                  </a:lnTo>
                  <a:lnTo>
                    <a:pt x="1492" y="776"/>
                  </a:lnTo>
                  <a:lnTo>
                    <a:pt x="1492" y="657"/>
                  </a:lnTo>
                  <a:lnTo>
                    <a:pt x="1492" y="518"/>
                  </a:lnTo>
                  <a:lnTo>
                    <a:pt x="1452" y="398"/>
                  </a:lnTo>
                  <a:lnTo>
                    <a:pt x="1413" y="279"/>
                  </a:lnTo>
                  <a:lnTo>
                    <a:pt x="1373" y="179"/>
                  </a:lnTo>
                  <a:lnTo>
                    <a:pt x="1313" y="100"/>
                  </a:lnTo>
                  <a:lnTo>
                    <a:pt x="1253" y="60"/>
                  </a:lnTo>
                  <a:lnTo>
                    <a:pt x="1174" y="20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4309350" y="2139050"/>
              <a:ext cx="25375" cy="52250"/>
            </a:xfrm>
            <a:custGeom>
              <a:avLst/>
              <a:gdLst/>
              <a:ahLst/>
              <a:cxnLst/>
              <a:rect l="l" t="t" r="r" b="b"/>
              <a:pathLst>
                <a:path w="1015" h="2090" extrusionOk="0">
                  <a:moveTo>
                    <a:pt x="19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0" y="120"/>
                  </a:lnTo>
                  <a:lnTo>
                    <a:pt x="0" y="199"/>
                  </a:lnTo>
                  <a:lnTo>
                    <a:pt x="0" y="1890"/>
                  </a:lnTo>
                  <a:lnTo>
                    <a:pt x="20" y="1970"/>
                  </a:lnTo>
                  <a:lnTo>
                    <a:pt x="60" y="2029"/>
                  </a:lnTo>
                  <a:lnTo>
                    <a:pt x="120" y="2069"/>
                  </a:lnTo>
                  <a:lnTo>
                    <a:pt x="199" y="2089"/>
                  </a:lnTo>
                  <a:lnTo>
                    <a:pt x="816" y="2089"/>
                  </a:lnTo>
                  <a:lnTo>
                    <a:pt x="895" y="2069"/>
                  </a:lnTo>
                  <a:lnTo>
                    <a:pt x="955" y="2029"/>
                  </a:lnTo>
                  <a:lnTo>
                    <a:pt x="995" y="1970"/>
                  </a:lnTo>
                  <a:lnTo>
                    <a:pt x="1015" y="1890"/>
                  </a:lnTo>
                  <a:lnTo>
                    <a:pt x="1015" y="199"/>
                  </a:lnTo>
                  <a:lnTo>
                    <a:pt x="995" y="120"/>
                  </a:lnTo>
                  <a:lnTo>
                    <a:pt x="955" y="60"/>
                  </a:lnTo>
                  <a:lnTo>
                    <a:pt x="895" y="20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4238725" y="2146000"/>
              <a:ext cx="63675" cy="93050"/>
            </a:xfrm>
            <a:custGeom>
              <a:avLst/>
              <a:gdLst/>
              <a:ahLst/>
              <a:cxnLst/>
              <a:rect l="l" t="t" r="r" b="b"/>
              <a:pathLst>
                <a:path w="2547" h="3722" extrusionOk="0">
                  <a:moveTo>
                    <a:pt x="418" y="1"/>
                  </a:moveTo>
                  <a:lnTo>
                    <a:pt x="338" y="21"/>
                  </a:lnTo>
                  <a:lnTo>
                    <a:pt x="259" y="60"/>
                  </a:lnTo>
                  <a:lnTo>
                    <a:pt x="199" y="140"/>
                  </a:lnTo>
                  <a:lnTo>
                    <a:pt x="179" y="239"/>
                  </a:lnTo>
                  <a:lnTo>
                    <a:pt x="199" y="319"/>
                  </a:lnTo>
                  <a:lnTo>
                    <a:pt x="259" y="399"/>
                  </a:lnTo>
                  <a:lnTo>
                    <a:pt x="338" y="458"/>
                  </a:lnTo>
                  <a:lnTo>
                    <a:pt x="418" y="478"/>
                  </a:lnTo>
                  <a:lnTo>
                    <a:pt x="398" y="478"/>
                  </a:lnTo>
                  <a:lnTo>
                    <a:pt x="279" y="498"/>
                  </a:lnTo>
                  <a:lnTo>
                    <a:pt x="179" y="558"/>
                  </a:lnTo>
                  <a:lnTo>
                    <a:pt x="119" y="637"/>
                  </a:lnTo>
                  <a:lnTo>
                    <a:pt x="100" y="757"/>
                  </a:lnTo>
                  <a:lnTo>
                    <a:pt x="119" y="876"/>
                  </a:lnTo>
                  <a:lnTo>
                    <a:pt x="179" y="956"/>
                  </a:lnTo>
                  <a:lnTo>
                    <a:pt x="279" y="1015"/>
                  </a:lnTo>
                  <a:lnTo>
                    <a:pt x="398" y="1035"/>
                  </a:lnTo>
                  <a:lnTo>
                    <a:pt x="279" y="1035"/>
                  </a:lnTo>
                  <a:lnTo>
                    <a:pt x="179" y="1075"/>
                  </a:lnTo>
                  <a:lnTo>
                    <a:pt x="80" y="1135"/>
                  </a:lnTo>
                  <a:lnTo>
                    <a:pt x="20" y="1214"/>
                  </a:lnTo>
                  <a:lnTo>
                    <a:pt x="0" y="1334"/>
                  </a:lnTo>
                  <a:lnTo>
                    <a:pt x="20" y="1433"/>
                  </a:lnTo>
                  <a:lnTo>
                    <a:pt x="80" y="1533"/>
                  </a:lnTo>
                  <a:lnTo>
                    <a:pt x="179" y="1592"/>
                  </a:lnTo>
                  <a:lnTo>
                    <a:pt x="279" y="1612"/>
                  </a:lnTo>
                  <a:lnTo>
                    <a:pt x="318" y="1612"/>
                  </a:lnTo>
                  <a:lnTo>
                    <a:pt x="259" y="1632"/>
                  </a:lnTo>
                  <a:lnTo>
                    <a:pt x="199" y="1652"/>
                  </a:lnTo>
                  <a:lnTo>
                    <a:pt x="139" y="1672"/>
                  </a:lnTo>
                  <a:lnTo>
                    <a:pt x="100" y="1712"/>
                  </a:lnTo>
                  <a:lnTo>
                    <a:pt x="60" y="1751"/>
                  </a:lnTo>
                  <a:lnTo>
                    <a:pt x="20" y="1811"/>
                  </a:lnTo>
                  <a:lnTo>
                    <a:pt x="0" y="1871"/>
                  </a:lnTo>
                  <a:lnTo>
                    <a:pt x="0" y="1931"/>
                  </a:lnTo>
                  <a:lnTo>
                    <a:pt x="0" y="2010"/>
                  </a:lnTo>
                  <a:lnTo>
                    <a:pt x="20" y="2070"/>
                  </a:lnTo>
                  <a:lnTo>
                    <a:pt x="60" y="2129"/>
                  </a:lnTo>
                  <a:lnTo>
                    <a:pt x="100" y="2169"/>
                  </a:lnTo>
                  <a:lnTo>
                    <a:pt x="139" y="2209"/>
                  </a:lnTo>
                  <a:lnTo>
                    <a:pt x="199" y="2229"/>
                  </a:lnTo>
                  <a:lnTo>
                    <a:pt x="259" y="2249"/>
                  </a:lnTo>
                  <a:lnTo>
                    <a:pt x="318" y="2269"/>
                  </a:lnTo>
                  <a:lnTo>
                    <a:pt x="1353" y="2269"/>
                  </a:lnTo>
                  <a:lnTo>
                    <a:pt x="1253" y="2428"/>
                  </a:lnTo>
                  <a:lnTo>
                    <a:pt x="1154" y="2627"/>
                  </a:lnTo>
                  <a:lnTo>
                    <a:pt x="1094" y="2846"/>
                  </a:lnTo>
                  <a:lnTo>
                    <a:pt x="1055" y="2945"/>
                  </a:lnTo>
                  <a:lnTo>
                    <a:pt x="1055" y="3045"/>
                  </a:lnTo>
                  <a:lnTo>
                    <a:pt x="1074" y="3204"/>
                  </a:lnTo>
                  <a:lnTo>
                    <a:pt x="1094" y="3323"/>
                  </a:lnTo>
                  <a:lnTo>
                    <a:pt x="1134" y="3443"/>
                  </a:lnTo>
                  <a:lnTo>
                    <a:pt x="1194" y="3522"/>
                  </a:lnTo>
                  <a:lnTo>
                    <a:pt x="1253" y="3602"/>
                  </a:lnTo>
                  <a:lnTo>
                    <a:pt x="1313" y="3661"/>
                  </a:lnTo>
                  <a:lnTo>
                    <a:pt x="1373" y="3701"/>
                  </a:lnTo>
                  <a:lnTo>
                    <a:pt x="1433" y="3721"/>
                  </a:lnTo>
                  <a:lnTo>
                    <a:pt x="1532" y="3721"/>
                  </a:lnTo>
                  <a:lnTo>
                    <a:pt x="1631" y="3681"/>
                  </a:lnTo>
                  <a:lnTo>
                    <a:pt x="1691" y="3622"/>
                  </a:lnTo>
                  <a:lnTo>
                    <a:pt x="1731" y="3542"/>
                  </a:lnTo>
                  <a:lnTo>
                    <a:pt x="1751" y="3443"/>
                  </a:lnTo>
                  <a:lnTo>
                    <a:pt x="1731" y="3303"/>
                  </a:lnTo>
                  <a:lnTo>
                    <a:pt x="1731" y="3184"/>
                  </a:lnTo>
                  <a:lnTo>
                    <a:pt x="1731" y="3104"/>
                  </a:lnTo>
                  <a:lnTo>
                    <a:pt x="1791" y="2985"/>
                  </a:lnTo>
                  <a:lnTo>
                    <a:pt x="1930" y="2846"/>
                  </a:lnTo>
                  <a:lnTo>
                    <a:pt x="2089" y="2647"/>
                  </a:lnTo>
                  <a:lnTo>
                    <a:pt x="2308" y="2388"/>
                  </a:lnTo>
                  <a:lnTo>
                    <a:pt x="2407" y="2249"/>
                  </a:lnTo>
                  <a:lnTo>
                    <a:pt x="2467" y="2129"/>
                  </a:lnTo>
                  <a:lnTo>
                    <a:pt x="2507" y="1990"/>
                  </a:lnTo>
                  <a:lnTo>
                    <a:pt x="2527" y="1871"/>
                  </a:lnTo>
                  <a:lnTo>
                    <a:pt x="2547" y="1692"/>
                  </a:lnTo>
                  <a:lnTo>
                    <a:pt x="2547" y="1612"/>
                  </a:lnTo>
                  <a:lnTo>
                    <a:pt x="2547" y="1035"/>
                  </a:lnTo>
                  <a:lnTo>
                    <a:pt x="2547" y="478"/>
                  </a:lnTo>
                  <a:lnTo>
                    <a:pt x="2547" y="200"/>
                  </a:lnTo>
                  <a:lnTo>
                    <a:pt x="2527" y="120"/>
                  </a:lnTo>
                  <a:lnTo>
                    <a:pt x="2487" y="60"/>
                  </a:lnTo>
                  <a:lnTo>
                    <a:pt x="2427" y="21"/>
                  </a:lnTo>
                  <a:lnTo>
                    <a:pt x="2348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4089500" y="2906975"/>
              <a:ext cx="25400" cy="52250"/>
            </a:xfrm>
            <a:custGeom>
              <a:avLst/>
              <a:gdLst/>
              <a:ahLst/>
              <a:cxnLst/>
              <a:rect l="l" t="t" r="r" b="b"/>
              <a:pathLst>
                <a:path w="1016" h="2090" extrusionOk="0">
                  <a:moveTo>
                    <a:pt x="200" y="1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1" y="120"/>
                  </a:lnTo>
                  <a:lnTo>
                    <a:pt x="1" y="199"/>
                  </a:lnTo>
                  <a:lnTo>
                    <a:pt x="1" y="1891"/>
                  </a:lnTo>
                  <a:lnTo>
                    <a:pt x="1" y="1970"/>
                  </a:lnTo>
                  <a:lnTo>
                    <a:pt x="60" y="2030"/>
                  </a:lnTo>
                  <a:lnTo>
                    <a:pt x="120" y="2070"/>
                  </a:lnTo>
                  <a:lnTo>
                    <a:pt x="200" y="2089"/>
                  </a:lnTo>
                  <a:lnTo>
                    <a:pt x="797" y="2089"/>
                  </a:lnTo>
                  <a:lnTo>
                    <a:pt x="876" y="2070"/>
                  </a:lnTo>
                  <a:lnTo>
                    <a:pt x="956" y="2030"/>
                  </a:lnTo>
                  <a:lnTo>
                    <a:pt x="995" y="1970"/>
                  </a:lnTo>
                  <a:lnTo>
                    <a:pt x="1015" y="1891"/>
                  </a:lnTo>
                  <a:lnTo>
                    <a:pt x="1015" y="199"/>
                  </a:lnTo>
                  <a:lnTo>
                    <a:pt x="995" y="120"/>
                  </a:lnTo>
                  <a:lnTo>
                    <a:pt x="956" y="60"/>
                  </a:lnTo>
                  <a:lnTo>
                    <a:pt x="876" y="20"/>
                  </a:lnTo>
                  <a:lnTo>
                    <a:pt x="797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4121350" y="2859225"/>
              <a:ext cx="64175" cy="93025"/>
            </a:xfrm>
            <a:custGeom>
              <a:avLst/>
              <a:gdLst/>
              <a:ahLst/>
              <a:cxnLst/>
              <a:rect l="l" t="t" r="r" b="b"/>
              <a:pathLst>
                <a:path w="2567" h="3721" extrusionOk="0">
                  <a:moveTo>
                    <a:pt x="1015" y="1"/>
                  </a:moveTo>
                  <a:lnTo>
                    <a:pt x="935" y="40"/>
                  </a:lnTo>
                  <a:lnTo>
                    <a:pt x="875" y="100"/>
                  </a:lnTo>
                  <a:lnTo>
                    <a:pt x="816" y="180"/>
                  </a:lnTo>
                  <a:lnTo>
                    <a:pt x="816" y="299"/>
                  </a:lnTo>
                  <a:lnTo>
                    <a:pt x="816" y="418"/>
                  </a:lnTo>
                  <a:lnTo>
                    <a:pt x="836" y="538"/>
                  </a:lnTo>
                  <a:lnTo>
                    <a:pt x="836" y="637"/>
                  </a:lnTo>
                  <a:lnTo>
                    <a:pt x="756" y="737"/>
                  </a:lnTo>
                  <a:lnTo>
                    <a:pt x="637" y="876"/>
                  </a:lnTo>
                  <a:lnTo>
                    <a:pt x="458" y="1075"/>
                  </a:lnTo>
                  <a:lnTo>
                    <a:pt x="239" y="1334"/>
                  </a:lnTo>
                  <a:lnTo>
                    <a:pt x="159" y="1473"/>
                  </a:lnTo>
                  <a:lnTo>
                    <a:pt x="80" y="1612"/>
                  </a:lnTo>
                  <a:lnTo>
                    <a:pt x="40" y="1731"/>
                  </a:lnTo>
                  <a:lnTo>
                    <a:pt x="20" y="1851"/>
                  </a:lnTo>
                  <a:lnTo>
                    <a:pt x="0" y="2030"/>
                  </a:lnTo>
                  <a:lnTo>
                    <a:pt x="0" y="2109"/>
                  </a:lnTo>
                  <a:lnTo>
                    <a:pt x="0" y="2686"/>
                  </a:lnTo>
                  <a:lnTo>
                    <a:pt x="0" y="3263"/>
                  </a:lnTo>
                  <a:lnTo>
                    <a:pt x="0" y="3522"/>
                  </a:lnTo>
                  <a:lnTo>
                    <a:pt x="20" y="3602"/>
                  </a:lnTo>
                  <a:lnTo>
                    <a:pt x="60" y="3661"/>
                  </a:lnTo>
                  <a:lnTo>
                    <a:pt x="119" y="3721"/>
                  </a:lnTo>
                  <a:lnTo>
                    <a:pt x="2129" y="3721"/>
                  </a:lnTo>
                  <a:lnTo>
                    <a:pt x="2228" y="3701"/>
                  </a:lnTo>
                  <a:lnTo>
                    <a:pt x="2308" y="3661"/>
                  </a:lnTo>
                  <a:lnTo>
                    <a:pt x="2348" y="3582"/>
                  </a:lnTo>
                  <a:lnTo>
                    <a:pt x="2367" y="3502"/>
                  </a:lnTo>
                  <a:lnTo>
                    <a:pt x="2348" y="3403"/>
                  </a:lnTo>
                  <a:lnTo>
                    <a:pt x="2308" y="3323"/>
                  </a:lnTo>
                  <a:lnTo>
                    <a:pt x="2228" y="3283"/>
                  </a:lnTo>
                  <a:lnTo>
                    <a:pt x="2129" y="3263"/>
                  </a:lnTo>
                  <a:lnTo>
                    <a:pt x="2169" y="3263"/>
                  </a:lnTo>
                  <a:lnTo>
                    <a:pt x="2288" y="3243"/>
                  </a:lnTo>
                  <a:lnTo>
                    <a:pt x="2367" y="3184"/>
                  </a:lnTo>
                  <a:lnTo>
                    <a:pt x="2427" y="3084"/>
                  </a:lnTo>
                  <a:lnTo>
                    <a:pt x="2447" y="2965"/>
                  </a:lnTo>
                  <a:lnTo>
                    <a:pt x="2427" y="2865"/>
                  </a:lnTo>
                  <a:lnTo>
                    <a:pt x="2367" y="2766"/>
                  </a:lnTo>
                  <a:lnTo>
                    <a:pt x="2288" y="2706"/>
                  </a:lnTo>
                  <a:lnTo>
                    <a:pt x="2169" y="2686"/>
                  </a:lnTo>
                  <a:lnTo>
                    <a:pt x="2268" y="2686"/>
                  </a:lnTo>
                  <a:lnTo>
                    <a:pt x="2387" y="2667"/>
                  </a:lnTo>
                  <a:lnTo>
                    <a:pt x="2467" y="2607"/>
                  </a:lnTo>
                  <a:lnTo>
                    <a:pt x="2547" y="2507"/>
                  </a:lnTo>
                  <a:lnTo>
                    <a:pt x="2566" y="2408"/>
                  </a:lnTo>
                  <a:lnTo>
                    <a:pt x="2547" y="2289"/>
                  </a:lnTo>
                  <a:lnTo>
                    <a:pt x="2467" y="2189"/>
                  </a:lnTo>
                  <a:lnTo>
                    <a:pt x="2387" y="2129"/>
                  </a:lnTo>
                  <a:lnTo>
                    <a:pt x="2268" y="2109"/>
                  </a:lnTo>
                  <a:lnTo>
                    <a:pt x="2308" y="2109"/>
                  </a:lnTo>
                  <a:lnTo>
                    <a:pt x="2367" y="2090"/>
                  </a:lnTo>
                  <a:lnTo>
                    <a:pt x="2407" y="2050"/>
                  </a:lnTo>
                  <a:lnTo>
                    <a:pt x="2467" y="2010"/>
                  </a:lnTo>
                  <a:lnTo>
                    <a:pt x="2507" y="1970"/>
                  </a:lnTo>
                  <a:lnTo>
                    <a:pt x="2527" y="1911"/>
                  </a:lnTo>
                  <a:lnTo>
                    <a:pt x="2547" y="1851"/>
                  </a:lnTo>
                  <a:lnTo>
                    <a:pt x="2566" y="1791"/>
                  </a:lnTo>
                  <a:lnTo>
                    <a:pt x="2547" y="1731"/>
                  </a:lnTo>
                  <a:lnTo>
                    <a:pt x="2527" y="1672"/>
                  </a:lnTo>
                  <a:lnTo>
                    <a:pt x="2507" y="1612"/>
                  </a:lnTo>
                  <a:lnTo>
                    <a:pt x="2467" y="1552"/>
                  </a:lnTo>
                  <a:lnTo>
                    <a:pt x="2407" y="1513"/>
                  </a:lnTo>
                  <a:lnTo>
                    <a:pt x="2367" y="1493"/>
                  </a:lnTo>
                  <a:lnTo>
                    <a:pt x="2308" y="1473"/>
                  </a:lnTo>
                  <a:lnTo>
                    <a:pt x="1194" y="1473"/>
                  </a:lnTo>
                  <a:lnTo>
                    <a:pt x="1293" y="1294"/>
                  </a:lnTo>
                  <a:lnTo>
                    <a:pt x="1393" y="1095"/>
                  </a:lnTo>
                  <a:lnTo>
                    <a:pt x="1472" y="876"/>
                  </a:lnTo>
                  <a:lnTo>
                    <a:pt x="1492" y="777"/>
                  </a:lnTo>
                  <a:lnTo>
                    <a:pt x="1492" y="677"/>
                  </a:lnTo>
                  <a:lnTo>
                    <a:pt x="1492" y="538"/>
                  </a:lnTo>
                  <a:lnTo>
                    <a:pt x="1452" y="399"/>
                  </a:lnTo>
                  <a:lnTo>
                    <a:pt x="1413" y="299"/>
                  </a:lnTo>
                  <a:lnTo>
                    <a:pt x="1373" y="200"/>
                  </a:lnTo>
                  <a:lnTo>
                    <a:pt x="1313" y="120"/>
                  </a:lnTo>
                  <a:lnTo>
                    <a:pt x="1253" y="60"/>
                  </a:lnTo>
                  <a:lnTo>
                    <a:pt x="1174" y="21"/>
                  </a:lnTo>
                  <a:lnTo>
                    <a:pt x="1114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4309350" y="2888575"/>
              <a:ext cx="25375" cy="52250"/>
            </a:xfrm>
            <a:custGeom>
              <a:avLst/>
              <a:gdLst/>
              <a:ahLst/>
              <a:cxnLst/>
              <a:rect l="l" t="t" r="r" b="b"/>
              <a:pathLst>
                <a:path w="1015" h="2090" extrusionOk="0">
                  <a:moveTo>
                    <a:pt x="120" y="0"/>
                  </a:moveTo>
                  <a:lnTo>
                    <a:pt x="60" y="60"/>
                  </a:lnTo>
                  <a:lnTo>
                    <a:pt x="20" y="120"/>
                  </a:lnTo>
                  <a:lnTo>
                    <a:pt x="0" y="199"/>
                  </a:lnTo>
                  <a:lnTo>
                    <a:pt x="0" y="1890"/>
                  </a:lnTo>
                  <a:lnTo>
                    <a:pt x="20" y="1970"/>
                  </a:lnTo>
                  <a:lnTo>
                    <a:pt x="60" y="2030"/>
                  </a:lnTo>
                  <a:lnTo>
                    <a:pt x="120" y="2069"/>
                  </a:lnTo>
                  <a:lnTo>
                    <a:pt x="199" y="2089"/>
                  </a:lnTo>
                  <a:lnTo>
                    <a:pt x="816" y="2089"/>
                  </a:lnTo>
                  <a:lnTo>
                    <a:pt x="895" y="2069"/>
                  </a:lnTo>
                  <a:lnTo>
                    <a:pt x="955" y="2030"/>
                  </a:lnTo>
                  <a:lnTo>
                    <a:pt x="995" y="1970"/>
                  </a:lnTo>
                  <a:lnTo>
                    <a:pt x="1015" y="1890"/>
                  </a:lnTo>
                  <a:lnTo>
                    <a:pt x="1015" y="199"/>
                  </a:lnTo>
                  <a:lnTo>
                    <a:pt x="995" y="120"/>
                  </a:lnTo>
                  <a:lnTo>
                    <a:pt x="955" y="60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4238725" y="2895525"/>
              <a:ext cx="63675" cy="93050"/>
            </a:xfrm>
            <a:custGeom>
              <a:avLst/>
              <a:gdLst/>
              <a:ahLst/>
              <a:cxnLst/>
              <a:rect l="l" t="t" r="r" b="b"/>
              <a:pathLst>
                <a:path w="2547" h="3722" extrusionOk="0">
                  <a:moveTo>
                    <a:pt x="418" y="1"/>
                  </a:moveTo>
                  <a:lnTo>
                    <a:pt x="338" y="21"/>
                  </a:lnTo>
                  <a:lnTo>
                    <a:pt x="259" y="61"/>
                  </a:lnTo>
                  <a:lnTo>
                    <a:pt x="199" y="140"/>
                  </a:lnTo>
                  <a:lnTo>
                    <a:pt x="179" y="220"/>
                  </a:lnTo>
                  <a:lnTo>
                    <a:pt x="199" y="319"/>
                  </a:lnTo>
                  <a:lnTo>
                    <a:pt x="259" y="399"/>
                  </a:lnTo>
                  <a:lnTo>
                    <a:pt x="338" y="439"/>
                  </a:lnTo>
                  <a:lnTo>
                    <a:pt x="418" y="459"/>
                  </a:lnTo>
                  <a:lnTo>
                    <a:pt x="398" y="459"/>
                  </a:lnTo>
                  <a:lnTo>
                    <a:pt x="279" y="478"/>
                  </a:lnTo>
                  <a:lnTo>
                    <a:pt x="179" y="538"/>
                  </a:lnTo>
                  <a:lnTo>
                    <a:pt x="119" y="638"/>
                  </a:lnTo>
                  <a:lnTo>
                    <a:pt x="100" y="757"/>
                  </a:lnTo>
                  <a:lnTo>
                    <a:pt x="119" y="856"/>
                  </a:lnTo>
                  <a:lnTo>
                    <a:pt x="179" y="956"/>
                  </a:lnTo>
                  <a:lnTo>
                    <a:pt x="279" y="1016"/>
                  </a:lnTo>
                  <a:lnTo>
                    <a:pt x="398" y="1035"/>
                  </a:lnTo>
                  <a:lnTo>
                    <a:pt x="279" y="1035"/>
                  </a:lnTo>
                  <a:lnTo>
                    <a:pt x="179" y="1055"/>
                  </a:lnTo>
                  <a:lnTo>
                    <a:pt x="80" y="1115"/>
                  </a:lnTo>
                  <a:lnTo>
                    <a:pt x="20" y="1215"/>
                  </a:lnTo>
                  <a:lnTo>
                    <a:pt x="0" y="1314"/>
                  </a:lnTo>
                  <a:lnTo>
                    <a:pt x="20" y="1433"/>
                  </a:lnTo>
                  <a:lnTo>
                    <a:pt x="80" y="1533"/>
                  </a:lnTo>
                  <a:lnTo>
                    <a:pt x="179" y="1593"/>
                  </a:lnTo>
                  <a:lnTo>
                    <a:pt x="279" y="1612"/>
                  </a:lnTo>
                  <a:lnTo>
                    <a:pt x="259" y="1612"/>
                  </a:lnTo>
                  <a:lnTo>
                    <a:pt x="199" y="1632"/>
                  </a:lnTo>
                  <a:lnTo>
                    <a:pt x="139" y="1672"/>
                  </a:lnTo>
                  <a:lnTo>
                    <a:pt x="100" y="1712"/>
                  </a:lnTo>
                  <a:lnTo>
                    <a:pt x="60" y="1752"/>
                  </a:lnTo>
                  <a:lnTo>
                    <a:pt x="20" y="1811"/>
                  </a:lnTo>
                  <a:lnTo>
                    <a:pt x="0" y="1871"/>
                  </a:lnTo>
                  <a:lnTo>
                    <a:pt x="0" y="1931"/>
                  </a:lnTo>
                  <a:lnTo>
                    <a:pt x="0" y="1990"/>
                  </a:lnTo>
                  <a:lnTo>
                    <a:pt x="20" y="2050"/>
                  </a:lnTo>
                  <a:lnTo>
                    <a:pt x="60" y="2110"/>
                  </a:lnTo>
                  <a:lnTo>
                    <a:pt x="100" y="2169"/>
                  </a:lnTo>
                  <a:lnTo>
                    <a:pt x="139" y="2209"/>
                  </a:lnTo>
                  <a:lnTo>
                    <a:pt x="199" y="2229"/>
                  </a:lnTo>
                  <a:lnTo>
                    <a:pt x="259" y="2249"/>
                  </a:lnTo>
                  <a:lnTo>
                    <a:pt x="1353" y="2249"/>
                  </a:lnTo>
                  <a:lnTo>
                    <a:pt x="1253" y="2428"/>
                  </a:lnTo>
                  <a:lnTo>
                    <a:pt x="1154" y="2627"/>
                  </a:lnTo>
                  <a:lnTo>
                    <a:pt x="1094" y="2846"/>
                  </a:lnTo>
                  <a:lnTo>
                    <a:pt x="1055" y="2945"/>
                  </a:lnTo>
                  <a:lnTo>
                    <a:pt x="1055" y="3045"/>
                  </a:lnTo>
                  <a:lnTo>
                    <a:pt x="1074" y="3184"/>
                  </a:lnTo>
                  <a:lnTo>
                    <a:pt x="1094" y="3323"/>
                  </a:lnTo>
                  <a:lnTo>
                    <a:pt x="1134" y="3423"/>
                  </a:lnTo>
                  <a:lnTo>
                    <a:pt x="1194" y="3522"/>
                  </a:lnTo>
                  <a:lnTo>
                    <a:pt x="1253" y="3602"/>
                  </a:lnTo>
                  <a:lnTo>
                    <a:pt x="1313" y="3662"/>
                  </a:lnTo>
                  <a:lnTo>
                    <a:pt x="1373" y="3701"/>
                  </a:lnTo>
                  <a:lnTo>
                    <a:pt x="1433" y="3721"/>
                  </a:lnTo>
                  <a:lnTo>
                    <a:pt x="1532" y="3721"/>
                  </a:lnTo>
                  <a:lnTo>
                    <a:pt x="1631" y="3681"/>
                  </a:lnTo>
                  <a:lnTo>
                    <a:pt x="1691" y="3622"/>
                  </a:lnTo>
                  <a:lnTo>
                    <a:pt x="1731" y="3542"/>
                  </a:lnTo>
                  <a:lnTo>
                    <a:pt x="1751" y="3423"/>
                  </a:lnTo>
                  <a:lnTo>
                    <a:pt x="1731" y="3303"/>
                  </a:lnTo>
                  <a:lnTo>
                    <a:pt x="1731" y="3184"/>
                  </a:lnTo>
                  <a:lnTo>
                    <a:pt x="1731" y="3085"/>
                  </a:lnTo>
                  <a:lnTo>
                    <a:pt x="1791" y="2985"/>
                  </a:lnTo>
                  <a:lnTo>
                    <a:pt x="1930" y="2846"/>
                  </a:lnTo>
                  <a:lnTo>
                    <a:pt x="2089" y="2647"/>
                  </a:lnTo>
                  <a:lnTo>
                    <a:pt x="2308" y="2388"/>
                  </a:lnTo>
                  <a:lnTo>
                    <a:pt x="2407" y="2249"/>
                  </a:lnTo>
                  <a:lnTo>
                    <a:pt x="2467" y="2110"/>
                  </a:lnTo>
                  <a:lnTo>
                    <a:pt x="2507" y="1990"/>
                  </a:lnTo>
                  <a:lnTo>
                    <a:pt x="2527" y="1871"/>
                  </a:lnTo>
                  <a:lnTo>
                    <a:pt x="2547" y="1672"/>
                  </a:lnTo>
                  <a:lnTo>
                    <a:pt x="2547" y="1612"/>
                  </a:lnTo>
                  <a:lnTo>
                    <a:pt x="2547" y="1035"/>
                  </a:lnTo>
                  <a:lnTo>
                    <a:pt x="2547" y="459"/>
                  </a:lnTo>
                  <a:lnTo>
                    <a:pt x="2547" y="200"/>
                  </a:lnTo>
                  <a:lnTo>
                    <a:pt x="2527" y="120"/>
                  </a:lnTo>
                  <a:lnTo>
                    <a:pt x="2487" y="61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247275" y="553450"/>
              <a:ext cx="2196375" cy="228300"/>
            </a:xfrm>
            <a:custGeom>
              <a:avLst/>
              <a:gdLst/>
              <a:ahLst/>
              <a:cxnLst/>
              <a:rect l="l" t="t" r="r" b="b"/>
              <a:pathLst>
                <a:path w="87855" h="9132" extrusionOk="0">
                  <a:moveTo>
                    <a:pt x="0" y="0"/>
                  </a:moveTo>
                  <a:lnTo>
                    <a:pt x="0" y="9132"/>
                  </a:lnTo>
                  <a:lnTo>
                    <a:pt x="87855" y="9132"/>
                  </a:lnTo>
                  <a:lnTo>
                    <a:pt x="87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247275" y="781725"/>
              <a:ext cx="2196375" cy="300950"/>
            </a:xfrm>
            <a:custGeom>
              <a:avLst/>
              <a:gdLst/>
              <a:ahLst/>
              <a:cxnLst/>
              <a:rect l="l" t="t" r="r" b="b"/>
              <a:pathLst>
                <a:path w="87855" h="12038" extrusionOk="0">
                  <a:moveTo>
                    <a:pt x="0" y="1"/>
                  </a:moveTo>
                  <a:lnTo>
                    <a:pt x="0" y="12037"/>
                  </a:lnTo>
                  <a:lnTo>
                    <a:pt x="87855" y="12037"/>
                  </a:lnTo>
                  <a:lnTo>
                    <a:pt x="87855" y="1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2356200" y="609650"/>
              <a:ext cx="155200" cy="23400"/>
            </a:xfrm>
            <a:custGeom>
              <a:avLst/>
              <a:gdLst/>
              <a:ahLst/>
              <a:cxnLst/>
              <a:rect l="l" t="t" r="r" b="b"/>
              <a:pathLst>
                <a:path w="6208" h="936" extrusionOk="0">
                  <a:moveTo>
                    <a:pt x="458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39" y="140"/>
                  </a:lnTo>
                  <a:lnTo>
                    <a:pt x="80" y="199"/>
                  </a:lnTo>
                  <a:lnTo>
                    <a:pt x="40" y="279"/>
                  </a:lnTo>
                  <a:lnTo>
                    <a:pt x="20" y="378"/>
                  </a:lnTo>
                  <a:lnTo>
                    <a:pt x="0" y="458"/>
                  </a:lnTo>
                  <a:lnTo>
                    <a:pt x="20" y="557"/>
                  </a:lnTo>
                  <a:lnTo>
                    <a:pt x="40" y="657"/>
                  </a:lnTo>
                  <a:lnTo>
                    <a:pt x="80" y="736"/>
                  </a:lnTo>
                  <a:lnTo>
                    <a:pt x="139" y="796"/>
                  </a:lnTo>
                  <a:lnTo>
                    <a:pt x="199" y="856"/>
                  </a:lnTo>
                  <a:lnTo>
                    <a:pt x="279" y="896"/>
                  </a:lnTo>
                  <a:lnTo>
                    <a:pt x="378" y="915"/>
                  </a:lnTo>
                  <a:lnTo>
                    <a:pt x="458" y="935"/>
                  </a:lnTo>
                  <a:lnTo>
                    <a:pt x="5750" y="935"/>
                  </a:lnTo>
                  <a:lnTo>
                    <a:pt x="5829" y="915"/>
                  </a:lnTo>
                  <a:lnTo>
                    <a:pt x="5929" y="896"/>
                  </a:lnTo>
                  <a:lnTo>
                    <a:pt x="6008" y="856"/>
                  </a:lnTo>
                  <a:lnTo>
                    <a:pt x="6068" y="796"/>
                  </a:lnTo>
                  <a:lnTo>
                    <a:pt x="6128" y="736"/>
                  </a:lnTo>
                  <a:lnTo>
                    <a:pt x="6168" y="657"/>
                  </a:lnTo>
                  <a:lnTo>
                    <a:pt x="6187" y="557"/>
                  </a:lnTo>
                  <a:lnTo>
                    <a:pt x="6207" y="458"/>
                  </a:lnTo>
                  <a:lnTo>
                    <a:pt x="6187" y="378"/>
                  </a:lnTo>
                  <a:lnTo>
                    <a:pt x="6168" y="279"/>
                  </a:lnTo>
                  <a:lnTo>
                    <a:pt x="6128" y="199"/>
                  </a:lnTo>
                  <a:lnTo>
                    <a:pt x="6068" y="140"/>
                  </a:lnTo>
                  <a:lnTo>
                    <a:pt x="6008" y="80"/>
                  </a:lnTo>
                  <a:lnTo>
                    <a:pt x="5929" y="40"/>
                  </a:lnTo>
                  <a:lnTo>
                    <a:pt x="5829" y="20"/>
                  </a:lnTo>
                  <a:lnTo>
                    <a:pt x="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2356200" y="655900"/>
              <a:ext cx="155200" cy="23400"/>
            </a:xfrm>
            <a:custGeom>
              <a:avLst/>
              <a:gdLst/>
              <a:ahLst/>
              <a:cxnLst/>
              <a:rect l="l" t="t" r="r" b="b"/>
              <a:pathLst>
                <a:path w="6208" h="936" extrusionOk="0">
                  <a:moveTo>
                    <a:pt x="458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20" y="378"/>
                  </a:lnTo>
                  <a:lnTo>
                    <a:pt x="0" y="478"/>
                  </a:lnTo>
                  <a:lnTo>
                    <a:pt x="20" y="558"/>
                  </a:lnTo>
                  <a:lnTo>
                    <a:pt x="40" y="657"/>
                  </a:lnTo>
                  <a:lnTo>
                    <a:pt x="80" y="737"/>
                  </a:lnTo>
                  <a:lnTo>
                    <a:pt x="139" y="796"/>
                  </a:lnTo>
                  <a:lnTo>
                    <a:pt x="199" y="856"/>
                  </a:lnTo>
                  <a:lnTo>
                    <a:pt x="279" y="896"/>
                  </a:lnTo>
                  <a:lnTo>
                    <a:pt x="378" y="916"/>
                  </a:lnTo>
                  <a:lnTo>
                    <a:pt x="458" y="936"/>
                  </a:lnTo>
                  <a:lnTo>
                    <a:pt x="5750" y="936"/>
                  </a:lnTo>
                  <a:lnTo>
                    <a:pt x="5829" y="916"/>
                  </a:lnTo>
                  <a:lnTo>
                    <a:pt x="5929" y="896"/>
                  </a:lnTo>
                  <a:lnTo>
                    <a:pt x="6008" y="856"/>
                  </a:lnTo>
                  <a:lnTo>
                    <a:pt x="6068" y="796"/>
                  </a:lnTo>
                  <a:lnTo>
                    <a:pt x="6128" y="737"/>
                  </a:lnTo>
                  <a:lnTo>
                    <a:pt x="6168" y="657"/>
                  </a:lnTo>
                  <a:lnTo>
                    <a:pt x="6187" y="558"/>
                  </a:lnTo>
                  <a:lnTo>
                    <a:pt x="6207" y="478"/>
                  </a:lnTo>
                  <a:lnTo>
                    <a:pt x="6187" y="378"/>
                  </a:lnTo>
                  <a:lnTo>
                    <a:pt x="6168" y="299"/>
                  </a:lnTo>
                  <a:lnTo>
                    <a:pt x="6128" y="219"/>
                  </a:lnTo>
                  <a:lnTo>
                    <a:pt x="6068" y="140"/>
                  </a:lnTo>
                  <a:lnTo>
                    <a:pt x="6008" y="80"/>
                  </a:lnTo>
                  <a:lnTo>
                    <a:pt x="5929" y="40"/>
                  </a:lnTo>
                  <a:lnTo>
                    <a:pt x="5829" y="20"/>
                  </a:lnTo>
                  <a:lnTo>
                    <a:pt x="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356200" y="702150"/>
              <a:ext cx="155200" cy="23400"/>
            </a:xfrm>
            <a:custGeom>
              <a:avLst/>
              <a:gdLst/>
              <a:ahLst/>
              <a:cxnLst/>
              <a:rect l="l" t="t" r="r" b="b"/>
              <a:pathLst>
                <a:path w="6208" h="936" extrusionOk="0">
                  <a:moveTo>
                    <a:pt x="458" y="1"/>
                  </a:moveTo>
                  <a:lnTo>
                    <a:pt x="378" y="21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39" y="140"/>
                  </a:lnTo>
                  <a:lnTo>
                    <a:pt x="80" y="220"/>
                  </a:lnTo>
                  <a:lnTo>
                    <a:pt x="40" y="299"/>
                  </a:lnTo>
                  <a:lnTo>
                    <a:pt x="20" y="379"/>
                  </a:lnTo>
                  <a:lnTo>
                    <a:pt x="0" y="478"/>
                  </a:lnTo>
                  <a:lnTo>
                    <a:pt x="20" y="558"/>
                  </a:lnTo>
                  <a:lnTo>
                    <a:pt x="40" y="657"/>
                  </a:lnTo>
                  <a:lnTo>
                    <a:pt x="80" y="737"/>
                  </a:lnTo>
                  <a:lnTo>
                    <a:pt x="139" y="796"/>
                  </a:lnTo>
                  <a:lnTo>
                    <a:pt x="199" y="856"/>
                  </a:lnTo>
                  <a:lnTo>
                    <a:pt x="279" y="896"/>
                  </a:lnTo>
                  <a:lnTo>
                    <a:pt x="378" y="936"/>
                  </a:lnTo>
                  <a:lnTo>
                    <a:pt x="5829" y="936"/>
                  </a:lnTo>
                  <a:lnTo>
                    <a:pt x="5929" y="896"/>
                  </a:lnTo>
                  <a:lnTo>
                    <a:pt x="6008" y="856"/>
                  </a:lnTo>
                  <a:lnTo>
                    <a:pt x="6068" y="796"/>
                  </a:lnTo>
                  <a:lnTo>
                    <a:pt x="6128" y="737"/>
                  </a:lnTo>
                  <a:lnTo>
                    <a:pt x="6168" y="657"/>
                  </a:lnTo>
                  <a:lnTo>
                    <a:pt x="6187" y="558"/>
                  </a:lnTo>
                  <a:lnTo>
                    <a:pt x="6207" y="478"/>
                  </a:lnTo>
                  <a:lnTo>
                    <a:pt x="6187" y="379"/>
                  </a:lnTo>
                  <a:lnTo>
                    <a:pt x="6168" y="299"/>
                  </a:lnTo>
                  <a:lnTo>
                    <a:pt x="6128" y="220"/>
                  </a:lnTo>
                  <a:lnTo>
                    <a:pt x="6068" y="140"/>
                  </a:lnTo>
                  <a:lnTo>
                    <a:pt x="6008" y="80"/>
                  </a:lnTo>
                  <a:lnTo>
                    <a:pt x="5929" y="40"/>
                  </a:lnTo>
                  <a:lnTo>
                    <a:pt x="5829" y="21"/>
                  </a:lnTo>
                  <a:lnTo>
                    <a:pt x="57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4183000" y="593225"/>
              <a:ext cx="151725" cy="148750"/>
            </a:xfrm>
            <a:custGeom>
              <a:avLst/>
              <a:gdLst/>
              <a:ahLst/>
              <a:cxnLst/>
              <a:rect l="l" t="t" r="r" b="b"/>
              <a:pathLst>
                <a:path w="6069" h="5950" extrusionOk="0">
                  <a:moveTo>
                    <a:pt x="3025" y="2030"/>
                  </a:moveTo>
                  <a:lnTo>
                    <a:pt x="3224" y="2050"/>
                  </a:lnTo>
                  <a:lnTo>
                    <a:pt x="3403" y="2110"/>
                  </a:lnTo>
                  <a:lnTo>
                    <a:pt x="3582" y="2189"/>
                  </a:lnTo>
                  <a:lnTo>
                    <a:pt x="3721" y="2309"/>
                  </a:lnTo>
                  <a:lnTo>
                    <a:pt x="3841" y="2448"/>
                  </a:lnTo>
                  <a:lnTo>
                    <a:pt x="3920" y="2607"/>
                  </a:lnTo>
                  <a:lnTo>
                    <a:pt x="3980" y="2786"/>
                  </a:lnTo>
                  <a:lnTo>
                    <a:pt x="4000" y="2985"/>
                  </a:lnTo>
                  <a:lnTo>
                    <a:pt x="3980" y="3164"/>
                  </a:lnTo>
                  <a:lnTo>
                    <a:pt x="3920" y="3343"/>
                  </a:lnTo>
                  <a:lnTo>
                    <a:pt x="3841" y="3502"/>
                  </a:lnTo>
                  <a:lnTo>
                    <a:pt x="3721" y="3641"/>
                  </a:lnTo>
                  <a:lnTo>
                    <a:pt x="3582" y="3761"/>
                  </a:lnTo>
                  <a:lnTo>
                    <a:pt x="3403" y="3860"/>
                  </a:lnTo>
                  <a:lnTo>
                    <a:pt x="3224" y="3920"/>
                  </a:lnTo>
                  <a:lnTo>
                    <a:pt x="2826" y="3920"/>
                  </a:lnTo>
                  <a:lnTo>
                    <a:pt x="2647" y="3860"/>
                  </a:lnTo>
                  <a:lnTo>
                    <a:pt x="2488" y="3761"/>
                  </a:lnTo>
                  <a:lnTo>
                    <a:pt x="2348" y="3641"/>
                  </a:lnTo>
                  <a:lnTo>
                    <a:pt x="2229" y="3502"/>
                  </a:lnTo>
                  <a:lnTo>
                    <a:pt x="2130" y="3343"/>
                  </a:lnTo>
                  <a:lnTo>
                    <a:pt x="2070" y="3164"/>
                  </a:lnTo>
                  <a:lnTo>
                    <a:pt x="2050" y="2985"/>
                  </a:lnTo>
                  <a:lnTo>
                    <a:pt x="2070" y="2786"/>
                  </a:lnTo>
                  <a:lnTo>
                    <a:pt x="2130" y="2607"/>
                  </a:lnTo>
                  <a:lnTo>
                    <a:pt x="2229" y="2448"/>
                  </a:lnTo>
                  <a:lnTo>
                    <a:pt x="2348" y="2309"/>
                  </a:lnTo>
                  <a:lnTo>
                    <a:pt x="2488" y="2189"/>
                  </a:lnTo>
                  <a:lnTo>
                    <a:pt x="2647" y="2090"/>
                  </a:lnTo>
                  <a:lnTo>
                    <a:pt x="2826" y="2050"/>
                  </a:lnTo>
                  <a:lnTo>
                    <a:pt x="3025" y="2030"/>
                  </a:lnTo>
                  <a:close/>
                  <a:moveTo>
                    <a:pt x="2687" y="1"/>
                  </a:moveTo>
                  <a:lnTo>
                    <a:pt x="2647" y="41"/>
                  </a:lnTo>
                  <a:lnTo>
                    <a:pt x="2607" y="140"/>
                  </a:lnTo>
                  <a:lnTo>
                    <a:pt x="2488" y="419"/>
                  </a:lnTo>
                  <a:lnTo>
                    <a:pt x="2329" y="816"/>
                  </a:lnTo>
                  <a:lnTo>
                    <a:pt x="1970" y="976"/>
                  </a:lnTo>
                  <a:lnTo>
                    <a:pt x="1553" y="797"/>
                  </a:lnTo>
                  <a:lnTo>
                    <a:pt x="1254" y="697"/>
                  </a:lnTo>
                  <a:lnTo>
                    <a:pt x="1155" y="657"/>
                  </a:lnTo>
                  <a:lnTo>
                    <a:pt x="1115" y="657"/>
                  </a:lnTo>
                  <a:lnTo>
                    <a:pt x="638" y="1115"/>
                  </a:lnTo>
                  <a:lnTo>
                    <a:pt x="638" y="1155"/>
                  </a:lnTo>
                  <a:lnTo>
                    <a:pt x="677" y="1254"/>
                  </a:lnTo>
                  <a:lnTo>
                    <a:pt x="797" y="1533"/>
                  </a:lnTo>
                  <a:lnTo>
                    <a:pt x="976" y="1931"/>
                  </a:lnTo>
                  <a:lnTo>
                    <a:pt x="836" y="2309"/>
                  </a:lnTo>
                  <a:lnTo>
                    <a:pt x="419" y="2468"/>
                  </a:lnTo>
                  <a:lnTo>
                    <a:pt x="120" y="2587"/>
                  </a:lnTo>
                  <a:lnTo>
                    <a:pt x="21" y="2627"/>
                  </a:lnTo>
                  <a:lnTo>
                    <a:pt x="1" y="2667"/>
                  </a:lnTo>
                  <a:lnTo>
                    <a:pt x="1" y="3323"/>
                  </a:lnTo>
                  <a:lnTo>
                    <a:pt x="21" y="3343"/>
                  </a:lnTo>
                  <a:lnTo>
                    <a:pt x="120" y="3383"/>
                  </a:lnTo>
                  <a:lnTo>
                    <a:pt x="419" y="3502"/>
                  </a:lnTo>
                  <a:lnTo>
                    <a:pt x="836" y="3661"/>
                  </a:lnTo>
                  <a:lnTo>
                    <a:pt x="976" y="4019"/>
                  </a:lnTo>
                  <a:lnTo>
                    <a:pt x="817" y="4437"/>
                  </a:lnTo>
                  <a:lnTo>
                    <a:pt x="697" y="4716"/>
                  </a:lnTo>
                  <a:lnTo>
                    <a:pt x="657" y="4815"/>
                  </a:lnTo>
                  <a:lnTo>
                    <a:pt x="657" y="4855"/>
                  </a:lnTo>
                  <a:lnTo>
                    <a:pt x="1135" y="5313"/>
                  </a:lnTo>
                  <a:lnTo>
                    <a:pt x="1175" y="5313"/>
                  </a:lnTo>
                  <a:lnTo>
                    <a:pt x="1274" y="5273"/>
                  </a:lnTo>
                  <a:lnTo>
                    <a:pt x="1553" y="5173"/>
                  </a:lnTo>
                  <a:lnTo>
                    <a:pt x="1970" y="4974"/>
                  </a:lnTo>
                  <a:lnTo>
                    <a:pt x="2348" y="5134"/>
                  </a:lnTo>
                  <a:lnTo>
                    <a:pt x="2508" y="5551"/>
                  </a:lnTo>
                  <a:lnTo>
                    <a:pt x="2627" y="5830"/>
                  </a:lnTo>
                  <a:lnTo>
                    <a:pt x="2687" y="5909"/>
                  </a:lnTo>
                  <a:lnTo>
                    <a:pt x="2707" y="5949"/>
                  </a:lnTo>
                  <a:lnTo>
                    <a:pt x="3383" y="5949"/>
                  </a:lnTo>
                  <a:lnTo>
                    <a:pt x="3403" y="5909"/>
                  </a:lnTo>
                  <a:lnTo>
                    <a:pt x="3443" y="5830"/>
                  </a:lnTo>
                  <a:lnTo>
                    <a:pt x="3562" y="5531"/>
                  </a:lnTo>
                  <a:lnTo>
                    <a:pt x="3721" y="5134"/>
                  </a:lnTo>
                  <a:lnTo>
                    <a:pt x="4099" y="4974"/>
                  </a:lnTo>
                  <a:lnTo>
                    <a:pt x="4517" y="5153"/>
                  </a:lnTo>
                  <a:lnTo>
                    <a:pt x="4796" y="5273"/>
                  </a:lnTo>
                  <a:lnTo>
                    <a:pt x="4915" y="5293"/>
                  </a:lnTo>
                  <a:lnTo>
                    <a:pt x="4955" y="5293"/>
                  </a:lnTo>
                  <a:lnTo>
                    <a:pt x="5432" y="4835"/>
                  </a:lnTo>
                  <a:lnTo>
                    <a:pt x="5412" y="4795"/>
                  </a:lnTo>
                  <a:lnTo>
                    <a:pt x="5392" y="4696"/>
                  </a:lnTo>
                  <a:lnTo>
                    <a:pt x="5273" y="4417"/>
                  </a:lnTo>
                  <a:lnTo>
                    <a:pt x="5074" y="4019"/>
                  </a:lnTo>
                  <a:lnTo>
                    <a:pt x="5233" y="3661"/>
                  </a:lnTo>
                  <a:lnTo>
                    <a:pt x="5651" y="3482"/>
                  </a:lnTo>
                  <a:lnTo>
                    <a:pt x="5930" y="3363"/>
                  </a:lnTo>
                  <a:lnTo>
                    <a:pt x="6029" y="3323"/>
                  </a:lnTo>
                  <a:lnTo>
                    <a:pt x="6069" y="3283"/>
                  </a:lnTo>
                  <a:lnTo>
                    <a:pt x="6069" y="2647"/>
                  </a:lnTo>
                  <a:lnTo>
                    <a:pt x="6029" y="2607"/>
                  </a:lnTo>
                  <a:lnTo>
                    <a:pt x="5930" y="2567"/>
                  </a:lnTo>
                  <a:lnTo>
                    <a:pt x="5651" y="2448"/>
                  </a:lnTo>
                  <a:lnTo>
                    <a:pt x="5233" y="2289"/>
                  </a:lnTo>
                  <a:lnTo>
                    <a:pt x="5074" y="1931"/>
                  </a:lnTo>
                  <a:lnTo>
                    <a:pt x="5253" y="1533"/>
                  </a:lnTo>
                  <a:lnTo>
                    <a:pt x="5372" y="1234"/>
                  </a:lnTo>
                  <a:lnTo>
                    <a:pt x="5392" y="1135"/>
                  </a:lnTo>
                  <a:lnTo>
                    <a:pt x="5412" y="1095"/>
                  </a:lnTo>
                  <a:lnTo>
                    <a:pt x="4935" y="637"/>
                  </a:lnTo>
                  <a:lnTo>
                    <a:pt x="4895" y="637"/>
                  </a:lnTo>
                  <a:lnTo>
                    <a:pt x="4796" y="677"/>
                  </a:lnTo>
                  <a:lnTo>
                    <a:pt x="4497" y="797"/>
                  </a:lnTo>
                  <a:lnTo>
                    <a:pt x="4099" y="976"/>
                  </a:lnTo>
                  <a:lnTo>
                    <a:pt x="3721" y="816"/>
                  </a:lnTo>
                  <a:lnTo>
                    <a:pt x="3562" y="419"/>
                  </a:lnTo>
                  <a:lnTo>
                    <a:pt x="3423" y="140"/>
                  </a:lnTo>
                  <a:lnTo>
                    <a:pt x="3383" y="41"/>
                  </a:lnTo>
                  <a:lnTo>
                    <a:pt x="33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1278400" y="4395600"/>
              <a:ext cx="1543350" cy="1081275"/>
            </a:xfrm>
            <a:custGeom>
              <a:avLst/>
              <a:gdLst/>
              <a:ahLst/>
              <a:cxnLst/>
              <a:rect l="l" t="t" r="r" b="b"/>
              <a:pathLst>
                <a:path w="61734" h="43251" extrusionOk="0">
                  <a:moveTo>
                    <a:pt x="9451" y="0"/>
                  </a:moveTo>
                  <a:lnTo>
                    <a:pt x="61734" y="11440"/>
                  </a:lnTo>
                  <a:lnTo>
                    <a:pt x="54790" y="43251"/>
                  </a:lnTo>
                  <a:lnTo>
                    <a:pt x="1" y="43251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634025" y="2287250"/>
              <a:ext cx="594875" cy="1963625"/>
            </a:xfrm>
            <a:custGeom>
              <a:avLst/>
              <a:gdLst/>
              <a:ahLst/>
              <a:cxnLst/>
              <a:rect l="l" t="t" r="r" b="b"/>
              <a:pathLst>
                <a:path w="23795" h="78545" extrusionOk="0">
                  <a:moveTo>
                    <a:pt x="4079" y="74805"/>
                  </a:moveTo>
                  <a:lnTo>
                    <a:pt x="10704" y="78545"/>
                  </a:lnTo>
                  <a:lnTo>
                    <a:pt x="12315" y="68319"/>
                  </a:lnTo>
                  <a:lnTo>
                    <a:pt x="23337" y="16434"/>
                  </a:lnTo>
                  <a:lnTo>
                    <a:pt x="23337" y="16434"/>
                  </a:lnTo>
                  <a:lnTo>
                    <a:pt x="23516" y="15439"/>
                  </a:lnTo>
                  <a:lnTo>
                    <a:pt x="23655" y="14484"/>
                  </a:lnTo>
                  <a:lnTo>
                    <a:pt x="23754" y="13589"/>
                  </a:lnTo>
                  <a:lnTo>
                    <a:pt x="23794" y="12713"/>
                  </a:lnTo>
                  <a:lnTo>
                    <a:pt x="23774" y="11878"/>
                  </a:lnTo>
                  <a:lnTo>
                    <a:pt x="23735" y="11082"/>
                  </a:lnTo>
                  <a:lnTo>
                    <a:pt x="23635" y="10326"/>
                  </a:lnTo>
                  <a:lnTo>
                    <a:pt x="23496" y="9590"/>
                  </a:lnTo>
                  <a:lnTo>
                    <a:pt x="23337" y="8914"/>
                  </a:lnTo>
                  <a:lnTo>
                    <a:pt x="23118" y="8237"/>
                  </a:lnTo>
                  <a:lnTo>
                    <a:pt x="22879" y="7620"/>
                  </a:lnTo>
                  <a:lnTo>
                    <a:pt x="22581" y="7024"/>
                  </a:lnTo>
                  <a:lnTo>
                    <a:pt x="22282" y="6467"/>
                  </a:lnTo>
                  <a:lnTo>
                    <a:pt x="21924" y="5929"/>
                  </a:lnTo>
                  <a:lnTo>
                    <a:pt x="21546" y="5412"/>
                  </a:lnTo>
                  <a:lnTo>
                    <a:pt x="21148" y="4935"/>
                  </a:lnTo>
                  <a:lnTo>
                    <a:pt x="20711" y="4477"/>
                  </a:lnTo>
                  <a:lnTo>
                    <a:pt x="20253" y="4039"/>
                  </a:lnTo>
                  <a:lnTo>
                    <a:pt x="19795" y="3622"/>
                  </a:lnTo>
                  <a:lnTo>
                    <a:pt x="19278" y="3244"/>
                  </a:lnTo>
                  <a:lnTo>
                    <a:pt x="18761" y="2886"/>
                  </a:lnTo>
                  <a:lnTo>
                    <a:pt x="18224" y="2527"/>
                  </a:lnTo>
                  <a:lnTo>
                    <a:pt x="17687" y="2209"/>
                  </a:lnTo>
                  <a:lnTo>
                    <a:pt x="17110" y="1911"/>
                  </a:lnTo>
                  <a:lnTo>
                    <a:pt x="16533" y="1612"/>
                  </a:lnTo>
                  <a:lnTo>
                    <a:pt x="15936" y="1334"/>
                  </a:lnTo>
                  <a:lnTo>
                    <a:pt x="15339" y="1075"/>
                  </a:lnTo>
                  <a:lnTo>
                    <a:pt x="14742" y="836"/>
                  </a:lnTo>
                  <a:lnTo>
                    <a:pt x="14125" y="618"/>
                  </a:lnTo>
                  <a:lnTo>
                    <a:pt x="13509" y="399"/>
                  </a:lnTo>
                  <a:lnTo>
                    <a:pt x="12255" y="1"/>
                  </a:lnTo>
                  <a:lnTo>
                    <a:pt x="537" y="55208"/>
                  </a:lnTo>
                  <a:lnTo>
                    <a:pt x="537" y="55208"/>
                  </a:lnTo>
                  <a:lnTo>
                    <a:pt x="438" y="55706"/>
                  </a:lnTo>
                  <a:lnTo>
                    <a:pt x="339" y="56243"/>
                  </a:lnTo>
                  <a:lnTo>
                    <a:pt x="259" y="56820"/>
                  </a:lnTo>
                  <a:lnTo>
                    <a:pt x="199" y="57417"/>
                  </a:lnTo>
                  <a:lnTo>
                    <a:pt x="140" y="58053"/>
                  </a:lnTo>
                  <a:lnTo>
                    <a:pt x="80" y="58710"/>
                  </a:lnTo>
                  <a:lnTo>
                    <a:pt x="40" y="59386"/>
                  </a:lnTo>
                  <a:lnTo>
                    <a:pt x="20" y="60102"/>
                  </a:lnTo>
                  <a:lnTo>
                    <a:pt x="0" y="60819"/>
                  </a:lnTo>
                  <a:lnTo>
                    <a:pt x="0" y="61535"/>
                  </a:lnTo>
                  <a:lnTo>
                    <a:pt x="20" y="62291"/>
                  </a:lnTo>
                  <a:lnTo>
                    <a:pt x="40" y="63027"/>
                  </a:lnTo>
                  <a:lnTo>
                    <a:pt x="80" y="63783"/>
                  </a:lnTo>
                  <a:lnTo>
                    <a:pt x="140" y="64539"/>
                  </a:lnTo>
                  <a:lnTo>
                    <a:pt x="199" y="65275"/>
                  </a:lnTo>
                  <a:lnTo>
                    <a:pt x="279" y="66031"/>
                  </a:lnTo>
                  <a:lnTo>
                    <a:pt x="378" y="66767"/>
                  </a:lnTo>
                  <a:lnTo>
                    <a:pt x="498" y="67483"/>
                  </a:lnTo>
                  <a:lnTo>
                    <a:pt x="637" y="68200"/>
                  </a:lnTo>
                  <a:lnTo>
                    <a:pt x="776" y="68896"/>
                  </a:lnTo>
                  <a:lnTo>
                    <a:pt x="935" y="69572"/>
                  </a:lnTo>
                  <a:lnTo>
                    <a:pt x="1134" y="70229"/>
                  </a:lnTo>
                  <a:lnTo>
                    <a:pt x="1333" y="70846"/>
                  </a:lnTo>
                  <a:lnTo>
                    <a:pt x="1552" y="71442"/>
                  </a:lnTo>
                  <a:lnTo>
                    <a:pt x="1791" y="72019"/>
                  </a:lnTo>
                  <a:lnTo>
                    <a:pt x="2069" y="72537"/>
                  </a:lnTo>
                  <a:lnTo>
                    <a:pt x="2348" y="73034"/>
                  </a:lnTo>
                  <a:lnTo>
                    <a:pt x="2646" y="73492"/>
                  </a:lnTo>
                  <a:lnTo>
                    <a:pt x="2965" y="73889"/>
                  </a:lnTo>
                  <a:lnTo>
                    <a:pt x="3144" y="74068"/>
                  </a:lnTo>
                  <a:lnTo>
                    <a:pt x="3323" y="74248"/>
                  </a:lnTo>
                  <a:lnTo>
                    <a:pt x="3502" y="74407"/>
                  </a:lnTo>
                  <a:lnTo>
                    <a:pt x="3681" y="74566"/>
                  </a:lnTo>
                  <a:lnTo>
                    <a:pt x="3880" y="74685"/>
                  </a:lnTo>
                  <a:lnTo>
                    <a:pt x="4079" y="74805"/>
                  </a:lnTo>
                  <a:lnTo>
                    <a:pt x="4079" y="74805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4402350" y="4182225"/>
              <a:ext cx="1551300" cy="1294650"/>
            </a:xfrm>
            <a:custGeom>
              <a:avLst/>
              <a:gdLst/>
              <a:ahLst/>
              <a:cxnLst/>
              <a:rect l="l" t="t" r="r" b="b"/>
              <a:pathLst>
                <a:path w="62052" h="51786" extrusionOk="0">
                  <a:moveTo>
                    <a:pt x="0" y="8217"/>
                  </a:moveTo>
                  <a:lnTo>
                    <a:pt x="18303" y="51786"/>
                  </a:lnTo>
                  <a:lnTo>
                    <a:pt x="57038" y="51786"/>
                  </a:lnTo>
                  <a:lnTo>
                    <a:pt x="57038" y="51786"/>
                  </a:lnTo>
                  <a:lnTo>
                    <a:pt x="58311" y="50652"/>
                  </a:lnTo>
                  <a:lnTo>
                    <a:pt x="59565" y="49478"/>
                  </a:lnTo>
                  <a:lnTo>
                    <a:pt x="60818" y="48304"/>
                  </a:lnTo>
                  <a:lnTo>
                    <a:pt x="62052" y="47111"/>
                  </a:lnTo>
                  <a:lnTo>
                    <a:pt x="43172" y="0"/>
                  </a:lnTo>
                  <a:lnTo>
                    <a:pt x="0" y="8217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4615725" y="4641300"/>
              <a:ext cx="1532400" cy="835575"/>
            </a:xfrm>
            <a:custGeom>
              <a:avLst/>
              <a:gdLst/>
              <a:ahLst/>
              <a:cxnLst/>
              <a:rect l="l" t="t" r="r" b="b"/>
              <a:pathLst>
                <a:path w="61296" h="33423" extrusionOk="0">
                  <a:moveTo>
                    <a:pt x="48244" y="0"/>
                  </a:moveTo>
                  <a:lnTo>
                    <a:pt x="61295" y="33423"/>
                  </a:lnTo>
                  <a:lnTo>
                    <a:pt x="5650" y="33423"/>
                  </a:lnTo>
                  <a:lnTo>
                    <a:pt x="0" y="19218"/>
                  </a:lnTo>
                  <a:lnTo>
                    <a:pt x="482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3449900" y="3442150"/>
              <a:ext cx="1084275" cy="1182250"/>
            </a:xfrm>
            <a:custGeom>
              <a:avLst/>
              <a:gdLst/>
              <a:ahLst/>
              <a:cxnLst/>
              <a:rect l="l" t="t" r="r" b="b"/>
              <a:pathLst>
                <a:path w="43371" h="47290" extrusionOk="0">
                  <a:moveTo>
                    <a:pt x="0" y="3661"/>
                  </a:moveTo>
                  <a:lnTo>
                    <a:pt x="21089" y="33602"/>
                  </a:lnTo>
                  <a:lnTo>
                    <a:pt x="21089" y="33602"/>
                  </a:lnTo>
                  <a:lnTo>
                    <a:pt x="21367" y="33980"/>
                  </a:lnTo>
                  <a:lnTo>
                    <a:pt x="21725" y="34418"/>
                  </a:lnTo>
                  <a:lnTo>
                    <a:pt x="22123" y="34875"/>
                  </a:lnTo>
                  <a:lnTo>
                    <a:pt x="22601" y="35373"/>
                  </a:lnTo>
                  <a:lnTo>
                    <a:pt x="23098" y="35910"/>
                  </a:lnTo>
                  <a:lnTo>
                    <a:pt x="23675" y="36467"/>
                  </a:lnTo>
                  <a:lnTo>
                    <a:pt x="24272" y="37044"/>
                  </a:lnTo>
                  <a:lnTo>
                    <a:pt x="24928" y="37661"/>
                  </a:lnTo>
                  <a:lnTo>
                    <a:pt x="25605" y="38277"/>
                  </a:lnTo>
                  <a:lnTo>
                    <a:pt x="26321" y="38894"/>
                  </a:lnTo>
                  <a:lnTo>
                    <a:pt x="27057" y="39531"/>
                  </a:lnTo>
                  <a:lnTo>
                    <a:pt x="27813" y="40167"/>
                  </a:lnTo>
                  <a:lnTo>
                    <a:pt x="28589" y="40784"/>
                  </a:lnTo>
                  <a:lnTo>
                    <a:pt x="29385" y="41421"/>
                  </a:lnTo>
                  <a:lnTo>
                    <a:pt x="30200" y="42037"/>
                  </a:lnTo>
                  <a:lnTo>
                    <a:pt x="31016" y="42634"/>
                  </a:lnTo>
                  <a:lnTo>
                    <a:pt x="31852" y="43211"/>
                  </a:lnTo>
                  <a:lnTo>
                    <a:pt x="32667" y="43768"/>
                  </a:lnTo>
                  <a:lnTo>
                    <a:pt x="33483" y="44305"/>
                  </a:lnTo>
                  <a:lnTo>
                    <a:pt x="34299" y="44823"/>
                  </a:lnTo>
                  <a:lnTo>
                    <a:pt x="35094" y="45280"/>
                  </a:lnTo>
                  <a:lnTo>
                    <a:pt x="35870" y="45718"/>
                  </a:lnTo>
                  <a:lnTo>
                    <a:pt x="36646" y="46096"/>
                  </a:lnTo>
                  <a:lnTo>
                    <a:pt x="37382" y="46434"/>
                  </a:lnTo>
                  <a:lnTo>
                    <a:pt x="38098" y="46733"/>
                  </a:lnTo>
                  <a:lnTo>
                    <a:pt x="38775" y="46971"/>
                  </a:lnTo>
                  <a:lnTo>
                    <a:pt x="39093" y="47051"/>
                  </a:lnTo>
                  <a:lnTo>
                    <a:pt x="39411" y="47130"/>
                  </a:lnTo>
                  <a:lnTo>
                    <a:pt x="39730" y="47210"/>
                  </a:lnTo>
                  <a:lnTo>
                    <a:pt x="40028" y="47250"/>
                  </a:lnTo>
                  <a:lnTo>
                    <a:pt x="40307" y="47290"/>
                  </a:lnTo>
                  <a:lnTo>
                    <a:pt x="40585" y="47290"/>
                  </a:lnTo>
                  <a:lnTo>
                    <a:pt x="40844" y="47290"/>
                  </a:lnTo>
                  <a:lnTo>
                    <a:pt x="41103" y="47270"/>
                  </a:lnTo>
                  <a:lnTo>
                    <a:pt x="41341" y="47230"/>
                  </a:lnTo>
                  <a:lnTo>
                    <a:pt x="41560" y="47170"/>
                  </a:lnTo>
                  <a:lnTo>
                    <a:pt x="41779" y="47091"/>
                  </a:lnTo>
                  <a:lnTo>
                    <a:pt x="41978" y="46971"/>
                  </a:lnTo>
                  <a:lnTo>
                    <a:pt x="41978" y="46971"/>
                  </a:lnTo>
                  <a:lnTo>
                    <a:pt x="42157" y="46852"/>
                  </a:lnTo>
                  <a:lnTo>
                    <a:pt x="42316" y="46733"/>
                  </a:lnTo>
                  <a:lnTo>
                    <a:pt x="42475" y="46573"/>
                  </a:lnTo>
                  <a:lnTo>
                    <a:pt x="42614" y="46414"/>
                  </a:lnTo>
                  <a:lnTo>
                    <a:pt x="42754" y="46235"/>
                  </a:lnTo>
                  <a:lnTo>
                    <a:pt x="42873" y="46036"/>
                  </a:lnTo>
                  <a:lnTo>
                    <a:pt x="42973" y="45837"/>
                  </a:lnTo>
                  <a:lnTo>
                    <a:pt x="43052" y="45618"/>
                  </a:lnTo>
                  <a:lnTo>
                    <a:pt x="43132" y="45380"/>
                  </a:lnTo>
                  <a:lnTo>
                    <a:pt x="43211" y="45141"/>
                  </a:lnTo>
                  <a:lnTo>
                    <a:pt x="43271" y="44882"/>
                  </a:lnTo>
                  <a:lnTo>
                    <a:pt x="43311" y="44624"/>
                  </a:lnTo>
                  <a:lnTo>
                    <a:pt x="43370" y="44067"/>
                  </a:lnTo>
                  <a:lnTo>
                    <a:pt x="43370" y="43470"/>
                  </a:lnTo>
                  <a:lnTo>
                    <a:pt x="43351" y="42853"/>
                  </a:lnTo>
                  <a:lnTo>
                    <a:pt x="43291" y="42197"/>
                  </a:lnTo>
                  <a:lnTo>
                    <a:pt x="43211" y="41500"/>
                  </a:lnTo>
                  <a:lnTo>
                    <a:pt x="43072" y="40804"/>
                  </a:lnTo>
                  <a:lnTo>
                    <a:pt x="42933" y="40068"/>
                  </a:lnTo>
                  <a:lnTo>
                    <a:pt x="42734" y="39332"/>
                  </a:lnTo>
                  <a:lnTo>
                    <a:pt x="42535" y="38576"/>
                  </a:lnTo>
                  <a:lnTo>
                    <a:pt x="42316" y="37820"/>
                  </a:lnTo>
                  <a:lnTo>
                    <a:pt x="42057" y="37064"/>
                  </a:lnTo>
                  <a:lnTo>
                    <a:pt x="41799" y="36288"/>
                  </a:lnTo>
                  <a:lnTo>
                    <a:pt x="41500" y="35532"/>
                  </a:lnTo>
                  <a:lnTo>
                    <a:pt x="41222" y="34776"/>
                  </a:lnTo>
                  <a:lnTo>
                    <a:pt x="40904" y="34040"/>
                  </a:lnTo>
                  <a:lnTo>
                    <a:pt x="40585" y="33304"/>
                  </a:lnTo>
                  <a:lnTo>
                    <a:pt x="40267" y="32588"/>
                  </a:lnTo>
                  <a:lnTo>
                    <a:pt x="39949" y="31911"/>
                  </a:lnTo>
                  <a:lnTo>
                    <a:pt x="39630" y="31235"/>
                  </a:lnTo>
                  <a:lnTo>
                    <a:pt x="39292" y="30598"/>
                  </a:lnTo>
                  <a:lnTo>
                    <a:pt x="38974" y="30001"/>
                  </a:lnTo>
                  <a:lnTo>
                    <a:pt x="38655" y="29444"/>
                  </a:lnTo>
                  <a:lnTo>
                    <a:pt x="38357" y="28907"/>
                  </a:lnTo>
                  <a:lnTo>
                    <a:pt x="38039" y="28430"/>
                  </a:lnTo>
                  <a:lnTo>
                    <a:pt x="37760" y="27992"/>
                  </a:lnTo>
                  <a:lnTo>
                    <a:pt x="37482" y="27614"/>
                  </a:lnTo>
                  <a:lnTo>
                    <a:pt x="21327" y="7341"/>
                  </a:lnTo>
                  <a:lnTo>
                    <a:pt x="21327" y="7341"/>
                  </a:lnTo>
                  <a:lnTo>
                    <a:pt x="20890" y="6824"/>
                  </a:lnTo>
                  <a:lnTo>
                    <a:pt x="20472" y="6307"/>
                  </a:lnTo>
                  <a:lnTo>
                    <a:pt x="20034" y="5829"/>
                  </a:lnTo>
                  <a:lnTo>
                    <a:pt x="19596" y="5352"/>
                  </a:lnTo>
                  <a:lnTo>
                    <a:pt x="19179" y="4914"/>
                  </a:lnTo>
                  <a:lnTo>
                    <a:pt x="18761" y="4496"/>
                  </a:lnTo>
                  <a:lnTo>
                    <a:pt x="18343" y="4098"/>
                  </a:lnTo>
                  <a:lnTo>
                    <a:pt x="17925" y="3740"/>
                  </a:lnTo>
                  <a:lnTo>
                    <a:pt x="17508" y="3382"/>
                  </a:lnTo>
                  <a:lnTo>
                    <a:pt x="17090" y="3044"/>
                  </a:lnTo>
                  <a:lnTo>
                    <a:pt x="16672" y="2726"/>
                  </a:lnTo>
                  <a:lnTo>
                    <a:pt x="16274" y="2427"/>
                  </a:lnTo>
                  <a:lnTo>
                    <a:pt x="15856" y="2149"/>
                  </a:lnTo>
                  <a:lnTo>
                    <a:pt x="15458" y="1910"/>
                  </a:lnTo>
                  <a:lnTo>
                    <a:pt x="15061" y="1671"/>
                  </a:lnTo>
                  <a:lnTo>
                    <a:pt x="14663" y="1433"/>
                  </a:lnTo>
                  <a:lnTo>
                    <a:pt x="14265" y="1234"/>
                  </a:lnTo>
                  <a:lnTo>
                    <a:pt x="13867" y="1055"/>
                  </a:lnTo>
                  <a:lnTo>
                    <a:pt x="13489" y="875"/>
                  </a:lnTo>
                  <a:lnTo>
                    <a:pt x="13091" y="736"/>
                  </a:lnTo>
                  <a:lnTo>
                    <a:pt x="12713" y="597"/>
                  </a:lnTo>
                  <a:lnTo>
                    <a:pt x="12335" y="478"/>
                  </a:lnTo>
                  <a:lnTo>
                    <a:pt x="11957" y="358"/>
                  </a:lnTo>
                  <a:lnTo>
                    <a:pt x="11579" y="259"/>
                  </a:lnTo>
                  <a:lnTo>
                    <a:pt x="11221" y="199"/>
                  </a:lnTo>
                  <a:lnTo>
                    <a:pt x="10843" y="119"/>
                  </a:lnTo>
                  <a:lnTo>
                    <a:pt x="10485" y="80"/>
                  </a:lnTo>
                  <a:lnTo>
                    <a:pt x="10127" y="40"/>
                  </a:lnTo>
                  <a:lnTo>
                    <a:pt x="9410" y="0"/>
                  </a:lnTo>
                  <a:lnTo>
                    <a:pt x="8714" y="0"/>
                  </a:lnTo>
                  <a:lnTo>
                    <a:pt x="8038" y="40"/>
                  </a:lnTo>
                  <a:lnTo>
                    <a:pt x="7381" y="139"/>
                  </a:lnTo>
                  <a:lnTo>
                    <a:pt x="6725" y="259"/>
                  </a:lnTo>
                  <a:lnTo>
                    <a:pt x="6108" y="418"/>
                  </a:lnTo>
                  <a:lnTo>
                    <a:pt x="5491" y="597"/>
                  </a:lnTo>
                  <a:lnTo>
                    <a:pt x="4894" y="816"/>
                  </a:lnTo>
                  <a:lnTo>
                    <a:pt x="4317" y="1055"/>
                  </a:lnTo>
                  <a:lnTo>
                    <a:pt x="3760" y="1313"/>
                  </a:lnTo>
                  <a:lnTo>
                    <a:pt x="3203" y="1592"/>
                  </a:lnTo>
                  <a:lnTo>
                    <a:pt x="2686" y="1870"/>
                  </a:lnTo>
                  <a:lnTo>
                    <a:pt x="2189" y="2169"/>
                  </a:lnTo>
                  <a:lnTo>
                    <a:pt x="1711" y="2467"/>
                  </a:lnTo>
                  <a:lnTo>
                    <a:pt x="1254" y="2765"/>
                  </a:lnTo>
                  <a:lnTo>
                    <a:pt x="816" y="3064"/>
                  </a:lnTo>
                  <a:lnTo>
                    <a:pt x="0" y="3661"/>
                  </a:lnTo>
                  <a:lnTo>
                    <a:pt x="0" y="3661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198225" y="1917725"/>
              <a:ext cx="2454025" cy="2954375"/>
            </a:xfrm>
            <a:custGeom>
              <a:avLst/>
              <a:gdLst/>
              <a:ahLst/>
              <a:cxnLst/>
              <a:rect l="l" t="t" r="r" b="b"/>
              <a:pathLst>
                <a:path w="98161" h="118175" extrusionOk="0">
                  <a:moveTo>
                    <a:pt x="16573" y="5153"/>
                  </a:moveTo>
                  <a:lnTo>
                    <a:pt x="33583" y="43967"/>
                  </a:lnTo>
                  <a:lnTo>
                    <a:pt x="33583" y="43967"/>
                  </a:lnTo>
                  <a:lnTo>
                    <a:pt x="33642" y="43649"/>
                  </a:lnTo>
                  <a:lnTo>
                    <a:pt x="33722" y="43331"/>
                  </a:lnTo>
                  <a:lnTo>
                    <a:pt x="33821" y="43012"/>
                  </a:lnTo>
                  <a:lnTo>
                    <a:pt x="33941" y="42714"/>
                  </a:lnTo>
                  <a:lnTo>
                    <a:pt x="34060" y="42435"/>
                  </a:lnTo>
                  <a:lnTo>
                    <a:pt x="34199" y="42157"/>
                  </a:lnTo>
                  <a:lnTo>
                    <a:pt x="34339" y="41878"/>
                  </a:lnTo>
                  <a:lnTo>
                    <a:pt x="34498" y="41620"/>
                  </a:lnTo>
                  <a:lnTo>
                    <a:pt x="34657" y="41361"/>
                  </a:lnTo>
                  <a:lnTo>
                    <a:pt x="34836" y="41122"/>
                  </a:lnTo>
                  <a:lnTo>
                    <a:pt x="35015" y="40884"/>
                  </a:lnTo>
                  <a:lnTo>
                    <a:pt x="35214" y="40645"/>
                  </a:lnTo>
                  <a:lnTo>
                    <a:pt x="35433" y="40426"/>
                  </a:lnTo>
                  <a:lnTo>
                    <a:pt x="35632" y="40227"/>
                  </a:lnTo>
                  <a:lnTo>
                    <a:pt x="35871" y="40028"/>
                  </a:lnTo>
                  <a:lnTo>
                    <a:pt x="36089" y="39849"/>
                  </a:lnTo>
                  <a:lnTo>
                    <a:pt x="36328" y="39650"/>
                  </a:lnTo>
                  <a:lnTo>
                    <a:pt x="36587" y="39491"/>
                  </a:lnTo>
                  <a:lnTo>
                    <a:pt x="37104" y="39173"/>
                  </a:lnTo>
                  <a:lnTo>
                    <a:pt x="37641" y="38894"/>
                  </a:lnTo>
                  <a:lnTo>
                    <a:pt x="38198" y="38655"/>
                  </a:lnTo>
                  <a:lnTo>
                    <a:pt x="38775" y="38456"/>
                  </a:lnTo>
                  <a:lnTo>
                    <a:pt x="39372" y="38317"/>
                  </a:lnTo>
                  <a:lnTo>
                    <a:pt x="39989" y="38198"/>
                  </a:lnTo>
                  <a:lnTo>
                    <a:pt x="40605" y="38118"/>
                  </a:lnTo>
                  <a:lnTo>
                    <a:pt x="41242" y="38078"/>
                  </a:lnTo>
                  <a:lnTo>
                    <a:pt x="41859" y="38078"/>
                  </a:lnTo>
                  <a:lnTo>
                    <a:pt x="42495" y="38118"/>
                  </a:lnTo>
                  <a:lnTo>
                    <a:pt x="43132" y="38198"/>
                  </a:lnTo>
                  <a:lnTo>
                    <a:pt x="43769" y="38317"/>
                  </a:lnTo>
                  <a:lnTo>
                    <a:pt x="44385" y="38476"/>
                  </a:lnTo>
                  <a:lnTo>
                    <a:pt x="44982" y="38695"/>
                  </a:lnTo>
                  <a:lnTo>
                    <a:pt x="45579" y="38934"/>
                  </a:lnTo>
                  <a:lnTo>
                    <a:pt x="46176" y="39232"/>
                  </a:lnTo>
                  <a:lnTo>
                    <a:pt x="46454" y="39391"/>
                  </a:lnTo>
                  <a:lnTo>
                    <a:pt x="46733" y="39571"/>
                  </a:lnTo>
                  <a:lnTo>
                    <a:pt x="47012" y="39750"/>
                  </a:lnTo>
                  <a:lnTo>
                    <a:pt x="47270" y="39949"/>
                  </a:lnTo>
                  <a:lnTo>
                    <a:pt x="47529" y="40147"/>
                  </a:lnTo>
                  <a:lnTo>
                    <a:pt x="47787" y="40366"/>
                  </a:lnTo>
                  <a:lnTo>
                    <a:pt x="48026" y="40585"/>
                  </a:lnTo>
                  <a:lnTo>
                    <a:pt x="48265" y="40824"/>
                  </a:lnTo>
                  <a:lnTo>
                    <a:pt x="48504" y="41083"/>
                  </a:lnTo>
                  <a:lnTo>
                    <a:pt x="48722" y="41341"/>
                  </a:lnTo>
                  <a:lnTo>
                    <a:pt x="48941" y="41620"/>
                  </a:lnTo>
                  <a:lnTo>
                    <a:pt x="49140" y="41898"/>
                  </a:lnTo>
                  <a:lnTo>
                    <a:pt x="49339" y="42197"/>
                  </a:lnTo>
                  <a:lnTo>
                    <a:pt x="49518" y="42495"/>
                  </a:lnTo>
                  <a:lnTo>
                    <a:pt x="49518" y="42495"/>
                  </a:lnTo>
                  <a:lnTo>
                    <a:pt x="49558" y="42157"/>
                  </a:lnTo>
                  <a:lnTo>
                    <a:pt x="49598" y="41819"/>
                  </a:lnTo>
                  <a:lnTo>
                    <a:pt x="49638" y="41500"/>
                  </a:lnTo>
                  <a:lnTo>
                    <a:pt x="49717" y="41182"/>
                  </a:lnTo>
                  <a:lnTo>
                    <a:pt x="49797" y="40864"/>
                  </a:lnTo>
                  <a:lnTo>
                    <a:pt x="49876" y="40565"/>
                  </a:lnTo>
                  <a:lnTo>
                    <a:pt x="49976" y="40267"/>
                  </a:lnTo>
                  <a:lnTo>
                    <a:pt x="50095" y="39988"/>
                  </a:lnTo>
                  <a:lnTo>
                    <a:pt x="50215" y="39710"/>
                  </a:lnTo>
                  <a:lnTo>
                    <a:pt x="50354" y="39431"/>
                  </a:lnTo>
                  <a:lnTo>
                    <a:pt x="50513" y="39173"/>
                  </a:lnTo>
                  <a:lnTo>
                    <a:pt x="50672" y="38934"/>
                  </a:lnTo>
                  <a:lnTo>
                    <a:pt x="50831" y="38695"/>
                  </a:lnTo>
                  <a:lnTo>
                    <a:pt x="51010" y="38456"/>
                  </a:lnTo>
                  <a:lnTo>
                    <a:pt x="51189" y="38238"/>
                  </a:lnTo>
                  <a:lnTo>
                    <a:pt x="51388" y="38019"/>
                  </a:lnTo>
                  <a:lnTo>
                    <a:pt x="51607" y="37800"/>
                  </a:lnTo>
                  <a:lnTo>
                    <a:pt x="51806" y="37601"/>
                  </a:lnTo>
                  <a:lnTo>
                    <a:pt x="52264" y="37243"/>
                  </a:lnTo>
                  <a:lnTo>
                    <a:pt x="52741" y="36905"/>
                  </a:lnTo>
                  <a:lnTo>
                    <a:pt x="53239" y="36606"/>
                  </a:lnTo>
                  <a:lnTo>
                    <a:pt x="53776" y="36348"/>
                  </a:lnTo>
                  <a:lnTo>
                    <a:pt x="54313" y="36109"/>
                  </a:lnTo>
                  <a:lnTo>
                    <a:pt x="54890" y="35930"/>
                  </a:lnTo>
                  <a:lnTo>
                    <a:pt x="55467" y="35771"/>
                  </a:lnTo>
                  <a:lnTo>
                    <a:pt x="56064" y="35651"/>
                  </a:lnTo>
                  <a:lnTo>
                    <a:pt x="56660" y="35572"/>
                  </a:lnTo>
                  <a:lnTo>
                    <a:pt x="57277" y="35532"/>
                  </a:lnTo>
                  <a:lnTo>
                    <a:pt x="57894" y="35532"/>
                  </a:lnTo>
                  <a:lnTo>
                    <a:pt x="58511" y="35572"/>
                  </a:lnTo>
                  <a:lnTo>
                    <a:pt x="59127" y="35651"/>
                  </a:lnTo>
                  <a:lnTo>
                    <a:pt x="59724" y="35751"/>
                  </a:lnTo>
                  <a:lnTo>
                    <a:pt x="60341" y="35910"/>
                  </a:lnTo>
                  <a:lnTo>
                    <a:pt x="60938" y="36109"/>
                  </a:lnTo>
                  <a:lnTo>
                    <a:pt x="61515" y="36328"/>
                  </a:lnTo>
                  <a:lnTo>
                    <a:pt x="62092" y="36606"/>
                  </a:lnTo>
                  <a:lnTo>
                    <a:pt x="62629" y="36925"/>
                  </a:lnTo>
                  <a:lnTo>
                    <a:pt x="63166" y="37283"/>
                  </a:lnTo>
                  <a:lnTo>
                    <a:pt x="63425" y="37462"/>
                  </a:lnTo>
                  <a:lnTo>
                    <a:pt x="63683" y="37661"/>
                  </a:lnTo>
                  <a:lnTo>
                    <a:pt x="63922" y="37879"/>
                  </a:lnTo>
                  <a:lnTo>
                    <a:pt x="64161" y="38098"/>
                  </a:lnTo>
                  <a:lnTo>
                    <a:pt x="64399" y="38337"/>
                  </a:lnTo>
                  <a:lnTo>
                    <a:pt x="64618" y="38576"/>
                  </a:lnTo>
                  <a:lnTo>
                    <a:pt x="64618" y="38576"/>
                  </a:lnTo>
                  <a:lnTo>
                    <a:pt x="64698" y="38277"/>
                  </a:lnTo>
                  <a:lnTo>
                    <a:pt x="64777" y="37979"/>
                  </a:lnTo>
                  <a:lnTo>
                    <a:pt x="64877" y="37681"/>
                  </a:lnTo>
                  <a:lnTo>
                    <a:pt x="64996" y="37382"/>
                  </a:lnTo>
                  <a:lnTo>
                    <a:pt x="65116" y="37123"/>
                  </a:lnTo>
                  <a:lnTo>
                    <a:pt x="65255" y="36845"/>
                  </a:lnTo>
                  <a:lnTo>
                    <a:pt x="65414" y="36586"/>
                  </a:lnTo>
                  <a:lnTo>
                    <a:pt x="65573" y="36348"/>
                  </a:lnTo>
                  <a:lnTo>
                    <a:pt x="65752" y="36109"/>
                  </a:lnTo>
                  <a:lnTo>
                    <a:pt x="65931" y="35870"/>
                  </a:lnTo>
                  <a:lnTo>
                    <a:pt x="66110" y="35651"/>
                  </a:lnTo>
                  <a:lnTo>
                    <a:pt x="66309" y="35432"/>
                  </a:lnTo>
                  <a:lnTo>
                    <a:pt x="66528" y="35233"/>
                  </a:lnTo>
                  <a:lnTo>
                    <a:pt x="66747" y="35054"/>
                  </a:lnTo>
                  <a:lnTo>
                    <a:pt x="66966" y="34855"/>
                  </a:lnTo>
                  <a:lnTo>
                    <a:pt x="67205" y="34696"/>
                  </a:lnTo>
                  <a:lnTo>
                    <a:pt x="67443" y="34517"/>
                  </a:lnTo>
                  <a:lnTo>
                    <a:pt x="67702" y="34378"/>
                  </a:lnTo>
                  <a:lnTo>
                    <a:pt x="68219" y="34099"/>
                  </a:lnTo>
                  <a:lnTo>
                    <a:pt x="68756" y="33861"/>
                  </a:lnTo>
                  <a:lnTo>
                    <a:pt x="69313" y="33642"/>
                  </a:lnTo>
                  <a:lnTo>
                    <a:pt x="69890" y="33483"/>
                  </a:lnTo>
                  <a:lnTo>
                    <a:pt x="70487" y="33363"/>
                  </a:lnTo>
                  <a:lnTo>
                    <a:pt x="71084" y="33284"/>
                  </a:lnTo>
                  <a:lnTo>
                    <a:pt x="71701" y="33244"/>
                  </a:lnTo>
                  <a:lnTo>
                    <a:pt x="72298" y="33244"/>
                  </a:lnTo>
                  <a:lnTo>
                    <a:pt x="72914" y="33284"/>
                  </a:lnTo>
                  <a:lnTo>
                    <a:pt x="73531" y="33363"/>
                  </a:lnTo>
                  <a:lnTo>
                    <a:pt x="74148" y="33503"/>
                  </a:lnTo>
                  <a:lnTo>
                    <a:pt x="74764" y="33662"/>
                  </a:lnTo>
                  <a:lnTo>
                    <a:pt x="75341" y="33861"/>
                  </a:lnTo>
                  <a:lnTo>
                    <a:pt x="75938" y="34119"/>
                  </a:lnTo>
                  <a:lnTo>
                    <a:pt x="76495" y="34418"/>
                  </a:lnTo>
                  <a:lnTo>
                    <a:pt x="76774" y="34577"/>
                  </a:lnTo>
                  <a:lnTo>
                    <a:pt x="77032" y="34756"/>
                  </a:lnTo>
                  <a:lnTo>
                    <a:pt x="77291" y="34935"/>
                  </a:lnTo>
                  <a:lnTo>
                    <a:pt x="77550" y="35134"/>
                  </a:lnTo>
                  <a:lnTo>
                    <a:pt x="77808" y="35353"/>
                  </a:lnTo>
                  <a:lnTo>
                    <a:pt x="78047" y="35552"/>
                  </a:lnTo>
                  <a:lnTo>
                    <a:pt x="78286" y="35791"/>
                  </a:lnTo>
                  <a:lnTo>
                    <a:pt x="78525" y="36029"/>
                  </a:lnTo>
                  <a:lnTo>
                    <a:pt x="78743" y="36288"/>
                  </a:lnTo>
                  <a:lnTo>
                    <a:pt x="78962" y="36547"/>
                  </a:lnTo>
                  <a:lnTo>
                    <a:pt x="79161" y="36825"/>
                  </a:lnTo>
                  <a:lnTo>
                    <a:pt x="79360" y="37104"/>
                  </a:lnTo>
                  <a:lnTo>
                    <a:pt x="79539" y="37402"/>
                  </a:lnTo>
                  <a:lnTo>
                    <a:pt x="79718" y="37720"/>
                  </a:lnTo>
                  <a:lnTo>
                    <a:pt x="79877" y="38039"/>
                  </a:lnTo>
                  <a:lnTo>
                    <a:pt x="80037" y="38357"/>
                  </a:lnTo>
                  <a:lnTo>
                    <a:pt x="94579" y="71263"/>
                  </a:lnTo>
                  <a:lnTo>
                    <a:pt x="94579" y="71263"/>
                  </a:lnTo>
                  <a:lnTo>
                    <a:pt x="94957" y="72138"/>
                  </a:lnTo>
                  <a:lnTo>
                    <a:pt x="95296" y="73053"/>
                  </a:lnTo>
                  <a:lnTo>
                    <a:pt x="95634" y="73968"/>
                  </a:lnTo>
                  <a:lnTo>
                    <a:pt x="95932" y="74923"/>
                  </a:lnTo>
                  <a:lnTo>
                    <a:pt x="96211" y="75898"/>
                  </a:lnTo>
                  <a:lnTo>
                    <a:pt x="96489" y="76893"/>
                  </a:lnTo>
                  <a:lnTo>
                    <a:pt x="96728" y="77888"/>
                  </a:lnTo>
                  <a:lnTo>
                    <a:pt x="96947" y="78902"/>
                  </a:lnTo>
                  <a:lnTo>
                    <a:pt x="97146" y="79937"/>
                  </a:lnTo>
                  <a:lnTo>
                    <a:pt x="97345" y="80971"/>
                  </a:lnTo>
                  <a:lnTo>
                    <a:pt x="97504" y="82006"/>
                  </a:lnTo>
                  <a:lnTo>
                    <a:pt x="97643" y="83040"/>
                  </a:lnTo>
                  <a:lnTo>
                    <a:pt x="97782" y="84075"/>
                  </a:lnTo>
                  <a:lnTo>
                    <a:pt x="97882" y="85129"/>
                  </a:lnTo>
                  <a:lnTo>
                    <a:pt x="97981" y="86164"/>
                  </a:lnTo>
                  <a:lnTo>
                    <a:pt x="98041" y="87198"/>
                  </a:lnTo>
                  <a:lnTo>
                    <a:pt x="98101" y="88213"/>
                  </a:lnTo>
                  <a:lnTo>
                    <a:pt x="98141" y="89227"/>
                  </a:lnTo>
                  <a:lnTo>
                    <a:pt x="98160" y="90242"/>
                  </a:lnTo>
                  <a:lnTo>
                    <a:pt x="98160" y="91217"/>
                  </a:lnTo>
                  <a:lnTo>
                    <a:pt x="98160" y="92192"/>
                  </a:lnTo>
                  <a:lnTo>
                    <a:pt x="98141" y="93147"/>
                  </a:lnTo>
                  <a:lnTo>
                    <a:pt x="98081" y="94062"/>
                  </a:lnTo>
                  <a:lnTo>
                    <a:pt x="98041" y="94977"/>
                  </a:lnTo>
                  <a:lnTo>
                    <a:pt x="97962" y="95852"/>
                  </a:lnTo>
                  <a:lnTo>
                    <a:pt x="97882" y="96688"/>
                  </a:lnTo>
                  <a:lnTo>
                    <a:pt x="97763" y="97504"/>
                  </a:lnTo>
                  <a:lnTo>
                    <a:pt x="97663" y="98299"/>
                  </a:lnTo>
                  <a:lnTo>
                    <a:pt x="97524" y="99036"/>
                  </a:lnTo>
                  <a:lnTo>
                    <a:pt x="97385" y="99752"/>
                  </a:lnTo>
                  <a:lnTo>
                    <a:pt x="97225" y="100428"/>
                  </a:lnTo>
                  <a:lnTo>
                    <a:pt x="97066" y="101045"/>
                  </a:lnTo>
                  <a:lnTo>
                    <a:pt x="97066" y="101045"/>
                  </a:lnTo>
                  <a:lnTo>
                    <a:pt x="96788" y="101920"/>
                  </a:lnTo>
                  <a:lnTo>
                    <a:pt x="96489" y="102796"/>
                  </a:lnTo>
                  <a:lnTo>
                    <a:pt x="96171" y="103611"/>
                  </a:lnTo>
                  <a:lnTo>
                    <a:pt x="95813" y="104427"/>
                  </a:lnTo>
                  <a:lnTo>
                    <a:pt x="95435" y="105203"/>
                  </a:lnTo>
                  <a:lnTo>
                    <a:pt x="95017" y="105939"/>
                  </a:lnTo>
                  <a:lnTo>
                    <a:pt x="94599" y="106675"/>
                  </a:lnTo>
                  <a:lnTo>
                    <a:pt x="94142" y="107371"/>
                  </a:lnTo>
                  <a:lnTo>
                    <a:pt x="93664" y="108048"/>
                  </a:lnTo>
                  <a:lnTo>
                    <a:pt x="93167" y="108704"/>
                  </a:lnTo>
                  <a:lnTo>
                    <a:pt x="92650" y="109341"/>
                  </a:lnTo>
                  <a:lnTo>
                    <a:pt x="92113" y="109938"/>
                  </a:lnTo>
                  <a:lnTo>
                    <a:pt x="91555" y="110515"/>
                  </a:lnTo>
                  <a:lnTo>
                    <a:pt x="90998" y="111072"/>
                  </a:lnTo>
                  <a:lnTo>
                    <a:pt x="90402" y="111609"/>
                  </a:lnTo>
                  <a:lnTo>
                    <a:pt x="89785" y="112106"/>
                  </a:lnTo>
                  <a:lnTo>
                    <a:pt x="89168" y="112604"/>
                  </a:lnTo>
                  <a:lnTo>
                    <a:pt x="88531" y="113061"/>
                  </a:lnTo>
                  <a:lnTo>
                    <a:pt x="87875" y="113499"/>
                  </a:lnTo>
                  <a:lnTo>
                    <a:pt x="87218" y="113917"/>
                  </a:lnTo>
                  <a:lnTo>
                    <a:pt x="86522" y="114315"/>
                  </a:lnTo>
                  <a:lnTo>
                    <a:pt x="85846" y="114693"/>
                  </a:lnTo>
                  <a:lnTo>
                    <a:pt x="85149" y="115051"/>
                  </a:lnTo>
                  <a:lnTo>
                    <a:pt x="84433" y="115389"/>
                  </a:lnTo>
                  <a:lnTo>
                    <a:pt x="83717" y="115707"/>
                  </a:lnTo>
                  <a:lnTo>
                    <a:pt x="82981" y="116006"/>
                  </a:lnTo>
                  <a:lnTo>
                    <a:pt x="82245" y="116284"/>
                  </a:lnTo>
                  <a:lnTo>
                    <a:pt x="81509" y="116523"/>
                  </a:lnTo>
                  <a:lnTo>
                    <a:pt x="80753" y="116762"/>
                  </a:lnTo>
                  <a:lnTo>
                    <a:pt x="79997" y="116980"/>
                  </a:lnTo>
                  <a:lnTo>
                    <a:pt x="79241" y="117179"/>
                  </a:lnTo>
                  <a:lnTo>
                    <a:pt x="78485" y="117358"/>
                  </a:lnTo>
                  <a:lnTo>
                    <a:pt x="77729" y="117518"/>
                  </a:lnTo>
                  <a:lnTo>
                    <a:pt x="76953" y="117657"/>
                  </a:lnTo>
                  <a:lnTo>
                    <a:pt x="76197" y="117776"/>
                  </a:lnTo>
                  <a:lnTo>
                    <a:pt x="75421" y="117896"/>
                  </a:lnTo>
                  <a:lnTo>
                    <a:pt x="74665" y="117975"/>
                  </a:lnTo>
                  <a:lnTo>
                    <a:pt x="73909" y="118055"/>
                  </a:lnTo>
                  <a:lnTo>
                    <a:pt x="73153" y="118114"/>
                  </a:lnTo>
                  <a:lnTo>
                    <a:pt x="72377" y="118154"/>
                  </a:lnTo>
                  <a:lnTo>
                    <a:pt x="71641" y="118174"/>
                  </a:lnTo>
                  <a:lnTo>
                    <a:pt x="70885" y="118174"/>
                  </a:lnTo>
                  <a:lnTo>
                    <a:pt x="70149" y="118174"/>
                  </a:lnTo>
                  <a:lnTo>
                    <a:pt x="69413" y="118154"/>
                  </a:lnTo>
                  <a:lnTo>
                    <a:pt x="68677" y="118114"/>
                  </a:lnTo>
                  <a:lnTo>
                    <a:pt x="67961" y="118055"/>
                  </a:lnTo>
                  <a:lnTo>
                    <a:pt x="67244" y="117995"/>
                  </a:lnTo>
                  <a:lnTo>
                    <a:pt x="66548" y="117916"/>
                  </a:lnTo>
                  <a:lnTo>
                    <a:pt x="65852" y="117816"/>
                  </a:lnTo>
                  <a:lnTo>
                    <a:pt x="65175" y="117717"/>
                  </a:lnTo>
                  <a:lnTo>
                    <a:pt x="64519" y="117577"/>
                  </a:lnTo>
                  <a:lnTo>
                    <a:pt x="63862" y="117458"/>
                  </a:lnTo>
                  <a:lnTo>
                    <a:pt x="63226" y="117299"/>
                  </a:lnTo>
                  <a:lnTo>
                    <a:pt x="62609" y="117140"/>
                  </a:lnTo>
                  <a:lnTo>
                    <a:pt x="61992" y="116961"/>
                  </a:lnTo>
                  <a:lnTo>
                    <a:pt x="61395" y="116782"/>
                  </a:lnTo>
                  <a:lnTo>
                    <a:pt x="60818" y="116583"/>
                  </a:lnTo>
                  <a:lnTo>
                    <a:pt x="60261" y="116384"/>
                  </a:lnTo>
                  <a:lnTo>
                    <a:pt x="59724" y="116165"/>
                  </a:lnTo>
                  <a:lnTo>
                    <a:pt x="59207" y="115926"/>
                  </a:lnTo>
                  <a:lnTo>
                    <a:pt x="58729" y="115687"/>
                  </a:lnTo>
                  <a:lnTo>
                    <a:pt x="58252" y="115429"/>
                  </a:lnTo>
                  <a:lnTo>
                    <a:pt x="57794" y="115170"/>
                  </a:lnTo>
                  <a:lnTo>
                    <a:pt x="57357" y="114911"/>
                  </a:lnTo>
                  <a:lnTo>
                    <a:pt x="57357" y="114911"/>
                  </a:lnTo>
                  <a:lnTo>
                    <a:pt x="56083" y="114076"/>
                  </a:lnTo>
                  <a:lnTo>
                    <a:pt x="54830" y="113280"/>
                  </a:lnTo>
                  <a:lnTo>
                    <a:pt x="52463" y="111788"/>
                  </a:lnTo>
                  <a:lnTo>
                    <a:pt x="51349" y="111092"/>
                  </a:lnTo>
                  <a:lnTo>
                    <a:pt x="50274" y="110395"/>
                  </a:lnTo>
                  <a:lnTo>
                    <a:pt x="49240" y="109719"/>
                  </a:lnTo>
                  <a:lnTo>
                    <a:pt x="48285" y="109023"/>
                  </a:lnTo>
                  <a:lnTo>
                    <a:pt x="47370" y="108346"/>
                  </a:lnTo>
                  <a:lnTo>
                    <a:pt x="46932" y="108008"/>
                  </a:lnTo>
                  <a:lnTo>
                    <a:pt x="46514" y="107650"/>
                  </a:lnTo>
                  <a:lnTo>
                    <a:pt x="46096" y="107312"/>
                  </a:lnTo>
                  <a:lnTo>
                    <a:pt x="45699" y="106954"/>
                  </a:lnTo>
                  <a:lnTo>
                    <a:pt x="45340" y="106576"/>
                  </a:lnTo>
                  <a:lnTo>
                    <a:pt x="44962" y="106217"/>
                  </a:lnTo>
                  <a:lnTo>
                    <a:pt x="44624" y="105839"/>
                  </a:lnTo>
                  <a:lnTo>
                    <a:pt x="44306" y="105442"/>
                  </a:lnTo>
                  <a:lnTo>
                    <a:pt x="43988" y="105044"/>
                  </a:lnTo>
                  <a:lnTo>
                    <a:pt x="43709" y="104646"/>
                  </a:lnTo>
                  <a:lnTo>
                    <a:pt x="43431" y="104228"/>
                  </a:lnTo>
                  <a:lnTo>
                    <a:pt x="43172" y="103810"/>
                  </a:lnTo>
                  <a:lnTo>
                    <a:pt x="42933" y="103353"/>
                  </a:lnTo>
                  <a:lnTo>
                    <a:pt x="42714" y="102915"/>
                  </a:lnTo>
                  <a:lnTo>
                    <a:pt x="1015" y="11798"/>
                  </a:lnTo>
                  <a:lnTo>
                    <a:pt x="1015" y="11798"/>
                  </a:lnTo>
                  <a:lnTo>
                    <a:pt x="796" y="11260"/>
                  </a:lnTo>
                  <a:lnTo>
                    <a:pt x="598" y="10723"/>
                  </a:lnTo>
                  <a:lnTo>
                    <a:pt x="418" y="10226"/>
                  </a:lnTo>
                  <a:lnTo>
                    <a:pt x="279" y="9709"/>
                  </a:lnTo>
                  <a:lnTo>
                    <a:pt x="180" y="9211"/>
                  </a:lnTo>
                  <a:lnTo>
                    <a:pt x="100" y="8734"/>
                  </a:lnTo>
                  <a:lnTo>
                    <a:pt x="40" y="8276"/>
                  </a:lnTo>
                  <a:lnTo>
                    <a:pt x="1" y="7799"/>
                  </a:lnTo>
                  <a:lnTo>
                    <a:pt x="1" y="7361"/>
                  </a:lnTo>
                  <a:lnTo>
                    <a:pt x="21" y="6923"/>
                  </a:lnTo>
                  <a:lnTo>
                    <a:pt x="80" y="6486"/>
                  </a:lnTo>
                  <a:lnTo>
                    <a:pt x="140" y="6088"/>
                  </a:lnTo>
                  <a:lnTo>
                    <a:pt x="239" y="5670"/>
                  </a:lnTo>
                  <a:lnTo>
                    <a:pt x="359" y="5292"/>
                  </a:lnTo>
                  <a:lnTo>
                    <a:pt x="498" y="4914"/>
                  </a:lnTo>
                  <a:lnTo>
                    <a:pt x="657" y="4556"/>
                  </a:lnTo>
                  <a:lnTo>
                    <a:pt x="836" y="4198"/>
                  </a:lnTo>
                  <a:lnTo>
                    <a:pt x="1015" y="3860"/>
                  </a:lnTo>
                  <a:lnTo>
                    <a:pt x="1234" y="3541"/>
                  </a:lnTo>
                  <a:lnTo>
                    <a:pt x="1473" y="3223"/>
                  </a:lnTo>
                  <a:lnTo>
                    <a:pt x="1712" y="2925"/>
                  </a:lnTo>
                  <a:lnTo>
                    <a:pt x="1970" y="2626"/>
                  </a:lnTo>
                  <a:lnTo>
                    <a:pt x="2249" y="2368"/>
                  </a:lnTo>
                  <a:lnTo>
                    <a:pt x="2547" y="2109"/>
                  </a:lnTo>
                  <a:lnTo>
                    <a:pt x="2846" y="1870"/>
                  </a:lnTo>
                  <a:lnTo>
                    <a:pt x="3164" y="1631"/>
                  </a:lnTo>
                  <a:lnTo>
                    <a:pt x="3502" y="1413"/>
                  </a:lnTo>
                  <a:lnTo>
                    <a:pt x="3840" y="1214"/>
                  </a:lnTo>
                  <a:lnTo>
                    <a:pt x="4179" y="1035"/>
                  </a:lnTo>
                  <a:lnTo>
                    <a:pt x="4557" y="856"/>
                  </a:lnTo>
                  <a:lnTo>
                    <a:pt x="4915" y="696"/>
                  </a:lnTo>
                  <a:lnTo>
                    <a:pt x="5293" y="557"/>
                  </a:lnTo>
                  <a:lnTo>
                    <a:pt x="5671" y="438"/>
                  </a:lnTo>
                  <a:lnTo>
                    <a:pt x="6069" y="318"/>
                  </a:lnTo>
                  <a:lnTo>
                    <a:pt x="6447" y="239"/>
                  </a:lnTo>
                  <a:lnTo>
                    <a:pt x="6844" y="159"/>
                  </a:lnTo>
                  <a:lnTo>
                    <a:pt x="7242" y="100"/>
                  </a:lnTo>
                  <a:lnTo>
                    <a:pt x="7660" y="40"/>
                  </a:lnTo>
                  <a:lnTo>
                    <a:pt x="8058" y="20"/>
                  </a:lnTo>
                  <a:lnTo>
                    <a:pt x="8476" y="0"/>
                  </a:lnTo>
                  <a:lnTo>
                    <a:pt x="8874" y="20"/>
                  </a:lnTo>
                  <a:lnTo>
                    <a:pt x="9291" y="40"/>
                  </a:lnTo>
                  <a:lnTo>
                    <a:pt x="9689" y="80"/>
                  </a:lnTo>
                  <a:lnTo>
                    <a:pt x="10107" y="139"/>
                  </a:lnTo>
                  <a:lnTo>
                    <a:pt x="10505" y="199"/>
                  </a:lnTo>
                  <a:lnTo>
                    <a:pt x="10903" y="299"/>
                  </a:lnTo>
                  <a:lnTo>
                    <a:pt x="11301" y="398"/>
                  </a:lnTo>
                  <a:lnTo>
                    <a:pt x="11679" y="537"/>
                  </a:lnTo>
                  <a:lnTo>
                    <a:pt x="12057" y="677"/>
                  </a:lnTo>
                  <a:lnTo>
                    <a:pt x="12435" y="836"/>
                  </a:lnTo>
                  <a:lnTo>
                    <a:pt x="12813" y="1015"/>
                  </a:lnTo>
                  <a:lnTo>
                    <a:pt x="13171" y="1234"/>
                  </a:lnTo>
                  <a:lnTo>
                    <a:pt x="13529" y="1452"/>
                  </a:lnTo>
                  <a:lnTo>
                    <a:pt x="13867" y="1691"/>
                  </a:lnTo>
                  <a:lnTo>
                    <a:pt x="14205" y="1950"/>
                  </a:lnTo>
                  <a:lnTo>
                    <a:pt x="14524" y="2208"/>
                  </a:lnTo>
                  <a:lnTo>
                    <a:pt x="14822" y="2507"/>
                  </a:lnTo>
                  <a:lnTo>
                    <a:pt x="15121" y="2825"/>
                  </a:lnTo>
                  <a:lnTo>
                    <a:pt x="15399" y="3163"/>
                  </a:lnTo>
                  <a:lnTo>
                    <a:pt x="15678" y="3521"/>
                  </a:lnTo>
                  <a:lnTo>
                    <a:pt x="15916" y="3899"/>
                  </a:lnTo>
                  <a:lnTo>
                    <a:pt x="16155" y="4297"/>
                  </a:lnTo>
                  <a:lnTo>
                    <a:pt x="16374" y="4715"/>
                  </a:lnTo>
                  <a:lnTo>
                    <a:pt x="16573" y="5153"/>
                  </a:lnTo>
                  <a:lnTo>
                    <a:pt x="16573" y="5153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4037775" y="2851275"/>
              <a:ext cx="915175" cy="564025"/>
            </a:xfrm>
            <a:custGeom>
              <a:avLst/>
              <a:gdLst/>
              <a:ahLst/>
              <a:cxnLst/>
              <a:rect l="l" t="t" r="r" b="b"/>
              <a:pathLst>
                <a:path w="36607" h="22561" extrusionOk="0">
                  <a:moveTo>
                    <a:pt x="36607" y="12554"/>
                  </a:moveTo>
                  <a:lnTo>
                    <a:pt x="36607" y="12554"/>
                  </a:lnTo>
                  <a:lnTo>
                    <a:pt x="34936" y="8535"/>
                  </a:lnTo>
                  <a:lnTo>
                    <a:pt x="31374" y="140"/>
                  </a:lnTo>
                  <a:lnTo>
                    <a:pt x="31374" y="140"/>
                  </a:lnTo>
                  <a:lnTo>
                    <a:pt x="31275" y="398"/>
                  </a:lnTo>
                  <a:lnTo>
                    <a:pt x="31195" y="677"/>
                  </a:lnTo>
                  <a:lnTo>
                    <a:pt x="31096" y="955"/>
                  </a:lnTo>
                  <a:lnTo>
                    <a:pt x="31036" y="1234"/>
                  </a:lnTo>
                  <a:lnTo>
                    <a:pt x="31036" y="1234"/>
                  </a:lnTo>
                  <a:lnTo>
                    <a:pt x="30718" y="896"/>
                  </a:lnTo>
                  <a:lnTo>
                    <a:pt x="30380" y="577"/>
                  </a:lnTo>
                  <a:lnTo>
                    <a:pt x="30041" y="279"/>
                  </a:lnTo>
                  <a:lnTo>
                    <a:pt x="29683" y="0"/>
                  </a:lnTo>
                  <a:lnTo>
                    <a:pt x="29683" y="0"/>
                  </a:lnTo>
                  <a:lnTo>
                    <a:pt x="32071" y="4357"/>
                  </a:lnTo>
                  <a:lnTo>
                    <a:pt x="34299" y="8416"/>
                  </a:lnTo>
                  <a:lnTo>
                    <a:pt x="36607" y="12554"/>
                  </a:lnTo>
                  <a:lnTo>
                    <a:pt x="36607" y="12554"/>
                  </a:lnTo>
                  <a:close/>
                  <a:moveTo>
                    <a:pt x="41" y="6426"/>
                  </a:moveTo>
                  <a:lnTo>
                    <a:pt x="41" y="6426"/>
                  </a:lnTo>
                  <a:lnTo>
                    <a:pt x="160" y="5969"/>
                  </a:lnTo>
                  <a:lnTo>
                    <a:pt x="299" y="5531"/>
                  </a:lnTo>
                  <a:lnTo>
                    <a:pt x="478" y="5113"/>
                  </a:lnTo>
                  <a:lnTo>
                    <a:pt x="657" y="4715"/>
                  </a:lnTo>
                  <a:lnTo>
                    <a:pt x="657" y="4715"/>
                  </a:lnTo>
                  <a:lnTo>
                    <a:pt x="1771" y="7361"/>
                  </a:lnTo>
                  <a:lnTo>
                    <a:pt x="2945" y="10266"/>
                  </a:lnTo>
                  <a:lnTo>
                    <a:pt x="5293" y="16095"/>
                  </a:lnTo>
                  <a:lnTo>
                    <a:pt x="7123" y="20691"/>
                  </a:lnTo>
                  <a:lnTo>
                    <a:pt x="7859" y="22561"/>
                  </a:lnTo>
                  <a:lnTo>
                    <a:pt x="7859" y="22561"/>
                  </a:lnTo>
                  <a:lnTo>
                    <a:pt x="6944" y="20750"/>
                  </a:lnTo>
                  <a:lnTo>
                    <a:pt x="4756" y="16393"/>
                  </a:lnTo>
                  <a:lnTo>
                    <a:pt x="3442" y="13787"/>
                  </a:lnTo>
                  <a:lnTo>
                    <a:pt x="2149" y="11141"/>
                  </a:lnTo>
                  <a:lnTo>
                    <a:pt x="956" y="8694"/>
                  </a:lnTo>
                  <a:lnTo>
                    <a:pt x="1" y="6625"/>
                  </a:lnTo>
                  <a:lnTo>
                    <a:pt x="1" y="6625"/>
                  </a:lnTo>
                  <a:lnTo>
                    <a:pt x="21" y="6645"/>
                  </a:lnTo>
                  <a:lnTo>
                    <a:pt x="21" y="6625"/>
                  </a:lnTo>
                  <a:lnTo>
                    <a:pt x="41" y="6426"/>
                  </a:lnTo>
                  <a:lnTo>
                    <a:pt x="41" y="6426"/>
                  </a:lnTo>
                  <a:close/>
                  <a:moveTo>
                    <a:pt x="13887" y="2746"/>
                  </a:moveTo>
                  <a:lnTo>
                    <a:pt x="13887" y="2746"/>
                  </a:lnTo>
                  <a:lnTo>
                    <a:pt x="14166" y="3004"/>
                  </a:lnTo>
                  <a:lnTo>
                    <a:pt x="14464" y="3263"/>
                  </a:lnTo>
                  <a:lnTo>
                    <a:pt x="14743" y="3542"/>
                  </a:lnTo>
                  <a:lnTo>
                    <a:pt x="15001" y="3840"/>
                  </a:lnTo>
                  <a:lnTo>
                    <a:pt x="15260" y="4138"/>
                  </a:lnTo>
                  <a:lnTo>
                    <a:pt x="15499" y="4457"/>
                  </a:lnTo>
                  <a:lnTo>
                    <a:pt x="15717" y="4795"/>
                  </a:lnTo>
                  <a:lnTo>
                    <a:pt x="15936" y="5153"/>
                  </a:lnTo>
                  <a:lnTo>
                    <a:pt x="15936" y="5153"/>
                  </a:lnTo>
                  <a:lnTo>
                    <a:pt x="15976" y="4795"/>
                  </a:lnTo>
                  <a:lnTo>
                    <a:pt x="16016" y="4437"/>
                  </a:lnTo>
                  <a:lnTo>
                    <a:pt x="16076" y="4079"/>
                  </a:lnTo>
                  <a:lnTo>
                    <a:pt x="16155" y="3760"/>
                  </a:lnTo>
                  <a:lnTo>
                    <a:pt x="16155" y="3760"/>
                  </a:lnTo>
                  <a:lnTo>
                    <a:pt x="20313" y="13370"/>
                  </a:lnTo>
                  <a:lnTo>
                    <a:pt x="22362" y="18164"/>
                  </a:lnTo>
                  <a:lnTo>
                    <a:pt x="22362" y="18164"/>
                  </a:lnTo>
                  <a:lnTo>
                    <a:pt x="21487" y="16592"/>
                  </a:lnTo>
                  <a:lnTo>
                    <a:pt x="19298" y="12693"/>
                  </a:lnTo>
                  <a:lnTo>
                    <a:pt x="16533" y="7680"/>
                  </a:lnTo>
                  <a:lnTo>
                    <a:pt x="15160" y="5133"/>
                  </a:lnTo>
                  <a:lnTo>
                    <a:pt x="13887" y="2746"/>
                  </a:lnTo>
                  <a:lnTo>
                    <a:pt x="13887" y="2746"/>
                  </a:lnTo>
                  <a:close/>
                </a:path>
              </a:pathLst>
            </a:custGeom>
            <a:solidFill>
              <a:srgbClr val="D2B79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1874750" y="2287250"/>
              <a:ext cx="123875" cy="308400"/>
            </a:xfrm>
            <a:custGeom>
              <a:avLst/>
              <a:gdLst/>
              <a:ahLst/>
              <a:cxnLst/>
              <a:rect l="l" t="t" r="r" b="b"/>
              <a:pathLst>
                <a:path w="4955" h="12336" extrusionOk="0">
                  <a:moveTo>
                    <a:pt x="4954" y="777"/>
                  </a:moveTo>
                  <a:lnTo>
                    <a:pt x="4954" y="777"/>
                  </a:lnTo>
                  <a:lnTo>
                    <a:pt x="3800" y="359"/>
                  </a:lnTo>
                  <a:lnTo>
                    <a:pt x="2626" y="1"/>
                  </a:lnTo>
                  <a:lnTo>
                    <a:pt x="0" y="12335"/>
                  </a:lnTo>
                  <a:lnTo>
                    <a:pt x="0" y="12335"/>
                  </a:lnTo>
                  <a:lnTo>
                    <a:pt x="418" y="12296"/>
                  </a:lnTo>
                  <a:lnTo>
                    <a:pt x="796" y="12236"/>
                  </a:lnTo>
                  <a:lnTo>
                    <a:pt x="1154" y="12137"/>
                  </a:lnTo>
                  <a:lnTo>
                    <a:pt x="1492" y="11997"/>
                  </a:lnTo>
                  <a:lnTo>
                    <a:pt x="1791" y="11818"/>
                  </a:lnTo>
                  <a:lnTo>
                    <a:pt x="2089" y="11619"/>
                  </a:lnTo>
                  <a:lnTo>
                    <a:pt x="2368" y="11400"/>
                  </a:lnTo>
                  <a:lnTo>
                    <a:pt x="2626" y="11122"/>
                  </a:lnTo>
                  <a:lnTo>
                    <a:pt x="2865" y="10843"/>
                  </a:lnTo>
                  <a:lnTo>
                    <a:pt x="3084" y="10525"/>
                  </a:lnTo>
                  <a:lnTo>
                    <a:pt x="3283" y="10187"/>
                  </a:lnTo>
                  <a:lnTo>
                    <a:pt x="3482" y="9829"/>
                  </a:lnTo>
                  <a:lnTo>
                    <a:pt x="3641" y="9451"/>
                  </a:lnTo>
                  <a:lnTo>
                    <a:pt x="3800" y="9073"/>
                  </a:lnTo>
                  <a:lnTo>
                    <a:pt x="3959" y="8655"/>
                  </a:lnTo>
                  <a:lnTo>
                    <a:pt x="4079" y="8217"/>
                  </a:lnTo>
                  <a:lnTo>
                    <a:pt x="4198" y="7780"/>
                  </a:lnTo>
                  <a:lnTo>
                    <a:pt x="4317" y="7342"/>
                  </a:lnTo>
                  <a:lnTo>
                    <a:pt x="4397" y="6884"/>
                  </a:lnTo>
                  <a:lnTo>
                    <a:pt x="4496" y="6407"/>
                  </a:lnTo>
                  <a:lnTo>
                    <a:pt x="4636" y="5452"/>
                  </a:lnTo>
                  <a:lnTo>
                    <a:pt x="4735" y="4477"/>
                  </a:lnTo>
                  <a:lnTo>
                    <a:pt x="4815" y="3522"/>
                  </a:lnTo>
                  <a:lnTo>
                    <a:pt x="4874" y="2567"/>
                  </a:lnTo>
                  <a:lnTo>
                    <a:pt x="4954" y="777"/>
                  </a:lnTo>
                  <a:lnTo>
                    <a:pt x="4954" y="777"/>
                  </a:lnTo>
                  <a:close/>
                </a:path>
              </a:pathLst>
            </a:custGeom>
            <a:solidFill>
              <a:srgbClr val="FAF1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244975" y="1963475"/>
              <a:ext cx="351175" cy="314850"/>
            </a:xfrm>
            <a:custGeom>
              <a:avLst/>
              <a:gdLst/>
              <a:ahLst/>
              <a:cxnLst/>
              <a:rect l="l" t="t" r="r" b="b"/>
              <a:pathLst>
                <a:path w="14047" h="12594" extrusionOk="0">
                  <a:moveTo>
                    <a:pt x="12594" y="3721"/>
                  </a:moveTo>
                  <a:lnTo>
                    <a:pt x="14046" y="7063"/>
                  </a:lnTo>
                  <a:lnTo>
                    <a:pt x="14046" y="7063"/>
                  </a:lnTo>
                  <a:lnTo>
                    <a:pt x="13788" y="7501"/>
                  </a:lnTo>
                  <a:lnTo>
                    <a:pt x="13529" y="7899"/>
                  </a:lnTo>
                  <a:lnTo>
                    <a:pt x="13270" y="8296"/>
                  </a:lnTo>
                  <a:lnTo>
                    <a:pt x="12992" y="8674"/>
                  </a:lnTo>
                  <a:lnTo>
                    <a:pt x="12713" y="9052"/>
                  </a:lnTo>
                  <a:lnTo>
                    <a:pt x="12415" y="9391"/>
                  </a:lnTo>
                  <a:lnTo>
                    <a:pt x="12117" y="9709"/>
                  </a:lnTo>
                  <a:lnTo>
                    <a:pt x="11798" y="10027"/>
                  </a:lnTo>
                  <a:lnTo>
                    <a:pt x="11500" y="10306"/>
                  </a:lnTo>
                  <a:lnTo>
                    <a:pt x="11162" y="10584"/>
                  </a:lnTo>
                  <a:lnTo>
                    <a:pt x="10843" y="10843"/>
                  </a:lnTo>
                  <a:lnTo>
                    <a:pt x="10505" y="11082"/>
                  </a:lnTo>
                  <a:lnTo>
                    <a:pt x="10147" y="11301"/>
                  </a:lnTo>
                  <a:lnTo>
                    <a:pt x="9809" y="11500"/>
                  </a:lnTo>
                  <a:lnTo>
                    <a:pt x="9431" y="11679"/>
                  </a:lnTo>
                  <a:lnTo>
                    <a:pt x="9073" y="11838"/>
                  </a:lnTo>
                  <a:lnTo>
                    <a:pt x="8695" y="11997"/>
                  </a:lnTo>
                  <a:lnTo>
                    <a:pt x="8317" y="12136"/>
                  </a:lnTo>
                  <a:lnTo>
                    <a:pt x="7919" y="12256"/>
                  </a:lnTo>
                  <a:lnTo>
                    <a:pt x="7521" y="12355"/>
                  </a:lnTo>
                  <a:lnTo>
                    <a:pt x="7123" y="12435"/>
                  </a:lnTo>
                  <a:lnTo>
                    <a:pt x="6705" y="12494"/>
                  </a:lnTo>
                  <a:lnTo>
                    <a:pt x="6287" y="12554"/>
                  </a:lnTo>
                  <a:lnTo>
                    <a:pt x="5850" y="12574"/>
                  </a:lnTo>
                  <a:lnTo>
                    <a:pt x="5432" y="12594"/>
                  </a:lnTo>
                  <a:lnTo>
                    <a:pt x="4974" y="12594"/>
                  </a:lnTo>
                  <a:lnTo>
                    <a:pt x="4537" y="12594"/>
                  </a:lnTo>
                  <a:lnTo>
                    <a:pt x="4079" y="12554"/>
                  </a:lnTo>
                  <a:lnTo>
                    <a:pt x="3622" y="12514"/>
                  </a:lnTo>
                  <a:lnTo>
                    <a:pt x="3144" y="12454"/>
                  </a:lnTo>
                  <a:lnTo>
                    <a:pt x="2667" y="12375"/>
                  </a:lnTo>
                  <a:lnTo>
                    <a:pt x="2189" y="12275"/>
                  </a:lnTo>
                  <a:lnTo>
                    <a:pt x="737" y="9112"/>
                  </a:lnTo>
                  <a:lnTo>
                    <a:pt x="737" y="9112"/>
                  </a:lnTo>
                  <a:lnTo>
                    <a:pt x="578" y="8714"/>
                  </a:lnTo>
                  <a:lnTo>
                    <a:pt x="419" y="8336"/>
                  </a:lnTo>
                  <a:lnTo>
                    <a:pt x="299" y="7938"/>
                  </a:lnTo>
                  <a:lnTo>
                    <a:pt x="200" y="7560"/>
                  </a:lnTo>
                  <a:lnTo>
                    <a:pt x="120" y="7202"/>
                  </a:lnTo>
                  <a:lnTo>
                    <a:pt x="60" y="6824"/>
                  </a:lnTo>
                  <a:lnTo>
                    <a:pt x="21" y="6466"/>
                  </a:lnTo>
                  <a:lnTo>
                    <a:pt x="1" y="6128"/>
                  </a:lnTo>
                  <a:lnTo>
                    <a:pt x="1" y="5790"/>
                  </a:lnTo>
                  <a:lnTo>
                    <a:pt x="21" y="5452"/>
                  </a:lnTo>
                  <a:lnTo>
                    <a:pt x="60" y="5133"/>
                  </a:lnTo>
                  <a:lnTo>
                    <a:pt x="120" y="4815"/>
                  </a:lnTo>
                  <a:lnTo>
                    <a:pt x="200" y="4517"/>
                  </a:lnTo>
                  <a:lnTo>
                    <a:pt x="299" y="4218"/>
                  </a:lnTo>
                  <a:lnTo>
                    <a:pt x="399" y="3920"/>
                  </a:lnTo>
                  <a:lnTo>
                    <a:pt x="518" y="3641"/>
                  </a:lnTo>
                  <a:lnTo>
                    <a:pt x="657" y="3363"/>
                  </a:lnTo>
                  <a:lnTo>
                    <a:pt x="816" y="3104"/>
                  </a:lnTo>
                  <a:lnTo>
                    <a:pt x="976" y="2865"/>
                  </a:lnTo>
                  <a:lnTo>
                    <a:pt x="1155" y="2607"/>
                  </a:lnTo>
                  <a:lnTo>
                    <a:pt x="1334" y="2388"/>
                  </a:lnTo>
                  <a:lnTo>
                    <a:pt x="1533" y="2149"/>
                  </a:lnTo>
                  <a:lnTo>
                    <a:pt x="1752" y="1950"/>
                  </a:lnTo>
                  <a:lnTo>
                    <a:pt x="1970" y="1751"/>
                  </a:lnTo>
                  <a:lnTo>
                    <a:pt x="2209" y="1552"/>
                  </a:lnTo>
                  <a:lnTo>
                    <a:pt x="2448" y="1373"/>
                  </a:lnTo>
                  <a:lnTo>
                    <a:pt x="2706" y="1194"/>
                  </a:lnTo>
                  <a:lnTo>
                    <a:pt x="2965" y="1035"/>
                  </a:lnTo>
                  <a:lnTo>
                    <a:pt x="3224" y="896"/>
                  </a:lnTo>
                  <a:lnTo>
                    <a:pt x="3502" y="756"/>
                  </a:lnTo>
                  <a:lnTo>
                    <a:pt x="3781" y="617"/>
                  </a:lnTo>
                  <a:lnTo>
                    <a:pt x="4079" y="518"/>
                  </a:lnTo>
                  <a:lnTo>
                    <a:pt x="4358" y="398"/>
                  </a:lnTo>
                  <a:lnTo>
                    <a:pt x="4656" y="319"/>
                  </a:lnTo>
                  <a:lnTo>
                    <a:pt x="4955" y="239"/>
                  </a:lnTo>
                  <a:lnTo>
                    <a:pt x="5253" y="160"/>
                  </a:lnTo>
                  <a:lnTo>
                    <a:pt x="5571" y="100"/>
                  </a:lnTo>
                  <a:lnTo>
                    <a:pt x="5870" y="60"/>
                  </a:lnTo>
                  <a:lnTo>
                    <a:pt x="6188" y="40"/>
                  </a:lnTo>
                  <a:lnTo>
                    <a:pt x="6486" y="20"/>
                  </a:lnTo>
                  <a:lnTo>
                    <a:pt x="6805" y="0"/>
                  </a:lnTo>
                  <a:lnTo>
                    <a:pt x="7103" y="20"/>
                  </a:lnTo>
                  <a:lnTo>
                    <a:pt x="7421" y="40"/>
                  </a:lnTo>
                  <a:lnTo>
                    <a:pt x="7720" y="60"/>
                  </a:lnTo>
                  <a:lnTo>
                    <a:pt x="8038" y="120"/>
                  </a:lnTo>
                  <a:lnTo>
                    <a:pt x="8337" y="179"/>
                  </a:lnTo>
                  <a:lnTo>
                    <a:pt x="8635" y="239"/>
                  </a:lnTo>
                  <a:lnTo>
                    <a:pt x="8914" y="339"/>
                  </a:lnTo>
                  <a:lnTo>
                    <a:pt x="9212" y="438"/>
                  </a:lnTo>
                  <a:lnTo>
                    <a:pt x="9490" y="557"/>
                  </a:lnTo>
                  <a:lnTo>
                    <a:pt x="9769" y="677"/>
                  </a:lnTo>
                  <a:lnTo>
                    <a:pt x="10048" y="816"/>
                  </a:lnTo>
                  <a:lnTo>
                    <a:pt x="10306" y="975"/>
                  </a:lnTo>
                  <a:lnTo>
                    <a:pt x="10565" y="1154"/>
                  </a:lnTo>
                  <a:lnTo>
                    <a:pt x="10823" y="1353"/>
                  </a:lnTo>
                  <a:lnTo>
                    <a:pt x="11062" y="1552"/>
                  </a:lnTo>
                  <a:lnTo>
                    <a:pt x="11281" y="1771"/>
                  </a:lnTo>
                  <a:lnTo>
                    <a:pt x="11520" y="1990"/>
                  </a:lnTo>
                  <a:lnTo>
                    <a:pt x="11719" y="2249"/>
                  </a:lnTo>
                  <a:lnTo>
                    <a:pt x="11918" y="2507"/>
                  </a:lnTo>
                  <a:lnTo>
                    <a:pt x="12117" y="2786"/>
                  </a:lnTo>
                  <a:lnTo>
                    <a:pt x="12276" y="3084"/>
                  </a:lnTo>
                  <a:lnTo>
                    <a:pt x="12435" y="3402"/>
                  </a:lnTo>
                  <a:lnTo>
                    <a:pt x="12594" y="3721"/>
                  </a:lnTo>
                  <a:lnTo>
                    <a:pt x="12594" y="3721"/>
                  </a:lnTo>
                  <a:close/>
                </a:path>
              </a:pathLst>
            </a:custGeom>
            <a:solidFill>
              <a:srgbClr val="FAF1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2007050" y="3346650"/>
              <a:ext cx="260625" cy="886825"/>
            </a:xfrm>
            <a:custGeom>
              <a:avLst/>
              <a:gdLst/>
              <a:ahLst/>
              <a:cxnLst/>
              <a:rect l="l" t="t" r="r" b="b"/>
              <a:pathLst>
                <a:path w="10425" h="35473" extrusionOk="0">
                  <a:moveTo>
                    <a:pt x="2905" y="0"/>
                  </a:moveTo>
                  <a:lnTo>
                    <a:pt x="2905" y="0"/>
                  </a:lnTo>
                  <a:lnTo>
                    <a:pt x="3701" y="1453"/>
                  </a:lnTo>
                  <a:lnTo>
                    <a:pt x="4516" y="3024"/>
                  </a:lnTo>
                  <a:lnTo>
                    <a:pt x="4934" y="3860"/>
                  </a:lnTo>
                  <a:lnTo>
                    <a:pt x="5352" y="4715"/>
                  </a:lnTo>
                  <a:lnTo>
                    <a:pt x="5770" y="5591"/>
                  </a:lnTo>
                  <a:lnTo>
                    <a:pt x="6168" y="6506"/>
                  </a:lnTo>
                  <a:lnTo>
                    <a:pt x="6585" y="7461"/>
                  </a:lnTo>
                  <a:lnTo>
                    <a:pt x="6963" y="8416"/>
                  </a:lnTo>
                  <a:lnTo>
                    <a:pt x="7361" y="9391"/>
                  </a:lnTo>
                  <a:lnTo>
                    <a:pt x="7719" y="10405"/>
                  </a:lnTo>
                  <a:lnTo>
                    <a:pt x="8077" y="11420"/>
                  </a:lnTo>
                  <a:lnTo>
                    <a:pt x="8416" y="12454"/>
                  </a:lnTo>
                  <a:lnTo>
                    <a:pt x="8734" y="13509"/>
                  </a:lnTo>
                  <a:lnTo>
                    <a:pt x="9032" y="14583"/>
                  </a:lnTo>
                  <a:lnTo>
                    <a:pt x="9311" y="15657"/>
                  </a:lnTo>
                  <a:lnTo>
                    <a:pt x="9570" y="16752"/>
                  </a:lnTo>
                  <a:lnTo>
                    <a:pt x="9788" y="17866"/>
                  </a:lnTo>
                  <a:lnTo>
                    <a:pt x="9987" y="18980"/>
                  </a:lnTo>
                  <a:lnTo>
                    <a:pt x="10146" y="20094"/>
                  </a:lnTo>
                  <a:lnTo>
                    <a:pt x="10266" y="21228"/>
                  </a:lnTo>
                  <a:lnTo>
                    <a:pt x="10365" y="22362"/>
                  </a:lnTo>
                  <a:lnTo>
                    <a:pt x="10425" y="23496"/>
                  </a:lnTo>
                  <a:lnTo>
                    <a:pt x="10425" y="24630"/>
                  </a:lnTo>
                  <a:lnTo>
                    <a:pt x="10405" y="25764"/>
                  </a:lnTo>
                  <a:lnTo>
                    <a:pt x="10326" y="26898"/>
                  </a:lnTo>
                  <a:lnTo>
                    <a:pt x="10206" y="28052"/>
                  </a:lnTo>
                  <a:lnTo>
                    <a:pt x="10146" y="28609"/>
                  </a:lnTo>
                  <a:lnTo>
                    <a:pt x="10047" y="29166"/>
                  </a:lnTo>
                  <a:lnTo>
                    <a:pt x="9948" y="29743"/>
                  </a:lnTo>
                  <a:lnTo>
                    <a:pt x="9828" y="30300"/>
                  </a:lnTo>
                  <a:lnTo>
                    <a:pt x="9709" y="30857"/>
                  </a:lnTo>
                  <a:lnTo>
                    <a:pt x="9570" y="31414"/>
                  </a:lnTo>
                  <a:lnTo>
                    <a:pt x="9410" y="31971"/>
                  </a:lnTo>
                  <a:lnTo>
                    <a:pt x="9251" y="32528"/>
                  </a:lnTo>
                  <a:lnTo>
                    <a:pt x="9251" y="32528"/>
                  </a:lnTo>
                  <a:lnTo>
                    <a:pt x="9072" y="33065"/>
                  </a:lnTo>
                  <a:lnTo>
                    <a:pt x="8873" y="33523"/>
                  </a:lnTo>
                  <a:lnTo>
                    <a:pt x="8674" y="33941"/>
                  </a:lnTo>
                  <a:lnTo>
                    <a:pt x="8475" y="34319"/>
                  </a:lnTo>
                  <a:lnTo>
                    <a:pt x="8256" y="34637"/>
                  </a:lnTo>
                  <a:lnTo>
                    <a:pt x="8038" y="34896"/>
                  </a:lnTo>
                  <a:lnTo>
                    <a:pt x="7799" y="35094"/>
                  </a:lnTo>
                  <a:lnTo>
                    <a:pt x="7580" y="35274"/>
                  </a:lnTo>
                  <a:lnTo>
                    <a:pt x="7341" y="35373"/>
                  </a:lnTo>
                  <a:lnTo>
                    <a:pt x="7083" y="35453"/>
                  </a:lnTo>
                  <a:lnTo>
                    <a:pt x="6844" y="35472"/>
                  </a:lnTo>
                  <a:lnTo>
                    <a:pt x="6585" y="35453"/>
                  </a:lnTo>
                  <a:lnTo>
                    <a:pt x="6327" y="35393"/>
                  </a:lnTo>
                  <a:lnTo>
                    <a:pt x="6088" y="35293"/>
                  </a:lnTo>
                  <a:lnTo>
                    <a:pt x="5809" y="35134"/>
                  </a:lnTo>
                  <a:lnTo>
                    <a:pt x="5551" y="34955"/>
                  </a:lnTo>
                  <a:lnTo>
                    <a:pt x="5292" y="34736"/>
                  </a:lnTo>
                  <a:lnTo>
                    <a:pt x="5034" y="34478"/>
                  </a:lnTo>
                  <a:lnTo>
                    <a:pt x="4775" y="34179"/>
                  </a:lnTo>
                  <a:lnTo>
                    <a:pt x="4516" y="33841"/>
                  </a:lnTo>
                  <a:lnTo>
                    <a:pt x="4258" y="33463"/>
                  </a:lnTo>
                  <a:lnTo>
                    <a:pt x="3999" y="33065"/>
                  </a:lnTo>
                  <a:lnTo>
                    <a:pt x="3740" y="32628"/>
                  </a:lnTo>
                  <a:lnTo>
                    <a:pt x="3502" y="32150"/>
                  </a:lnTo>
                  <a:lnTo>
                    <a:pt x="3243" y="31653"/>
                  </a:lnTo>
                  <a:lnTo>
                    <a:pt x="3004" y="31135"/>
                  </a:lnTo>
                  <a:lnTo>
                    <a:pt x="2766" y="30578"/>
                  </a:lnTo>
                  <a:lnTo>
                    <a:pt x="2547" y="30001"/>
                  </a:lnTo>
                  <a:lnTo>
                    <a:pt x="2308" y="29385"/>
                  </a:lnTo>
                  <a:lnTo>
                    <a:pt x="2089" y="28748"/>
                  </a:lnTo>
                  <a:lnTo>
                    <a:pt x="1890" y="28092"/>
                  </a:lnTo>
                  <a:lnTo>
                    <a:pt x="1691" y="27415"/>
                  </a:lnTo>
                  <a:lnTo>
                    <a:pt x="1492" y="26719"/>
                  </a:lnTo>
                  <a:lnTo>
                    <a:pt x="1313" y="26003"/>
                  </a:lnTo>
                  <a:lnTo>
                    <a:pt x="1134" y="25247"/>
                  </a:lnTo>
                  <a:lnTo>
                    <a:pt x="975" y="24491"/>
                  </a:lnTo>
                  <a:lnTo>
                    <a:pt x="816" y="23715"/>
                  </a:lnTo>
                  <a:lnTo>
                    <a:pt x="677" y="22919"/>
                  </a:lnTo>
                  <a:lnTo>
                    <a:pt x="537" y="22103"/>
                  </a:lnTo>
                  <a:lnTo>
                    <a:pt x="418" y="21288"/>
                  </a:lnTo>
                  <a:lnTo>
                    <a:pt x="319" y="20452"/>
                  </a:lnTo>
                  <a:lnTo>
                    <a:pt x="219" y="19597"/>
                  </a:lnTo>
                  <a:lnTo>
                    <a:pt x="159" y="18741"/>
                  </a:lnTo>
                  <a:lnTo>
                    <a:pt x="100" y="17866"/>
                  </a:lnTo>
                  <a:lnTo>
                    <a:pt x="40" y="16990"/>
                  </a:lnTo>
                  <a:lnTo>
                    <a:pt x="20" y="16095"/>
                  </a:lnTo>
                  <a:lnTo>
                    <a:pt x="0" y="15200"/>
                  </a:lnTo>
                  <a:lnTo>
                    <a:pt x="0" y="14305"/>
                  </a:lnTo>
                  <a:lnTo>
                    <a:pt x="20" y="13389"/>
                  </a:lnTo>
                  <a:lnTo>
                    <a:pt x="80" y="12494"/>
                  </a:lnTo>
                  <a:lnTo>
                    <a:pt x="139" y="11579"/>
                  </a:lnTo>
                  <a:lnTo>
                    <a:pt x="219" y="10664"/>
                  </a:lnTo>
                  <a:lnTo>
                    <a:pt x="319" y="9749"/>
                  </a:lnTo>
                  <a:lnTo>
                    <a:pt x="438" y="8853"/>
                  </a:lnTo>
                  <a:lnTo>
                    <a:pt x="577" y="7938"/>
                  </a:lnTo>
                  <a:lnTo>
                    <a:pt x="736" y="7023"/>
                  </a:lnTo>
                  <a:lnTo>
                    <a:pt x="915" y="6128"/>
                  </a:lnTo>
                  <a:lnTo>
                    <a:pt x="1134" y="5233"/>
                  </a:lnTo>
                  <a:lnTo>
                    <a:pt x="1373" y="4337"/>
                  </a:lnTo>
                  <a:lnTo>
                    <a:pt x="1632" y="3442"/>
                  </a:lnTo>
                  <a:lnTo>
                    <a:pt x="1910" y="2567"/>
                  </a:lnTo>
                  <a:lnTo>
                    <a:pt x="2209" y="1711"/>
                  </a:lnTo>
                  <a:lnTo>
                    <a:pt x="2547" y="856"/>
                  </a:lnTo>
                  <a:lnTo>
                    <a:pt x="2905" y="0"/>
                  </a:lnTo>
                  <a:lnTo>
                    <a:pt x="2905" y="0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3449900" y="3504300"/>
              <a:ext cx="204425" cy="287025"/>
            </a:xfrm>
            <a:custGeom>
              <a:avLst/>
              <a:gdLst/>
              <a:ahLst/>
              <a:cxnLst/>
              <a:rect l="l" t="t" r="r" b="b"/>
              <a:pathLst>
                <a:path w="8177" h="11481" extrusionOk="0">
                  <a:moveTo>
                    <a:pt x="2149" y="1"/>
                  </a:moveTo>
                  <a:lnTo>
                    <a:pt x="2149" y="1"/>
                  </a:lnTo>
                  <a:lnTo>
                    <a:pt x="1075" y="578"/>
                  </a:lnTo>
                  <a:lnTo>
                    <a:pt x="0" y="1175"/>
                  </a:lnTo>
                  <a:lnTo>
                    <a:pt x="7262" y="11480"/>
                  </a:lnTo>
                  <a:lnTo>
                    <a:pt x="7262" y="11480"/>
                  </a:lnTo>
                  <a:lnTo>
                    <a:pt x="7520" y="11182"/>
                  </a:lnTo>
                  <a:lnTo>
                    <a:pt x="7719" y="10844"/>
                  </a:lnTo>
                  <a:lnTo>
                    <a:pt x="7898" y="10525"/>
                  </a:lnTo>
                  <a:lnTo>
                    <a:pt x="8018" y="10187"/>
                  </a:lnTo>
                  <a:lnTo>
                    <a:pt x="8117" y="9829"/>
                  </a:lnTo>
                  <a:lnTo>
                    <a:pt x="8157" y="9471"/>
                  </a:lnTo>
                  <a:lnTo>
                    <a:pt x="8177" y="9113"/>
                  </a:lnTo>
                  <a:lnTo>
                    <a:pt x="8157" y="8755"/>
                  </a:lnTo>
                  <a:lnTo>
                    <a:pt x="8117" y="8377"/>
                  </a:lnTo>
                  <a:lnTo>
                    <a:pt x="8038" y="7999"/>
                  </a:lnTo>
                  <a:lnTo>
                    <a:pt x="7918" y="7621"/>
                  </a:lnTo>
                  <a:lnTo>
                    <a:pt x="7799" y="7243"/>
                  </a:lnTo>
                  <a:lnTo>
                    <a:pt x="7640" y="6865"/>
                  </a:lnTo>
                  <a:lnTo>
                    <a:pt x="7441" y="6487"/>
                  </a:lnTo>
                  <a:lnTo>
                    <a:pt x="7242" y="6089"/>
                  </a:lnTo>
                  <a:lnTo>
                    <a:pt x="7023" y="5711"/>
                  </a:lnTo>
                  <a:lnTo>
                    <a:pt x="6784" y="5313"/>
                  </a:lnTo>
                  <a:lnTo>
                    <a:pt x="6526" y="4935"/>
                  </a:lnTo>
                  <a:lnTo>
                    <a:pt x="6247" y="4557"/>
                  </a:lnTo>
                  <a:lnTo>
                    <a:pt x="5969" y="4179"/>
                  </a:lnTo>
                  <a:lnTo>
                    <a:pt x="5352" y="3423"/>
                  </a:lnTo>
                  <a:lnTo>
                    <a:pt x="4735" y="2687"/>
                  </a:lnTo>
                  <a:lnTo>
                    <a:pt x="4079" y="1971"/>
                  </a:lnTo>
                  <a:lnTo>
                    <a:pt x="3422" y="1274"/>
                  </a:lnTo>
                  <a:lnTo>
                    <a:pt x="2149" y="1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rgbClr val="FAF1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3725925" y="3457550"/>
              <a:ext cx="330275" cy="574000"/>
            </a:xfrm>
            <a:custGeom>
              <a:avLst/>
              <a:gdLst/>
              <a:ahLst/>
              <a:cxnLst/>
              <a:rect l="l" t="t" r="r" b="b"/>
              <a:pathLst>
                <a:path w="13211" h="22960" extrusionOk="0">
                  <a:moveTo>
                    <a:pt x="2925" y="478"/>
                  </a:moveTo>
                  <a:lnTo>
                    <a:pt x="13211" y="22959"/>
                  </a:lnTo>
                  <a:lnTo>
                    <a:pt x="1" y="1"/>
                  </a:lnTo>
                  <a:lnTo>
                    <a:pt x="2925" y="478"/>
                  </a:lnTo>
                  <a:close/>
                </a:path>
              </a:pathLst>
            </a:custGeom>
            <a:solidFill>
              <a:srgbClr val="D2B79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2784925" y="856350"/>
              <a:ext cx="1121075" cy="151700"/>
            </a:xfrm>
            <a:custGeom>
              <a:avLst/>
              <a:gdLst/>
              <a:ahLst/>
              <a:cxnLst/>
              <a:rect l="l" t="t" r="r" b="b"/>
              <a:pathLst>
                <a:path w="44843" h="6068" extrusionOk="0">
                  <a:moveTo>
                    <a:pt x="3044" y="0"/>
                  </a:moveTo>
                  <a:lnTo>
                    <a:pt x="2726" y="20"/>
                  </a:lnTo>
                  <a:lnTo>
                    <a:pt x="2427" y="60"/>
                  </a:lnTo>
                  <a:lnTo>
                    <a:pt x="2149" y="139"/>
                  </a:lnTo>
                  <a:lnTo>
                    <a:pt x="1870" y="239"/>
                  </a:lnTo>
                  <a:lnTo>
                    <a:pt x="1592" y="378"/>
                  </a:lnTo>
                  <a:lnTo>
                    <a:pt x="1353" y="517"/>
                  </a:lnTo>
                  <a:lnTo>
                    <a:pt x="1114" y="696"/>
                  </a:lnTo>
                  <a:lnTo>
                    <a:pt x="896" y="895"/>
                  </a:lnTo>
                  <a:lnTo>
                    <a:pt x="697" y="1114"/>
                  </a:lnTo>
                  <a:lnTo>
                    <a:pt x="537" y="1333"/>
                  </a:lnTo>
                  <a:lnTo>
                    <a:pt x="378" y="1592"/>
                  </a:lnTo>
                  <a:lnTo>
                    <a:pt x="239" y="1850"/>
                  </a:lnTo>
                  <a:lnTo>
                    <a:pt x="140" y="2129"/>
                  </a:lnTo>
                  <a:lnTo>
                    <a:pt x="80" y="2427"/>
                  </a:lnTo>
                  <a:lnTo>
                    <a:pt x="20" y="2726"/>
                  </a:lnTo>
                  <a:lnTo>
                    <a:pt x="0" y="3044"/>
                  </a:lnTo>
                  <a:lnTo>
                    <a:pt x="20" y="3342"/>
                  </a:lnTo>
                  <a:lnTo>
                    <a:pt x="80" y="3641"/>
                  </a:lnTo>
                  <a:lnTo>
                    <a:pt x="140" y="3939"/>
                  </a:lnTo>
                  <a:lnTo>
                    <a:pt x="239" y="4218"/>
                  </a:lnTo>
                  <a:lnTo>
                    <a:pt x="378" y="4476"/>
                  </a:lnTo>
                  <a:lnTo>
                    <a:pt x="537" y="4735"/>
                  </a:lnTo>
                  <a:lnTo>
                    <a:pt x="697" y="4974"/>
                  </a:lnTo>
                  <a:lnTo>
                    <a:pt x="896" y="5193"/>
                  </a:lnTo>
                  <a:lnTo>
                    <a:pt x="1114" y="5372"/>
                  </a:lnTo>
                  <a:lnTo>
                    <a:pt x="1353" y="5551"/>
                  </a:lnTo>
                  <a:lnTo>
                    <a:pt x="1592" y="5710"/>
                  </a:lnTo>
                  <a:lnTo>
                    <a:pt x="1870" y="5829"/>
                  </a:lnTo>
                  <a:lnTo>
                    <a:pt x="2149" y="5929"/>
                  </a:lnTo>
                  <a:lnTo>
                    <a:pt x="2427" y="6008"/>
                  </a:lnTo>
                  <a:lnTo>
                    <a:pt x="2726" y="6068"/>
                  </a:lnTo>
                  <a:lnTo>
                    <a:pt x="42097" y="6068"/>
                  </a:lnTo>
                  <a:lnTo>
                    <a:pt x="42416" y="6008"/>
                  </a:lnTo>
                  <a:lnTo>
                    <a:pt x="42694" y="5929"/>
                  </a:lnTo>
                  <a:lnTo>
                    <a:pt x="42973" y="5829"/>
                  </a:lnTo>
                  <a:lnTo>
                    <a:pt x="43251" y="5710"/>
                  </a:lnTo>
                  <a:lnTo>
                    <a:pt x="43490" y="5551"/>
                  </a:lnTo>
                  <a:lnTo>
                    <a:pt x="43729" y="5372"/>
                  </a:lnTo>
                  <a:lnTo>
                    <a:pt x="43947" y="5193"/>
                  </a:lnTo>
                  <a:lnTo>
                    <a:pt x="44146" y="4974"/>
                  </a:lnTo>
                  <a:lnTo>
                    <a:pt x="44306" y="4735"/>
                  </a:lnTo>
                  <a:lnTo>
                    <a:pt x="44465" y="4476"/>
                  </a:lnTo>
                  <a:lnTo>
                    <a:pt x="44604" y="4218"/>
                  </a:lnTo>
                  <a:lnTo>
                    <a:pt x="44703" y="3939"/>
                  </a:lnTo>
                  <a:lnTo>
                    <a:pt x="44763" y="3641"/>
                  </a:lnTo>
                  <a:lnTo>
                    <a:pt x="44823" y="3342"/>
                  </a:lnTo>
                  <a:lnTo>
                    <a:pt x="44843" y="3044"/>
                  </a:lnTo>
                  <a:lnTo>
                    <a:pt x="44823" y="2726"/>
                  </a:lnTo>
                  <a:lnTo>
                    <a:pt x="44763" y="2427"/>
                  </a:lnTo>
                  <a:lnTo>
                    <a:pt x="44703" y="2129"/>
                  </a:lnTo>
                  <a:lnTo>
                    <a:pt x="44604" y="1850"/>
                  </a:lnTo>
                  <a:lnTo>
                    <a:pt x="44465" y="1592"/>
                  </a:lnTo>
                  <a:lnTo>
                    <a:pt x="44306" y="1333"/>
                  </a:lnTo>
                  <a:lnTo>
                    <a:pt x="44146" y="1114"/>
                  </a:lnTo>
                  <a:lnTo>
                    <a:pt x="43947" y="895"/>
                  </a:lnTo>
                  <a:lnTo>
                    <a:pt x="43729" y="696"/>
                  </a:lnTo>
                  <a:lnTo>
                    <a:pt x="43490" y="517"/>
                  </a:lnTo>
                  <a:lnTo>
                    <a:pt x="43251" y="378"/>
                  </a:lnTo>
                  <a:lnTo>
                    <a:pt x="42973" y="239"/>
                  </a:lnTo>
                  <a:lnTo>
                    <a:pt x="42694" y="139"/>
                  </a:lnTo>
                  <a:lnTo>
                    <a:pt x="42416" y="60"/>
                  </a:lnTo>
                  <a:lnTo>
                    <a:pt x="42097" y="20"/>
                  </a:lnTo>
                  <a:lnTo>
                    <a:pt x="417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3750300" y="887675"/>
              <a:ext cx="89050" cy="89050"/>
            </a:xfrm>
            <a:custGeom>
              <a:avLst/>
              <a:gdLst/>
              <a:ahLst/>
              <a:cxnLst/>
              <a:rect l="l" t="t" r="r" b="b"/>
              <a:pathLst>
                <a:path w="3562" h="3562" extrusionOk="0">
                  <a:moveTo>
                    <a:pt x="1334" y="557"/>
                  </a:moveTo>
                  <a:lnTo>
                    <a:pt x="1493" y="577"/>
                  </a:lnTo>
                  <a:lnTo>
                    <a:pt x="1632" y="617"/>
                  </a:lnTo>
                  <a:lnTo>
                    <a:pt x="1771" y="677"/>
                  </a:lnTo>
                  <a:lnTo>
                    <a:pt x="1891" y="796"/>
                  </a:lnTo>
                  <a:lnTo>
                    <a:pt x="1990" y="916"/>
                  </a:lnTo>
                  <a:lnTo>
                    <a:pt x="2070" y="1055"/>
                  </a:lnTo>
                  <a:lnTo>
                    <a:pt x="2109" y="1194"/>
                  </a:lnTo>
                  <a:lnTo>
                    <a:pt x="2129" y="1353"/>
                  </a:lnTo>
                  <a:lnTo>
                    <a:pt x="2109" y="1492"/>
                  </a:lnTo>
                  <a:lnTo>
                    <a:pt x="2070" y="1632"/>
                  </a:lnTo>
                  <a:lnTo>
                    <a:pt x="1990" y="1771"/>
                  </a:lnTo>
                  <a:lnTo>
                    <a:pt x="1891" y="1890"/>
                  </a:lnTo>
                  <a:lnTo>
                    <a:pt x="1771" y="2010"/>
                  </a:lnTo>
                  <a:lnTo>
                    <a:pt x="1632" y="2069"/>
                  </a:lnTo>
                  <a:lnTo>
                    <a:pt x="1493" y="2109"/>
                  </a:lnTo>
                  <a:lnTo>
                    <a:pt x="1334" y="2129"/>
                  </a:lnTo>
                  <a:lnTo>
                    <a:pt x="1194" y="2109"/>
                  </a:lnTo>
                  <a:lnTo>
                    <a:pt x="1035" y="2069"/>
                  </a:lnTo>
                  <a:lnTo>
                    <a:pt x="916" y="2010"/>
                  </a:lnTo>
                  <a:lnTo>
                    <a:pt x="777" y="1890"/>
                  </a:lnTo>
                  <a:lnTo>
                    <a:pt x="677" y="1771"/>
                  </a:lnTo>
                  <a:lnTo>
                    <a:pt x="617" y="1632"/>
                  </a:lnTo>
                  <a:lnTo>
                    <a:pt x="578" y="1492"/>
                  </a:lnTo>
                  <a:lnTo>
                    <a:pt x="558" y="1353"/>
                  </a:lnTo>
                  <a:lnTo>
                    <a:pt x="578" y="1194"/>
                  </a:lnTo>
                  <a:lnTo>
                    <a:pt x="617" y="1055"/>
                  </a:lnTo>
                  <a:lnTo>
                    <a:pt x="677" y="916"/>
                  </a:lnTo>
                  <a:lnTo>
                    <a:pt x="777" y="796"/>
                  </a:lnTo>
                  <a:lnTo>
                    <a:pt x="916" y="677"/>
                  </a:lnTo>
                  <a:lnTo>
                    <a:pt x="1035" y="617"/>
                  </a:lnTo>
                  <a:lnTo>
                    <a:pt x="1194" y="577"/>
                  </a:lnTo>
                  <a:lnTo>
                    <a:pt x="1334" y="557"/>
                  </a:lnTo>
                  <a:close/>
                  <a:moveTo>
                    <a:pt x="1214" y="0"/>
                  </a:moveTo>
                  <a:lnTo>
                    <a:pt x="1075" y="20"/>
                  </a:lnTo>
                  <a:lnTo>
                    <a:pt x="956" y="60"/>
                  </a:lnTo>
                  <a:lnTo>
                    <a:pt x="836" y="100"/>
                  </a:lnTo>
                  <a:lnTo>
                    <a:pt x="717" y="160"/>
                  </a:lnTo>
                  <a:lnTo>
                    <a:pt x="597" y="219"/>
                  </a:lnTo>
                  <a:lnTo>
                    <a:pt x="498" y="299"/>
                  </a:lnTo>
                  <a:lnTo>
                    <a:pt x="399" y="398"/>
                  </a:lnTo>
                  <a:lnTo>
                    <a:pt x="299" y="498"/>
                  </a:lnTo>
                  <a:lnTo>
                    <a:pt x="220" y="597"/>
                  </a:lnTo>
                  <a:lnTo>
                    <a:pt x="160" y="717"/>
                  </a:lnTo>
                  <a:lnTo>
                    <a:pt x="100" y="836"/>
                  </a:lnTo>
                  <a:lnTo>
                    <a:pt x="60" y="955"/>
                  </a:lnTo>
                  <a:lnTo>
                    <a:pt x="21" y="1095"/>
                  </a:lnTo>
                  <a:lnTo>
                    <a:pt x="1" y="1214"/>
                  </a:lnTo>
                  <a:lnTo>
                    <a:pt x="1" y="1333"/>
                  </a:lnTo>
                  <a:lnTo>
                    <a:pt x="1" y="1473"/>
                  </a:lnTo>
                  <a:lnTo>
                    <a:pt x="21" y="1592"/>
                  </a:lnTo>
                  <a:lnTo>
                    <a:pt x="60" y="1731"/>
                  </a:lnTo>
                  <a:lnTo>
                    <a:pt x="100" y="1851"/>
                  </a:lnTo>
                  <a:lnTo>
                    <a:pt x="160" y="1970"/>
                  </a:lnTo>
                  <a:lnTo>
                    <a:pt x="220" y="2089"/>
                  </a:lnTo>
                  <a:lnTo>
                    <a:pt x="299" y="2189"/>
                  </a:lnTo>
                  <a:lnTo>
                    <a:pt x="399" y="2288"/>
                  </a:lnTo>
                  <a:lnTo>
                    <a:pt x="558" y="2428"/>
                  </a:lnTo>
                  <a:lnTo>
                    <a:pt x="737" y="2547"/>
                  </a:lnTo>
                  <a:lnTo>
                    <a:pt x="936" y="2626"/>
                  </a:lnTo>
                  <a:lnTo>
                    <a:pt x="1135" y="2666"/>
                  </a:lnTo>
                  <a:lnTo>
                    <a:pt x="1353" y="2686"/>
                  </a:lnTo>
                  <a:lnTo>
                    <a:pt x="1552" y="2666"/>
                  </a:lnTo>
                  <a:lnTo>
                    <a:pt x="1751" y="2626"/>
                  </a:lnTo>
                  <a:lnTo>
                    <a:pt x="1950" y="2547"/>
                  </a:lnTo>
                  <a:lnTo>
                    <a:pt x="2985" y="3562"/>
                  </a:lnTo>
                  <a:lnTo>
                    <a:pt x="3562" y="2985"/>
                  </a:lnTo>
                  <a:lnTo>
                    <a:pt x="2547" y="1950"/>
                  </a:lnTo>
                  <a:lnTo>
                    <a:pt x="2627" y="1751"/>
                  </a:lnTo>
                  <a:lnTo>
                    <a:pt x="2667" y="1552"/>
                  </a:lnTo>
                  <a:lnTo>
                    <a:pt x="2686" y="1353"/>
                  </a:lnTo>
                  <a:lnTo>
                    <a:pt x="2667" y="1134"/>
                  </a:lnTo>
                  <a:lnTo>
                    <a:pt x="2627" y="935"/>
                  </a:lnTo>
                  <a:lnTo>
                    <a:pt x="2547" y="736"/>
                  </a:lnTo>
                  <a:lnTo>
                    <a:pt x="2428" y="557"/>
                  </a:lnTo>
                  <a:lnTo>
                    <a:pt x="2289" y="398"/>
                  </a:lnTo>
                  <a:lnTo>
                    <a:pt x="2189" y="299"/>
                  </a:lnTo>
                  <a:lnTo>
                    <a:pt x="2090" y="219"/>
                  </a:lnTo>
                  <a:lnTo>
                    <a:pt x="1970" y="160"/>
                  </a:lnTo>
                  <a:lnTo>
                    <a:pt x="1851" y="100"/>
                  </a:lnTo>
                  <a:lnTo>
                    <a:pt x="1731" y="60"/>
                  </a:lnTo>
                  <a:lnTo>
                    <a:pt x="1592" y="20"/>
                  </a:lnTo>
                  <a:lnTo>
                    <a:pt x="1473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4516250" y="1512375"/>
              <a:ext cx="1316550" cy="1015625"/>
            </a:xfrm>
            <a:custGeom>
              <a:avLst/>
              <a:gdLst/>
              <a:ahLst/>
              <a:cxnLst/>
              <a:rect l="l" t="t" r="r" b="b"/>
              <a:pathLst>
                <a:path w="52662" h="40625" extrusionOk="0">
                  <a:moveTo>
                    <a:pt x="0" y="0"/>
                  </a:moveTo>
                  <a:lnTo>
                    <a:pt x="0" y="40625"/>
                  </a:lnTo>
                  <a:lnTo>
                    <a:pt x="52661" y="40625"/>
                  </a:lnTo>
                  <a:lnTo>
                    <a:pt x="526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4688325" y="1620800"/>
              <a:ext cx="971875" cy="798775"/>
            </a:xfrm>
            <a:custGeom>
              <a:avLst/>
              <a:gdLst/>
              <a:ahLst/>
              <a:cxnLst/>
              <a:rect l="l" t="t" r="r" b="b"/>
              <a:pathLst>
                <a:path w="38875" h="31951" extrusionOk="0">
                  <a:moveTo>
                    <a:pt x="1" y="0"/>
                  </a:moveTo>
                  <a:lnTo>
                    <a:pt x="1" y="31951"/>
                  </a:lnTo>
                  <a:lnTo>
                    <a:pt x="38875" y="31951"/>
                  </a:lnTo>
                  <a:lnTo>
                    <a:pt x="388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5094675" y="1901300"/>
              <a:ext cx="206425" cy="238275"/>
            </a:xfrm>
            <a:custGeom>
              <a:avLst/>
              <a:gdLst/>
              <a:ahLst/>
              <a:cxnLst/>
              <a:rect l="l" t="t" r="r" b="b"/>
              <a:pathLst>
                <a:path w="8257" h="9531" extrusionOk="0">
                  <a:moveTo>
                    <a:pt x="1" y="1"/>
                  </a:moveTo>
                  <a:lnTo>
                    <a:pt x="1" y="9530"/>
                  </a:lnTo>
                  <a:lnTo>
                    <a:pt x="8257" y="47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4971825" y="1817750"/>
              <a:ext cx="404875" cy="404875"/>
            </a:xfrm>
            <a:custGeom>
              <a:avLst/>
              <a:gdLst/>
              <a:ahLst/>
              <a:cxnLst/>
              <a:rect l="l" t="t" r="r" b="b"/>
              <a:pathLst>
                <a:path w="16195" h="16195" extrusionOk="0">
                  <a:moveTo>
                    <a:pt x="8456" y="1134"/>
                  </a:moveTo>
                  <a:lnTo>
                    <a:pt x="8814" y="1174"/>
                  </a:lnTo>
                  <a:lnTo>
                    <a:pt x="9152" y="1214"/>
                  </a:lnTo>
                  <a:lnTo>
                    <a:pt x="9510" y="1274"/>
                  </a:lnTo>
                  <a:lnTo>
                    <a:pt x="9848" y="1353"/>
                  </a:lnTo>
                  <a:lnTo>
                    <a:pt x="10167" y="1453"/>
                  </a:lnTo>
                  <a:lnTo>
                    <a:pt x="10485" y="1552"/>
                  </a:lnTo>
                  <a:lnTo>
                    <a:pt x="10803" y="1691"/>
                  </a:lnTo>
                  <a:lnTo>
                    <a:pt x="11122" y="1831"/>
                  </a:lnTo>
                  <a:lnTo>
                    <a:pt x="11420" y="1970"/>
                  </a:lnTo>
                  <a:lnTo>
                    <a:pt x="11719" y="2149"/>
                  </a:lnTo>
                  <a:lnTo>
                    <a:pt x="11997" y="2328"/>
                  </a:lnTo>
                  <a:lnTo>
                    <a:pt x="12276" y="2527"/>
                  </a:lnTo>
                  <a:lnTo>
                    <a:pt x="12534" y="2726"/>
                  </a:lnTo>
                  <a:lnTo>
                    <a:pt x="12793" y="2945"/>
                  </a:lnTo>
                  <a:lnTo>
                    <a:pt x="13032" y="3183"/>
                  </a:lnTo>
                  <a:lnTo>
                    <a:pt x="13250" y="3422"/>
                  </a:lnTo>
                  <a:lnTo>
                    <a:pt x="13469" y="3681"/>
                  </a:lnTo>
                  <a:lnTo>
                    <a:pt x="13688" y="3939"/>
                  </a:lnTo>
                  <a:lnTo>
                    <a:pt x="13887" y="4198"/>
                  </a:lnTo>
                  <a:lnTo>
                    <a:pt x="14066" y="4496"/>
                  </a:lnTo>
                  <a:lnTo>
                    <a:pt x="14225" y="4775"/>
                  </a:lnTo>
                  <a:lnTo>
                    <a:pt x="14384" y="5073"/>
                  </a:lnTo>
                  <a:lnTo>
                    <a:pt x="14524" y="5392"/>
                  </a:lnTo>
                  <a:lnTo>
                    <a:pt x="14643" y="5710"/>
                  </a:lnTo>
                  <a:lnTo>
                    <a:pt x="14762" y="6028"/>
                  </a:lnTo>
                  <a:lnTo>
                    <a:pt x="14842" y="6367"/>
                  </a:lnTo>
                  <a:lnTo>
                    <a:pt x="14922" y="6705"/>
                  </a:lnTo>
                  <a:lnTo>
                    <a:pt x="14981" y="7043"/>
                  </a:lnTo>
                  <a:lnTo>
                    <a:pt x="15041" y="7381"/>
                  </a:lnTo>
                  <a:lnTo>
                    <a:pt x="15061" y="7739"/>
                  </a:lnTo>
                  <a:lnTo>
                    <a:pt x="15061" y="8097"/>
                  </a:lnTo>
                  <a:lnTo>
                    <a:pt x="15061" y="8456"/>
                  </a:lnTo>
                  <a:lnTo>
                    <a:pt x="15041" y="8814"/>
                  </a:lnTo>
                  <a:lnTo>
                    <a:pt x="14981" y="9152"/>
                  </a:lnTo>
                  <a:lnTo>
                    <a:pt x="14922" y="9510"/>
                  </a:lnTo>
                  <a:lnTo>
                    <a:pt x="14842" y="9848"/>
                  </a:lnTo>
                  <a:lnTo>
                    <a:pt x="14762" y="10166"/>
                  </a:lnTo>
                  <a:lnTo>
                    <a:pt x="14643" y="10485"/>
                  </a:lnTo>
                  <a:lnTo>
                    <a:pt x="14524" y="10803"/>
                  </a:lnTo>
                  <a:lnTo>
                    <a:pt x="14384" y="11121"/>
                  </a:lnTo>
                  <a:lnTo>
                    <a:pt x="14225" y="11420"/>
                  </a:lnTo>
                  <a:lnTo>
                    <a:pt x="14066" y="11718"/>
                  </a:lnTo>
                  <a:lnTo>
                    <a:pt x="13887" y="11997"/>
                  </a:lnTo>
                  <a:lnTo>
                    <a:pt x="13688" y="12275"/>
                  </a:lnTo>
                  <a:lnTo>
                    <a:pt x="13469" y="12534"/>
                  </a:lnTo>
                  <a:lnTo>
                    <a:pt x="13250" y="12773"/>
                  </a:lnTo>
                  <a:lnTo>
                    <a:pt x="13032" y="13031"/>
                  </a:lnTo>
                  <a:lnTo>
                    <a:pt x="12793" y="13250"/>
                  </a:lnTo>
                  <a:lnTo>
                    <a:pt x="12534" y="13469"/>
                  </a:lnTo>
                  <a:lnTo>
                    <a:pt x="12276" y="13688"/>
                  </a:lnTo>
                  <a:lnTo>
                    <a:pt x="11997" y="13867"/>
                  </a:lnTo>
                  <a:lnTo>
                    <a:pt x="11719" y="14066"/>
                  </a:lnTo>
                  <a:lnTo>
                    <a:pt x="11420" y="14225"/>
                  </a:lnTo>
                  <a:lnTo>
                    <a:pt x="11122" y="14384"/>
                  </a:lnTo>
                  <a:lnTo>
                    <a:pt x="10803" y="14523"/>
                  </a:lnTo>
                  <a:lnTo>
                    <a:pt x="10485" y="14643"/>
                  </a:lnTo>
                  <a:lnTo>
                    <a:pt x="10167" y="14762"/>
                  </a:lnTo>
                  <a:lnTo>
                    <a:pt x="9848" y="14842"/>
                  </a:lnTo>
                  <a:lnTo>
                    <a:pt x="9510" y="14921"/>
                  </a:lnTo>
                  <a:lnTo>
                    <a:pt x="9152" y="14981"/>
                  </a:lnTo>
                  <a:lnTo>
                    <a:pt x="8814" y="15041"/>
                  </a:lnTo>
                  <a:lnTo>
                    <a:pt x="8456" y="15061"/>
                  </a:lnTo>
                  <a:lnTo>
                    <a:pt x="7740" y="15061"/>
                  </a:lnTo>
                  <a:lnTo>
                    <a:pt x="7382" y="15041"/>
                  </a:lnTo>
                  <a:lnTo>
                    <a:pt x="7043" y="14981"/>
                  </a:lnTo>
                  <a:lnTo>
                    <a:pt x="6705" y="14921"/>
                  </a:lnTo>
                  <a:lnTo>
                    <a:pt x="6367" y="14842"/>
                  </a:lnTo>
                  <a:lnTo>
                    <a:pt x="6029" y="14762"/>
                  </a:lnTo>
                  <a:lnTo>
                    <a:pt x="5710" y="14643"/>
                  </a:lnTo>
                  <a:lnTo>
                    <a:pt x="5392" y="14523"/>
                  </a:lnTo>
                  <a:lnTo>
                    <a:pt x="5074" y="14384"/>
                  </a:lnTo>
                  <a:lnTo>
                    <a:pt x="4775" y="14225"/>
                  </a:lnTo>
                  <a:lnTo>
                    <a:pt x="4497" y="14066"/>
                  </a:lnTo>
                  <a:lnTo>
                    <a:pt x="4218" y="13867"/>
                  </a:lnTo>
                  <a:lnTo>
                    <a:pt x="3940" y="13688"/>
                  </a:lnTo>
                  <a:lnTo>
                    <a:pt x="3681" y="13469"/>
                  </a:lnTo>
                  <a:lnTo>
                    <a:pt x="3423" y="13250"/>
                  </a:lnTo>
                  <a:lnTo>
                    <a:pt x="3184" y="13031"/>
                  </a:lnTo>
                  <a:lnTo>
                    <a:pt x="2945" y="12773"/>
                  </a:lnTo>
                  <a:lnTo>
                    <a:pt x="2726" y="12534"/>
                  </a:lnTo>
                  <a:lnTo>
                    <a:pt x="2527" y="12275"/>
                  </a:lnTo>
                  <a:lnTo>
                    <a:pt x="2328" y="11997"/>
                  </a:lnTo>
                  <a:lnTo>
                    <a:pt x="2149" y="11718"/>
                  </a:lnTo>
                  <a:lnTo>
                    <a:pt x="1970" y="11420"/>
                  </a:lnTo>
                  <a:lnTo>
                    <a:pt x="1831" y="11121"/>
                  </a:lnTo>
                  <a:lnTo>
                    <a:pt x="1692" y="10803"/>
                  </a:lnTo>
                  <a:lnTo>
                    <a:pt x="1552" y="10485"/>
                  </a:lnTo>
                  <a:lnTo>
                    <a:pt x="1453" y="10166"/>
                  </a:lnTo>
                  <a:lnTo>
                    <a:pt x="1354" y="9848"/>
                  </a:lnTo>
                  <a:lnTo>
                    <a:pt x="1274" y="9510"/>
                  </a:lnTo>
                  <a:lnTo>
                    <a:pt x="1214" y="9152"/>
                  </a:lnTo>
                  <a:lnTo>
                    <a:pt x="1174" y="8814"/>
                  </a:lnTo>
                  <a:lnTo>
                    <a:pt x="1135" y="8456"/>
                  </a:lnTo>
                  <a:lnTo>
                    <a:pt x="1135" y="8097"/>
                  </a:lnTo>
                  <a:lnTo>
                    <a:pt x="1135" y="7739"/>
                  </a:lnTo>
                  <a:lnTo>
                    <a:pt x="1174" y="7381"/>
                  </a:lnTo>
                  <a:lnTo>
                    <a:pt x="1214" y="7043"/>
                  </a:lnTo>
                  <a:lnTo>
                    <a:pt x="1274" y="6705"/>
                  </a:lnTo>
                  <a:lnTo>
                    <a:pt x="1354" y="6367"/>
                  </a:lnTo>
                  <a:lnTo>
                    <a:pt x="1453" y="6028"/>
                  </a:lnTo>
                  <a:lnTo>
                    <a:pt x="1552" y="5710"/>
                  </a:lnTo>
                  <a:lnTo>
                    <a:pt x="1692" y="5392"/>
                  </a:lnTo>
                  <a:lnTo>
                    <a:pt x="1831" y="5073"/>
                  </a:lnTo>
                  <a:lnTo>
                    <a:pt x="1970" y="4775"/>
                  </a:lnTo>
                  <a:lnTo>
                    <a:pt x="2149" y="4496"/>
                  </a:lnTo>
                  <a:lnTo>
                    <a:pt x="2328" y="4198"/>
                  </a:lnTo>
                  <a:lnTo>
                    <a:pt x="2527" y="3939"/>
                  </a:lnTo>
                  <a:lnTo>
                    <a:pt x="2726" y="3681"/>
                  </a:lnTo>
                  <a:lnTo>
                    <a:pt x="2945" y="3422"/>
                  </a:lnTo>
                  <a:lnTo>
                    <a:pt x="3184" y="3183"/>
                  </a:lnTo>
                  <a:lnTo>
                    <a:pt x="3423" y="2945"/>
                  </a:lnTo>
                  <a:lnTo>
                    <a:pt x="3681" y="2726"/>
                  </a:lnTo>
                  <a:lnTo>
                    <a:pt x="3940" y="2527"/>
                  </a:lnTo>
                  <a:lnTo>
                    <a:pt x="4218" y="2328"/>
                  </a:lnTo>
                  <a:lnTo>
                    <a:pt x="4497" y="2149"/>
                  </a:lnTo>
                  <a:lnTo>
                    <a:pt x="4775" y="1970"/>
                  </a:lnTo>
                  <a:lnTo>
                    <a:pt x="5074" y="1831"/>
                  </a:lnTo>
                  <a:lnTo>
                    <a:pt x="5392" y="1691"/>
                  </a:lnTo>
                  <a:lnTo>
                    <a:pt x="5710" y="1552"/>
                  </a:lnTo>
                  <a:lnTo>
                    <a:pt x="6029" y="1453"/>
                  </a:lnTo>
                  <a:lnTo>
                    <a:pt x="6367" y="1353"/>
                  </a:lnTo>
                  <a:lnTo>
                    <a:pt x="6705" y="1274"/>
                  </a:lnTo>
                  <a:lnTo>
                    <a:pt x="7043" y="1214"/>
                  </a:lnTo>
                  <a:lnTo>
                    <a:pt x="7382" y="1174"/>
                  </a:lnTo>
                  <a:lnTo>
                    <a:pt x="7740" y="1134"/>
                  </a:lnTo>
                  <a:close/>
                  <a:moveTo>
                    <a:pt x="7680" y="0"/>
                  </a:moveTo>
                  <a:lnTo>
                    <a:pt x="7282" y="40"/>
                  </a:lnTo>
                  <a:lnTo>
                    <a:pt x="6864" y="100"/>
                  </a:lnTo>
                  <a:lnTo>
                    <a:pt x="6466" y="159"/>
                  </a:lnTo>
                  <a:lnTo>
                    <a:pt x="6088" y="259"/>
                  </a:lnTo>
                  <a:lnTo>
                    <a:pt x="5691" y="358"/>
                  </a:lnTo>
                  <a:lnTo>
                    <a:pt x="5313" y="498"/>
                  </a:lnTo>
                  <a:lnTo>
                    <a:pt x="4954" y="637"/>
                  </a:lnTo>
                  <a:lnTo>
                    <a:pt x="4596" y="796"/>
                  </a:lnTo>
                  <a:lnTo>
                    <a:pt x="4238" y="975"/>
                  </a:lnTo>
                  <a:lnTo>
                    <a:pt x="3900" y="1174"/>
                  </a:lnTo>
                  <a:lnTo>
                    <a:pt x="3582" y="1393"/>
                  </a:lnTo>
                  <a:lnTo>
                    <a:pt x="3263" y="1612"/>
                  </a:lnTo>
                  <a:lnTo>
                    <a:pt x="2945" y="1851"/>
                  </a:lnTo>
                  <a:lnTo>
                    <a:pt x="2667" y="2109"/>
                  </a:lnTo>
                  <a:lnTo>
                    <a:pt x="2368" y="2368"/>
                  </a:lnTo>
                  <a:lnTo>
                    <a:pt x="2110" y="2646"/>
                  </a:lnTo>
                  <a:lnTo>
                    <a:pt x="1851" y="2945"/>
                  </a:lnTo>
                  <a:lnTo>
                    <a:pt x="1612" y="3263"/>
                  </a:lnTo>
                  <a:lnTo>
                    <a:pt x="1393" y="3581"/>
                  </a:lnTo>
                  <a:lnTo>
                    <a:pt x="1174" y="3900"/>
                  </a:lnTo>
                  <a:lnTo>
                    <a:pt x="976" y="4238"/>
                  </a:lnTo>
                  <a:lnTo>
                    <a:pt x="796" y="4596"/>
                  </a:lnTo>
                  <a:lnTo>
                    <a:pt x="637" y="4954"/>
                  </a:lnTo>
                  <a:lnTo>
                    <a:pt x="498" y="5312"/>
                  </a:lnTo>
                  <a:lnTo>
                    <a:pt x="359" y="5690"/>
                  </a:lnTo>
                  <a:lnTo>
                    <a:pt x="259" y="6068"/>
                  </a:lnTo>
                  <a:lnTo>
                    <a:pt x="160" y="6466"/>
                  </a:lnTo>
                  <a:lnTo>
                    <a:pt x="100" y="6864"/>
                  </a:lnTo>
                  <a:lnTo>
                    <a:pt x="40" y="7282"/>
                  </a:lnTo>
                  <a:lnTo>
                    <a:pt x="21" y="7680"/>
                  </a:lnTo>
                  <a:lnTo>
                    <a:pt x="1" y="8097"/>
                  </a:lnTo>
                  <a:lnTo>
                    <a:pt x="21" y="8515"/>
                  </a:lnTo>
                  <a:lnTo>
                    <a:pt x="40" y="8933"/>
                  </a:lnTo>
                  <a:lnTo>
                    <a:pt x="100" y="9331"/>
                  </a:lnTo>
                  <a:lnTo>
                    <a:pt x="160" y="9729"/>
                  </a:lnTo>
                  <a:lnTo>
                    <a:pt x="259" y="10127"/>
                  </a:lnTo>
                  <a:lnTo>
                    <a:pt x="359" y="10505"/>
                  </a:lnTo>
                  <a:lnTo>
                    <a:pt x="498" y="10883"/>
                  </a:lnTo>
                  <a:lnTo>
                    <a:pt x="637" y="11261"/>
                  </a:lnTo>
                  <a:lnTo>
                    <a:pt x="796" y="11619"/>
                  </a:lnTo>
                  <a:lnTo>
                    <a:pt x="976" y="11957"/>
                  </a:lnTo>
                  <a:lnTo>
                    <a:pt x="1174" y="12295"/>
                  </a:lnTo>
                  <a:lnTo>
                    <a:pt x="1393" y="12633"/>
                  </a:lnTo>
                  <a:lnTo>
                    <a:pt x="1612" y="12952"/>
                  </a:lnTo>
                  <a:lnTo>
                    <a:pt x="1851" y="13250"/>
                  </a:lnTo>
                  <a:lnTo>
                    <a:pt x="2110" y="13549"/>
                  </a:lnTo>
                  <a:lnTo>
                    <a:pt x="2368" y="13827"/>
                  </a:lnTo>
                  <a:lnTo>
                    <a:pt x="2667" y="14086"/>
                  </a:lnTo>
                  <a:lnTo>
                    <a:pt x="2945" y="14344"/>
                  </a:lnTo>
                  <a:lnTo>
                    <a:pt x="3263" y="14583"/>
                  </a:lnTo>
                  <a:lnTo>
                    <a:pt x="3582" y="14822"/>
                  </a:lnTo>
                  <a:lnTo>
                    <a:pt x="3900" y="15021"/>
                  </a:lnTo>
                  <a:lnTo>
                    <a:pt x="4238" y="15220"/>
                  </a:lnTo>
                  <a:lnTo>
                    <a:pt x="4596" y="15399"/>
                  </a:lnTo>
                  <a:lnTo>
                    <a:pt x="4954" y="15558"/>
                  </a:lnTo>
                  <a:lnTo>
                    <a:pt x="5313" y="15717"/>
                  </a:lnTo>
                  <a:lnTo>
                    <a:pt x="5691" y="15836"/>
                  </a:lnTo>
                  <a:lnTo>
                    <a:pt x="6088" y="15956"/>
                  </a:lnTo>
                  <a:lnTo>
                    <a:pt x="6466" y="16035"/>
                  </a:lnTo>
                  <a:lnTo>
                    <a:pt x="6864" y="16115"/>
                  </a:lnTo>
                  <a:lnTo>
                    <a:pt x="7282" y="16155"/>
                  </a:lnTo>
                  <a:lnTo>
                    <a:pt x="7680" y="16195"/>
                  </a:lnTo>
                  <a:lnTo>
                    <a:pt x="8516" y="16195"/>
                  </a:lnTo>
                  <a:lnTo>
                    <a:pt x="8933" y="16155"/>
                  </a:lnTo>
                  <a:lnTo>
                    <a:pt x="9331" y="16115"/>
                  </a:lnTo>
                  <a:lnTo>
                    <a:pt x="9729" y="16035"/>
                  </a:lnTo>
                  <a:lnTo>
                    <a:pt x="10127" y="15956"/>
                  </a:lnTo>
                  <a:lnTo>
                    <a:pt x="10505" y="15836"/>
                  </a:lnTo>
                  <a:lnTo>
                    <a:pt x="10883" y="15717"/>
                  </a:lnTo>
                  <a:lnTo>
                    <a:pt x="11261" y="15558"/>
                  </a:lnTo>
                  <a:lnTo>
                    <a:pt x="11619" y="15399"/>
                  </a:lnTo>
                  <a:lnTo>
                    <a:pt x="11957" y="15220"/>
                  </a:lnTo>
                  <a:lnTo>
                    <a:pt x="12296" y="15021"/>
                  </a:lnTo>
                  <a:lnTo>
                    <a:pt x="12634" y="14822"/>
                  </a:lnTo>
                  <a:lnTo>
                    <a:pt x="12952" y="14583"/>
                  </a:lnTo>
                  <a:lnTo>
                    <a:pt x="13250" y="14344"/>
                  </a:lnTo>
                  <a:lnTo>
                    <a:pt x="13549" y="14086"/>
                  </a:lnTo>
                  <a:lnTo>
                    <a:pt x="13827" y="13827"/>
                  </a:lnTo>
                  <a:lnTo>
                    <a:pt x="14086" y="13549"/>
                  </a:lnTo>
                  <a:lnTo>
                    <a:pt x="14345" y="13250"/>
                  </a:lnTo>
                  <a:lnTo>
                    <a:pt x="14583" y="12952"/>
                  </a:lnTo>
                  <a:lnTo>
                    <a:pt x="14822" y="12633"/>
                  </a:lnTo>
                  <a:lnTo>
                    <a:pt x="15021" y="12295"/>
                  </a:lnTo>
                  <a:lnTo>
                    <a:pt x="15220" y="11957"/>
                  </a:lnTo>
                  <a:lnTo>
                    <a:pt x="15399" y="11619"/>
                  </a:lnTo>
                  <a:lnTo>
                    <a:pt x="15558" y="11261"/>
                  </a:lnTo>
                  <a:lnTo>
                    <a:pt x="15717" y="10883"/>
                  </a:lnTo>
                  <a:lnTo>
                    <a:pt x="15837" y="10505"/>
                  </a:lnTo>
                  <a:lnTo>
                    <a:pt x="15956" y="10127"/>
                  </a:lnTo>
                  <a:lnTo>
                    <a:pt x="16036" y="9729"/>
                  </a:lnTo>
                  <a:lnTo>
                    <a:pt x="16115" y="9331"/>
                  </a:lnTo>
                  <a:lnTo>
                    <a:pt x="16155" y="8933"/>
                  </a:lnTo>
                  <a:lnTo>
                    <a:pt x="16195" y="8515"/>
                  </a:lnTo>
                  <a:lnTo>
                    <a:pt x="16195" y="8097"/>
                  </a:lnTo>
                  <a:lnTo>
                    <a:pt x="16195" y="7680"/>
                  </a:lnTo>
                  <a:lnTo>
                    <a:pt x="16155" y="7282"/>
                  </a:lnTo>
                  <a:lnTo>
                    <a:pt x="16115" y="6864"/>
                  </a:lnTo>
                  <a:lnTo>
                    <a:pt x="16036" y="6466"/>
                  </a:lnTo>
                  <a:lnTo>
                    <a:pt x="15956" y="6068"/>
                  </a:lnTo>
                  <a:lnTo>
                    <a:pt x="15837" y="5690"/>
                  </a:lnTo>
                  <a:lnTo>
                    <a:pt x="15717" y="5312"/>
                  </a:lnTo>
                  <a:lnTo>
                    <a:pt x="15558" y="4954"/>
                  </a:lnTo>
                  <a:lnTo>
                    <a:pt x="15399" y="4596"/>
                  </a:lnTo>
                  <a:lnTo>
                    <a:pt x="15220" y="4238"/>
                  </a:lnTo>
                  <a:lnTo>
                    <a:pt x="15021" y="3900"/>
                  </a:lnTo>
                  <a:lnTo>
                    <a:pt x="14822" y="3581"/>
                  </a:lnTo>
                  <a:lnTo>
                    <a:pt x="14583" y="3263"/>
                  </a:lnTo>
                  <a:lnTo>
                    <a:pt x="14345" y="2945"/>
                  </a:lnTo>
                  <a:lnTo>
                    <a:pt x="14086" y="2646"/>
                  </a:lnTo>
                  <a:lnTo>
                    <a:pt x="13827" y="2368"/>
                  </a:lnTo>
                  <a:lnTo>
                    <a:pt x="13549" y="2109"/>
                  </a:lnTo>
                  <a:lnTo>
                    <a:pt x="13250" y="1851"/>
                  </a:lnTo>
                  <a:lnTo>
                    <a:pt x="12952" y="1612"/>
                  </a:lnTo>
                  <a:lnTo>
                    <a:pt x="12634" y="1393"/>
                  </a:lnTo>
                  <a:lnTo>
                    <a:pt x="12296" y="1174"/>
                  </a:lnTo>
                  <a:lnTo>
                    <a:pt x="11957" y="975"/>
                  </a:lnTo>
                  <a:lnTo>
                    <a:pt x="11619" y="796"/>
                  </a:lnTo>
                  <a:lnTo>
                    <a:pt x="11261" y="637"/>
                  </a:lnTo>
                  <a:lnTo>
                    <a:pt x="10883" y="498"/>
                  </a:lnTo>
                  <a:lnTo>
                    <a:pt x="10505" y="358"/>
                  </a:lnTo>
                  <a:lnTo>
                    <a:pt x="10127" y="259"/>
                  </a:lnTo>
                  <a:lnTo>
                    <a:pt x="9729" y="159"/>
                  </a:lnTo>
                  <a:lnTo>
                    <a:pt x="9331" y="100"/>
                  </a:lnTo>
                  <a:lnTo>
                    <a:pt x="8933" y="40"/>
                  </a:lnTo>
                  <a:lnTo>
                    <a:pt x="85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4768900" y="2353900"/>
              <a:ext cx="811225" cy="22400"/>
            </a:xfrm>
            <a:custGeom>
              <a:avLst/>
              <a:gdLst/>
              <a:ahLst/>
              <a:cxnLst/>
              <a:rect l="l" t="t" r="r" b="b"/>
              <a:pathLst>
                <a:path w="32449" h="896" extrusionOk="0">
                  <a:moveTo>
                    <a:pt x="438" y="1"/>
                  </a:moveTo>
                  <a:lnTo>
                    <a:pt x="339" y="21"/>
                  </a:lnTo>
                  <a:lnTo>
                    <a:pt x="259" y="40"/>
                  </a:lnTo>
                  <a:lnTo>
                    <a:pt x="180" y="80"/>
                  </a:lnTo>
                  <a:lnTo>
                    <a:pt x="120" y="140"/>
                  </a:lnTo>
                  <a:lnTo>
                    <a:pt x="60" y="200"/>
                  </a:lnTo>
                  <a:lnTo>
                    <a:pt x="21" y="279"/>
                  </a:lnTo>
                  <a:lnTo>
                    <a:pt x="1" y="359"/>
                  </a:lnTo>
                  <a:lnTo>
                    <a:pt x="1" y="458"/>
                  </a:lnTo>
                  <a:lnTo>
                    <a:pt x="1" y="538"/>
                  </a:lnTo>
                  <a:lnTo>
                    <a:pt x="21" y="617"/>
                  </a:lnTo>
                  <a:lnTo>
                    <a:pt x="60" y="697"/>
                  </a:lnTo>
                  <a:lnTo>
                    <a:pt x="120" y="757"/>
                  </a:lnTo>
                  <a:lnTo>
                    <a:pt x="180" y="816"/>
                  </a:lnTo>
                  <a:lnTo>
                    <a:pt x="259" y="856"/>
                  </a:lnTo>
                  <a:lnTo>
                    <a:pt x="339" y="876"/>
                  </a:lnTo>
                  <a:lnTo>
                    <a:pt x="438" y="896"/>
                  </a:lnTo>
                  <a:lnTo>
                    <a:pt x="32011" y="896"/>
                  </a:lnTo>
                  <a:lnTo>
                    <a:pt x="32091" y="876"/>
                  </a:lnTo>
                  <a:lnTo>
                    <a:pt x="32170" y="856"/>
                  </a:lnTo>
                  <a:lnTo>
                    <a:pt x="32250" y="816"/>
                  </a:lnTo>
                  <a:lnTo>
                    <a:pt x="32309" y="757"/>
                  </a:lnTo>
                  <a:lnTo>
                    <a:pt x="32369" y="697"/>
                  </a:lnTo>
                  <a:lnTo>
                    <a:pt x="32409" y="617"/>
                  </a:lnTo>
                  <a:lnTo>
                    <a:pt x="32429" y="538"/>
                  </a:lnTo>
                  <a:lnTo>
                    <a:pt x="32449" y="458"/>
                  </a:lnTo>
                  <a:lnTo>
                    <a:pt x="32429" y="359"/>
                  </a:lnTo>
                  <a:lnTo>
                    <a:pt x="32409" y="279"/>
                  </a:lnTo>
                  <a:lnTo>
                    <a:pt x="32369" y="200"/>
                  </a:lnTo>
                  <a:lnTo>
                    <a:pt x="32309" y="140"/>
                  </a:lnTo>
                  <a:lnTo>
                    <a:pt x="32250" y="80"/>
                  </a:lnTo>
                  <a:lnTo>
                    <a:pt x="32170" y="40"/>
                  </a:lnTo>
                  <a:lnTo>
                    <a:pt x="32091" y="21"/>
                  </a:lnTo>
                  <a:lnTo>
                    <a:pt x="3201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4768900" y="2353900"/>
              <a:ext cx="414825" cy="22400"/>
            </a:xfrm>
            <a:custGeom>
              <a:avLst/>
              <a:gdLst/>
              <a:ahLst/>
              <a:cxnLst/>
              <a:rect l="l" t="t" r="r" b="b"/>
              <a:pathLst>
                <a:path w="16593" h="896" extrusionOk="0">
                  <a:moveTo>
                    <a:pt x="438" y="1"/>
                  </a:moveTo>
                  <a:lnTo>
                    <a:pt x="339" y="21"/>
                  </a:lnTo>
                  <a:lnTo>
                    <a:pt x="259" y="40"/>
                  </a:lnTo>
                  <a:lnTo>
                    <a:pt x="180" y="80"/>
                  </a:lnTo>
                  <a:lnTo>
                    <a:pt x="120" y="140"/>
                  </a:lnTo>
                  <a:lnTo>
                    <a:pt x="60" y="200"/>
                  </a:lnTo>
                  <a:lnTo>
                    <a:pt x="21" y="279"/>
                  </a:lnTo>
                  <a:lnTo>
                    <a:pt x="1" y="359"/>
                  </a:lnTo>
                  <a:lnTo>
                    <a:pt x="1" y="458"/>
                  </a:lnTo>
                  <a:lnTo>
                    <a:pt x="1" y="538"/>
                  </a:lnTo>
                  <a:lnTo>
                    <a:pt x="21" y="617"/>
                  </a:lnTo>
                  <a:lnTo>
                    <a:pt x="60" y="697"/>
                  </a:lnTo>
                  <a:lnTo>
                    <a:pt x="120" y="757"/>
                  </a:lnTo>
                  <a:lnTo>
                    <a:pt x="180" y="816"/>
                  </a:lnTo>
                  <a:lnTo>
                    <a:pt x="259" y="856"/>
                  </a:lnTo>
                  <a:lnTo>
                    <a:pt x="339" y="876"/>
                  </a:lnTo>
                  <a:lnTo>
                    <a:pt x="438" y="896"/>
                  </a:lnTo>
                  <a:lnTo>
                    <a:pt x="16155" y="896"/>
                  </a:lnTo>
                  <a:lnTo>
                    <a:pt x="16235" y="876"/>
                  </a:lnTo>
                  <a:lnTo>
                    <a:pt x="16314" y="856"/>
                  </a:lnTo>
                  <a:lnTo>
                    <a:pt x="16394" y="816"/>
                  </a:lnTo>
                  <a:lnTo>
                    <a:pt x="16454" y="757"/>
                  </a:lnTo>
                  <a:lnTo>
                    <a:pt x="16513" y="697"/>
                  </a:lnTo>
                  <a:lnTo>
                    <a:pt x="16553" y="617"/>
                  </a:lnTo>
                  <a:lnTo>
                    <a:pt x="16593" y="538"/>
                  </a:lnTo>
                  <a:lnTo>
                    <a:pt x="16593" y="458"/>
                  </a:lnTo>
                  <a:lnTo>
                    <a:pt x="16593" y="359"/>
                  </a:lnTo>
                  <a:lnTo>
                    <a:pt x="16553" y="279"/>
                  </a:lnTo>
                  <a:lnTo>
                    <a:pt x="16513" y="200"/>
                  </a:lnTo>
                  <a:lnTo>
                    <a:pt x="16454" y="140"/>
                  </a:lnTo>
                  <a:lnTo>
                    <a:pt x="16394" y="80"/>
                  </a:lnTo>
                  <a:lnTo>
                    <a:pt x="16314" y="40"/>
                  </a:lnTo>
                  <a:lnTo>
                    <a:pt x="16235" y="21"/>
                  </a:lnTo>
                  <a:lnTo>
                    <a:pt x="161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5147900" y="2338475"/>
              <a:ext cx="53250" cy="53250"/>
            </a:xfrm>
            <a:custGeom>
              <a:avLst/>
              <a:gdLst/>
              <a:ahLst/>
              <a:cxnLst/>
              <a:rect l="l" t="t" r="r" b="b"/>
              <a:pathLst>
                <a:path w="2130" h="2130" extrusionOk="0">
                  <a:moveTo>
                    <a:pt x="1055" y="1"/>
                  </a:moveTo>
                  <a:lnTo>
                    <a:pt x="836" y="21"/>
                  </a:lnTo>
                  <a:lnTo>
                    <a:pt x="637" y="81"/>
                  </a:lnTo>
                  <a:lnTo>
                    <a:pt x="458" y="180"/>
                  </a:lnTo>
                  <a:lnTo>
                    <a:pt x="299" y="319"/>
                  </a:lnTo>
                  <a:lnTo>
                    <a:pt x="179" y="478"/>
                  </a:lnTo>
                  <a:lnTo>
                    <a:pt x="80" y="657"/>
                  </a:lnTo>
                  <a:lnTo>
                    <a:pt x="20" y="856"/>
                  </a:lnTo>
                  <a:lnTo>
                    <a:pt x="0" y="1075"/>
                  </a:lnTo>
                  <a:lnTo>
                    <a:pt x="20" y="1274"/>
                  </a:lnTo>
                  <a:lnTo>
                    <a:pt x="80" y="1493"/>
                  </a:lnTo>
                  <a:lnTo>
                    <a:pt x="179" y="1672"/>
                  </a:lnTo>
                  <a:lnTo>
                    <a:pt x="299" y="1831"/>
                  </a:lnTo>
                  <a:lnTo>
                    <a:pt x="458" y="1951"/>
                  </a:lnTo>
                  <a:lnTo>
                    <a:pt x="637" y="2050"/>
                  </a:lnTo>
                  <a:lnTo>
                    <a:pt x="836" y="2110"/>
                  </a:lnTo>
                  <a:lnTo>
                    <a:pt x="1055" y="2130"/>
                  </a:lnTo>
                  <a:lnTo>
                    <a:pt x="1274" y="2110"/>
                  </a:lnTo>
                  <a:lnTo>
                    <a:pt x="1473" y="2050"/>
                  </a:lnTo>
                  <a:lnTo>
                    <a:pt x="1652" y="1951"/>
                  </a:lnTo>
                  <a:lnTo>
                    <a:pt x="1811" y="1831"/>
                  </a:lnTo>
                  <a:lnTo>
                    <a:pt x="1950" y="1672"/>
                  </a:lnTo>
                  <a:lnTo>
                    <a:pt x="2050" y="1493"/>
                  </a:lnTo>
                  <a:lnTo>
                    <a:pt x="2109" y="1274"/>
                  </a:lnTo>
                  <a:lnTo>
                    <a:pt x="2129" y="1075"/>
                  </a:lnTo>
                  <a:lnTo>
                    <a:pt x="2109" y="856"/>
                  </a:lnTo>
                  <a:lnTo>
                    <a:pt x="2050" y="657"/>
                  </a:lnTo>
                  <a:lnTo>
                    <a:pt x="1950" y="478"/>
                  </a:lnTo>
                  <a:lnTo>
                    <a:pt x="1811" y="319"/>
                  </a:lnTo>
                  <a:lnTo>
                    <a:pt x="1652" y="180"/>
                  </a:lnTo>
                  <a:lnTo>
                    <a:pt x="1473" y="81"/>
                  </a:lnTo>
                  <a:lnTo>
                    <a:pt x="1274" y="21"/>
                  </a:lnTo>
                  <a:lnTo>
                    <a:pt x="10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5687525" y="1363150"/>
              <a:ext cx="290000" cy="298450"/>
            </a:xfrm>
            <a:custGeom>
              <a:avLst/>
              <a:gdLst/>
              <a:ahLst/>
              <a:cxnLst/>
              <a:rect l="l" t="t" r="r" b="b"/>
              <a:pathLst>
                <a:path w="11600" h="11938" extrusionOk="0">
                  <a:moveTo>
                    <a:pt x="5810" y="1"/>
                  </a:moveTo>
                  <a:lnTo>
                    <a:pt x="5512" y="21"/>
                  </a:lnTo>
                  <a:lnTo>
                    <a:pt x="5213" y="40"/>
                  </a:lnTo>
                  <a:lnTo>
                    <a:pt x="4915" y="80"/>
                  </a:lnTo>
                  <a:lnTo>
                    <a:pt x="4636" y="120"/>
                  </a:lnTo>
                  <a:lnTo>
                    <a:pt x="4358" y="200"/>
                  </a:lnTo>
                  <a:lnTo>
                    <a:pt x="4079" y="279"/>
                  </a:lnTo>
                  <a:lnTo>
                    <a:pt x="3801" y="359"/>
                  </a:lnTo>
                  <a:lnTo>
                    <a:pt x="3542" y="458"/>
                  </a:lnTo>
                  <a:lnTo>
                    <a:pt x="3284" y="578"/>
                  </a:lnTo>
                  <a:lnTo>
                    <a:pt x="3045" y="717"/>
                  </a:lnTo>
                  <a:lnTo>
                    <a:pt x="2786" y="856"/>
                  </a:lnTo>
                  <a:lnTo>
                    <a:pt x="2567" y="995"/>
                  </a:lnTo>
                  <a:lnTo>
                    <a:pt x="2329" y="1155"/>
                  </a:lnTo>
                  <a:lnTo>
                    <a:pt x="2110" y="1334"/>
                  </a:lnTo>
                  <a:lnTo>
                    <a:pt x="1911" y="1513"/>
                  </a:lnTo>
                  <a:lnTo>
                    <a:pt x="1692" y="1712"/>
                  </a:lnTo>
                  <a:lnTo>
                    <a:pt x="1513" y="1911"/>
                  </a:lnTo>
                  <a:lnTo>
                    <a:pt x="1334" y="2129"/>
                  </a:lnTo>
                  <a:lnTo>
                    <a:pt x="1155" y="2348"/>
                  </a:lnTo>
                  <a:lnTo>
                    <a:pt x="996" y="2567"/>
                  </a:lnTo>
                  <a:lnTo>
                    <a:pt x="837" y="2806"/>
                  </a:lnTo>
                  <a:lnTo>
                    <a:pt x="697" y="3045"/>
                  </a:lnTo>
                  <a:lnTo>
                    <a:pt x="578" y="3303"/>
                  </a:lnTo>
                  <a:lnTo>
                    <a:pt x="459" y="3562"/>
                  </a:lnTo>
                  <a:lnTo>
                    <a:pt x="359" y="3820"/>
                  </a:lnTo>
                  <a:lnTo>
                    <a:pt x="260" y="4079"/>
                  </a:lnTo>
                  <a:lnTo>
                    <a:pt x="180" y="4358"/>
                  </a:lnTo>
                  <a:lnTo>
                    <a:pt x="120" y="4636"/>
                  </a:lnTo>
                  <a:lnTo>
                    <a:pt x="61" y="4934"/>
                  </a:lnTo>
                  <a:lnTo>
                    <a:pt x="41" y="5213"/>
                  </a:lnTo>
                  <a:lnTo>
                    <a:pt x="1" y="5511"/>
                  </a:lnTo>
                  <a:lnTo>
                    <a:pt x="1" y="5810"/>
                  </a:lnTo>
                  <a:lnTo>
                    <a:pt x="1" y="6128"/>
                  </a:lnTo>
                  <a:lnTo>
                    <a:pt x="1" y="6446"/>
                  </a:lnTo>
                  <a:lnTo>
                    <a:pt x="41" y="6725"/>
                  </a:lnTo>
                  <a:lnTo>
                    <a:pt x="61" y="7023"/>
                  </a:lnTo>
                  <a:lnTo>
                    <a:pt x="120" y="7302"/>
                  </a:lnTo>
                  <a:lnTo>
                    <a:pt x="180" y="7580"/>
                  </a:lnTo>
                  <a:lnTo>
                    <a:pt x="260" y="7859"/>
                  </a:lnTo>
                  <a:lnTo>
                    <a:pt x="359" y="8138"/>
                  </a:lnTo>
                  <a:lnTo>
                    <a:pt x="459" y="8396"/>
                  </a:lnTo>
                  <a:lnTo>
                    <a:pt x="578" y="8655"/>
                  </a:lnTo>
                  <a:lnTo>
                    <a:pt x="697" y="8913"/>
                  </a:lnTo>
                  <a:lnTo>
                    <a:pt x="837" y="9152"/>
                  </a:lnTo>
                  <a:lnTo>
                    <a:pt x="996" y="9391"/>
                  </a:lnTo>
                  <a:lnTo>
                    <a:pt x="1155" y="9610"/>
                  </a:lnTo>
                  <a:lnTo>
                    <a:pt x="1334" y="9829"/>
                  </a:lnTo>
                  <a:lnTo>
                    <a:pt x="1513" y="10047"/>
                  </a:lnTo>
                  <a:lnTo>
                    <a:pt x="1692" y="10246"/>
                  </a:lnTo>
                  <a:lnTo>
                    <a:pt x="1911" y="10425"/>
                  </a:lnTo>
                  <a:lnTo>
                    <a:pt x="2110" y="10624"/>
                  </a:lnTo>
                  <a:lnTo>
                    <a:pt x="2329" y="10784"/>
                  </a:lnTo>
                  <a:lnTo>
                    <a:pt x="2567" y="10943"/>
                  </a:lnTo>
                  <a:lnTo>
                    <a:pt x="2786" y="11102"/>
                  </a:lnTo>
                  <a:lnTo>
                    <a:pt x="3045" y="11241"/>
                  </a:lnTo>
                  <a:lnTo>
                    <a:pt x="3284" y="11360"/>
                  </a:lnTo>
                  <a:lnTo>
                    <a:pt x="3542" y="11480"/>
                  </a:lnTo>
                  <a:lnTo>
                    <a:pt x="3801" y="11579"/>
                  </a:lnTo>
                  <a:lnTo>
                    <a:pt x="4079" y="11679"/>
                  </a:lnTo>
                  <a:lnTo>
                    <a:pt x="4358" y="11758"/>
                  </a:lnTo>
                  <a:lnTo>
                    <a:pt x="4636" y="11818"/>
                  </a:lnTo>
                  <a:lnTo>
                    <a:pt x="4915" y="11878"/>
                  </a:lnTo>
                  <a:lnTo>
                    <a:pt x="5213" y="11918"/>
                  </a:lnTo>
                  <a:lnTo>
                    <a:pt x="5512" y="11937"/>
                  </a:lnTo>
                  <a:lnTo>
                    <a:pt x="6109" y="11937"/>
                  </a:lnTo>
                  <a:lnTo>
                    <a:pt x="6387" y="11918"/>
                  </a:lnTo>
                  <a:lnTo>
                    <a:pt x="6686" y="11878"/>
                  </a:lnTo>
                  <a:lnTo>
                    <a:pt x="6964" y="11818"/>
                  </a:lnTo>
                  <a:lnTo>
                    <a:pt x="7262" y="11758"/>
                  </a:lnTo>
                  <a:lnTo>
                    <a:pt x="7521" y="11679"/>
                  </a:lnTo>
                  <a:lnTo>
                    <a:pt x="7800" y="11579"/>
                  </a:lnTo>
                  <a:lnTo>
                    <a:pt x="8058" y="11480"/>
                  </a:lnTo>
                  <a:lnTo>
                    <a:pt x="8317" y="11360"/>
                  </a:lnTo>
                  <a:lnTo>
                    <a:pt x="8576" y="11241"/>
                  </a:lnTo>
                  <a:lnTo>
                    <a:pt x="8814" y="11102"/>
                  </a:lnTo>
                  <a:lnTo>
                    <a:pt x="9053" y="10943"/>
                  </a:lnTo>
                  <a:lnTo>
                    <a:pt x="9272" y="10784"/>
                  </a:lnTo>
                  <a:lnTo>
                    <a:pt x="9491" y="10624"/>
                  </a:lnTo>
                  <a:lnTo>
                    <a:pt x="9710" y="10425"/>
                  </a:lnTo>
                  <a:lnTo>
                    <a:pt x="9908" y="10246"/>
                  </a:lnTo>
                  <a:lnTo>
                    <a:pt x="10107" y="10047"/>
                  </a:lnTo>
                  <a:lnTo>
                    <a:pt x="10286" y="9829"/>
                  </a:lnTo>
                  <a:lnTo>
                    <a:pt x="10446" y="9610"/>
                  </a:lnTo>
                  <a:lnTo>
                    <a:pt x="10625" y="9391"/>
                  </a:lnTo>
                  <a:lnTo>
                    <a:pt x="10764" y="9152"/>
                  </a:lnTo>
                  <a:lnTo>
                    <a:pt x="10903" y="8913"/>
                  </a:lnTo>
                  <a:lnTo>
                    <a:pt x="11042" y="8655"/>
                  </a:lnTo>
                  <a:lnTo>
                    <a:pt x="11142" y="8396"/>
                  </a:lnTo>
                  <a:lnTo>
                    <a:pt x="11261" y="8138"/>
                  </a:lnTo>
                  <a:lnTo>
                    <a:pt x="11341" y="7859"/>
                  </a:lnTo>
                  <a:lnTo>
                    <a:pt x="11420" y="7580"/>
                  </a:lnTo>
                  <a:lnTo>
                    <a:pt x="11480" y="7302"/>
                  </a:lnTo>
                  <a:lnTo>
                    <a:pt x="11540" y="7023"/>
                  </a:lnTo>
                  <a:lnTo>
                    <a:pt x="11580" y="6725"/>
                  </a:lnTo>
                  <a:lnTo>
                    <a:pt x="11599" y="6446"/>
                  </a:lnTo>
                  <a:lnTo>
                    <a:pt x="11599" y="6128"/>
                  </a:lnTo>
                  <a:lnTo>
                    <a:pt x="11599" y="5810"/>
                  </a:lnTo>
                  <a:lnTo>
                    <a:pt x="11599" y="5511"/>
                  </a:lnTo>
                  <a:lnTo>
                    <a:pt x="11580" y="5213"/>
                  </a:lnTo>
                  <a:lnTo>
                    <a:pt x="11540" y="4934"/>
                  </a:lnTo>
                  <a:lnTo>
                    <a:pt x="11480" y="4636"/>
                  </a:lnTo>
                  <a:lnTo>
                    <a:pt x="11420" y="4358"/>
                  </a:lnTo>
                  <a:lnTo>
                    <a:pt x="11341" y="4079"/>
                  </a:lnTo>
                  <a:lnTo>
                    <a:pt x="11261" y="3820"/>
                  </a:lnTo>
                  <a:lnTo>
                    <a:pt x="11142" y="3562"/>
                  </a:lnTo>
                  <a:lnTo>
                    <a:pt x="11042" y="3303"/>
                  </a:lnTo>
                  <a:lnTo>
                    <a:pt x="10903" y="3045"/>
                  </a:lnTo>
                  <a:lnTo>
                    <a:pt x="10764" y="2806"/>
                  </a:lnTo>
                  <a:lnTo>
                    <a:pt x="10625" y="2567"/>
                  </a:lnTo>
                  <a:lnTo>
                    <a:pt x="10446" y="2348"/>
                  </a:lnTo>
                  <a:lnTo>
                    <a:pt x="10286" y="2129"/>
                  </a:lnTo>
                  <a:lnTo>
                    <a:pt x="10107" y="1911"/>
                  </a:lnTo>
                  <a:lnTo>
                    <a:pt x="9908" y="1712"/>
                  </a:lnTo>
                  <a:lnTo>
                    <a:pt x="9710" y="1513"/>
                  </a:lnTo>
                  <a:lnTo>
                    <a:pt x="9491" y="1334"/>
                  </a:lnTo>
                  <a:lnTo>
                    <a:pt x="9272" y="1155"/>
                  </a:lnTo>
                  <a:lnTo>
                    <a:pt x="9053" y="995"/>
                  </a:lnTo>
                  <a:lnTo>
                    <a:pt x="8814" y="856"/>
                  </a:lnTo>
                  <a:lnTo>
                    <a:pt x="8576" y="717"/>
                  </a:lnTo>
                  <a:lnTo>
                    <a:pt x="8317" y="578"/>
                  </a:lnTo>
                  <a:lnTo>
                    <a:pt x="8058" y="458"/>
                  </a:lnTo>
                  <a:lnTo>
                    <a:pt x="7800" y="359"/>
                  </a:lnTo>
                  <a:lnTo>
                    <a:pt x="7521" y="279"/>
                  </a:lnTo>
                  <a:lnTo>
                    <a:pt x="7262" y="200"/>
                  </a:lnTo>
                  <a:lnTo>
                    <a:pt x="6964" y="120"/>
                  </a:lnTo>
                  <a:lnTo>
                    <a:pt x="6686" y="80"/>
                  </a:lnTo>
                  <a:lnTo>
                    <a:pt x="6387" y="40"/>
                  </a:lnTo>
                  <a:lnTo>
                    <a:pt x="6109" y="21"/>
                  </a:lnTo>
                  <a:lnTo>
                    <a:pt x="58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5760150" y="1439750"/>
              <a:ext cx="145250" cy="145250"/>
            </a:xfrm>
            <a:custGeom>
              <a:avLst/>
              <a:gdLst/>
              <a:ahLst/>
              <a:cxnLst/>
              <a:rect l="l" t="t" r="r" b="b"/>
              <a:pathLst>
                <a:path w="5810" h="5810" extrusionOk="0">
                  <a:moveTo>
                    <a:pt x="359" y="0"/>
                  </a:moveTo>
                  <a:lnTo>
                    <a:pt x="279" y="20"/>
                  </a:lnTo>
                  <a:lnTo>
                    <a:pt x="219" y="40"/>
                  </a:lnTo>
                  <a:lnTo>
                    <a:pt x="160" y="60"/>
                  </a:lnTo>
                  <a:lnTo>
                    <a:pt x="100" y="120"/>
                  </a:lnTo>
                  <a:lnTo>
                    <a:pt x="60" y="160"/>
                  </a:lnTo>
                  <a:lnTo>
                    <a:pt x="20" y="239"/>
                  </a:lnTo>
                  <a:lnTo>
                    <a:pt x="1" y="299"/>
                  </a:lnTo>
                  <a:lnTo>
                    <a:pt x="1" y="358"/>
                  </a:lnTo>
                  <a:lnTo>
                    <a:pt x="1" y="438"/>
                  </a:lnTo>
                  <a:lnTo>
                    <a:pt x="20" y="498"/>
                  </a:lnTo>
                  <a:lnTo>
                    <a:pt x="60" y="557"/>
                  </a:lnTo>
                  <a:lnTo>
                    <a:pt x="100" y="617"/>
                  </a:lnTo>
                  <a:lnTo>
                    <a:pt x="2388" y="2905"/>
                  </a:lnTo>
                  <a:lnTo>
                    <a:pt x="100" y="5193"/>
                  </a:lnTo>
                  <a:lnTo>
                    <a:pt x="60" y="5253"/>
                  </a:lnTo>
                  <a:lnTo>
                    <a:pt x="20" y="5312"/>
                  </a:lnTo>
                  <a:lnTo>
                    <a:pt x="1" y="5392"/>
                  </a:lnTo>
                  <a:lnTo>
                    <a:pt x="1" y="5452"/>
                  </a:lnTo>
                  <a:lnTo>
                    <a:pt x="1" y="5531"/>
                  </a:lnTo>
                  <a:lnTo>
                    <a:pt x="20" y="5591"/>
                  </a:lnTo>
                  <a:lnTo>
                    <a:pt x="60" y="5650"/>
                  </a:lnTo>
                  <a:lnTo>
                    <a:pt x="100" y="5710"/>
                  </a:lnTo>
                  <a:lnTo>
                    <a:pt x="160" y="5750"/>
                  </a:lnTo>
                  <a:lnTo>
                    <a:pt x="219" y="5790"/>
                  </a:lnTo>
                  <a:lnTo>
                    <a:pt x="279" y="5810"/>
                  </a:lnTo>
                  <a:lnTo>
                    <a:pt x="418" y="5810"/>
                  </a:lnTo>
                  <a:lnTo>
                    <a:pt x="498" y="5790"/>
                  </a:lnTo>
                  <a:lnTo>
                    <a:pt x="558" y="5750"/>
                  </a:lnTo>
                  <a:lnTo>
                    <a:pt x="617" y="5710"/>
                  </a:lnTo>
                  <a:lnTo>
                    <a:pt x="2905" y="3422"/>
                  </a:lnTo>
                  <a:lnTo>
                    <a:pt x="5193" y="5710"/>
                  </a:lnTo>
                  <a:lnTo>
                    <a:pt x="5253" y="5750"/>
                  </a:lnTo>
                  <a:lnTo>
                    <a:pt x="5312" y="5790"/>
                  </a:lnTo>
                  <a:lnTo>
                    <a:pt x="5372" y="5810"/>
                  </a:lnTo>
                  <a:lnTo>
                    <a:pt x="5511" y="5810"/>
                  </a:lnTo>
                  <a:lnTo>
                    <a:pt x="5571" y="5790"/>
                  </a:lnTo>
                  <a:lnTo>
                    <a:pt x="5651" y="5750"/>
                  </a:lnTo>
                  <a:lnTo>
                    <a:pt x="5690" y="5710"/>
                  </a:lnTo>
                  <a:lnTo>
                    <a:pt x="5750" y="5650"/>
                  </a:lnTo>
                  <a:lnTo>
                    <a:pt x="5770" y="5591"/>
                  </a:lnTo>
                  <a:lnTo>
                    <a:pt x="5790" y="5531"/>
                  </a:lnTo>
                  <a:lnTo>
                    <a:pt x="5810" y="5452"/>
                  </a:lnTo>
                  <a:lnTo>
                    <a:pt x="5790" y="5392"/>
                  </a:lnTo>
                  <a:lnTo>
                    <a:pt x="5770" y="5312"/>
                  </a:lnTo>
                  <a:lnTo>
                    <a:pt x="5750" y="5253"/>
                  </a:lnTo>
                  <a:lnTo>
                    <a:pt x="5690" y="5193"/>
                  </a:lnTo>
                  <a:lnTo>
                    <a:pt x="3403" y="2905"/>
                  </a:lnTo>
                  <a:lnTo>
                    <a:pt x="5690" y="617"/>
                  </a:lnTo>
                  <a:lnTo>
                    <a:pt x="5750" y="557"/>
                  </a:lnTo>
                  <a:lnTo>
                    <a:pt x="5770" y="498"/>
                  </a:lnTo>
                  <a:lnTo>
                    <a:pt x="5790" y="438"/>
                  </a:lnTo>
                  <a:lnTo>
                    <a:pt x="5810" y="358"/>
                  </a:lnTo>
                  <a:lnTo>
                    <a:pt x="5790" y="299"/>
                  </a:lnTo>
                  <a:lnTo>
                    <a:pt x="5770" y="239"/>
                  </a:lnTo>
                  <a:lnTo>
                    <a:pt x="5750" y="160"/>
                  </a:lnTo>
                  <a:lnTo>
                    <a:pt x="5690" y="120"/>
                  </a:lnTo>
                  <a:lnTo>
                    <a:pt x="5651" y="60"/>
                  </a:lnTo>
                  <a:lnTo>
                    <a:pt x="5571" y="40"/>
                  </a:lnTo>
                  <a:lnTo>
                    <a:pt x="5511" y="20"/>
                  </a:lnTo>
                  <a:lnTo>
                    <a:pt x="5452" y="0"/>
                  </a:lnTo>
                  <a:lnTo>
                    <a:pt x="5372" y="20"/>
                  </a:lnTo>
                  <a:lnTo>
                    <a:pt x="5312" y="40"/>
                  </a:lnTo>
                  <a:lnTo>
                    <a:pt x="5253" y="60"/>
                  </a:lnTo>
                  <a:lnTo>
                    <a:pt x="5193" y="120"/>
                  </a:lnTo>
                  <a:lnTo>
                    <a:pt x="2905" y="2408"/>
                  </a:lnTo>
                  <a:lnTo>
                    <a:pt x="617" y="120"/>
                  </a:lnTo>
                  <a:lnTo>
                    <a:pt x="558" y="60"/>
                  </a:lnTo>
                  <a:lnTo>
                    <a:pt x="498" y="40"/>
                  </a:lnTo>
                  <a:lnTo>
                    <a:pt x="418" y="20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 dirty="0"/>
              <a:t>Watch this video!</a:t>
            </a:r>
            <a:endParaRPr b="1" dirty="0"/>
          </a:p>
        </p:txBody>
      </p:sp>
      <p:pic>
        <p:nvPicPr>
          <p:cNvPr id="3" name="Online Media 2" title="Part 1 #foryou">
            <a:hlinkClick r:id="" action="ppaction://media"/>
            <a:extLst>
              <a:ext uri="{FF2B5EF4-FFF2-40B4-BE49-F238E27FC236}">
                <a16:creationId xmlns:a16="http://schemas.microsoft.com/office/drawing/2014/main" id="{F31CE258-B2BC-3E94-C499-0F851B14D2F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569128" y="1469885"/>
            <a:ext cx="6193475" cy="4864797"/>
          </a:xfrm>
          <a:prstGeom prst="rect">
            <a:avLst/>
          </a:prstGeom>
        </p:spPr>
      </p:pic>
      <p:grpSp>
        <p:nvGrpSpPr>
          <p:cNvPr id="280" name="Google Shape;1068;p26">
            <a:extLst>
              <a:ext uri="{FF2B5EF4-FFF2-40B4-BE49-F238E27FC236}">
                <a16:creationId xmlns:a16="http://schemas.microsoft.com/office/drawing/2014/main" id="{3647CC41-7BED-3683-9FE5-2D2C40C80133}"/>
              </a:ext>
            </a:extLst>
          </p:cNvPr>
          <p:cNvGrpSpPr/>
          <p:nvPr/>
        </p:nvGrpSpPr>
        <p:grpSpPr>
          <a:xfrm>
            <a:off x="79635" y="3803310"/>
            <a:ext cx="4048417" cy="2855907"/>
            <a:chOff x="2153600" y="1855825"/>
            <a:chExt cx="4836800" cy="3287675"/>
          </a:xfrm>
        </p:grpSpPr>
        <p:sp>
          <p:nvSpPr>
            <p:cNvPr id="281" name="Google Shape;1069;p26">
              <a:extLst>
                <a:ext uri="{FF2B5EF4-FFF2-40B4-BE49-F238E27FC236}">
                  <a16:creationId xmlns:a16="http://schemas.microsoft.com/office/drawing/2014/main" id="{D1244F85-A9A7-83E0-6009-897C6B60B174}"/>
                </a:ext>
              </a:extLst>
            </p:cNvPr>
            <p:cNvSpPr/>
            <p:nvPr/>
          </p:nvSpPr>
          <p:spPr>
            <a:xfrm>
              <a:off x="2153600" y="4556650"/>
              <a:ext cx="4836800" cy="213675"/>
            </a:xfrm>
            <a:custGeom>
              <a:avLst/>
              <a:gdLst/>
              <a:ahLst/>
              <a:cxnLst/>
              <a:rect l="l" t="t" r="r" b="b"/>
              <a:pathLst>
                <a:path w="193472" h="8547" extrusionOk="0">
                  <a:moveTo>
                    <a:pt x="155849" y="17"/>
                  </a:moveTo>
                  <a:lnTo>
                    <a:pt x="155849" y="8530"/>
                  </a:lnTo>
                  <a:lnTo>
                    <a:pt x="157973" y="8436"/>
                  </a:lnTo>
                  <a:lnTo>
                    <a:pt x="160045" y="8333"/>
                  </a:lnTo>
                  <a:lnTo>
                    <a:pt x="162067" y="8240"/>
                  </a:lnTo>
                  <a:lnTo>
                    <a:pt x="164037" y="8129"/>
                  </a:lnTo>
                  <a:lnTo>
                    <a:pt x="165956" y="8026"/>
                  </a:lnTo>
                  <a:lnTo>
                    <a:pt x="167824" y="7916"/>
                  </a:lnTo>
                  <a:lnTo>
                    <a:pt x="169632" y="7805"/>
                  </a:lnTo>
                  <a:lnTo>
                    <a:pt x="171381" y="7694"/>
                  </a:lnTo>
                  <a:lnTo>
                    <a:pt x="173078" y="7574"/>
                  </a:lnTo>
                  <a:lnTo>
                    <a:pt x="174716" y="7455"/>
                  </a:lnTo>
                  <a:lnTo>
                    <a:pt x="176294" y="7327"/>
                  </a:lnTo>
                  <a:lnTo>
                    <a:pt x="177812" y="7208"/>
                  </a:lnTo>
                  <a:lnTo>
                    <a:pt x="179262" y="7080"/>
                  </a:lnTo>
                  <a:lnTo>
                    <a:pt x="180652" y="6943"/>
                  </a:lnTo>
                  <a:lnTo>
                    <a:pt x="181983" y="6815"/>
                  </a:lnTo>
                  <a:lnTo>
                    <a:pt x="183245" y="6679"/>
                  </a:lnTo>
                  <a:lnTo>
                    <a:pt x="184439" y="6542"/>
                  </a:lnTo>
                  <a:lnTo>
                    <a:pt x="185565" y="6406"/>
                  </a:lnTo>
                  <a:lnTo>
                    <a:pt x="186614" y="6261"/>
                  </a:lnTo>
                  <a:lnTo>
                    <a:pt x="187604" y="6116"/>
                  </a:lnTo>
                  <a:lnTo>
                    <a:pt x="188516" y="5971"/>
                  </a:lnTo>
                  <a:lnTo>
                    <a:pt x="189352" y="5826"/>
                  </a:lnTo>
                  <a:lnTo>
                    <a:pt x="190120" y="5681"/>
                  </a:lnTo>
                  <a:lnTo>
                    <a:pt x="190811" y="5527"/>
                  </a:lnTo>
                  <a:lnTo>
                    <a:pt x="191425" y="5374"/>
                  </a:lnTo>
                  <a:lnTo>
                    <a:pt x="191706" y="5297"/>
                  </a:lnTo>
                  <a:lnTo>
                    <a:pt x="191962" y="5220"/>
                  </a:lnTo>
                  <a:lnTo>
                    <a:pt x="192201" y="5143"/>
                  </a:lnTo>
                  <a:lnTo>
                    <a:pt x="192414" y="5067"/>
                  </a:lnTo>
                  <a:lnTo>
                    <a:pt x="192619" y="4990"/>
                  </a:lnTo>
                  <a:lnTo>
                    <a:pt x="192798" y="4913"/>
                  </a:lnTo>
                  <a:lnTo>
                    <a:pt x="192952" y="4836"/>
                  </a:lnTo>
                  <a:lnTo>
                    <a:pt x="193088" y="4751"/>
                  </a:lnTo>
                  <a:lnTo>
                    <a:pt x="193208" y="4674"/>
                  </a:lnTo>
                  <a:lnTo>
                    <a:pt x="193301" y="4598"/>
                  </a:lnTo>
                  <a:lnTo>
                    <a:pt x="193378" y="4512"/>
                  </a:lnTo>
                  <a:lnTo>
                    <a:pt x="193429" y="4436"/>
                  </a:lnTo>
                  <a:lnTo>
                    <a:pt x="193463" y="4350"/>
                  </a:lnTo>
                  <a:lnTo>
                    <a:pt x="193472" y="4316"/>
                  </a:lnTo>
                  <a:lnTo>
                    <a:pt x="193472" y="4273"/>
                  </a:lnTo>
                  <a:lnTo>
                    <a:pt x="193472" y="4231"/>
                  </a:lnTo>
                  <a:lnTo>
                    <a:pt x="193463" y="4188"/>
                  </a:lnTo>
                  <a:lnTo>
                    <a:pt x="193429" y="4111"/>
                  </a:lnTo>
                  <a:lnTo>
                    <a:pt x="193378" y="4026"/>
                  </a:lnTo>
                  <a:lnTo>
                    <a:pt x="193301" y="3949"/>
                  </a:lnTo>
                  <a:lnTo>
                    <a:pt x="193208" y="3873"/>
                  </a:lnTo>
                  <a:lnTo>
                    <a:pt x="193088" y="3787"/>
                  </a:lnTo>
                  <a:lnTo>
                    <a:pt x="192952" y="3711"/>
                  </a:lnTo>
                  <a:lnTo>
                    <a:pt x="192798" y="3634"/>
                  </a:lnTo>
                  <a:lnTo>
                    <a:pt x="192619" y="3557"/>
                  </a:lnTo>
                  <a:lnTo>
                    <a:pt x="192414" y="3472"/>
                  </a:lnTo>
                  <a:lnTo>
                    <a:pt x="192201" y="3395"/>
                  </a:lnTo>
                  <a:lnTo>
                    <a:pt x="191962" y="3318"/>
                  </a:lnTo>
                  <a:lnTo>
                    <a:pt x="191706" y="3241"/>
                  </a:lnTo>
                  <a:lnTo>
                    <a:pt x="191425" y="3165"/>
                  </a:lnTo>
                  <a:lnTo>
                    <a:pt x="190811" y="3011"/>
                  </a:lnTo>
                  <a:lnTo>
                    <a:pt x="190120" y="2866"/>
                  </a:lnTo>
                  <a:lnTo>
                    <a:pt x="189352" y="2713"/>
                  </a:lnTo>
                  <a:lnTo>
                    <a:pt x="188516" y="2568"/>
                  </a:lnTo>
                  <a:lnTo>
                    <a:pt x="187604" y="2423"/>
                  </a:lnTo>
                  <a:lnTo>
                    <a:pt x="186614" y="2278"/>
                  </a:lnTo>
                  <a:lnTo>
                    <a:pt x="185565" y="2141"/>
                  </a:lnTo>
                  <a:lnTo>
                    <a:pt x="184439" y="1996"/>
                  </a:lnTo>
                  <a:lnTo>
                    <a:pt x="183245" y="1860"/>
                  </a:lnTo>
                  <a:lnTo>
                    <a:pt x="181983" y="1732"/>
                  </a:lnTo>
                  <a:lnTo>
                    <a:pt x="180652" y="1595"/>
                  </a:lnTo>
                  <a:lnTo>
                    <a:pt x="179262" y="1467"/>
                  </a:lnTo>
                  <a:lnTo>
                    <a:pt x="177812" y="1339"/>
                  </a:lnTo>
                  <a:lnTo>
                    <a:pt x="176294" y="1211"/>
                  </a:lnTo>
                  <a:lnTo>
                    <a:pt x="174716" y="1092"/>
                  </a:lnTo>
                  <a:lnTo>
                    <a:pt x="173078" y="973"/>
                  </a:lnTo>
                  <a:lnTo>
                    <a:pt x="171381" y="853"/>
                  </a:lnTo>
                  <a:lnTo>
                    <a:pt x="169632" y="734"/>
                  </a:lnTo>
                  <a:lnTo>
                    <a:pt x="167824" y="623"/>
                  </a:lnTo>
                  <a:lnTo>
                    <a:pt x="165956" y="512"/>
                  </a:lnTo>
                  <a:lnTo>
                    <a:pt x="164037" y="410"/>
                  </a:lnTo>
                  <a:lnTo>
                    <a:pt x="162067" y="307"/>
                  </a:lnTo>
                  <a:lnTo>
                    <a:pt x="160045" y="205"/>
                  </a:lnTo>
                  <a:lnTo>
                    <a:pt x="157973" y="111"/>
                  </a:lnTo>
                  <a:lnTo>
                    <a:pt x="155849" y="17"/>
                  </a:lnTo>
                  <a:close/>
                  <a:moveTo>
                    <a:pt x="38058" y="0"/>
                  </a:moveTo>
                  <a:lnTo>
                    <a:pt x="35909" y="94"/>
                  </a:lnTo>
                  <a:lnTo>
                    <a:pt x="33819" y="188"/>
                  </a:lnTo>
                  <a:lnTo>
                    <a:pt x="31772" y="290"/>
                  </a:lnTo>
                  <a:lnTo>
                    <a:pt x="29776" y="393"/>
                  </a:lnTo>
                  <a:lnTo>
                    <a:pt x="27840" y="495"/>
                  </a:lnTo>
                  <a:lnTo>
                    <a:pt x="25955" y="606"/>
                  </a:lnTo>
                  <a:lnTo>
                    <a:pt x="24121" y="717"/>
                  </a:lnTo>
                  <a:lnTo>
                    <a:pt x="22347" y="836"/>
                  </a:lnTo>
                  <a:lnTo>
                    <a:pt x="20633" y="956"/>
                  </a:lnTo>
                  <a:lnTo>
                    <a:pt x="18978" y="1075"/>
                  </a:lnTo>
                  <a:lnTo>
                    <a:pt x="17383" y="1194"/>
                  </a:lnTo>
                  <a:lnTo>
                    <a:pt x="15848" y="1322"/>
                  </a:lnTo>
                  <a:lnTo>
                    <a:pt x="14381" y="1450"/>
                  </a:lnTo>
                  <a:lnTo>
                    <a:pt x="12973" y="1578"/>
                  </a:lnTo>
                  <a:lnTo>
                    <a:pt x="11626" y="1715"/>
                  </a:lnTo>
                  <a:lnTo>
                    <a:pt x="10355" y="1851"/>
                  </a:lnTo>
                  <a:lnTo>
                    <a:pt x="9144" y="1988"/>
                  </a:lnTo>
                  <a:lnTo>
                    <a:pt x="8009" y="2124"/>
                  </a:lnTo>
                  <a:lnTo>
                    <a:pt x="6943" y="2269"/>
                  </a:lnTo>
                  <a:lnTo>
                    <a:pt x="5945" y="2414"/>
                  </a:lnTo>
                  <a:lnTo>
                    <a:pt x="5015" y="2559"/>
                  </a:lnTo>
                  <a:lnTo>
                    <a:pt x="4171" y="2704"/>
                  </a:lnTo>
                  <a:lnTo>
                    <a:pt x="3395" y="2858"/>
                  </a:lnTo>
                  <a:lnTo>
                    <a:pt x="2695" y="3003"/>
                  </a:lnTo>
                  <a:lnTo>
                    <a:pt x="2073" y="3156"/>
                  </a:lnTo>
                  <a:lnTo>
                    <a:pt x="1791" y="3233"/>
                  </a:lnTo>
                  <a:lnTo>
                    <a:pt x="1527" y="3318"/>
                  </a:lnTo>
                  <a:lnTo>
                    <a:pt x="1288" y="3395"/>
                  </a:lnTo>
                  <a:lnTo>
                    <a:pt x="1066" y="3472"/>
                  </a:lnTo>
                  <a:lnTo>
                    <a:pt x="870" y="3548"/>
                  </a:lnTo>
                  <a:lnTo>
                    <a:pt x="691" y="3625"/>
                  </a:lnTo>
                  <a:lnTo>
                    <a:pt x="529" y="3711"/>
                  </a:lnTo>
                  <a:lnTo>
                    <a:pt x="392" y="3787"/>
                  </a:lnTo>
                  <a:lnTo>
                    <a:pt x="273" y="3864"/>
                  </a:lnTo>
                  <a:lnTo>
                    <a:pt x="171" y="3949"/>
                  </a:lnTo>
                  <a:lnTo>
                    <a:pt x="94" y="4026"/>
                  </a:lnTo>
                  <a:lnTo>
                    <a:pt x="43" y="4111"/>
                  </a:lnTo>
                  <a:lnTo>
                    <a:pt x="9" y="4188"/>
                  </a:lnTo>
                  <a:lnTo>
                    <a:pt x="0" y="4231"/>
                  </a:lnTo>
                  <a:lnTo>
                    <a:pt x="0" y="4273"/>
                  </a:lnTo>
                  <a:lnTo>
                    <a:pt x="0" y="4316"/>
                  </a:lnTo>
                  <a:lnTo>
                    <a:pt x="9" y="4350"/>
                  </a:lnTo>
                  <a:lnTo>
                    <a:pt x="43" y="4436"/>
                  </a:lnTo>
                  <a:lnTo>
                    <a:pt x="94" y="4512"/>
                  </a:lnTo>
                  <a:lnTo>
                    <a:pt x="171" y="4598"/>
                  </a:lnTo>
                  <a:lnTo>
                    <a:pt x="273" y="4674"/>
                  </a:lnTo>
                  <a:lnTo>
                    <a:pt x="392" y="4760"/>
                  </a:lnTo>
                  <a:lnTo>
                    <a:pt x="529" y="4836"/>
                  </a:lnTo>
                  <a:lnTo>
                    <a:pt x="691" y="4913"/>
                  </a:lnTo>
                  <a:lnTo>
                    <a:pt x="870" y="4990"/>
                  </a:lnTo>
                  <a:lnTo>
                    <a:pt x="1066" y="5075"/>
                  </a:lnTo>
                  <a:lnTo>
                    <a:pt x="1288" y="5152"/>
                  </a:lnTo>
                  <a:lnTo>
                    <a:pt x="1527" y="5229"/>
                  </a:lnTo>
                  <a:lnTo>
                    <a:pt x="1791" y="5306"/>
                  </a:lnTo>
                  <a:lnTo>
                    <a:pt x="2073" y="5382"/>
                  </a:lnTo>
                  <a:lnTo>
                    <a:pt x="2695" y="5536"/>
                  </a:lnTo>
                  <a:lnTo>
                    <a:pt x="3395" y="5689"/>
                  </a:lnTo>
                  <a:lnTo>
                    <a:pt x="4171" y="5834"/>
                  </a:lnTo>
                  <a:lnTo>
                    <a:pt x="5015" y="5988"/>
                  </a:lnTo>
                  <a:lnTo>
                    <a:pt x="5945" y="6133"/>
                  </a:lnTo>
                  <a:lnTo>
                    <a:pt x="6943" y="6278"/>
                  </a:lnTo>
                  <a:lnTo>
                    <a:pt x="8009" y="6414"/>
                  </a:lnTo>
                  <a:lnTo>
                    <a:pt x="9144" y="6559"/>
                  </a:lnTo>
                  <a:lnTo>
                    <a:pt x="10355" y="6696"/>
                  </a:lnTo>
                  <a:lnTo>
                    <a:pt x="11626" y="6832"/>
                  </a:lnTo>
                  <a:lnTo>
                    <a:pt x="12973" y="6960"/>
                  </a:lnTo>
                  <a:lnTo>
                    <a:pt x="14381" y="7097"/>
                  </a:lnTo>
                  <a:lnTo>
                    <a:pt x="15848" y="7225"/>
                  </a:lnTo>
                  <a:lnTo>
                    <a:pt x="17383" y="7344"/>
                  </a:lnTo>
                  <a:lnTo>
                    <a:pt x="18978" y="7472"/>
                  </a:lnTo>
                  <a:lnTo>
                    <a:pt x="20633" y="7591"/>
                  </a:lnTo>
                  <a:lnTo>
                    <a:pt x="22347" y="7711"/>
                  </a:lnTo>
                  <a:lnTo>
                    <a:pt x="24121" y="7822"/>
                  </a:lnTo>
                  <a:lnTo>
                    <a:pt x="25955" y="7933"/>
                  </a:lnTo>
                  <a:lnTo>
                    <a:pt x="27840" y="8043"/>
                  </a:lnTo>
                  <a:lnTo>
                    <a:pt x="29776" y="8154"/>
                  </a:lnTo>
                  <a:lnTo>
                    <a:pt x="31772" y="8257"/>
                  </a:lnTo>
                  <a:lnTo>
                    <a:pt x="33819" y="8351"/>
                  </a:lnTo>
                  <a:lnTo>
                    <a:pt x="35909" y="8453"/>
                  </a:lnTo>
                  <a:lnTo>
                    <a:pt x="38058" y="8547"/>
                  </a:lnTo>
                  <a:lnTo>
                    <a:pt x="38058" y="0"/>
                  </a:lnTo>
                  <a:close/>
                </a:path>
              </a:pathLst>
            </a:custGeom>
            <a:solidFill>
              <a:srgbClr val="C7C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070;p26">
              <a:extLst>
                <a:ext uri="{FF2B5EF4-FFF2-40B4-BE49-F238E27FC236}">
                  <a16:creationId xmlns:a16="http://schemas.microsoft.com/office/drawing/2014/main" id="{8CE4B1A5-CF0B-F9F8-52FE-7EA51BF6C121}"/>
                </a:ext>
              </a:extLst>
            </p:cNvPr>
            <p:cNvSpPr/>
            <p:nvPr/>
          </p:nvSpPr>
          <p:spPr>
            <a:xfrm>
              <a:off x="6049800" y="4557075"/>
              <a:ext cx="940600" cy="212825"/>
            </a:xfrm>
            <a:custGeom>
              <a:avLst/>
              <a:gdLst/>
              <a:ahLst/>
              <a:cxnLst/>
              <a:rect l="l" t="t" r="r" b="b"/>
              <a:pathLst>
                <a:path w="37624" h="8513" fill="none" extrusionOk="0">
                  <a:moveTo>
                    <a:pt x="1" y="0"/>
                  </a:moveTo>
                  <a:lnTo>
                    <a:pt x="1" y="8513"/>
                  </a:lnTo>
                  <a:lnTo>
                    <a:pt x="1" y="8513"/>
                  </a:lnTo>
                  <a:lnTo>
                    <a:pt x="2125" y="8419"/>
                  </a:lnTo>
                  <a:lnTo>
                    <a:pt x="4197" y="8316"/>
                  </a:lnTo>
                  <a:lnTo>
                    <a:pt x="6219" y="8223"/>
                  </a:lnTo>
                  <a:lnTo>
                    <a:pt x="8189" y="8112"/>
                  </a:lnTo>
                  <a:lnTo>
                    <a:pt x="10108" y="8009"/>
                  </a:lnTo>
                  <a:lnTo>
                    <a:pt x="11976" y="7899"/>
                  </a:lnTo>
                  <a:lnTo>
                    <a:pt x="13784" y="7788"/>
                  </a:lnTo>
                  <a:lnTo>
                    <a:pt x="15533" y="7677"/>
                  </a:lnTo>
                  <a:lnTo>
                    <a:pt x="17230" y="7557"/>
                  </a:lnTo>
                  <a:lnTo>
                    <a:pt x="18868" y="7438"/>
                  </a:lnTo>
                  <a:lnTo>
                    <a:pt x="20446" y="7310"/>
                  </a:lnTo>
                  <a:lnTo>
                    <a:pt x="21964" y="7191"/>
                  </a:lnTo>
                  <a:lnTo>
                    <a:pt x="23414" y="7063"/>
                  </a:lnTo>
                  <a:lnTo>
                    <a:pt x="24804" y="6926"/>
                  </a:lnTo>
                  <a:lnTo>
                    <a:pt x="26135" y="6798"/>
                  </a:lnTo>
                  <a:lnTo>
                    <a:pt x="27397" y="6662"/>
                  </a:lnTo>
                  <a:lnTo>
                    <a:pt x="28591" y="6525"/>
                  </a:lnTo>
                  <a:lnTo>
                    <a:pt x="29717" y="6389"/>
                  </a:lnTo>
                  <a:lnTo>
                    <a:pt x="30766" y="6244"/>
                  </a:lnTo>
                  <a:lnTo>
                    <a:pt x="31756" y="6099"/>
                  </a:lnTo>
                  <a:lnTo>
                    <a:pt x="32668" y="5954"/>
                  </a:lnTo>
                  <a:lnTo>
                    <a:pt x="33504" y="5809"/>
                  </a:lnTo>
                  <a:lnTo>
                    <a:pt x="34272" y="5664"/>
                  </a:lnTo>
                  <a:lnTo>
                    <a:pt x="34963" y="5510"/>
                  </a:lnTo>
                  <a:lnTo>
                    <a:pt x="35577" y="5357"/>
                  </a:lnTo>
                  <a:lnTo>
                    <a:pt x="35858" y="5280"/>
                  </a:lnTo>
                  <a:lnTo>
                    <a:pt x="36114" y="5203"/>
                  </a:lnTo>
                  <a:lnTo>
                    <a:pt x="36353" y="5126"/>
                  </a:lnTo>
                  <a:lnTo>
                    <a:pt x="36566" y="5050"/>
                  </a:lnTo>
                  <a:lnTo>
                    <a:pt x="36771" y="4973"/>
                  </a:lnTo>
                  <a:lnTo>
                    <a:pt x="36950" y="4896"/>
                  </a:lnTo>
                  <a:lnTo>
                    <a:pt x="37104" y="4819"/>
                  </a:lnTo>
                  <a:lnTo>
                    <a:pt x="37240" y="4734"/>
                  </a:lnTo>
                  <a:lnTo>
                    <a:pt x="37360" y="4657"/>
                  </a:lnTo>
                  <a:lnTo>
                    <a:pt x="37453" y="4581"/>
                  </a:lnTo>
                  <a:lnTo>
                    <a:pt x="37530" y="4495"/>
                  </a:lnTo>
                  <a:lnTo>
                    <a:pt x="37581" y="4419"/>
                  </a:lnTo>
                  <a:lnTo>
                    <a:pt x="37615" y="4333"/>
                  </a:lnTo>
                  <a:lnTo>
                    <a:pt x="37624" y="4299"/>
                  </a:lnTo>
                  <a:lnTo>
                    <a:pt x="37624" y="4256"/>
                  </a:lnTo>
                  <a:lnTo>
                    <a:pt x="37624" y="4256"/>
                  </a:lnTo>
                  <a:lnTo>
                    <a:pt x="37624" y="4214"/>
                  </a:lnTo>
                  <a:lnTo>
                    <a:pt x="37615" y="4171"/>
                  </a:lnTo>
                  <a:lnTo>
                    <a:pt x="37581" y="4094"/>
                  </a:lnTo>
                  <a:lnTo>
                    <a:pt x="37530" y="4009"/>
                  </a:lnTo>
                  <a:lnTo>
                    <a:pt x="37453" y="3932"/>
                  </a:lnTo>
                  <a:lnTo>
                    <a:pt x="37360" y="3856"/>
                  </a:lnTo>
                  <a:lnTo>
                    <a:pt x="37240" y="3770"/>
                  </a:lnTo>
                  <a:lnTo>
                    <a:pt x="37104" y="3694"/>
                  </a:lnTo>
                  <a:lnTo>
                    <a:pt x="36950" y="3617"/>
                  </a:lnTo>
                  <a:lnTo>
                    <a:pt x="36771" y="3540"/>
                  </a:lnTo>
                  <a:lnTo>
                    <a:pt x="36566" y="3455"/>
                  </a:lnTo>
                  <a:lnTo>
                    <a:pt x="36353" y="3378"/>
                  </a:lnTo>
                  <a:lnTo>
                    <a:pt x="36114" y="3301"/>
                  </a:lnTo>
                  <a:lnTo>
                    <a:pt x="35858" y="3224"/>
                  </a:lnTo>
                  <a:lnTo>
                    <a:pt x="35577" y="3148"/>
                  </a:lnTo>
                  <a:lnTo>
                    <a:pt x="34963" y="2994"/>
                  </a:lnTo>
                  <a:lnTo>
                    <a:pt x="34272" y="2849"/>
                  </a:lnTo>
                  <a:lnTo>
                    <a:pt x="33504" y="2696"/>
                  </a:lnTo>
                  <a:lnTo>
                    <a:pt x="32668" y="2551"/>
                  </a:lnTo>
                  <a:lnTo>
                    <a:pt x="31756" y="2406"/>
                  </a:lnTo>
                  <a:lnTo>
                    <a:pt x="30766" y="2261"/>
                  </a:lnTo>
                  <a:lnTo>
                    <a:pt x="29717" y="2124"/>
                  </a:lnTo>
                  <a:lnTo>
                    <a:pt x="28591" y="1979"/>
                  </a:lnTo>
                  <a:lnTo>
                    <a:pt x="27397" y="1843"/>
                  </a:lnTo>
                  <a:lnTo>
                    <a:pt x="26135" y="1715"/>
                  </a:lnTo>
                  <a:lnTo>
                    <a:pt x="24804" y="1578"/>
                  </a:lnTo>
                  <a:lnTo>
                    <a:pt x="23414" y="1450"/>
                  </a:lnTo>
                  <a:lnTo>
                    <a:pt x="21964" y="1322"/>
                  </a:lnTo>
                  <a:lnTo>
                    <a:pt x="20446" y="1194"/>
                  </a:lnTo>
                  <a:lnTo>
                    <a:pt x="18868" y="1075"/>
                  </a:lnTo>
                  <a:lnTo>
                    <a:pt x="17230" y="956"/>
                  </a:lnTo>
                  <a:lnTo>
                    <a:pt x="15533" y="836"/>
                  </a:lnTo>
                  <a:lnTo>
                    <a:pt x="13784" y="717"/>
                  </a:lnTo>
                  <a:lnTo>
                    <a:pt x="11976" y="606"/>
                  </a:lnTo>
                  <a:lnTo>
                    <a:pt x="10108" y="495"/>
                  </a:lnTo>
                  <a:lnTo>
                    <a:pt x="8189" y="393"/>
                  </a:lnTo>
                  <a:lnTo>
                    <a:pt x="6219" y="290"/>
                  </a:lnTo>
                  <a:lnTo>
                    <a:pt x="4197" y="188"/>
                  </a:lnTo>
                  <a:lnTo>
                    <a:pt x="2125" y="9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071;p26">
              <a:extLst>
                <a:ext uri="{FF2B5EF4-FFF2-40B4-BE49-F238E27FC236}">
                  <a16:creationId xmlns:a16="http://schemas.microsoft.com/office/drawing/2014/main" id="{69EB12C9-D884-8C1E-258F-7E02DC611713}"/>
                </a:ext>
              </a:extLst>
            </p:cNvPr>
            <p:cNvSpPr/>
            <p:nvPr/>
          </p:nvSpPr>
          <p:spPr>
            <a:xfrm>
              <a:off x="2153600" y="4556650"/>
              <a:ext cx="951475" cy="213675"/>
            </a:xfrm>
            <a:custGeom>
              <a:avLst/>
              <a:gdLst/>
              <a:ahLst/>
              <a:cxnLst/>
              <a:rect l="l" t="t" r="r" b="b"/>
              <a:pathLst>
                <a:path w="38059" h="8547" fill="none" extrusionOk="0">
                  <a:moveTo>
                    <a:pt x="38058" y="0"/>
                  </a:moveTo>
                  <a:lnTo>
                    <a:pt x="38058" y="0"/>
                  </a:lnTo>
                  <a:lnTo>
                    <a:pt x="35909" y="94"/>
                  </a:lnTo>
                  <a:lnTo>
                    <a:pt x="33819" y="188"/>
                  </a:lnTo>
                  <a:lnTo>
                    <a:pt x="31772" y="290"/>
                  </a:lnTo>
                  <a:lnTo>
                    <a:pt x="29776" y="393"/>
                  </a:lnTo>
                  <a:lnTo>
                    <a:pt x="27840" y="495"/>
                  </a:lnTo>
                  <a:lnTo>
                    <a:pt x="25955" y="606"/>
                  </a:lnTo>
                  <a:lnTo>
                    <a:pt x="24121" y="717"/>
                  </a:lnTo>
                  <a:lnTo>
                    <a:pt x="22347" y="836"/>
                  </a:lnTo>
                  <a:lnTo>
                    <a:pt x="20633" y="956"/>
                  </a:lnTo>
                  <a:lnTo>
                    <a:pt x="18978" y="1075"/>
                  </a:lnTo>
                  <a:lnTo>
                    <a:pt x="17383" y="1194"/>
                  </a:lnTo>
                  <a:lnTo>
                    <a:pt x="15848" y="1322"/>
                  </a:lnTo>
                  <a:lnTo>
                    <a:pt x="14381" y="1450"/>
                  </a:lnTo>
                  <a:lnTo>
                    <a:pt x="12973" y="1578"/>
                  </a:lnTo>
                  <a:lnTo>
                    <a:pt x="11626" y="1715"/>
                  </a:lnTo>
                  <a:lnTo>
                    <a:pt x="10355" y="1851"/>
                  </a:lnTo>
                  <a:lnTo>
                    <a:pt x="9144" y="1988"/>
                  </a:lnTo>
                  <a:lnTo>
                    <a:pt x="8009" y="2124"/>
                  </a:lnTo>
                  <a:lnTo>
                    <a:pt x="6943" y="2269"/>
                  </a:lnTo>
                  <a:lnTo>
                    <a:pt x="5945" y="2414"/>
                  </a:lnTo>
                  <a:lnTo>
                    <a:pt x="5015" y="2559"/>
                  </a:lnTo>
                  <a:lnTo>
                    <a:pt x="4171" y="2704"/>
                  </a:lnTo>
                  <a:lnTo>
                    <a:pt x="3395" y="2858"/>
                  </a:lnTo>
                  <a:lnTo>
                    <a:pt x="2695" y="3003"/>
                  </a:lnTo>
                  <a:lnTo>
                    <a:pt x="2073" y="3156"/>
                  </a:lnTo>
                  <a:lnTo>
                    <a:pt x="1791" y="3233"/>
                  </a:lnTo>
                  <a:lnTo>
                    <a:pt x="1527" y="3318"/>
                  </a:lnTo>
                  <a:lnTo>
                    <a:pt x="1288" y="3395"/>
                  </a:lnTo>
                  <a:lnTo>
                    <a:pt x="1066" y="3472"/>
                  </a:lnTo>
                  <a:lnTo>
                    <a:pt x="870" y="3548"/>
                  </a:lnTo>
                  <a:lnTo>
                    <a:pt x="691" y="3625"/>
                  </a:lnTo>
                  <a:lnTo>
                    <a:pt x="529" y="3711"/>
                  </a:lnTo>
                  <a:lnTo>
                    <a:pt x="392" y="3787"/>
                  </a:lnTo>
                  <a:lnTo>
                    <a:pt x="273" y="3864"/>
                  </a:lnTo>
                  <a:lnTo>
                    <a:pt x="171" y="3949"/>
                  </a:lnTo>
                  <a:lnTo>
                    <a:pt x="94" y="4026"/>
                  </a:lnTo>
                  <a:lnTo>
                    <a:pt x="43" y="4111"/>
                  </a:lnTo>
                  <a:lnTo>
                    <a:pt x="9" y="4188"/>
                  </a:lnTo>
                  <a:lnTo>
                    <a:pt x="0" y="4231"/>
                  </a:lnTo>
                  <a:lnTo>
                    <a:pt x="0" y="4273"/>
                  </a:lnTo>
                  <a:lnTo>
                    <a:pt x="0" y="4273"/>
                  </a:lnTo>
                  <a:lnTo>
                    <a:pt x="0" y="4316"/>
                  </a:lnTo>
                  <a:lnTo>
                    <a:pt x="9" y="4350"/>
                  </a:lnTo>
                  <a:lnTo>
                    <a:pt x="43" y="4436"/>
                  </a:lnTo>
                  <a:lnTo>
                    <a:pt x="94" y="4512"/>
                  </a:lnTo>
                  <a:lnTo>
                    <a:pt x="171" y="4598"/>
                  </a:lnTo>
                  <a:lnTo>
                    <a:pt x="273" y="4674"/>
                  </a:lnTo>
                  <a:lnTo>
                    <a:pt x="392" y="4760"/>
                  </a:lnTo>
                  <a:lnTo>
                    <a:pt x="529" y="4836"/>
                  </a:lnTo>
                  <a:lnTo>
                    <a:pt x="691" y="4913"/>
                  </a:lnTo>
                  <a:lnTo>
                    <a:pt x="870" y="4990"/>
                  </a:lnTo>
                  <a:lnTo>
                    <a:pt x="1066" y="5075"/>
                  </a:lnTo>
                  <a:lnTo>
                    <a:pt x="1288" y="5152"/>
                  </a:lnTo>
                  <a:lnTo>
                    <a:pt x="1527" y="5229"/>
                  </a:lnTo>
                  <a:lnTo>
                    <a:pt x="1791" y="5306"/>
                  </a:lnTo>
                  <a:lnTo>
                    <a:pt x="2073" y="5382"/>
                  </a:lnTo>
                  <a:lnTo>
                    <a:pt x="2695" y="5536"/>
                  </a:lnTo>
                  <a:lnTo>
                    <a:pt x="3395" y="5689"/>
                  </a:lnTo>
                  <a:lnTo>
                    <a:pt x="4171" y="5834"/>
                  </a:lnTo>
                  <a:lnTo>
                    <a:pt x="5015" y="5988"/>
                  </a:lnTo>
                  <a:lnTo>
                    <a:pt x="5945" y="6133"/>
                  </a:lnTo>
                  <a:lnTo>
                    <a:pt x="6943" y="6278"/>
                  </a:lnTo>
                  <a:lnTo>
                    <a:pt x="8009" y="6414"/>
                  </a:lnTo>
                  <a:lnTo>
                    <a:pt x="9144" y="6559"/>
                  </a:lnTo>
                  <a:lnTo>
                    <a:pt x="10355" y="6696"/>
                  </a:lnTo>
                  <a:lnTo>
                    <a:pt x="11626" y="6832"/>
                  </a:lnTo>
                  <a:lnTo>
                    <a:pt x="12973" y="6960"/>
                  </a:lnTo>
                  <a:lnTo>
                    <a:pt x="14381" y="7097"/>
                  </a:lnTo>
                  <a:lnTo>
                    <a:pt x="15848" y="7225"/>
                  </a:lnTo>
                  <a:lnTo>
                    <a:pt x="17383" y="7344"/>
                  </a:lnTo>
                  <a:lnTo>
                    <a:pt x="18978" y="7472"/>
                  </a:lnTo>
                  <a:lnTo>
                    <a:pt x="20633" y="7591"/>
                  </a:lnTo>
                  <a:lnTo>
                    <a:pt x="22347" y="7711"/>
                  </a:lnTo>
                  <a:lnTo>
                    <a:pt x="24121" y="7822"/>
                  </a:lnTo>
                  <a:lnTo>
                    <a:pt x="25955" y="7933"/>
                  </a:lnTo>
                  <a:lnTo>
                    <a:pt x="27840" y="8043"/>
                  </a:lnTo>
                  <a:lnTo>
                    <a:pt x="29776" y="8154"/>
                  </a:lnTo>
                  <a:lnTo>
                    <a:pt x="31772" y="8257"/>
                  </a:lnTo>
                  <a:lnTo>
                    <a:pt x="33819" y="8351"/>
                  </a:lnTo>
                  <a:lnTo>
                    <a:pt x="35909" y="8453"/>
                  </a:lnTo>
                  <a:lnTo>
                    <a:pt x="38058" y="8547"/>
                  </a:lnTo>
                  <a:lnTo>
                    <a:pt x="3805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072;p26">
              <a:extLst>
                <a:ext uri="{FF2B5EF4-FFF2-40B4-BE49-F238E27FC236}">
                  <a16:creationId xmlns:a16="http://schemas.microsoft.com/office/drawing/2014/main" id="{8E1F3912-2367-E4E8-BD82-19822673B02C}"/>
                </a:ext>
              </a:extLst>
            </p:cNvPr>
            <p:cNvSpPr/>
            <p:nvPr/>
          </p:nvSpPr>
          <p:spPr>
            <a:xfrm>
              <a:off x="2773025" y="4393950"/>
              <a:ext cx="199625" cy="309425"/>
            </a:xfrm>
            <a:custGeom>
              <a:avLst/>
              <a:gdLst/>
              <a:ahLst/>
              <a:cxnLst/>
              <a:rect l="l" t="t" r="r" b="b"/>
              <a:pathLst>
                <a:path w="7985" h="12377" extrusionOk="0">
                  <a:moveTo>
                    <a:pt x="905" y="0"/>
                  </a:moveTo>
                  <a:lnTo>
                    <a:pt x="1" y="12376"/>
                  </a:lnTo>
                  <a:lnTo>
                    <a:pt x="3088" y="12376"/>
                  </a:lnTo>
                  <a:lnTo>
                    <a:pt x="7984" y="0"/>
                  </a:lnTo>
                  <a:close/>
                </a:path>
              </a:pathLst>
            </a:custGeom>
            <a:solidFill>
              <a:srgbClr val="3F1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073;p26">
              <a:extLst>
                <a:ext uri="{FF2B5EF4-FFF2-40B4-BE49-F238E27FC236}">
                  <a16:creationId xmlns:a16="http://schemas.microsoft.com/office/drawing/2014/main" id="{216484BF-9328-2495-B7F5-1E26C245F7D8}"/>
                </a:ext>
              </a:extLst>
            </p:cNvPr>
            <p:cNvSpPr/>
            <p:nvPr/>
          </p:nvSpPr>
          <p:spPr>
            <a:xfrm>
              <a:off x="6194175" y="4393950"/>
              <a:ext cx="199600" cy="309425"/>
            </a:xfrm>
            <a:custGeom>
              <a:avLst/>
              <a:gdLst/>
              <a:ahLst/>
              <a:cxnLst/>
              <a:rect l="l" t="t" r="r" b="b"/>
              <a:pathLst>
                <a:path w="7984" h="12377" extrusionOk="0">
                  <a:moveTo>
                    <a:pt x="0" y="0"/>
                  </a:moveTo>
                  <a:lnTo>
                    <a:pt x="4896" y="12376"/>
                  </a:lnTo>
                  <a:lnTo>
                    <a:pt x="7984" y="12376"/>
                  </a:lnTo>
                  <a:lnTo>
                    <a:pt x="7071" y="0"/>
                  </a:lnTo>
                  <a:close/>
                </a:path>
              </a:pathLst>
            </a:custGeom>
            <a:solidFill>
              <a:srgbClr val="3F1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074;p26">
              <a:extLst>
                <a:ext uri="{FF2B5EF4-FFF2-40B4-BE49-F238E27FC236}">
                  <a16:creationId xmlns:a16="http://schemas.microsoft.com/office/drawing/2014/main" id="{C05BD5BA-DC1B-7735-1B08-79BC8B5B457A}"/>
                </a:ext>
              </a:extLst>
            </p:cNvPr>
            <p:cNvSpPr/>
            <p:nvPr/>
          </p:nvSpPr>
          <p:spPr>
            <a:xfrm>
              <a:off x="2735500" y="2772725"/>
              <a:ext cx="3712875" cy="914575"/>
            </a:xfrm>
            <a:custGeom>
              <a:avLst/>
              <a:gdLst/>
              <a:ahLst/>
              <a:cxnLst/>
              <a:rect l="l" t="t" r="r" b="b"/>
              <a:pathLst>
                <a:path w="148515" h="36583" extrusionOk="0">
                  <a:moveTo>
                    <a:pt x="16804" y="0"/>
                  </a:moveTo>
                  <a:lnTo>
                    <a:pt x="16479" y="9"/>
                  </a:lnTo>
                  <a:lnTo>
                    <a:pt x="16155" y="17"/>
                  </a:lnTo>
                  <a:lnTo>
                    <a:pt x="15831" y="34"/>
                  </a:lnTo>
                  <a:lnTo>
                    <a:pt x="15507" y="52"/>
                  </a:lnTo>
                  <a:lnTo>
                    <a:pt x="15183" y="86"/>
                  </a:lnTo>
                  <a:lnTo>
                    <a:pt x="14867" y="120"/>
                  </a:lnTo>
                  <a:lnTo>
                    <a:pt x="14552" y="162"/>
                  </a:lnTo>
                  <a:lnTo>
                    <a:pt x="14236" y="205"/>
                  </a:lnTo>
                  <a:lnTo>
                    <a:pt x="13929" y="265"/>
                  </a:lnTo>
                  <a:lnTo>
                    <a:pt x="13622" y="324"/>
                  </a:lnTo>
                  <a:lnTo>
                    <a:pt x="13315" y="393"/>
                  </a:lnTo>
                  <a:lnTo>
                    <a:pt x="13008" y="461"/>
                  </a:lnTo>
                  <a:lnTo>
                    <a:pt x="12709" y="538"/>
                  </a:lnTo>
                  <a:lnTo>
                    <a:pt x="12411" y="623"/>
                  </a:lnTo>
                  <a:lnTo>
                    <a:pt x="12112" y="708"/>
                  </a:lnTo>
                  <a:lnTo>
                    <a:pt x="11822" y="802"/>
                  </a:lnTo>
                  <a:lnTo>
                    <a:pt x="11532" y="904"/>
                  </a:lnTo>
                  <a:lnTo>
                    <a:pt x="11251" y="1007"/>
                  </a:lnTo>
                  <a:lnTo>
                    <a:pt x="10969" y="1118"/>
                  </a:lnTo>
                  <a:lnTo>
                    <a:pt x="10688" y="1237"/>
                  </a:lnTo>
                  <a:lnTo>
                    <a:pt x="10415" y="1357"/>
                  </a:lnTo>
                  <a:lnTo>
                    <a:pt x="10142" y="1484"/>
                  </a:lnTo>
                  <a:lnTo>
                    <a:pt x="9869" y="1621"/>
                  </a:lnTo>
                  <a:lnTo>
                    <a:pt x="9605" y="1757"/>
                  </a:lnTo>
                  <a:lnTo>
                    <a:pt x="9340" y="1894"/>
                  </a:lnTo>
                  <a:lnTo>
                    <a:pt x="9084" y="2039"/>
                  </a:lnTo>
                  <a:lnTo>
                    <a:pt x="8829" y="2192"/>
                  </a:lnTo>
                  <a:lnTo>
                    <a:pt x="8581" y="2354"/>
                  </a:lnTo>
                  <a:lnTo>
                    <a:pt x="8334" y="2508"/>
                  </a:lnTo>
                  <a:lnTo>
                    <a:pt x="8095" y="2679"/>
                  </a:lnTo>
                  <a:lnTo>
                    <a:pt x="7856" y="2849"/>
                  </a:lnTo>
                  <a:lnTo>
                    <a:pt x="7626" y="3020"/>
                  </a:lnTo>
                  <a:lnTo>
                    <a:pt x="7396" y="3199"/>
                  </a:lnTo>
                  <a:lnTo>
                    <a:pt x="7174" y="3387"/>
                  </a:lnTo>
                  <a:lnTo>
                    <a:pt x="6961" y="3574"/>
                  </a:lnTo>
                  <a:lnTo>
                    <a:pt x="6747" y="3762"/>
                  </a:lnTo>
                  <a:lnTo>
                    <a:pt x="6534" y="3958"/>
                  </a:lnTo>
                  <a:lnTo>
                    <a:pt x="6329" y="4163"/>
                  </a:lnTo>
                  <a:lnTo>
                    <a:pt x="6133" y="4367"/>
                  </a:lnTo>
                  <a:lnTo>
                    <a:pt x="5937" y="4572"/>
                  </a:lnTo>
                  <a:lnTo>
                    <a:pt x="5749" y="4785"/>
                  </a:lnTo>
                  <a:lnTo>
                    <a:pt x="5570" y="4999"/>
                  </a:lnTo>
                  <a:lnTo>
                    <a:pt x="5391" y="5220"/>
                  </a:lnTo>
                  <a:lnTo>
                    <a:pt x="5221" y="5442"/>
                  </a:lnTo>
                  <a:lnTo>
                    <a:pt x="5050" y="5664"/>
                  </a:lnTo>
                  <a:lnTo>
                    <a:pt x="4888" y="5894"/>
                  </a:lnTo>
                  <a:lnTo>
                    <a:pt x="4734" y="6133"/>
                  </a:lnTo>
                  <a:lnTo>
                    <a:pt x="4589" y="6372"/>
                  </a:lnTo>
                  <a:lnTo>
                    <a:pt x="4444" y="6611"/>
                  </a:lnTo>
                  <a:lnTo>
                    <a:pt x="4308" y="6849"/>
                  </a:lnTo>
                  <a:lnTo>
                    <a:pt x="4172" y="7097"/>
                  </a:lnTo>
                  <a:lnTo>
                    <a:pt x="4052" y="7344"/>
                  </a:lnTo>
                  <a:lnTo>
                    <a:pt x="3933" y="7600"/>
                  </a:lnTo>
                  <a:lnTo>
                    <a:pt x="3822" y="7856"/>
                  </a:lnTo>
                  <a:lnTo>
                    <a:pt x="3711" y="8112"/>
                  </a:lnTo>
                  <a:lnTo>
                    <a:pt x="3617" y="8376"/>
                  </a:lnTo>
                  <a:lnTo>
                    <a:pt x="3523" y="8641"/>
                  </a:lnTo>
                  <a:lnTo>
                    <a:pt x="3438" y="8905"/>
                  </a:lnTo>
                  <a:lnTo>
                    <a:pt x="3353" y="9178"/>
                  </a:lnTo>
                  <a:lnTo>
                    <a:pt x="3285" y="9451"/>
                  </a:lnTo>
                  <a:lnTo>
                    <a:pt x="3216" y="9724"/>
                  </a:lnTo>
                  <a:lnTo>
                    <a:pt x="3165" y="9997"/>
                  </a:lnTo>
                  <a:lnTo>
                    <a:pt x="3114" y="10278"/>
                  </a:lnTo>
                  <a:lnTo>
                    <a:pt x="3071" y="10560"/>
                  </a:lnTo>
                  <a:lnTo>
                    <a:pt x="1" y="36583"/>
                  </a:lnTo>
                  <a:lnTo>
                    <a:pt x="148514" y="36583"/>
                  </a:lnTo>
                  <a:lnTo>
                    <a:pt x="144071" y="9980"/>
                  </a:lnTo>
                  <a:lnTo>
                    <a:pt x="144011" y="9715"/>
                  </a:lnTo>
                  <a:lnTo>
                    <a:pt x="143951" y="9442"/>
                  </a:lnTo>
                  <a:lnTo>
                    <a:pt x="143874" y="9178"/>
                  </a:lnTo>
                  <a:lnTo>
                    <a:pt x="143798" y="8922"/>
                  </a:lnTo>
                  <a:lnTo>
                    <a:pt x="143721" y="8658"/>
                  </a:lnTo>
                  <a:lnTo>
                    <a:pt x="143627" y="8402"/>
                  </a:lnTo>
                  <a:lnTo>
                    <a:pt x="143533" y="8146"/>
                  </a:lnTo>
                  <a:lnTo>
                    <a:pt x="143431" y="7899"/>
                  </a:lnTo>
                  <a:lnTo>
                    <a:pt x="143320" y="7651"/>
                  </a:lnTo>
                  <a:lnTo>
                    <a:pt x="143209" y="7404"/>
                  </a:lnTo>
                  <a:lnTo>
                    <a:pt x="143090" y="7157"/>
                  </a:lnTo>
                  <a:lnTo>
                    <a:pt x="142962" y="6918"/>
                  </a:lnTo>
                  <a:lnTo>
                    <a:pt x="142834" y="6679"/>
                  </a:lnTo>
                  <a:lnTo>
                    <a:pt x="142697" y="6449"/>
                  </a:lnTo>
                  <a:lnTo>
                    <a:pt x="142552" y="6218"/>
                  </a:lnTo>
                  <a:lnTo>
                    <a:pt x="142407" y="5988"/>
                  </a:lnTo>
                  <a:lnTo>
                    <a:pt x="142254" y="5766"/>
                  </a:lnTo>
                  <a:lnTo>
                    <a:pt x="142092" y="5544"/>
                  </a:lnTo>
                  <a:lnTo>
                    <a:pt x="141930" y="5323"/>
                  </a:lnTo>
                  <a:lnTo>
                    <a:pt x="141759" y="5109"/>
                  </a:lnTo>
                  <a:lnTo>
                    <a:pt x="141580" y="4905"/>
                  </a:lnTo>
                  <a:lnTo>
                    <a:pt x="141401" y="4692"/>
                  </a:lnTo>
                  <a:lnTo>
                    <a:pt x="141222" y="4487"/>
                  </a:lnTo>
                  <a:lnTo>
                    <a:pt x="141034" y="4291"/>
                  </a:lnTo>
                  <a:lnTo>
                    <a:pt x="140838" y="4094"/>
                  </a:lnTo>
                  <a:lnTo>
                    <a:pt x="140633" y="3898"/>
                  </a:lnTo>
                  <a:lnTo>
                    <a:pt x="140437" y="3711"/>
                  </a:lnTo>
                  <a:lnTo>
                    <a:pt x="140224" y="3532"/>
                  </a:lnTo>
                  <a:lnTo>
                    <a:pt x="140011" y="3344"/>
                  </a:lnTo>
                  <a:lnTo>
                    <a:pt x="139797" y="3173"/>
                  </a:lnTo>
                  <a:lnTo>
                    <a:pt x="139576" y="3003"/>
                  </a:lnTo>
                  <a:lnTo>
                    <a:pt x="139354" y="2832"/>
                  </a:lnTo>
                  <a:lnTo>
                    <a:pt x="139123" y="2670"/>
                  </a:lnTo>
                  <a:lnTo>
                    <a:pt x="138885" y="2508"/>
                  </a:lnTo>
                  <a:lnTo>
                    <a:pt x="138654" y="2354"/>
                  </a:lnTo>
                  <a:lnTo>
                    <a:pt x="138407" y="2201"/>
                  </a:lnTo>
                  <a:lnTo>
                    <a:pt x="138168" y="2056"/>
                  </a:lnTo>
                  <a:lnTo>
                    <a:pt x="137912" y="1911"/>
                  </a:lnTo>
                  <a:lnTo>
                    <a:pt x="137665" y="1774"/>
                  </a:lnTo>
                  <a:lnTo>
                    <a:pt x="137409" y="1638"/>
                  </a:lnTo>
                  <a:lnTo>
                    <a:pt x="137145" y="1510"/>
                  </a:lnTo>
                  <a:lnTo>
                    <a:pt x="136889" y="1391"/>
                  </a:lnTo>
                  <a:lnTo>
                    <a:pt x="136616" y="1271"/>
                  </a:lnTo>
                  <a:lnTo>
                    <a:pt x="136351" y="1152"/>
                  </a:lnTo>
                  <a:lnTo>
                    <a:pt x="136078" y="1049"/>
                  </a:lnTo>
                  <a:lnTo>
                    <a:pt x="135806" y="947"/>
                  </a:lnTo>
                  <a:lnTo>
                    <a:pt x="135524" y="845"/>
                  </a:lnTo>
                  <a:lnTo>
                    <a:pt x="135243" y="751"/>
                  </a:lnTo>
                  <a:lnTo>
                    <a:pt x="134961" y="666"/>
                  </a:lnTo>
                  <a:lnTo>
                    <a:pt x="134671" y="580"/>
                  </a:lnTo>
                  <a:lnTo>
                    <a:pt x="134381" y="504"/>
                  </a:lnTo>
                  <a:lnTo>
                    <a:pt x="134091" y="427"/>
                  </a:lnTo>
                  <a:lnTo>
                    <a:pt x="133801" y="359"/>
                  </a:lnTo>
                  <a:lnTo>
                    <a:pt x="133503" y="299"/>
                  </a:lnTo>
                  <a:lnTo>
                    <a:pt x="133204" y="248"/>
                  </a:lnTo>
                  <a:lnTo>
                    <a:pt x="132906" y="197"/>
                  </a:lnTo>
                  <a:lnTo>
                    <a:pt x="132598" y="154"/>
                  </a:lnTo>
                  <a:lnTo>
                    <a:pt x="132300" y="111"/>
                  </a:lnTo>
                  <a:lnTo>
                    <a:pt x="131993" y="77"/>
                  </a:lnTo>
                  <a:lnTo>
                    <a:pt x="131677" y="52"/>
                  </a:lnTo>
                  <a:lnTo>
                    <a:pt x="131370" y="26"/>
                  </a:lnTo>
                  <a:lnTo>
                    <a:pt x="131055" y="17"/>
                  </a:lnTo>
                  <a:lnTo>
                    <a:pt x="130748" y="9"/>
                  </a:lnTo>
                  <a:lnTo>
                    <a:pt x="1304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075;p26">
              <a:extLst>
                <a:ext uri="{FF2B5EF4-FFF2-40B4-BE49-F238E27FC236}">
                  <a16:creationId xmlns:a16="http://schemas.microsoft.com/office/drawing/2014/main" id="{B332EA36-60EE-B04D-784F-902455F34570}"/>
                </a:ext>
              </a:extLst>
            </p:cNvPr>
            <p:cNvSpPr/>
            <p:nvPr/>
          </p:nvSpPr>
          <p:spPr>
            <a:xfrm>
              <a:off x="2804600" y="3323925"/>
              <a:ext cx="3658050" cy="406675"/>
            </a:xfrm>
            <a:custGeom>
              <a:avLst/>
              <a:gdLst/>
              <a:ahLst/>
              <a:cxnLst/>
              <a:rect l="l" t="t" r="r" b="b"/>
              <a:pathLst>
                <a:path w="146322" h="16267" extrusionOk="0">
                  <a:moveTo>
                    <a:pt x="145119" y="1"/>
                  </a:moveTo>
                  <a:lnTo>
                    <a:pt x="144983" y="35"/>
                  </a:lnTo>
                  <a:lnTo>
                    <a:pt x="144616" y="146"/>
                  </a:lnTo>
                  <a:lnTo>
                    <a:pt x="144027" y="325"/>
                  </a:lnTo>
                  <a:lnTo>
                    <a:pt x="143260" y="581"/>
                  </a:lnTo>
                  <a:lnTo>
                    <a:pt x="142808" y="734"/>
                  </a:lnTo>
                  <a:lnTo>
                    <a:pt x="142330" y="905"/>
                  </a:lnTo>
                  <a:lnTo>
                    <a:pt x="141810" y="1093"/>
                  </a:lnTo>
                  <a:lnTo>
                    <a:pt x="141264" y="1306"/>
                  </a:lnTo>
                  <a:lnTo>
                    <a:pt x="140684" y="1536"/>
                  </a:lnTo>
                  <a:lnTo>
                    <a:pt x="140087" y="1775"/>
                  </a:lnTo>
                  <a:lnTo>
                    <a:pt x="139473" y="2039"/>
                  </a:lnTo>
                  <a:lnTo>
                    <a:pt x="138833" y="2329"/>
                  </a:lnTo>
                  <a:lnTo>
                    <a:pt x="138185" y="2628"/>
                  </a:lnTo>
                  <a:lnTo>
                    <a:pt x="137528" y="2952"/>
                  </a:lnTo>
                  <a:lnTo>
                    <a:pt x="136863" y="3293"/>
                  </a:lnTo>
                  <a:lnTo>
                    <a:pt x="136197" y="3651"/>
                  </a:lnTo>
                  <a:lnTo>
                    <a:pt x="135532" y="4027"/>
                  </a:lnTo>
                  <a:lnTo>
                    <a:pt x="134867" y="4428"/>
                  </a:lnTo>
                  <a:lnTo>
                    <a:pt x="134543" y="4632"/>
                  </a:lnTo>
                  <a:lnTo>
                    <a:pt x="134210" y="4846"/>
                  </a:lnTo>
                  <a:lnTo>
                    <a:pt x="133886" y="5059"/>
                  </a:lnTo>
                  <a:lnTo>
                    <a:pt x="133562" y="5281"/>
                  </a:lnTo>
                  <a:lnTo>
                    <a:pt x="133246" y="5502"/>
                  </a:lnTo>
                  <a:lnTo>
                    <a:pt x="132931" y="5733"/>
                  </a:lnTo>
                  <a:lnTo>
                    <a:pt x="132624" y="5971"/>
                  </a:lnTo>
                  <a:lnTo>
                    <a:pt x="132317" y="6210"/>
                  </a:lnTo>
                  <a:lnTo>
                    <a:pt x="132018" y="6449"/>
                  </a:lnTo>
                  <a:lnTo>
                    <a:pt x="131719" y="6696"/>
                  </a:lnTo>
                  <a:lnTo>
                    <a:pt x="131429" y="6952"/>
                  </a:lnTo>
                  <a:lnTo>
                    <a:pt x="131148" y="7217"/>
                  </a:lnTo>
                  <a:lnTo>
                    <a:pt x="130875" y="7481"/>
                  </a:lnTo>
                  <a:lnTo>
                    <a:pt x="130611" y="7746"/>
                  </a:lnTo>
                  <a:lnTo>
                    <a:pt x="130346" y="8018"/>
                  </a:lnTo>
                  <a:lnTo>
                    <a:pt x="130090" y="8300"/>
                  </a:lnTo>
                  <a:lnTo>
                    <a:pt x="129852" y="8581"/>
                  </a:lnTo>
                  <a:lnTo>
                    <a:pt x="129613" y="8871"/>
                  </a:lnTo>
                  <a:lnTo>
                    <a:pt x="129382" y="9161"/>
                  </a:lnTo>
                  <a:lnTo>
                    <a:pt x="129169" y="9460"/>
                  </a:lnTo>
                  <a:lnTo>
                    <a:pt x="13784" y="9460"/>
                  </a:lnTo>
                  <a:lnTo>
                    <a:pt x="13750" y="9358"/>
                  </a:lnTo>
                  <a:lnTo>
                    <a:pt x="13630" y="9076"/>
                  </a:lnTo>
                  <a:lnTo>
                    <a:pt x="13545" y="8871"/>
                  </a:lnTo>
                  <a:lnTo>
                    <a:pt x="13434" y="8633"/>
                  </a:lnTo>
                  <a:lnTo>
                    <a:pt x="13298" y="8360"/>
                  </a:lnTo>
                  <a:lnTo>
                    <a:pt x="13144" y="8061"/>
                  </a:lnTo>
                  <a:lnTo>
                    <a:pt x="12956" y="7728"/>
                  </a:lnTo>
                  <a:lnTo>
                    <a:pt x="12752" y="7379"/>
                  </a:lnTo>
                  <a:lnTo>
                    <a:pt x="12513" y="7012"/>
                  </a:lnTo>
                  <a:lnTo>
                    <a:pt x="12248" y="6628"/>
                  </a:lnTo>
                  <a:lnTo>
                    <a:pt x="11958" y="6227"/>
                  </a:lnTo>
                  <a:lnTo>
                    <a:pt x="11643" y="5818"/>
                  </a:lnTo>
                  <a:lnTo>
                    <a:pt x="11472" y="5613"/>
                  </a:lnTo>
                  <a:lnTo>
                    <a:pt x="11293" y="5400"/>
                  </a:lnTo>
                  <a:lnTo>
                    <a:pt x="11105" y="5195"/>
                  </a:lnTo>
                  <a:lnTo>
                    <a:pt x="10909" y="4982"/>
                  </a:lnTo>
                  <a:lnTo>
                    <a:pt x="10713" y="4777"/>
                  </a:lnTo>
                  <a:lnTo>
                    <a:pt x="10500" y="4564"/>
                  </a:lnTo>
                  <a:lnTo>
                    <a:pt x="10287" y="4359"/>
                  </a:lnTo>
                  <a:lnTo>
                    <a:pt x="10056" y="4155"/>
                  </a:lnTo>
                  <a:lnTo>
                    <a:pt x="9826" y="3950"/>
                  </a:lnTo>
                  <a:lnTo>
                    <a:pt x="9587" y="3745"/>
                  </a:lnTo>
                  <a:lnTo>
                    <a:pt x="9331" y="3549"/>
                  </a:lnTo>
                  <a:lnTo>
                    <a:pt x="9075" y="3353"/>
                  </a:lnTo>
                  <a:lnTo>
                    <a:pt x="8803" y="3157"/>
                  </a:lnTo>
                  <a:lnTo>
                    <a:pt x="8530" y="2969"/>
                  </a:lnTo>
                  <a:lnTo>
                    <a:pt x="8240" y="2781"/>
                  </a:lnTo>
                  <a:lnTo>
                    <a:pt x="7950" y="2602"/>
                  </a:lnTo>
                  <a:lnTo>
                    <a:pt x="7643" y="2423"/>
                  </a:lnTo>
                  <a:lnTo>
                    <a:pt x="7335" y="2253"/>
                  </a:lnTo>
                  <a:lnTo>
                    <a:pt x="7011" y="2091"/>
                  </a:lnTo>
                  <a:lnTo>
                    <a:pt x="6679" y="1928"/>
                  </a:lnTo>
                  <a:lnTo>
                    <a:pt x="6338" y="1783"/>
                  </a:lnTo>
                  <a:lnTo>
                    <a:pt x="5988" y="1638"/>
                  </a:lnTo>
                  <a:lnTo>
                    <a:pt x="5621" y="1502"/>
                  </a:lnTo>
                  <a:lnTo>
                    <a:pt x="5254" y="1366"/>
                  </a:lnTo>
                  <a:lnTo>
                    <a:pt x="4870" y="1246"/>
                  </a:lnTo>
                  <a:lnTo>
                    <a:pt x="4487" y="1135"/>
                  </a:lnTo>
                  <a:lnTo>
                    <a:pt x="4086" y="1033"/>
                  </a:lnTo>
                  <a:lnTo>
                    <a:pt x="3676" y="939"/>
                  </a:lnTo>
                  <a:lnTo>
                    <a:pt x="3250" y="862"/>
                  </a:lnTo>
                  <a:lnTo>
                    <a:pt x="2823" y="786"/>
                  </a:lnTo>
                  <a:lnTo>
                    <a:pt x="2380" y="726"/>
                  </a:lnTo>
                  <a:lnTo>
                    <a:pt x="1928" y="675"/>
                  </a:lnTo>
                  <a:lnTo>
                    <a:pt x="1459" y="632"/>
                  </a:lnTo>
                  <a:lnTo>
                    <a:pt x="990" y="606"/>
                  </a:lnTo>
                  <a:lnTo>
                    <a:pt x="503" y="589"/>
                  </a:lnTo>
                  <a:lnTo>
                    <a:pt x="0" y="589"/>
                  </a:lnTo>
                  <a:lnTo>
                    <a:pt x="0" y="16266"/>
                  </a:lnTo>
                  <a:lnTo>
                    <a:pt x="146322" y="16266"/>
                  </a:lnTo>
                  <a:lnTo>
                    <a:pt x="145119" y="1"/>
                  </a:lnTo>
                  <a:close/>
                </a:path>
              </a:pathLst>
            </a:custGeom>
            <a:solidFill>
              <a:srgbClr val="838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1076;p26">
              <a:extLst>
                <a:ext uri="{FF2B5EF4-FFF2-40B4-BE49-F238E27FC236}">
                  <a16:creationId xmlns:a16="http://schemas.microsoft.com/office/drawing/2014/main" id="{7C29DC6A-2E56-642C-FF94-23EB97AC8CB8}"/>
                </a:ext>
              </a:extLst>
            </p:cNvPr>
            <p:cNvSpPr/>
            <p:nvPr/>
          </p:nvSpPr>
          <p:spPr>
            <a:xfrm>
              <a:off x="2711625" y="4266650"/>
              <a:ext cx="3751025" cy="161225"/>
            </a:xfrm>
            <a:custGeom>
              <a:avLst/>
              <a:gdLst/>
              <a:ahLst/>
              <a:cxnLst/>
              <a:rect l="l" t="t" r="r" b="b"/>
              <a:pathLst>
                <a:path w="150041" h="6449" extrusionOk="0">
                  <a:moveTo>
                    <a:pt x="0" y="0"/>
                  </a:moveTo>
                  <a:lnTo>
                    <a:pt x="0" y="6448"/>
                  </a:lnTo>
                  <a:lnTo>
                    <a:pt x="150041" y="6448"/>
                  </a:lnTo>
                  <a:lnTo>
                    <a:pt x="150041" y="0"/>
                  </a:lnTo>
                  <a:close/>
                </a:path>
              </a:pathLst>
            </a:custGeom>
            <a:solidFill>
              <a:srgbClr val="3F1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1077;p26">
              <a:extLst>
                <a:ext uri="{FF2B5EF4-FFF2-40B4-BE49-F238E27FC236}">
                  <a16:creationId xmlns:a16="http://schemas.microsoft.com/office/drawing/2014/main" id="{A5E483CF-AD87-BC4B-DB7F-10ED9FAB0C77}"/>
                </a:ext>
              </a:extLst>
            </p:cNvPr>
            <p:cNvSpPr/>
            <p:nvPr/>
          </p:nvSpPr>
          <p:spPr>
            <a:xfrm>
              <a:off x="2711625" y="4266650"/>
              <a:ext cx="3751025" cy="161225"/>
            </a:xfrm>
            <a:custGeom>
              <a:avLst/>
              <a:gdLst/>
              <a:ahLst/>
              <a:cxnLst/>
              <a:rect l="l" t="t" r="r" b="b"/>
              <a:pathLst>
                <a:path w="150041" h="6449" fill="none" extrusionOk="0">
                  <a:moveTo>
                    <a:pt x="150041" y="6448"/>
                  </a:moveTo>
                  <a:lnTo>
                    <a:pt x="0" y="6448"/>
                  </a:lnTo>
                  <a:lnTo>
                    <a:pt x="0" y="0"/>
                  </a:lnTo>
                  <a:lnTo>
                    <a:pt x="150041" y="0"/>
                  </a:lnTo>
                  <a:lnTo>
                    <a:pt x="150041" y="6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1078;p26">
              <a:extLst>
                <a:ext uri="{FF2B5EF4-FFF2-40B4-BE49-F238E27FC236}">
                  <a16:creationId xmlns:a16="http://schemas.microsoft.com/office/drawing/2014/main" id="{9C8B4C70-BA8D-207E-87FB-0F085B95F311}"/>
                </a:ext>
              </a:extLst>
            </p:cNvPr>
            <p:cNvSpPr/>
            <p:nvPr/>
          </p:nvSpPr>
          <p:spPr>
            <a:xfrm>
              <a:off x="2272775" y="3266575"/>
              <a:ext cx="4640650" cy="1077500"/>
            </a:xfrm>
            <a:custGeom>
              <a:avLst/>
              <a:gdLst/>
              <a:ahLst/>
              <a:cxnLst/>
              <a:rect l="l" t="t" r="r" b="b"/>
              <a:pathLst>
                <a:path w="185626" h="43100" extrusionOk="0">
                  <a:moveTo>
                    <a:pt x="8061" y="0"/>
                  </a:moveTo>
                  <a:lnTo>
                    <a:pt x="7771" y="9"/>
                  </a:lnTo>
                  <a:lnTo>
                    <a:pt x="7490" y="17"/>
                  </a:lnTo>
                  <a:lnTo>
                    <a:pt x="7208" y="35"/>
                  </a:lnTo>
                  <a:lnTo>
                    <a:pt x="6935" y="69"/>
                  </a:lnTo>
                  <a:lnTo>
                    <a:pt x="6662" y="103"/>
                  </a:lnTo>
                  <a:lnTo>
                    <a:pt x="6398" y="145"/>
                  </a:lnTo>
                  <a:lnTo>
                    <a:pt x="6142" y="197"/>
                  </a:lnTo>
                  <a:lnTo>
                    <a:pt x="5886" y="256"/>
                  </a:lnTo>
                  <a:lnTo>
                    <a:pt x="5639" y="325"/>
                  </a:lnTo>
                  <a:lnTo>
                    <a:pt x="5391" y="401"/>
                  </a:lnTo>
                  <a:lnTo>
                    <a:pt x="5153" y="487"/>
                  </a:lnTo>
                  <a:lnTo>
                    <a:pt x="4914" y="572"/>
                  </a:lnTo>
                  <a:lnTo>
                    <a:pt x="4692" y="666"/>
                  </a:lnTo>
                  <a:lnTo>
                    <a:pt x="4462" y="768"/>
                  </a:lnTo>
                  <a:lnTo>
                    <a:pt x="4249" y="879"/>
                  </a:lnTo>
                  <a:lnTo>
                    <a:pt x="4035" y="998"/>
                  </a:lnTo>
                  <a:lnTo>
                    <a:pt x="3822" y="1118"/>
                  </a:lnTo>
                  <a:lnTo>
                    <a:pt x="3626" y="1246"/>
                  </a:lnTo>
                  <a:lnTo>
                    <a:pt x="3430" y="1382"/>
                  </a:lnTo>
                  <a:lnTo>
                    <a:pt x="3234" y="1527"/>
                  </a:lnTo>
                  <a:lnTo>
                    <a:pt x="3046" y="1672"/>
                  </a:lnTo>
                  <a:lnTo>
                    <a:pt x="2867" y="1826"/>
                  </a:lnTo>
                  <a:lnTo>
                    <a:pt x="2688" y="1979"/>
                  </a:lnTo>
                  <a:lnTo>
                    <a:pt x="2517" y="2141"/>
                  </a:lnTo>
                  <a:lnTo>
                    <a:pt x="2355" y="2312"/>
                  </a:lnTo>
                  <a:lnTo>
                    <a:pt x="2193" y="2491"/>
                  </a:lnTo>
                  <a:lnTo>
                    <a:pt x="2039" y="2670"/>
                  </a:lnTo>
                  <a:lnTo>
                    <a:pt x="1894" y="2858"/>
                  </a:lnTo>
                  <a:lnTo>
                    <a:pt x="1749" y="3045"/>
                  </a:lnTo>
                  <a:lnTo>
                    <a:pt x="1613" y="3242"/>
                  </a:lnTo>
                  <a:lnTo>
                    <a:pt x="1477" y="3438"/>
                  </a:lnTo>
                  <a:lnTo>
                    <a:pt x="1349" y="3642"/>
                  </a:lnTo>
                  <a:lnTo>
                    <a:pt x="1229" y="3856"/>
                  </a:lnTo>
                  <a:lnTo>
                    <a:pt x="1110" y="4069"/>
                  </a:lnTo>
                  <a:lnTo>
                    <a:pt x="1007" y="4282"/>
                  </a:lnTo>
                  <a:lnTo>
                    <a:pt x="897" y="4504"/>
                  </a:lnTo>
                  <a:lnTo>
                    <a:pt x="803" y="4726"/>
                  </a:lnTo>
                  <a:lnTo>
                    <a:pt x="709" y="4956"/>
                  </a:lnTo>
                  <a:lnTo>
                    <a:pt x="624" y="5195"/>
                  </a:lnTo>
                  <a:lnTo>
                    <a:pt x="538" y="5425"/>
                  </a:lnTo>
                  <a:lnTo>
                    <a:pt x="462" y="5664"/>
                  </a:lnTo>
                  <a:lnTo>
                    <a:pt x="393" y="5911"/>
                  </a:lnTo>
                  <a:lnTo>
                    <a:pt x="325" y="6159"/>
                  </a:lnTo>
                  <a:lnTo>
                    <a:pt x="265" y="6406"/>
                  </a:lnTo>
                  <a:lnTo>
                    <a:pt x="214" y="6662"/>
                  </a:lnTo>
                  <a:lnTo>
                    <a:pt x="163" y="6918"/>
                  </a:lnTo>
                  <a:lnTo>
                    <a:pt x="129" y="7174"/>
                  </a:lnTo>
                  <a:lnTo>
                    <a:pt x="86" y="7430"/>
                  </a:lnTo>
                  <a:lnTo>
                    <a:pt x="61" y="7694"/>
                  </a:lnTo>
                  <a:lnTo>
                    <a:pt x="35" y="7958"/>
                  </a:lnTo>
                  <a:lnTo>
                    <a:pt x="18" y="8231"/>
                  </a:lnTo>
                  <a:lnTo>
                    <a:pt x="1" y="8496"/>
                  </a:lnTo>
                  <a:lnTo>
                    <a:pt x="1" y="8769"/>
                  </a:lnTo>
                  <a:lnTo>
                    <a:pt x="1" y="9042"/>
                  </a:lnTo>
                  <a:lnTo>
                    <a:pt x="1" y="9323"/>
                  </a:lnTo>
                  <a:lnTo>
                    <a:pt x="18" y="9596"/>
                  </a:lnTo>
                  <a:lnTo>
                    <a:pt x="35" y="9877"/>
                  </a:lnTo>
                  <a:lnTo>
                    <a:pt x="61" y="10159"/>
                  </a:lnTo>
                  <a:lnTo>
                    <a:pt x="86" y="10440"/>
                  </a:lnTo>
                  <a:lnTo>
                    <a:pt x="120" y="10722"/>
                  </a:lnTo>
                  <a:lnTo>
                    <a:pt x="163" y="11003"/>
                  </a:lnTo>
                  <a:lnTo>
                    <a:pt x="214" y="11285"/>
                  </a:lnTo>
                  <a:lnTo>
                    <a:pt x="265" y="11575"/>
                  </a:lnTo>
                  <a:lnTo>
                    <a:pt x="325" y="11856"/>
                  </a:lnTo>
                  <a:lnTo>
                    <a:pt x="641" y="13281"/>
                  </a:lnTo>
                  <a:lnTo>
                    <a:pt x="965" y="14756"/>
                  </a:lnTo>
                  <a:lnTo>
                    <a:pt x="1314" y="16266"/>
                  </a:lnTo>
                  <a:lnTo>
                    <a:pt x="1681" y="17810"/>
                  </a:lnTo>
                  <a:lnTo>
                    <a:pt x="1877" y="18594"/>
                  </a:lnTo>
                  <a:lnTo>
                    <a:pt x="2082" y="19388"/>
                  </a:lnTo>
                  <a:lnTo>
                    <a:pt x="2295" y="20189"/>
                  </a:lnTo>
                  <a:lnTo>
                    <a:pt x="2517" y="20991"/>
                  </a:lnTo>
                  <a:lnTo>
                    <a:pt x="2747" y="21802"/>
                  </a:lnTo>
                  <a:lnTo>
                    <a:pt x="2986" y="22612"/>
                  </a:lnTo>
                  <a:lnTo>
                    <a:pt x="3234" y="23422"/>
                  </a:lnTo>
                  <a:lnTo>
                    <a:pt x="3498" y="24241"/>
                  </a:lnTo>
                  <a:lnTo>
                    <a:pt x="3771" y="25060"/>
                  </a:lnTo>
                  <a:lnTo>
                    <a:pt x="4052" y="25879"/>
                  </a:lnTo>
                  <a:lnTo>
                    <a:pt x="4351" y="26706"/>
                  </a:lnTo>
                  <a:lnTo>
                    <a:pt x="4666" y="27525"/>
                  </a:lnTo>
                  <a:lnTo>
                    <a:pt x="4991" y="28344"/>
                  </a:lnTo>
                  <a:lnTo>
                    <a:pt x="5332" y="29162"/>
                  </a:lnTo>
                  <a:lnTo>
                    <a:pt x="5690" y="29973"/>
                  </a:lnTo>
                  <a:lnTo>
                    <a:pt x="6065" y="30783"/>
                  </a:lnTo>
                  <a:lnTo>
                    <a:pt x="6449" y="31593"/>
                  </a:lnTo>
                  <a:lnTo>
                    <a:pt x="6859" y="32395"/>
                  </a:lnTo>
                  <a:lnTo>
                    <a:pt x="7276" y="33188"/>
                  </a:lnTo>
                  <a:lnTo>
                    <a:pt x="7720" y="33982"/>
                  </a:lnTo>
                  <a:lnTo>
                    <a:pt x="8181" y="34766"/>
                  </a:lnTo>
                  <a:lnTo>
                    <a:pt x="8419" y="35159"/>
                  </a:lnTo>
                  <a:lnTo>
                    <a:pt x="8658" y="35542"/>
                  </a:lnTo>
                  <a:lnTo>
                    <a:pt x="8906" y="35926"/>
                  </a:lnTo>
                  <a:lnTo>
                    <a:pt x="9161" y="36310"/>
                  </a:lnTo>
                  <a:lnTo>
                    <a:pt x="9417" y="36694"/>
                  </a:lnTo>
                  <a:lnTo>
                    <a:pt x="9682" y="37069"/>
                  </a:lnTo>
                  <a:lnTo>
                    <a:pt x="9938" y="37427"/>
                  </a:lnTo>
                  <a:lnTo>
                    <a:pt x="10202" y="37769"/>
                  </a:lnTo>
                  <a:lnTo>
                    <a:pt x="10484" y="38101"/>
                  </a:lnTo>
                  <a:lnTo>
                    <a:pt x="10774" y="38425"/>
                  </a:lnTo>
                  <a:lnTo>
                    <a:pt x="11064" y="38741"/>
                  </a:lnTo>
                  <a:lnTo>
                    <a:pt x="11371" y="39048"/>
                  </a:lnTo>
                  <a:lnTo>
                    <a:pt x="11686" y="39346"/>
                  </a:lnTo>
                  <a:lnTo>
                    <a:pt x="12010" y="39628"/>
                  </a:lnTo>
                  <a:lnTo>
                    <a:pt x="12343" y="39901"/>
                  </a:lnTo>
                  <a:lnTo>
                    <a:pt x="12676" y="40165"/>
                  </a:lnTo>
                  <a:lnTo>
                    <a:pt x="13025" y="40421"/>
                  </a:lnTo>
                  <a:lnTo>
                    <a:pt x="13375" y="40660"/>
                  </a:lnTo>
                  <a:lnTo>
                    <a:pt x="13742" y="40890"/>
                  </a:lnTo>
                  <a:lnTo>
                    <a:pt x="14109" y="41112"/>
                  </a:lnTo>
                  <a:lnTo>
                    <a:pt x="14475" y="41325"/>
                  </a:lnTo>
                  <a:lnTo>
                    <a:pt x="14859" y="41521"/>
                  </a:lnTo>
                  <a:lnTo>
                    <a:pt x="15243" y="41709"/>
                  </a:lnTo>
                  <a:lnTo>
                    <a:pt x="15635" y="41888"/>
                  </a:lnTo>
                  <a:lnTo>
                    <a:pt x="16028" y="42050"/>
                  </a:lnTo>
                  <a:lnTo>
                    <a:pt x="16429" y="42204"/>
                  </a:lnTo>
                  <a:lnTo>
                    <a:pt x="16838" y="42349"/>
                  </a:lnTo>
                  <a:lnTo>
                    <a:pt x="17247" y="42477"/>
                  </a:lnTo>
                  <a:lnTo>
                    <a:pt x="17657" y="42596"/>
                  </a:lnTo>
                  <a:lnTo>
                    <a:pt x="18075" y="42699"/>
                  </a:lnTo>
                  <a:lnTo>
                    <a:pt x="18501" y="42792"/>
                  </a:lnTo>
                  <a:lnTo>
                    <a:pt x="18928" y="42878"/>
                  </a:lnTo>
                  <a:lnTo>
                    <a:pt x="19354" y="42946"/>
                  </a:lnTo>
                  <a:lnTo>
                    <a:pt x="19781" y="42997"/>
                  </a:lnTo>
                  <a:lnTo>
                    <a:pt x="20216" y="43048"/>
                  </a:lnTo>
                  <a:lnTo>
                    <a:pt x="20651" y="43074"/>
                  </a:lnTo>
                  <a:lnTo>
                    <a:pt x="21086" y="43099"/>
                  </a:lnTo>
                  <a:lnTo>
                    <a:pt x="164533" y="43099"/>
                  </a:lnTo>
                  <a:lnTo>
                    <a:pt x="164968" y="43074"/>
                  </a:lnTo>
                  <a:lnTo>
                    <a:pt x="165403" y="43048"/>
                  </a:lnTo>
                  <a:lnTo>
                    <a:pt x="165838" y="42997"/>
                  </a:lnTo>
                  <a:lnTo>
                    <a:pt x="166273" y="42946"/>
                  </a:lnTo>
                  <a:lnTo>
                    <a:pt x="166699" y="42878"/>
                  </a:lnTo>
                  <a:lnTo>
                    <a:pt x="167126" y="42792"/>
                  </a:lnTo>
                  <a:lnTo>
                    <a:pt x="167544" y="42699"/>
                  </a:lnTo>
                  <a:lnTo>
                    <a:pt x="167962" y="42596"/>
                  </a:lnTo>
                  <a:lnTo>
                    <a:pt x="168379" y="42477"/>
                  </a:lnTo>
                  <a:lnTo>
                    <a:pt x="168789" y="42349"/>
                  </a:lnTo>
                  <a:lnTo>
                    <a:pt x="169190" y="42204"/>
                  </a:lnTo>
                  <a:lnTo>
                    <a:pt x="169591" y="42050"/>
                  </a:lnTo>
                  <a:lnTo>
                    <a:pt x="169992" y="41888"/>
                  </a:lnTo>
                  <a:lnTo>
                    <a:pt x="170375" y="41709"/>
                  </a:lnTo>
                  <a:lnTo>
                    <a:pt x="170768" y="41521"/>
                  </a:lnTo>
                  <a:lnTo>
                    <a:pt x="171143" y="41325"/>
                  </a:lnTo>
                  <a:lnTo>
                    <a:pt x="171518" y="41112"/>
                  </a:lnTo>
                  <a:lnTo>
                    <a:pt x="171885" y="40890"/>
                  </a:lnTo>
                  <a:lnTo>
                    <a:pt x="172243" y="40660"/>
                  </a:lnTo>
                  <a:lnTo>
                    <a:pt x="172593" y="40421"/>
                  </a:lnTo>
                  <a:lnTo>
                    <a:pt x="172943" y="40165"/>
                  </a:lnTo>
                  <a:lnTo>
                    <a:pt x="173284" y="39901"/>
                  </a:lnTo>
                  <a:lnTo>
                    <a:pt x="173608" y="39628"/>
                  </a:lnTo>
                  <a:lnTo>
                    <a:pt x="173932" y="39346"/>
                  </a:lnTo>
                  <a:lnTo>
                    <a:pt x="174248" y="39048"/>
                  </a:lnTo>
                  <a:lnTo>
                    <a:pt x="174555" y="38741"/>
                  </a:lnTo>
                  <a:lnTo>
                    <a:pt x="174853" y="38425"/>
                  </a:lnTo>
                  <a:lnTo>
                    <a:pt x="175135" y="38101"/>
                  </a:lnTo>
                  <a:lnTo>
                    <a:pt x="175416" y="37769"/>
                  </a:lnTo>
                  <a:lnTo>
                    <a:pt x="175681" y="37427"/>
                  </a:lnTo>
                  <a:lnTo>
                    <a:pt x="175945" y="37069"/>
                  </a:lnTo>
                  <a:lnTo>
                    <a:pt x="176201" y="36694"/>
                  </a:lnTo>
                  <a:lnTo>
                    <a:pt x="176465" y="36310"/>
                  </a:lnTo>
                  <a:lnTo>
                    <a:pt x="176713" y="35926"/>
                  </a:lnTo>
                  <a:lnTo>
                    <a:pt x="176960" y="35542"/>
                  </a:lnTo>
                  <a:lnTo>
                    <a:pt x="177207" y="35159"/>
                  </a:lnTo>
                  <a:lnTo>
                    <a:pt x="177438" y="34766"/>
                  </a:lnTo>
                  <a:lnTo>
                    <a:pt x="177898" y="33982"/>
                  </a:lnTo>
                  <a:lnTo>
                    <a:pt x="178342" y="33188"/>
                  </a:lnTo>
                  <a:lnTo>
                    <a:pt x="178768" y="32395"/>
                  </a:lnTo>
                  <a:lnTo>
                    <a:pt x="179169" y="31593"/>
                  </a:lnTo>
                  <a:lnTo>
                    <a:pt x="179562" y="30783"/>
                  </a:lnTo>
                  <a:lnTo>
                    <a:pt x="179928" y="29973"/>
                  </a:lnTo>
                  <a:lnTo>
                    <a:pt x="180287" y="29162"/>
                  </a:lnTo>
                  <a:lnTo>
                    <a:pt x="180628" y="28344"/>
                  </a:lnTo>
                  <a:lnTo>
                    <a:pt x="180952" y="27525"/>
                  </a:lnTo>
                  <a:lnTo>
                    <a:pt x="181267" y="26706"/>
                  </a:lnTo>
                  <a:lnTo>
                    <a:pt x="181566" y="25879"/>
                  </a:lnTo>
                  <a:lnTo>
                    <a:pt x="181847" y="25060"/>
                  </a:lnTo>
                  <a:lnTo>
                    <a:pt x="182120" y="24241"/>
                  </a:lnTo>
                  <a:lnTo>
                    <a:pt x="182385" y="23422"/>
                  </a:lnTo>
                  <a:lnTo>
                    <a:pt x="182632" y="22612"/>
                  </a:lnTo>
                  <a:lnTo>
                    <a:pt x="182879" y="21802"/>
                  </a:lnTo>
                  <a:lnTo>
                    <a:pt x="183110" y="20991"/>
                  </a:lnTo>
                  <a:lnTo>
                    <a:pt x="183323" y="20189"/>
                  </a:lnTo>
                  <a:lnTo>
                    <a:pt x="183536" y="19388"/>
                  </a:lnTo>
                  <a:lnTo>
                    <a:pt x="183741" y="18594"/>
                  </a:lnTo>
                  <a:lnTo>
                    <a:pt x="183937" y="17810"/>
                  </a:lnTo>
                  <a:lnTo>
                    <a:pt x="184304" y="16266"/>
                  </a:lnTo>
                  <a:lnTo>
                    <a:pt x="184654" y="14756"/>
                  </a:lnTo>
                  <a:lnTo>
                    <a:pt x="184986" y="13281"/>
                  </a:lnTo>
                  <a:lnTo>
                    <a:pt x="185293" y="11856"/>
                  </a:lnTo>
                  <a:lnTo>
                    <a:pt x="185353" y="11575"/>
                  </a:lnTo>
                  <a:lnTo>
                    <a:pt x="185413" y="11285"/>
                  </a:lnTo>
                  <a:lnTo>
                    <a:pt x="185455" y="11003"/>
                  </a:lnTo>
                  <a:lnTo>
                    <a:pt x="185498" y="10722"/>
                  </a:lnTo>
                  <a:lnTo>
                    <a:pt x="185532" y="10440"/>
                  </a:lnTo>
                  <a:lnTo>
                    <a:pt x="185566" y="10159"/>
                  </a:lnTo>
                  <a:lnTo>
                    <a:pt x="185592" y="9877"/>
                  </a:lnTo>
                  <a:lnTo>
                    <a:pt x="185609" y="9596"/>
                  </a:lnTo>
                  <a:lnTo>
                    <a:pt x="185617" y="9323"/>
                  </a:lnTo>
                  <a:lnTo>
                    <a:pt x="185626" y="9042"/>
                  </a:lnTo>
                  <a:lnTo>
                    <a:pt x="185626" y="8769"/>
                  </a:lnTo>
                  <a:lnTo>
                    <a:pt x="185617" y="8496"/>
                  </a:lnTo>
                  <a:lnTo>
                    <a:pt x="185600" y="8231"/>
                  </a:lnTo>
                  <a:lnTo>
                    <a:pt x="185583" y="7958"/>
                  </a:lnTo>
                  <a:lnTo>
                    <a:pt x="185558" y="7694"/>
                  </a:lnTo>
                  <a:lnTo>
                    <a:pt x="185532" y="7430"/>
                  </a:lnTo>
                  <a:lnTo>
                    <a:pt x="185498" y="7174"/>
                  </a:lnTo>
                  <a:lnTo>
                    <a:pt x="185455" y="6918"/>
                  </a:lnTo>
                  <a:lnTo>
                    <a:pt x="185404" y="6662"/>
                  </a:lnTo>
                  <a:lnTo>
                    <a:pt x="185353" y="6406"/>
                  </a:lnTo>
                  <a:lnTo>
                    <a:pt x="185293" y="6159"/>
                  </a:lnTo>
                  <a:lnTo>
                    <a:pt x="185234" y="5911"/>
                  </a:lnTo>
                  <a:lnTo>
                    <a:pt x="185157" y="5664"/>
                  </a:lnTo>
                  <a:lnTo>
                    <a:pt x="185080" y="5425"/>
                  </a:lnTo>
                  <a:lnTo>
                    <a:pt x="185003" y="5195"/>
                  </a:lnTo>
                  <a:lnTo>
                    <a:pt x="184918" y="4956"/>
                  </a:lnTo>
                  <a:lnTo>
                    <a:pt x="184824" y="4726"/>
                  </a:lnTo>
                  <a:lnTo>
                    <a:pt x="184722" y="4504"/>
                  </a:lnTo>
                  <a:lnTo>
                    <a:pt x="184619" y="4282"/>
                  </a:lnTo>
                  <a:lnTo>
                    <a:pt x="184509" y="4069"/>
                  </a:lnTo>
                  <a:lnTo>
                    <a:pt x="184389" y="3856"/>
                  </a:lnTo>
                  <a:lnTo>
                    <a:pt x="184270" y="3642"/>
                  </a:lnTo>
                  <a:lnTo>
                    <a:pt x="184142" y="3438"/>
                  </a:lnTo>
                  <a:lnTo>
                    <a:pt x="184014" y="3242"/>
                  </a:lnTo>
                  <a:lnTo>
                    <a:pt x="183877" y="3045"/>
                  </a:lnTo>
                  <a:lnTo>
                    <a:pt x="183732" y="2858"/>
                  </a:lnTo>
                  <a:lnTo>
                    <a:pt x="183579" y="2670"/>
                  </a:lnTo>
                  <a:lnTo>
                    <a:pt x="183425" y="2491"/>
                  </a:lnTo>
                  <a:lnTo>
                    <a:pt x="183272" y="2312"/>
                  </a:lnTo>
                  <a:lnTo>
                    <a:pt x="183101" y="2141"/>
                  </a:lnTo>
                  <a:lnTo>
                    <a:pt x="182931" y="1979"/>
                  </a:lnTo>
                  <a:lnTo>
                    <a:pt x="182760" y="1826"/>
                  </a:lnTo>
                  <a:lnTo>
                    <a:pt x="182572" y="1672"/>
                  </a:lnTo>
                  <a:lnTo>
                    <a:pt x="182385" y="1527"/>
                  </a:lnTo>
                  <a:lnTo>
                    <a:pt x="182197" y="1382"/>
                  </a:lnTo>
                  <a:lnTo>
                    <a:pt x="182001" y="1246"/>
                  </a:lnTo>
                  <a:lnTo>
                    <a:pt x="181796" y="1118"/>
                  </a:lnTo>
                  <a:lnTo>
                    <a:pt x="181592" y="998"/>
                  </a:lnTo>
                  <a:lnTo>
                    <a:pt x="181378" y="879"/>
                  </a:lnTo>
                  <a:lnTo>
                    <a:pt x="181157" y="768"/>
                  </a:lnTo>
                  <a:lnTo>
                    <a:pt x="180935" y="666"/>
                  </a:lnTo>
                  <a:lnTo>
                    <a:pt x="180704" y="572"/>
                  </a:lnTo>
                  <a:lnTo>
                    <a:pt x="180466" y="487"/>
                  </a:lnTo>
                  <a:lnTo>
                    <a:pt x="180227" y="401"/>
                  </a:lnTo>
                  <a:lnTo>
                    <a:pt x="179988" y="325"/>
                  </a:lnTo>
                  <a:lnTo>
                    <a:pt x="179732" y="256"/>
                  </a:lnTo>
                  <a:lnTo>
                    <a:pt x="179485" y="197"/>
                  </a:lnTo>
                  <a:lnTo>
                    <a:pt x="179220" y="145"/>
                  </a:lnTo>
                  <a:lnTo>
                    <a:pt x="178956" y="103"/>
                  </a:lnTo>
                  <a:lnTo>
                    <a:pt x="178683" y="69"/>
                  </a:lnTo>
                  <a:lnTo>
                    <a:pt x="178410" y="35"/>
                  </a:lnTo>
                  <a:lnTo>
                    <a:pt x="178129" y="17"/>
                  </a:lnTo>
                  <a:lnTo>
                    <a:pt x="177847" y="9"/>
                  </a:lnTo>
                  <a:lnTo>
                    <a:pt x="177557" y="0"/>
                  </a:lnTo>
                  <a:lnTo>
                    <a:pt x="174282" y="0"/>
                  </a:lnTo>
                  <a:lnTo>
                    <a:pt x="173727" y="9"/>
                  </a:lnTo>
                  <a:lnTo>
                    <a:pt x="173182" y="35"/>
                  </a:lnTo>
                  <a:lnTo>
                    <a:pt x="172644" y="69"/>
                  </a:lnTo>
                  <a:lnTo>
                    <a:pt x="172098" y="128"/>
                  </a:lnTo>
                  <a:lnTo>
                    <a:pt x="171561" y="197"/>
                  </a:lnTo>
                  <a:lnTo>
                    <a:pt x="171024" y="290"/>
                  </a:lnTo>
                  <a:lnTo>
                    <a:pt x="170495" y="393"/>
                  </a:lnTo>
                  <a:lnTo>
                    <a:pt x="169966" y="504"/>
                  </a:lnTo>
                  <a:lnTo>
                    <a:pt x="169446" y="640"/>
                  </a:lnTo>
                  <a:lnTo>
                    <a:pt x="168925" y="785"/>
                  </a:lnTo>
                  <a:lnTo>
                    <a:pt x="168414" y="947"/>
                  </a:lnTo>
                  <a:lnTo>
                    <a:pt x="167910" y="1126"/>
                  </a:lnTo>
                  <a:lnTo>
                    <a:pt x="167407" y="1314"/>
                  </a:lnTo>
                  <a:lnTo>
                    <a:pt x="166912" y="1519"/>
                  </a:lnTo>
                  <a:lnTo>
                    <a:pt x="166418" y="1740"/>
                  </a:lnTo>
                  <a:lnTo>
                    <a:pt x="165940" y="1971"/>
                  </a:lnTo>
                  <a:lnTo>
                    <a:pt x="165462" y="2227"/>
                  </a:lnTo>
                  <a:lnTo>
                    <a:pt x="164993" y="2482"/>
                  </a:lnTo>
                  <a:lnTo>
                    <a:pt x="164533" y="2755"/>
                  </a:lnTo>
                  <a:lnTo>
                    <a:pt x="164081" y="3045"/>
                  </a:lnTo>
                  <a:lnTo>
                    <a:pt x="163637" y="3352"/>
                  </a:lnTo>
                  <a:lnTo>
                    <a:pt x="163202" y="3668"/>
                  </a:lnTo>
                  <a:lnTo>
                    <a:pt x="162776" y="3992"/>
                  </a:lnTo>
                  <a:lnTo>
                    <a:pt x="162366" y="4333"/>
                  </a:lnTo>
                  <a:lnTo>
                    <a:pt x="161957" y="4683"/>
                  </a:lnTo>
                  <a:lnTo>
                    <a:pt x="161556" y="5050"/>
                  </a:lnTo>
                  <a:lnTo>
                    <a:pt x="161172" y="5434"/>
                  </a:lnTo>
                  <a:lnTo>
                    <a:pt x="160797" y="5826"/>
                  </a:lnTo>
                  <a:lnTo>
                    <a:pt x="160430" y="6227"/>
                  </a:lnTo>
                  <a:lnTo>
                    <a:pt x="160080" y="6645"/>
                  </a:lnTo>
                  <a:lnTo>
                    <a:pt x="159739" y="7071"/>
                  </a:lnTo>
                  <a:lnTo>
                    <a:pt x="159407" y="7506"/>
                  </a:lnTo>
                  <a:lnTo>
                    <a:pt x="159185" y="7830"/>
                  </a:lnTo>
                  <a:lnTo>
                    <a:pt x="158963" y="8155"/>
                  </a:lnTo>
                  <a:lnTo>
                    <a:pt x="158750" y="8487"/>
                  </a:lnTo>
                  <a:lnTo>
                    <a:pt x="158545" y="8820"/>
                  </a:lnTo>
                  <a:lnTo>
                    <a:pt x="158340" y="9152"/>
                  </a:lnTo>
                  <a:lnTo>
                    <a:pt x="158153" y="9485"/>
                  </a:lnTo>
                  <a:lnTo>
                    <a:pt x="157965" y="9826"/>
                  </a:lnTo>
                  <a:lnTo>
                    <a:pt x="157795" y="10159"/>
                  </a:lnTo>
                  <a:lnTo>
                    <a:pt x="157624" y="10492"/>
                  </a:lnTo>
                  <a:lnTo>
                    <a:pt x="157462" y="10816"/>
                  </a:lnTo>
                  <a:lnTo>
                    <a:pt x="157155" y="11464"/>
                  </a:lnTo>
                  <a:lnTo>
                    <a:pt x="156882" y="12087"/>
                  </a:lnTo>
                  <a:lnTo>
                    <a:pt x="156643" y="12675"/>
                  </a:lnTo>
                  <a:lnTo>
                    <a:pt x="156421" y="13221"/>
                  </a:lnTo>
                  <a:lnTo>
                    <a:pt x="156234" y="13724"/>
                  </a:lnTo>
                  <a:lnTo>
                    <a:pt x="156080" y="14168"/>
                  </a:lnTo>
                  <a:lnTo>
                    <a:pt x="155952" y="14552"/>
                  </a:lnTo>
                  <a:lnTo>
                    <a:pt x="155782" y="15097"/>
                  </a:lnTo>
                  <a:lnTo>
                    <a:pt x="155722" y="15294"/>
                  </a:lnTo>
                  <a:lnTo>
                    <a:pt x="92809" y="16292"/>
                  </a:lnTo>
                  <a:lnTo>
                    <a:pt x="29896" y="15294"/>
                  </a:lnTo>
                  <a:lnTo>
                    <a:pt x="29845" y="15097"/>
                  </a:lnTo>
                  <a:lnTo>
                    <a:pt x="29675" y="14552"/>
                  </a:lnTo>
                  <a:lnTo>
                    <a:pt x="29538" y="14168"/>
                  </a:lnTo>
                  <a:lnTo>
                    <a:pt x="29385" y="13724"/>
                  </a:lnTo>
                  <a:lnTo>
                    <a:pt x="29197" y="13221"/>
                  </a:lnTo>
                  <a:lnTo>
                    <a:pt x="28984" y="12675"/>
                  </a:lnTo>
                  <a:lnTo>
                    <a:pt x="28736" y="12087"/>
                  </a:lnTo>
                  <a:lnTo>
                    <a:pt x="28463" y="11464"/>
                  </a:lnTo>
                  <a:lnTo>
                    <a:pt x="28165" y="10816"/>
                  </a:lnTo>
                  <a:lnTo>
                    <a:pt x="28003" y="10492"/>
                  </a:lnTo>
                  <a:lnTo>
                    <a:pt x="27832" y="10159"/>
                  </a:lnTo>
                  <a:lnTo>
                    <a:pt x="27653" y="9826"/>
                  </a:lnTo>
                  <a:lnTo>
                    <a:pt x="27466" y="9485"/>
                  </a:lnTo>
                  <a:lnTo>
                    <a:pt x="27278" y="9152"/>
                  </a:lnTo>
                  <a:lnTo>
                    <a:pt x="27082" y="8820"/>
                  </a:lnTo>
                  <a:lnTo>
                    <a:pt x="26877" y="8487"/>
                  </a:lnTo>
                  <a:lnTo>
                    <a:pt x="26664" y="8155"/>
                  </a:lnTo>
                  <a:lnTo>
                    <a:pt x="26442" y="7830"/>
                  </a:lnTo>
                  <a:lnTo>
                    <a:pt x="26212" y="7506"/>
                  </a:lnTo>
                  <a:lnTo>
                    <a:pt x="25879" y="7071"/>
                  </a:lnTo>
                  <a:lnTo>
                    <a:pt x="25538" y="6645"/>
                  </a:lnTo>
                  <a:lnTo>
                    <a:pt x="25188" y="6227"/>
                  </a:lnTo>
                  <a:lnTo>
                    <a:pt x="24821" y="5826"/>
                  </a:lnTo>
                  <a:lnTo>
                    <a:pt x="24446" y="5434"/>
                  </a:lnTo>
                  <a:lnTo>
                    <a:pt x="24062" y="5050"/>
                  </a:lnTo>
                  <a:lnTo>
                    <a:pt x="23661" y="4683"/>
                  </a:lnTo>
                  <a:lnTo>
                    <a:pt x="23261" y="4333"/>
                  </a:lnTo>
                  <a:lnTo>
                    <a:pt x="22843" y="3992"/>
                  </a:lnTo>
                  <a:lnTo>
                    <a:pt x="22416" y="3668"/>
                  </a:lnTo>
                  <a:lnTo>
                    <a:pt x="21981" y="3352"/>
                  </a:lnTo>
                  <a:lnTo>
                    <a:pt x="21538" y="3045"/>
                  </a:lnTo>
                  <a:lnTo>
                    <a:pt x="21086" y="2755"/>
                  </a:lnTo>
                  <a:lnTo>
                    <a:pt x="20625" y="2482"/>
                  </a:lnTo>
                  <a:lnTo>
                    <a:pt x="20156" y="2227"/>
                  </a:lnTo>
                  <a:lnTo>
                    <a:pt x="19687" y="1971"/>
                  </a:lnTo>
                  <a:lnTo>
                    <a:pt x="19201" y="1740"/>
                  </a:lnTo>
                  <a:lnTo>
                    <a:pt x="18714" y="1519"/>
                  </a:lnTo>
                  <a:lnTo>
                    <a:pt x="18220" y="1314"/>
                  </a:lnTo>
                  <a:lnTo>
                    <a:pt x="17716" y="1126"/>
                  </a:lnTo>
                  <a:lnTo>
                    <a:pt x="17205" y="947"/>
                  </a:lnTo>
                  <a:lnTo>
                    <a:pt x="16693" y="785"/>
                  </a:lnTo>
                  <a:lnTo>
                    <a:pt x="16173" y="640"/>
                  </a:lnTo>
                  <a:lnTo>
                    <a:pt x="15652" y="504"/>
                  </a:lnTo>
                  <a:lnTo>
                    <a:pt x="15124" y="393"/>
                  </a:lnTo>
                  <a:lnTo>
                    <a:pt x="14595" y="290"/>
                  </a:lnTo>
                  <a:lnTo>
                    <a:pt x="14057" y="197"/>
                  </a:lnTo>
                  <a:lnTo>
                    <a:pt x="13520" y="128"/>
                  </a:lnTo>
                  <a:lnTo>
                    <a:pt x="12983" y="69"/>
                  </a:lnTo>
                  <a:lnTo>
                    <a:pt x="12437" y="35"/>
                  </a:lnTo>
                  <a:lnTo>
                    <a:pt x="11891" y="9"/>
                  </a:lnTo>
                  <a:lnTo>
                    <a:pt x="113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1079;p26">
              <a:extLst>
                <a:ext uri="{FF2B5EF4-FFF2-40B4-BE49-F238E27FC236}">
                  <a16:creationId xmlns:a16="http://schemas.microsoft.com/office/drawing/2014/main" id="{AA53DF92-EC7A-6AF4-7849-1B392750585A}"/>
                </a:ext>
              </a:extLst>
            </p:cNvPr>
            <p:cNvSpPr/>
            <p:nvPr/>
          </p:nvSpPr>
          <p:spPr>
            <a:xfrm>
              <a:off x="2814825" y="3655075"/>
              <a:ext cx="3556150" cy="356775"/>
            </a:xfrm>
            <a:custGeom>
              <a:avLst/>
              <a:gdLst/>
              <a:ahLst/>
              <a:cxnLst/>
              <a:rect l="l" t="t" r="r" b="b"/>
              <a:pathLst>
                <a:path w="142246" h="14271" extrusionOk="0">
                  <a:moveTo>
                    <a:pt x="10841" y="1"/>
                  </a:moveTo>
                  <a:lnTo>
                    <a:pt x="10569" y="10"/>
                  </a:lnTo>
                  <a:lnTo>
                    <a:pt x="10287" y="18"/>
                  </a:lnTo>
                  <a:lnTo>
                    <a:pt x="10014" y="35"/>
                  </a:lnTo>
                  <a:lnTo>
                    <a:pt x="9741" y="61"/>
                  </a:lnTo>
                  <a:lnTo>
                    <a:pt x="9468" y="86"/>
                  </a:lnTo>
                  <a:lnTo>
                    <a:pt x="9195" y="129"/>
                  </a:lnTo>
                  <a:lnTo>
                    <a:pt x="8931" y="172"/>
                  </a:lnTo>
                  <a:lnTo>
                    <a:pt x="8658" y="223"/>
                  </a:lnTo>
                  <a:lnTo>
                    <a:pt x="8394" y="282"/>
                  </a:lnTo>
                  <a:lnTo>
                    <a:pt x="8138" y="342"/>
                  </a:lnTo>
                  <a:lnTo>
                    <a:pt x="7882" y="419"/>
                  </a:lnTo>
                  <a:lnTo>
                    <a:pt x="7626" y="487"/>
                  </a:lnTo>
                  <a:lnTo>
                    <a:pt x="7370" y="572"/>
                  </a:lnTo>
                  <a:lnTo>
                    <a:pt x="7114" y="658"/>
                  </a:lnTo>
                  <a:lnTo>
                    <a:pt x="6867" y="752"/>
                  </a:lnTo>
                  <a:lnTo>
                    <a:pt x="6628" y="854"/>
                  </a:lnTo>
                  <a:lnTo>
                    <a:pt x="6381" y="965"/>
                  </a:lnTo>
                  <a:lnTo>
                    <a:pt x="6142" y="1076"/>
                  </a:lnTo>
                  <a:lnTo>
                    <a:pt x="5911" y="1187"/>
                  </a:lnTo>
                  <a:lnTo>
                    <a:pt x="5681" y="1315"/>
                  </a:lnTo>
                  <a:lnTo>
                    <a:pt x="5451" y="1442"/>
                  </a:lnTo>
                  <a:lnTo>
                    <a:pt x="5221" y="1570"/>
                  </a:lnTo>
                  <a:lnTo>
                    <a:pt x="4999" y="1715"/>
                  </a:lnTo>
                  <a:lnTo>
                    <a:pt x="4786" y="1852"/>
                  </a:lnTo>
                  <a:lnTo>
                    <a:pt x="4572" y="2005"/>
                  </a:lnTo>
                  <a:lnTo>
                    <a:pt x="4359" y="2159"/>
                  </a:lnTo>
                  <a:lnTo>
                    <a:pt x="4154" y="2312"/>
                  </a:lnTo>
                  <a:lnTo>
                    <a:pt x="3950" y="2483"/>
                  </a:lnTo>
                  <a:lnTo>
                    <a:pt x="3754" y="2645"/>
                  </a:lnTo>
                  <a:lnTo>
                    <a:pt x="3557" y="2816"/>
                  </a:lnTo>
                  <a:lnTo>
                    <a:pt x="3370" y="2995"/>
                  </a:lnTo>
                  <a:lnTo>
                    <a:pt x="3182" y="3182"/>
                  </a:lnTo>
                  <a:lnTo>
                    <a:pt x="2994" y="3362"/>
                  </a:lnTo>
                  <a:lnTo>
                    <a:pt x="2824" y="3558"/>
                  </a:lnTo>
                  <a:lnTo>
                    <a:pt x="2645" y="3754"/>
                  </a:lnTo>
                  <a:lnTo>
                    <a:pt x="2483" y="3950"/>
                  </a:lnTo>
                  <a:lnTo>
                    <a:pt x="2321" y="4155"/>
                  </a:lnTo>
                  <a:lnTo>
                    <a:pt x="2159" y="4359"/>
                  </a:lnTo>
                  <a:lnTo>
                    <a:pt x="2005" y="4573"/>
                  </a:lnTo>
                  <a:lnTo>
                    <a:pt x="1860" y="4786"/>
                  </a:lnTo>
                  <a:lnTo>
                    <a:pt x="1715" y="4999"/>
                  </a:lnTo>
                  <a:lnTo>
                    <a:pt x="1570" y="5221"/>
                  </a:lnTo>
                  <a:lnTo>
                    <a:pt x="1442" y="5451"/>
                  </a:lnTo>
                  <a:lnTo>
                    <a:pt x="1314" y="5673"/>
                  </a:lnTo>
                  <a:lnTo>
                    <a:pt x="1195" y="5912"/>
                  </a:lnTo>
                  <a:lnTo>
                    <a:pt x="1075" y="6142"/>
                  </a:lnTo>
                  <a:lnTo>
                    <a:pt x="964" y="6381"/>
                  </a:lnTo>
                  <a:lnTo>
                    <a:pt x="854" y="6628"/>
                  </a:lnTo>
                  <a:lnTo>
                    <a:pt x="760" y="6867"/>
                  </a:lnTo>
                  <a:lnTo>
                    <a:pt x="666" y="7114"/>
                  </a:lnTo>
                  <a:lnTo>
                    <a:pt x="572" y="7370"/>
                  </a:lnTo>
                  <a:lnTo>
                    <a:pt x="495" y="7618"/>
                  </a:lnTo>
                  <a:lnTo>
                    <a:pt x="419" y="7874"/>
                  </a:lnTo>
                  <a:lnTo>
                    <a:pt x="342" y="8138"/>
                  </a:lnTo>
                  <a:lnTo>
                    <a:pt x="282" y="8394"/>
                  </a:lnTo>
                  <a:lnTo>
                    <a:pt x="222" y="8658"/>
                  </a:lnTo>
                  <a:lnTo>
                    <a:pt x="171" y="8923"/>
                  </a:lnTo>
                  <a:lnTo>
                    <a:pt x="129" y="9196"/>
                  </a:lnTo>
                  <a:lnTo>
                    <a:pt x="94" y="9460"/>
                  </a:lnTo>
                  <a:lnTo>
                    <a:pt x="60" y="9733"/>
                  </a:lnTo>
                  <a:lnTo>
                    <a:pt x="35" y="10014"/>
                  </a:lnTo>
                  <a:lnTo>
                    <a:pt x="18" y="10287"/>
                  </a:lnTo>
                  <a:lnTo>
                    <a:pt x="9" y="10560"/>
                  </a:lnTo>
                  <a:lnTo>
                    <a:pt x="1" y="10842"/>
                  </a:lnTo>
                  <a:lnTo>
                    <a:pt x="9" y="11021"/>
                  </a:lnTo>
                  <a:lnTo>
                    <a:pt x="26" y="11192"/>
                  </a:lnTo>
                  <a:lnTo>
                    <a:pt x="43" y="11362"/>
                  </a:lnTo>
                  <a:lnTo>
                    <a:pt x="77" y="11533"/>
                  </a:lnTo>
                  <a:lnTo>
                    <a:pt x="112" y="11703"/>
                  </a:lnTo>
                  <a:lnTo>
                    <a:pt x="163" y="11865"/>
                  </a:lnTo>
                  <a:lnTo>
                    <a:pt x="214" y="12019"/>
                  </a:lnTo>
                  <a:lnTo>
                    <a:pt x="274" y="12181"/>
                  </a:lnTo>
                  <a:lnTo>
                    <a:pt x="342" y="12326"/>
                  </a:lnTo>
                  <a:lnTo>
                    <a:pt x="419" y="12479"/>
                  </a:lnTo>
                  <a:lnTo>
                    <a:pt x="504" y="12616"/>
                  </a:lnTo>
                  <a:lnTo>
                    <a:pt x="589" y="12761"/>
                  </a:lnTo>
                  <a:lnTo>
                    <a:pt x="683" y="12889"/>
                  </a:lnTo>
                  <a:lnTo>
                    <a:pt x="785" y="13025"/>
                  </a:lnTo>
                  <a:lnTo>
                    <a:pt x="896" y="13145"/>
                  </a:lnTo>
                  <a:lnTo>
                    <a:pt x="1007" y="13264"/>
                  </a:lnTo>
                  <a:lnTo>
                    <a:pt x="1126" y="13375"/>
                  </a:lnTo>
                  <a:lnTo>
                    <a:pt x="1254" y="13486"/>
                  </a:lnTo>
                  <a:lnTo>
                    <a:pt x="1382" y="13588"/>
                  </a:lnTo>
                  <a:lnTo>
                    <a:pt x="1510" y="13682"/>
                  </a:lnTo>
                  <a:lnTo>
                    <a:pt x="1655" y="13776"/>
                  </a:lnTo>
                  <a:lnTo>
                    <a:pt x="1800" y="13853"/>
                  </a:lnTo>
                  <a:lnTo>
                    <a:pt x="1945" y="13929"/>
                  </a:lnTo>
                  <a:lnTo>
                    <a:pt x="2099" y="13998"/>
                  </a:lnTo>
                  <a:lnTo>
                    <a:pt x="2252" y="14057"/>
                  </a:lnTo>
                  <a:lnTo>
                    <a:pt x="2414" y="14117"/>
                  </a:lnTo>
                  <a:lnTo>
                    <a:pt x="2576" y="14160"/>
                  </a:lnTo>
                  <a:lnTo>
                    <a:pt x="2739" y="14202"/>
                  </a:lnTo>
                  <a:lnTo>
                    <a:pt x="2909" y="14228"/>
                  </a:lnTo>
                  <a:lnTo>
                    <a:pt x="3080" y="14254"/>
                  </a:lnTo>
                  <a:lnTo>
                    <a:pt x="3250" y="14262"/>
                  </a:lnTo>
                  <a:lnTo>
                    <a:pt x="3429" y="14271"/>
                  </a:lnTo>
                  <a:lnTo>
                    <a:pt x="138816" y="14271"/>
                  </a:lnTo>
                  <a:lnTo>
                    <a:pt x="138995" y="14262"/>
                  </a:lnTo>
                  <a:lnTo>
                    <a:pt x="139166" y="14254"/>
                  </a:lnTo>
                  <a:lnTo>
                    <a:pt x="139337" y="14228"/>
                  </a:lnTo>
                  <a:lnTo>
                    <a:pt x="139507" y="14202"/>
                  </a:lnTo>
                  <a:lnTo>
                    <a:pt x="139669" y="14160"/>
                  </a:lnTo>
                  <a:lnTo>
                    <a:pt x="139840" y="14117"/>
                  </a:lnTo>
                  <a:lnTo>
                    <a:pt x="139993" y="14057"/>
                  </a:lnTo>
                  <a:lnTo>
                    <a:pt x="140147" y="13998"/>
                  </a:lnTo>
                  <a:lnTo>
                    <a:pt x="140300" y="13929"/>
                  </a:lnTo>
                  <a:lnTo>
                    <a:pt x="140454" y="13853"/>
                  </a:lnTo>
                  <a:lnTo>
                    <a:pt x="140590" y="13776"/>
                  </a:lnTo>
                  <a:lnTo>
                    <a:pt x="140735" y="13682"/>
                  </a:lnTo>
                  <a:lnTo>
                    <a:pt x="140863" y="13588"/>
                  </a:lnTo>
                  <a:lnTo>
                    <a:pt x="141000" y="13486"/>
                  </a:lnTo>
                  <a:lnTo>
                    <a:pt x="141119" y="13375"/>
                  </a:lnTo>
                  <a:lnTo>
                    <a:pt x="141239" y="13264"/>
                  </a:lnTo>
                  <a:lnTo>
                    <a:pt x="141350" y="13145"/>
                  </a:lnTo>
                  <a:lnTo>
                    <a:pt x="141460" y="13025"/>
                  </a:lnTo>
                  <a:lnTo>
                    <a:pt x="141563" y="12889"/>
                  </a:lnTo>
                  <a:lnTo>
                    <a:pt x="141657" y="12761"/>
                  </a:lnTo>
                  <a:lnTo>
                    <a:pt x="141742" y="12616"/>
                  </a:lnTo>
                  <a:lnTo>
                    <a:pt x="141827" y="12479"/>
                  </a:lnTo>
                  <a:lnTo>
                    <a:pt x="141904" y="12326"/>
                  </a:lnTo>
                  <a:lnTo>
                    <a:pt x="141972" y="12181"/>
                  </a:lnTo>
                  <a:lnTo>
                    <a:pt x="142032" y="12019"/>
                  </a:lnTo>
                  <a:lnTo>
                    <a:pt x="142092" y="11865"/>
                  </a:lnTo>
                  <a:lnTo>
                    <a:pt x="142134" y="11703"/>
                  </a:lnTo>
                  <a:lnTo>
                    <a:pt x="142168" y="11533"/>
                  </a:lnTo>
                  <a:lnTo>
                    <a:pt x="142203" y="11362"/>
                  </a:lnTo>
                  <a:lnTo>
                    <a:pt x="142228" y="11192"/>
                  </a:lnTo>
                  <a:lnTo>
                    <a:pt x="142237" y="11021"/>
                  </a:lnTo>
                  <a:lnTo>
                    <a:pt x="142245" y="10842"/>
                  </a:lnTo>
                  <a:lnTo>
                    <a:pt x="142245" y="9742"/>
                  </a:lnTo>
                  <a:lnTo>
                    <a:pt x="142237" y="9486"/>
                  </a:lnTo>
                  <a:lnTo>
                    <a:pt x="142228" y="9238"/>
                  </a:lnTo>
                  <a:lnTo>
                    <a:pt x="142211" y="8991"/>
                  </a:lnTo>
                  <a:lnTo>
                    <a:pt x="142194" y="8744"/>
                  </a:lnTo>
                  <a:lnTo>
                    <a:pt x="142160" y="8496"/>
                  </a:lnTo>
                  <a:lnTo>
                    <a:pt x="142126" y="8257"/>
                  </a:lnTo>
                  <a:lnTo>
                    <a:pt x="142092" y="8019"/>
                  </a:lnTo>
                  <a:lnTo>
                    <a:pt x="142040" y="7780"/>
                  </a:lnTo>
                  <a:lnTo>
                    <a:pt x="141989" y="7541"/>
                  </a:lnTo>
                  <a:lnTo>
                    <a:pt x="141938" y="7302"/>
                  </a:lnTo>
                  <a:lnTo>
                    <a:pt x="141870" y="7072"/>
                  </a:lnTo>
                  <a:lnTo>
                    <a:pt x="141802" y="6842"/>
                  </a:lnTo>
                  <a:lnTo>
                    <a:pt x="141733" y="6620"/>
                  </a:lnTo>
                  <a:lnTo>
                    <a:pt x="141648" y="6389"/>
                  </a:lnTo>
                  <a:lnTo>
                    <a:pt x="141563" y="6168"/>
                  </a:lnTo>
                  <a:lnTo>
                    <a:pt x="141478" y="5946"/>
                  </a:lnTo>
                  <a:lnTo>
                    <a:pt x="141384" y="5733"/>
                  </a:lnTo>
                  <a:lnTo>
                    <a:pt x="141281" y="5519"/>
                  </a:lnTo>
                  <a:lnTo>
                    <a:pt x="141179" y="5306"/>
                  </a:lnTo>
                  <a:lnTo>
                    <a:pt x="141068" y="5102"/>
                  </a:lnTo>
                  <a:lnTo>
                    <a:pt x="140949" y="4897"/>
                  </a:lnTo>
                  <a:lnTo>
                    <a:pt x="140829" y="4692"/>
                  </a:lnTo>
                  <a:lnTo>
                    <a:pt x="140710" y="4487"/>
                  </a:lnTo>
                  <a:lnTo>
                    <a:pt x="140582" y="4291"/>
                  </a:lnTo>
                  <a:lnTo>
                    <a:pt x="140445" y="4104"/>
                  </a:lnTo>
                  <a:lnTo>
                    <a:pt x="140309" y="3916"/>
                  </a:lnTo>
                  <a:lnTo>
                    <a:pt x="140164" y="3728"/>
                  </a:lnTo>
                  <a:lnTo>
                    <a:pt x="140019" y="3549"/>
                  </a:lnTo>
                  <a:lnTo>
                    <a:pt x="139865" y="3370"/>
                  </a:lnTo>
                  <a:lnTo>
                    <a:pt x="139712" y="3191"/>
                  </a:lnTo>
                  <a:lnTo>
                    <a:pt x="139550" y="3020"/>
                  </a:lnTo>
                  <a:lnTo>
                    <a:pt x="139388" y="2858"/>
                  </a:lnTo>
                  <a:lnTo>
                    <a:pt x="139226" y="2688"/>
                  </a:lnTo>
                  <a:lnTo>
                    <a:pt x="139055" y="2534"/>
                  </a:lnTo>
                  <a:lnTo>
                    <a:pt x="138876" y="2381"/>
                  </a:lnTo>
                  <a:lnTo>
                    <a:pt x="138697" y="2227"/>
                  </a:lnTo>
                  <a:lnTo>
                    <a:pt x="138518" y="2082"/>
                  </a:lnTo>
                  <a:lnTo>
                    <a:pt x="138330" y="1937"/>
                  </a:lnTo>
                  <a:lnTo>
                    <a:pt x="138143" y="1801"/>
                  </a:lnTo>
                  <a:lnTo>
                    <a:pt x="137946" y="1664"/>
                  </a:lnTo>
                  <a:lnTo>
                    <a:pt x="137750" y="1536"/>
                  </a:lnTo>
                  <a:lnTo>
                    <a:pt x="137554" y="1417"/>
                  </a:lnTo>
                  <a:lnTo>
                    <a:pt x="137349" y="1297"/>
                  </a:lnTo>
                  <a:lnTo>
                    <a:pt x="137145" y="1178"/>
                  </a:lnTo>
                  <a:lnTo>
                    <a:pt x="136940" y="1067"/>
                  </a:lnTo>
                  <a:lnTo>
                    <a:pt x="136727" y="965"/>
                  </a:lnTo>
                  <a:lnTo>
                    <a:pt x="136513" y="862"/>
                  </a:lnTo>
                  <a:lnTo>
                    <a:pt x="136300" y="769"/>
                  </a:lnTo>
                  <a:lnTo>
                    <a:pt x="136078" y="675"/>
                  </a:lnTo>
                  <a:lnTo>
                    <a:pt x="135857" y="598"/>
                  </a:lnTo>
                  <a:lnTo>
                    <a:pt x="135626" y="513"/>
                  </a:lnTo>
                  <a:lnTo>
                    <a:pt x="135405" y="445"/>
                  </a:lnTo>
                  <a:lnTo>
                    <a:pt x="135174" y="376"/>
                  </a:lnTo>
                  <a:lnTo>
                    <a:pt x="134935" y="308"/>
                  </a:lnTo>
                  <a:lnTo>
                    <a:pt x="134705" y="257"/>
                  </a:lnTo>
                  <a:lnTo>
                    <a:pt x="134466" y="197"/>
                  </a:lnTo>
                  <a:lnTo>
                    <a:pt x="134228" y="155"/>
                  </a:lnTo>
                  <a:lnTo>
                    <a:pt x="133989" y="112"/>
                  </a:lnTo>
                  <a:lnTo>
                    <a:pt x="133750" y="78"/>
                  </a:lnTo>
                  <a:lnTo>
                    <a:pt x="133503" y="52"/>
                  </a:lnTo>
                  <a:lnTo>
                    <a:pt x="133255" y="35"/>
                  </a:lnTo>
                  <a:lnTo>
                    <a:pt x="133008" y="18"/>
                  </a:lnTo>
                  <a:lnTo>
                    <a:pt x="132760" y="10"/>
                  </a:lnTo>
                  <a:lnTo>
                    <a:pt x="132505" y="1"/>
                  </a:lnTo>
                  <a:close/>
                </a:path>
              </a:pathLst>
            </a:custGeom>
            <a:solidFill>
              <a:srgbClr val="3F1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1080;p26">
              <a:extLst>
                <a:ext uri="{FF2B5EF4-FFF2-40B4-BE49-F238E27FC236}">
                  <a16:creationId xmlns:a16="http://schemas.microsoft.com/office/drawing/2014/main" id="{19B818ED-B373-18E8-71DD-E3AEDABD987D}"/>
                </a:ext>
              </a:extLst>
            </p:cNvPr>
            <p:cNvSpPr/>
            <p:nvPr/>
          </p:nvSpPr>
          <p:spPr>
            <a:xfrm>
              <a:off x="2814825" y="3648475"/>
              <a:ext cx="1763475" cy="313700"/>
            </a:xfrm>
            <a:custGeom>
              <a:avLst/>
              <a:gdLst/>
              <a:ahLst/>
              <a:cxnLst/>
              <a:rect l="l" t="t" r="r" b="b"/>
              <a:pathLst>
                <a:path w="70539" h="12548" extrusionOk="0">
                  <a:moveTo>
                    <a:pt x="9315" y="1"/>
                  </a:moveTo>
                  <a:lnTo>
                    <a:pt x="9067" y="9"/>
                  </a:lnTo>
                  <a:lnTo>
                    <a:pt x="8829" y="26"/>
                  </a:lnTo>
                  <a:lnTo>
                    <a:pt x="8590" y="52"/>
                  </a:lnTo>
                  <a:lnTo>
                    <a:pt x="8342" y="77"/>
                  </a:lnTo>
                  <a:lnTo>
                    <a:pt x="8104" y="111"/>
                  </a:lnTo>
                  <a:lnTo>
                    <a:pt x="7873" y="154"/>
                  </a:lnTo>
                  <a:lnTo>
                    <a:pt x="7634" y="197"/>
                  </a:lnTo>
                  <a:lnTo>
                    <a:pt x="7404" y="248"/>
                  </a:lnTo>
                  <a:lnTo>
                    <a:pt x="7174" y="299"/>
                  </a:lnTo>
                  <a:lnTo>
                    <a:pt x="6944" y="367"/>
                  </a:lnTo>
                  <a:lnTo>
                    <a:pt x="6722" y="427"/>
                  </a:lnTo>
                  <a:lnTo>
                    <a:pt x="6500" y="504"/>
                  </a:lnTo>
                  <a:lnTo>
                    <a:pt x="6278" y="581"/>
                  </a:lnTo>
                  <a:lnTo>
                    <a:pt x="6056" y="666"/>
                  </a:lnTo>
                  <a:lnTo>
                    <a:pt x="5843" y="751"/>
                  </a:lnTo>
                  <a:lnTo>
                    <a:pt x="5630" y="845"/>
                  </a:lnTo>
                  <a:lnTo>
                    <a:pt x="5417" y="947"/>
                  </a:lnTo>
                  <a:lnTo>
                    <a:pt x="5212" y="1050"/>
                  </a:lnTo>
                  <a:lnTo>
                    <a:pt x="5007" y="1152"/>
                  </a:lnTo>
                  <a:lnTo>
                    <a:pt x="4803" y="1263"/>
                  </a:lnTo>
                  <a:lnTo>
                    <a:pt x="4606" y="1382"/>
                  </a:lnTo>
                  <a:lnTo>
                    <a:pt x="4410" y="1510"/>
                  </a:lnTo>
                  <a:lnTo>
                    <a:pt x="4223" y="1630"/>
                  </a:lnTo>
                  <a:lnTo>
                    <a:pt x="4026" y="1766"/>
                  </a:lnTo>
                  <a:lnTo>
                    <a:pt x="3847" y="1903"/>
                  </a:lnTo>
                  <a:lnTo>
                    <a:pt x="3660" y="2039"/>
                  </a:lnTo>
                  <a:lnTo>
                    <a:pt x="3481" y="2184"/>
                  </a:lnTo>
                  <a:lnTo>
                    <a:pt x="3310" y="2329"/>
                  </a:lnTo>
                  <a:lnTo>
                    <a:pt x="3139" y="2483"/>
                  </a:lnTo>
                  <a:lnTo>
                    <a:pt x="2969" y="2636"/>
                  </a:lnTo>
                  <a:lnTo>
                    <a:pt x="2807" y="2798"/>
                  </a:lnTo>
                  <a:lnTo>
                    <a:pt x="2645" y="2960"/>
                  </a:lnTo>
                  <a:lnTo>
                    <a:pt x="2491" y="3131"/>
                  </a:lnTo>
                  <a:lnTo>
                    <a:pt x="2338" y="3301"/>
                  </a:lnTo>
                  <a:lnTo>
                    <a:pt x="2184" y="3481"/>
                  </a:lnTo>
                  <a:lnTo>
                    <a:pt x="2039" y="3660"/>
                  </a:lnTo>
                  <a:lnTo>
                    <a:pt x="1903" y="3839"/>
                  </a:lnTo>
                  <a:lnTo>
                    <a:pt x="1766" y="4026"/>
                  </a:lnTo>
                  <a:lnTo>
                    <a:pt x="1638" y="4214"/>
                  </a:lnTo>
                  <a:lnTo>
                    <a:pt x="1510" y="4410"/>
                  </a:lnTo>
                  <a:lnTo>
                    <a:pt x="1391" y="4606"/>
                  </a:lnTo>
                  <a:lnTo>
                    <a:pt x="1271" y="4803"/>
                  </a:lnTo>
                  <a:lnTo>
                    <a:pt x="1161" y="4999"/>
                  </a:lnTo>
                  <a:lnTo>
                    <a:pt x="1050" y="5203"/>
                  </a:lnTo>
                  <a:lnTo>
                    <a:pt x="947" y="5417"/>
                  </a:lnTo>
                  <a:lnTo>
                    <a:pt x="845" y="5621"/>
                  </a:lnTo>
                  <a:lnTo>
                    <a:pt x="760" y="5835"/>
                  </a:lnTo>
                  <a:lnTo>
                    <a:pt x="666" y="6056"/>
                  </a:lnTo>
                  <a:lnTo>
                    <a:pt x="581" y="6270"/>
                  </a:lnTo>
                  <a:lnTo>
                    <a:pt x="504" y="6491"/>
                  </a:lnTo>
                  <a:lnTo>
                    <a:pt x="436" y="6713"/>
                  </a:lnTo>
                  <a:lnTo>
                    <a:pt x="367" y="6943"/>
                  </a:lnTo>
                  <a:lnTo>
                    <a:pt x="308" y="7174"/>
                  </a:lnTo>
                  <a:lnTo>
                    <a:pt x="248" y="7404"/>
                  </a:lnTo>
                  <a:lnTo>
                    <a:pt x="197" y="7634"/>
                  </a:lnTo>
                  <a:lnTo>
                    <a:pt x="154" y="7865"/>
                  </a:lnTo>
                  <a:lnTo>
                    <a:pt x="112" y="8103"/>
                  </a:lnTo>
                  <a:lnTo>
                    <a:pt x="77" y="8342"/>
                  </a:lnTo>
                  <a:lnTo>
                    <a:pt x="52" y="8581"/>
                  </a:lnTo>
                  <a:lnTo>
                    <a:pt x="35" y="8820"/>
                  </a:lnTo>
                  <a:lnTo>
                    <a:pt x="18" y="9067"/>
                  </a:lnTo>
                  <a:lnTo>
                    <a:pt x="9" y="9315"/>
                  </a:lnTo>
                  <a:lnTo>
                    <a:pt x="1" y="9562"/>
                  </a:lnTo>
                  <a:lnTo>
                    <a:pt x="9" y="9716"/>
                  </a:lnTo>
                  <a:lnTo>
                    <a:pt x="18" y="9861"/>
                  </a:lnTo>
                  <a:lnTo>
                    <a:pt x="43" y="10014"/>
                  </a:lnTo>
                  <a:lnTo>
                    <a:pt x="69" y="10159"/>
                  </a:lnTo>
                  <a:lnTo>
                    <a:pt x="103" y="10304"/>
                  </a:lnTo>
                  <a:lnTo>
                    <a:pt x="137" y="10449"/>
                  </a:lnTo>
                  <a:lnTo>
                    <a:pt x="188" y="10586"/>
                  </a:lnTo>
                  <a:lnTo>
                    <a:pt x="239" y="10722"/>
                  </a:lnTo>
                  <a:lnTo>
                    <a:pt x="299" y="10858"/>
                  </a:lnTo>
                  <a:lnTo>
                    <a:pt x="367" y="10986"/>
                  </a:lnTo>
                  <a:lnTo>
                    <a:pt x="436" y="11114"/>
                  </a:lnTo>
                  <a:lnTo>
                    <a:pt x="512" y="11234"/>
                  </a:lnTo>
                  <a:lnTo>
                    <a:pt x="598" y="11345"/>
                  </a:lnTo>
                  <a:lnTo>
                    <a:pt x="692" y="11464"/>
                  </a:lnTo>
                  <a:lnTo>
                    <a:pt x="785" y="11566"/>
                  </a:lnTo>
                  <a:lnTo>
                    <a:pt x="879" y="11677"/>
                  </a:lnTo>
                  <a:lnTo>
                    <a:pt x="982" y="11771"/>
                  </a:lnTo>
                  <a:lnTo>
                    <a:pt x="1092" y="11865"/>
                  </a:lnTo>
                  <a:lnTo>
                    <a:pt x="1203" y="11959"/>
                  </a:lnTo>
                  <a:lnTo>
                    <a:pt x="1323" y="12036"/>
                  </a:lnTo>
                  <a:lnTo>
                    <a:pt x="1442" y="12121"/>
                  </a:lnTo>
                  <a:lnTo>
                    <a:pt x="1570" y="12189"/>
                  </a:lnTo>
                  <a:lnTo>
                    <a:pt x="1698" y="12257"/>
                  </a:lnTo>
                  <a:lnTo>
                    <a:pt x="1834" y="12317"/>
                  </a:lnTo>
                  <a:lnTo>
                    <a:pt x="1971" y="12368"/>
                  </a:lnTo>
                  <a:lnTo>
                    <a:pt x="2107" y="12419"/>
                  </a:lnTo>
                  <a:lnTo>
                    <a:pt x="2252" y="12453"/>
                  </a:lnTo>
                  <a:lnTo>
                    <a:pt x="2397" y="12488"/>
                  </a:lnTo>
                  <a:lnTo>
                    <a:pt x="2542" y="12513"/>
                  </a:lnTo>
                  <a:lnTo>
                    <a:pt x="2687" y="12539"/>
                  </a:lnTo>
                  <a:lnTo>
                    <a:pt x="2841" y="12547"/>
                  </a:lnTo>
                  <a:lnTo>
                    <a:pt x="67698" y="12547"/>
                  </a:lnTo>
                  <a:lnTo>
                    <a:pt x="67852" y="12539"/>
                  </a:lnTo>
                  <a:lnTo>
                    <a:pt x="68005" y="12513"/>
                  </a:lnTo>
                  <a:lnTo>
                    <a:pt x="68150" y="12488"/>
                  </a:lnTo>
                  <a:lnTo>
                    <a:pt x="68295" y="12453"/>
                  </a:lnTo>
                  <a:lnTo>
                    <a:pt x="68440" y="12419"/>
                  </a:lnTo>
                  <a:lnTo>
                    <a:pt x="68577" y="12368"/>
                  </a:lnTo>
                  <a:lnTo>
                    <a:pt x="68713" y="12317"/>
                  </a:lnTo>
                  <a:lnTo>
                    <a:pt x="68841" y="12257"/>
                  </a:lnTo>
                  <a:lnTo>
                    <a:pt x="68969" y="12189"/>
                  </a:lnTo>
                  <a:lnTo>
                    <a:pt x="69097" y="12121"/>
                  </a:lnTo>
                  <a:lnTo>
                    <a:pt x="69217" y="12036"/>
                  </a:lnTo>
                  <a:lnTo>
                    <a:pt x="69336" y="11959"/>
                  </a:lnTo>
                  <a:lnTo>
                    <a:pt x="69447" y="11865"/>
                  </a:lnTo>
                  <a:lnTo>
                    <a:pt x="69558" y="11771"/>
                  </a:lnTo>
                  <a:lnTo>
                    <a:pt x="69660" y="11677"/>
                  </a:lnTo>
                  <a:lnTo>
                    <a:pt x="69762" y="11566"/>
                  </a:lnTo>
                  <a:lnTo>
                    <a:pt x="69856" y="11464"/>
                  </a:lnTo>
                  <a:lnTo>
                    <a:pt x="69942" y="11345"/>
                  </a:lnTo>
                  <a:lnTo>
                    <a:pt x="70027" y="11234"/>
                  </a:lnTo>
                  <a:lnTo>
                    <a:pt x="70104" y="11114"/>
                  </a:lnTo>
                  <a:lnTo>
                    <a:pt x="70180" y="10986"/>
                  </a:lnTo>
                  <a:lnTo>
                    <a:pt x="70240" y="10858"/>
                  </a:lnTo>
                  <a:lnTo>
                    <a:pt x="70300" y="10722"/>
                  </a:lnTo>
                  <a:lnTo>
                    <a:pt x="70360" y="10586"/>
                  </a:lnTo>
                  <a:lnTo>
                    <a:pt x="70402" y="10449"/>
                  </a:lnTo>
                  <a:lnTo>
                    <a:pt x="70445" y="10304"/>
                  </a:lnTo>
                  <a:lnTo>
                    <a:pt x="70479" y="10159"/>
                  </a:lnTo>
                  <a:lnTo>
                    <a:pt x="70505" y="10014"/>
                  </a:lnTo>
                  <a:lnTo>
                    <a:pt x="70522" y="9861"/>
                  </a:lnTo>
                  <a:lnTo>
                    <a:pt x="70539" y="9716"/>
                  </a:lnTo>
                  <a:lnTo>
                    <a:pt x="70539" y="9562"/>
                  </a:lnTo>
                  <a:lnTo>
                    <a:pt x="70539" y="2994"/>
                  </a:lnTo>
                  <a:lnTo>
                    <a:pt x="70539" y="2841"/>
                  </a:lnTo>
                  <a:lnTo>
                    <a:pt x="70522" y="2687"/>
                  </a:lnTo>
                  <a:lnTo>
                    <a:pt x="70505" y="2534"/>
                  </a:lnTo>
                  <a:lnTo>
                    <a:pt x="70479" y="2389"/>
                  </a:lnTo>
                  <a:lnTo>
                    <a:pt x="70445" y="2244"/>
                  </a:lnTo>
                  <a:lnTo>
                    <a:pt x="70402" y="2099"/>
                  </a:lnTo>
                  <a:lnTo>
                    <a:pt x="70360" y="1962"/>
                  </a:lnTo>
                  <a:lnTo>
                    <a:pt x="70300" y="1826"/>
                  </a:lnTo>
                  <a:lnTo>
                    <a:pt x="70240" y="1698"/>
                  </a:lnTo>
                  <a:lnTo>
                    <a:pt x="70180" y="1570"/>
                  </a:lnTo>
                  <a:lnTo>
                    <a:pt x="70104" y="1442"/>
                  </a:lnTo>
                  <a:lnTo>
                    <a:pt x="70027" y="1323"/>
                  </a:lnTo>
                  <a:lnTo>
                    <a:pt x="69942" y="1203"/>
                  </a:lnTo>
                  <a:lnTo>
                    <a:pt x="69856" y="1092"/>
                  </a:lnTo>
                  <a:lnTo>
                    <a:pt x="69762" y="981"/>
                  </a:lnTo>
                  <a:lnTo>
                    <a:pt x="69660" y="879"/>
                  </a:lnTo>
                  <a:lnTo>
                    <a:pt x="69558" y="777"/>
                  </a:lnTo>
                  <a:lnTo>
                    <a:pt x="69447" y="683"/>
                  </a:lnTo>
                  <a:lnTo>
                    <a:pt x="69336" y="598"/>
                  </a:lnTo>
                  <a:lnTo>
                    <a:pt x="69217" y="512"/>
                  </a:lnTo>
                  <a:lnTo>
                    <a:pt x="69097" y="436"/>
                  </a:lnTo>
                  <a:lnTo>
                    <a:pt x="68969" y="359"/>
                  </a:lnTo>
                  <a:lnTo>
                    <a:pt x="68841" y="299"/>
                  </a:lnTo>
                  <a:lnTo>
                    <a:pt x="68713" y="239"/>
                  </a:lnTo>
                  <a:lnTo>
                    <a:pt x="68577" y="180"/>
                  </a:lnTo>
                  <a:lnTo>
                    <a:pt x="68440" y="137"/>
                  </a:lnTo>
                  <a:lnTo>
                    <a:pt x="68295" y="94"/>
                  </a:lnTo>
                  <a:lnTo>
                    <a:pt x="68150" y="60"/>
                  </a:lnTo>
                  <a:lnTo>
                    <a:pt x="68005" y="35"/>
                  </a:lnTo>
                  <a:lnTo>
                    <a:pt x="67852" y="18"/>
                  </a:lnTo>
                  <a:lnTo>
                    <a:pt x="676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1081;p26">
              <a:extLst>
                <a:ext uri="{FF2B5EF4-FFF2-40B4-BE49-F238E27FC236}">
                  <a16:creationId xmlns:a16="http://schemas.microsoft.com/office/drawing/2014/main" id="{AF3CE8D6-4176-004B-86E7-F2C3315B2050}"/>
                </a:ext>
              </a:extLst>
            </p:cNvPr>
            <p:cNvSpPr/>
            <p:nvPr/>
          </p:nvSpPr>
          <p:spPr>
            <a:xfrm>
              <a:off x="4607500" y="3648475"/>
              <a:ext cx="1763475" cy="313700"/>
            </a:xfrm>
            <a:custGeom>
              <a:avLst/>
              <a:gdLst/>
              <a:ahLst/>
              <a:cxnLst/>
              <a:rect l="l" t="t" r="r" b="b"/>
              <a:pathLst>
                <a:path w="70539" h="12548" extrusionOk="0">
                  <a:moveTo>
                    <a:pt x="2840" y="1"/>
                  </a:moveTo>
                  <a:lnTo>
                    <a:pt x="2687" y="18"/>
                  </a:lnTo>
                  <a:lnTo>
                    <a:pt x="2533" y="35"/>
                  </a:lnTo>
                  <a:lnTo>
                    <a:pt x="2388" y="60"/>
                  </a:lnTo>
                  <a:lnTo>
                    <a:pt x="2243" y="94"/>
                  </a:lnTo>
                  <a:lnTo>
                    <a:pt x="2107" y="137"/>
                  </a:lnTo>
                  <a:lnTo>
                    <a:pt x="1962" y="180"/>
                  </a:lnTo>
                  <a:lnTo>
                    <a:pt x="1825" y="239"/>
                  </a:lnTo>
                  <a:lnTo>
                    <a:pt x="1697" y="299"/>
                  </a:lnTo>
                  <a:lnTo>
                    <a:pt x="1570" y="359"/>
                  </a:lnTo>
                  <a:lnTo>
                    <a:pt x="1442" y="436"/>
                  </a:lnTo>
                  <a:lnTo>
                    <a:pt x="1322" y="512"/>
                  </a:lnTo>
                  <a:lnTo>
                    <a:pt x="1203" y="598"/>
                  </a:lnTo>
                  <a:lnTo>
                    <a:pt x="1092" y="683"/>
                  </a:lnTo>
                  <a:lnTo>
                    <a:pt x="981" y="777"/>
                  </a:lnTo>
                  <a:lnTo>
                    <a:pt x="879" y="879"/>
                  </a:lnTo>
                  <a:lnTo>
                    <a:pt x="776" y="981"/>
                  </a:lnTo>
                  <a:lnTo>
                    <a:pt x="683" y="1092"/>
                  </a:lnTo>
                  <a:lnTo>
                    <a:pt x="597" y="1203"/>
                  </a:lnTo>
                  <a:lnTo>
                    <a:pt x="512" y="1323"/>
                  </a:lnTo>
                  <a:lnTo>
                    <a:pt x="435" y="1442"/>
                  </a:lnTo>
                  <a:lnTo>
                    <a:pt x="358" y="1570"/>
                  </a:lnTo>
                  <a:lnTo>
                    <a:pt x="299" y="1698"/>
                  </a:lnTo>
                  <a:lnTo>
                    <a:pt x="239" y="1826"/>
                  </a:lnTo>
                  <a:lnTo>
                    <a:pt x="179" y="1962"/>
                  </a:lnTo>
                  <a:lnTo>
                    <a:pt x="137" y="2099"/>
                  </a:lnTo>
                  <a:lnTo>
                    <a:pt x="94" y="2244"/>
                  </a:lnTo>
                  <a:lnTo>
                    <a:pt x="60" y="2389"/>
                  </a:lnTo>
                  <a:lnTo>
                    <a:pt x="34" y="2534"/>
                  </a:lnTo>
                  <a:lnTo>
                    <a:pt x="17" y="2687"/>
                  </a:lnTo>
                  <a:lnTo>
                    <a:pt x="9" y="2841"/>
                  </a:lnTo>
                  <a:lnTo>
                    <a:pt x="0" y="2994"/>
                  </a:lnTo>
                  <a:lnTo>
                    <a:pt x="0" y="9562"/>
                  </a:lnTo>
                  <a:lnTo>
                    <a:pt x="9" y="9716"/>
                  </a:lnTo>
                  <a:lnTo>
                    <a:pt x="17" y="9861"/>
                  </a:lnTo>
                  <a:lnTo>
                    <a:pt x="34" y="10014"/>
                  </a:lnTo>
                  <a:lnTo>
                    <a:pt x="60" y="10159"/>
                  </a:lnTo>
                  <a:lnTo>
                    <a:pt x="94" y="10304"/>
                  </a:lnTo>
                  <a:lnTo>
                    <a:pt x="137" y="10449"/>
                  </a:lnTo>
                  <a:lnTo>
                    <a:pt x="179" y="10586"/>
                  </a:lnTo>
                  <a:lnTo>
                    <a:pt x="239" y="10722"/>
                  </a:lnTo>
                  <a:lnTo>
                    <a:pt x="299" y="10858"/>
                  </a:lnTo>
                  <a:lnTo>
                    <a:pt x="358" y="10986"/>
                  </a:lnTo>
                  <a:lnTo>
                    <a:pt x="435" y="11114"/>
                  </a:lnTo>
                  <a:lnTo>
                    <a:pt x="512" y="11234"/>
                  </a:lnTo>
                  <a:lnTo>
                    <a:pt x="597" y="11345"/>
                  </a:lnTo>
                  <a:lnTo>
                    <a:pt x="683" y="11464"/>
                  </a:lnTo>
                  <a:lnTo>
                    <a:pt x="776" y="11566"/>
                  </a:lnTo>
                  <a:lnTo>
                    <a:pt x="879" y="11677"/>
                  </a:lnTo>
                  <a:lnTo>
                    <a:pt x="981" y="11771"/>
                  </a:lnTo>
                  <a:lnTo>
                    <a:pt x="1092" y="11865"/>
                  </a:lnTo>
                  <a:lnTo>
                    <a:pt x="1203" y="11959"/>
                  </a:lnTo>
                  <a:lnTo>
                    <a:pt x="1322" y="12036"/>
                  </a:lnTo>
                  <a:lnTo>
                    <a:pt x="1442" y="12121"/>
                  </a:lnTo>
                  <a:lnTo>
                    <a:pt x="1570" y="12189"/>
                  </a:lnTo>
                  <a:lnTo>
                    <a:pt x="1697" y="12257"/>
                  </a:lnTo>
                  <a:lnTo>
                    <a:pt x="1825" y="12317"/>
                  </a:lnTo>
                  <a:lnTo>
                    <a:pt x="1962" y="12368"/>
                  </a:lnTo>
                  <a:lnTo>
                    <a:pt x="2107" y="12419"/>
                  </a:lnTo>
                  <a:lnTo>
                    <a:pt x="2243" y="12453"/>
                  </a:lnTo>
                  <a:lnTo>
                    <a:pt x="2388" y="12488"/>
                  </a:lnTo>
                  <a:lnTo>
                    <a:pt x="2533" y="12513"/>
                  </a:lnTo>
                  <a:lnTo>
                    <a:pt x="2687" y="12539"/>
                  </a:lnTo>
                  <a:lnTo>
                    <a:pt x="2840" y="12547"/>
                  </a:lnTo>
                  <a:lnTo>
                    <a:pt x="67698" y="12547"/>
                  </a:lnTo>
                  <a:lnTo>
                    <a:pt x="67851" y="12539"/>
                  </a:lnTo>
                  <a:lnTo>
                    <a:pt x="67996" y="12513"/>
                  </a:lnTo>
                  <a:lnTo>
                    <a:pt x="68141" y="12488"/>
                  </a:lnTo>
                  <a:lnTo>
                    <a:pt x="68286" y="12453"/>
                  </a:lnTo>
                  <a:lnTo>
                    <a:pt x="68431" y="12419"/>
                  </a:lnTo>
                  <a:lnTo>
                    <a:pt x="68568" y="12368"/>
                  </a:lnTo>
                  <a:lnTo>
                    <a:pt x="68704" y="12317"/>
                  </a:lnTo>
                  <a:lnTo>
                    <a:pt x="68841" y="12257"/>
                  </a:lnTo>
                  <a:lnTo>
                    <a:pt x="68969" y="12189"/>
                  </a:lnTo>
                  <a:lnTo>
                    <a:pt x="69097" y="12121"/>
                  </a:lnTo>
                  <a:lnTo>
                    <a:pt x="69216" y="12036"/>
                  </a:lnTo>
                  <a:lnTo>
                    <a:pt x="69336" y="11959"/>
                  </a:lnTo>
                  <a:lnTo>
                    <a:pt x="69446" y="11865"/>
                  </a:lnTo>
                  <a:lnTo>
                    <a:pt x="69557" y="11771"/>
                  </a:lnTo>
                  <a:lnTo>
                    <a:pt x="69660" y="11677"/>
                  </a:lnTo>
                  <a:lnTo>
                    <a:pt x="69753" y="11566"/>
                  </a:lnTo>
                  <a:lnTo>
                    <a:pt x="69847" y="11464"/>
                  </a:lnTo>
                  <a:lnTo>
                    <a:pt x="69941" y="11345"/>
                  </a:lnTo>
                  <a:lnTo>
                    <a:pt x="70026" y="11234"/>
                  </a:lnTo>
                  <a:lnTo>
                    <a:pt x="70103" y="11114"/>
                  </a:lnTo>
                  <a:lnTo>
                    <a:pt x="70171" y="10986"/>
                  </a:lnTo>
                  <a:lnTo>
                    <a:pt x="70240" y="10858"/>
                  </a:lnTo>
                  <a:lnTo>
                    <a:pt x="70299" y="10722"/>
                  </a:lnTo>
                  <a:lnTo>
                    <a:pt x="70351" y="10586"/>
                  </a:lnTo>
                  <a:lnTo>
                    <a:pt x="70402" y="10449"/>
                  </a:lnTo>
                  <a:lnTo>
                    <a:pt x="70444" y="10304"/>
                  </a:lnTo>
                  <a:lnTo>
                    <a:pt x="70470" y="10159"/>
                  </a:lnTo>
                  <a:lnTo>
                    <a:pt x="70504" y="10014"/>
                  </a:lnTo>
                  <a:lnTo>
                    <a:pt x="70521" y="9861"/>
                  </a:lnTo>
                  <a:lnTo>
                    <a:pt x="70530" y="9716"/>
                  </a:lnTo>
                  <a:lnTo>
                    <a:pt x="70538" y="9562"/>
                  </a:lnTo>
                  <a:lnTo>
                    <a:pt x="70530" y="9315"/>
                  </a:lnTo>
                  <a:lnTo>
                    <a:pt x="70521" y="9067"/>
                  </a:lnTo>
                  <a:lnTo>
                    <a:pt x="70504" y="8820"/>
                  </a:lnTo>
                  <a:lnTo>
                    <a:pt x="70487" y="8581"/>
                  </a:lnTo>
                  <a:lnTo>
                    <a:pt x="70461" y="8342"/>
                  </a:lnTo>
                  <a:lnTo>
                    <a:pt x="70427" y="8103"/>
                  </a:lnTo>
                  <a:lnTo>
                    <a:pt x="70385" y="7865"/>
                  </a:lnTo>
                  <a:lnTo>
                    <a:pt x="70342" y="7634"/>
                  </a:lnTo>
                  <a:lnTo>
                    <a:pt x="70291" y="7404"/>
                  </a:lnTo>
                  <a:lnTo>
                    <a:pt x="70231" y="7174"/>
                  </a:lnTo>
                  <a:lnTo>
                    <a:pt x="70171" y="6943"/>
                  </a:lnTo>
                  <a:lnTo>
                    <a:pt x="70103" y="6713"/>
                  </a:lnTo>
                  <a:lnTo>
                    <a:pt x="70035" y="6491"/>
                  </a:lnTo>
                  <a:lnTo>
                    <a:pt x="69958" y="6270"/>
                  </a:lnTo>
                  <a:lnTo>
                    <a:pt x="69873" y="6056"/>
                  </a:lnTo>
                  <a:lnTo>
                    <a:pt x="69788" y="5835"/>
                  </a:lnTo>
                  <a:lnTo>
                    <a:pt x="69694" y="5621"/>
                  </a:lnTo>
                  <a:lnTo>
                    <a:pt x="69591" y="5417"/>
                  </a:lnTo>
                  <a:lnTo>
                    <a:pt x="69489" y="5203"/>
                  </a:lnTo>
                  <a:lnTo>
                    <a:pt x="69378" y="4999"/>
                  </a:lnTo>
                  <a:lnTo>
                    <a:pt x="69267" y="4803"/>
                  </a:lnTo>
                  <a:lnTo>
                    <a:pt x="69148" y="4606"/>
                  </a:lnTo>
                  <a:lnTo>
                    <a:pt x="69028" y="4410"/>
                  </a:lnTo>
                  <a:lnTo>
                    <a:pt x="68901" y="4214"/>
                  </a:lnTo>
                  <a:lnTo>
                    <a:pt x="68773" y="4026"/>
                  </a:lnTo>
                  <a:lnTo>
                    <a:pt x="68636" y="3839"/>
                  </a:lnTo>
                  <a:lnTo>
                    <a:pt x="68500" y="3660"/>
                  </a:lnTo>
                  <a:lnTo>
                    <a:pt x="68355" y="3481"/>
                  </a:lnTo>
                  <a:lnTo>
                    <a:pt x="68201" y="3301"/>
                  </a:lnTo>
                  <a:lnTo>
                    <a:pt x="68048" y="3131"/>
                  </a:lnTo>
                  <a:lnTo>
                    <a:pt x="67894" y="2960"/>
                  </a:lnTo>
                  <a:lnTo>
                    <a:pt x="67732" y="2798"/>
                  </a:lnTo>
                  <a:lnTo>
                    <a:pt x="67570" y="2636"/>
                  </a:lnTo>
                  <a:lnTo>
                    <a:pt x="67399" y="2483"/>
                  </a:lnTo>
                  <a:lnTo>
                    <a:pt x="67229" y="2329"/>
                  </a:lnTo>
                  <a:lnTo>
                    <a:pt x="67058" y="2184"/>
                  </a:lnTo>
                  <a:lnTo>
                    <a:pt x="66879" y="2039"/>
                  </a:lnTo>
                  <a:lnTo>
                    <a:pt x="66691" y="1903"/>
                  </a:lnTo>
                  <a:lnTo>
                    <a:pt x="66512" y="1766"/>
                  </a:lnTo>
                  <a:lnTo>
                    <a:pt x="66325" y="1630"/>
                  </a:lnTo>
                  <a:lnTo>
                    <a:pt x="66128" y="1510"/>
                  </a:lnTo>
                  <a:lnTo>
                    <a:pt x="65932" y="1382"/>
                  </a:lnTo>
                  <a:lnTo>
                    <a:pt x="65736" y="1263"/>
                  </a:lnTo>
                  <a:lnTo>
                    <a:pt x="65531" y="1152"/>
                  </a:lnTo>
                  <a:lnTo>
                    <a:pt x="65327" y="1050"/>
                  </a:lnTo>
                  <a:lnTo>
                    <a:pt x="65122" y="947"/>
                  </a:lnTo>
                  <a:lnTo>
                    <a:pt x="64909" y="845"/>
                  </a:lnTo>
                  <a:lnTo>
                    <a:pt x="64696" y="751"/>
                  </a:lnTo>
                  <a:lnTo>
                    <a:pt x="64482" y="666"/>
                  </a:lnTo>
                  <a:lnTo>
                    <a:pt x="64261" y="581"/>
                  </a:lnTo>
                  <a:lnTo>
                    <a:pt x="64039" y="504"/>
                  </a:lnTo>
                  <a:lnTo>
                    <a:pt x="63817" y="427"/>
                  </a:lnTo>
                  <a:lnTo>
                    <a:pt x="63595" y="367"/>
                  </a:lnTo>
                  <a:lnTo>
                    <a:pt x="63365" y="299"/>
                  </a:lnTo>
                  <a:lnTo>
                    <a:pt x="63135" y="248"/>
                  </a:lnTo>
                  <a:lnTo>
                    <a:pt x="62904" y="197"/>
                  </a:lnTo>
                  <a:lnTo>
                    <a:pt x="62666" y="154"/>
                  </a:lnTo>
                  <a:lnTo>
                    <a:pt x="62435" y="111"/>
                  </a:lnTo>
                  <a:lnTo>
                    <a:pt x="62196" y="77"/>
                  </a:lnTo>
                  <a:lnTo>
                    <a:pt x="61958" y="52"/>
                  </a:lnTo>
                  <a:lnTo>
                    <a:pt x="61710" y="26"/>
                  </a:lnTo>
                  <a:lnTo>
                    <a:pt x="61471" y="9"/>
                  </a:lnTo>
                  <a:lnTo>
                    <a:pt x="612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1082;p26">
              <a:extLst>
                <a:ext uri="{FF2B5EF4-FFF2-40B4-BE49-F238E27FC236}">
                  <a16:creationId xmlns:a16="http://schemas.microsoft.com/office/drawing/2014/main" id="{5378315B-1D27-19D4-EECF-1EC3B30462D1}"/>
                </a:ext>
              </a:extLst>
            </p:cNvPr>
            <p:cNvSpPr/>
            <p:nvPr/>
          </p:nvSpPr>
          <p:spPr>
            <a:xfrm>
              <a:off x="3454525" y="2960150"/>
              <a:ext cx="747625" cy="683450"/>
            </a:xfrm>
            <a:custGeom>
              <a:avLst/>
              <a:gdLst/>
              <a:ahLst/>
              <a:cxnLst/>
              <a:rect l="l" t="t" r="r" b="b"/>
              <a:pathLst>
                <a:path w="29905" h="27338" extrusionOk="0">
                  <a:moveTo>
                    <a:pt x="21691" y="1"/>
                  </a:moveTo>
                  <a:lnTo>
                    <a:pt x="21529" y="9"/>
                  </a:lnTo>
                  <a:lnTo>
                    <a:pt x="21358" y="26"/>
                  </a:lnTo>
                  <a:lnTo>
                    <a:pt x="21188" y="52"/>
                  </a:lnTo>
                  <a:lnTo>
                    <a:pt x="21017" y="77"/>
                  </a:lnTo>
                  <a:lnTo>
                    <a:pt x="20847" y="120"/>
                  </a:lnTo>
                  <a:lnTo>
                    <a:pt x="20676" y="171"/>
                  </a:lnTo>
                  <a:lnTo>
                    <a:pt x="2355" y="6176"/>
                  </a:lnTo>
                  <a:lnTo>
                    <a:pt x="2193" y="6236"/>
                  </a:lnTo>
                  <a:lnTo>
                    <a:pt x="2031" y="6295"/>
                  </a:lnTo>
                  <a:lnTo>
                    <a:pt x="1877" y="6372"/>
                  </a:lnTo>
                  <a:lnTo>
                    <a:pt x="1724" y="6449"/>
                  </a:lnTo>
                  <a:lnTo>
                    <a:pt x="1579" y="6543"/>
                  </a:lnTo>
                  <a:lnTo>
                    <a:pt x="1442" y="6637"/>
                  </a:lnTo>
                  <a:lnTo>
                    <a:pt x="1306" y="6739"/>
                  </a:lnTo>
                  <a:lnTo>
                    <a:pt x="1178" y="6841"/>
                  </a:lnTo>
                  <a:lnTo>
                    <a:pt x="1058" y="6952"/>
                  </a:lnTo>
                  <a:lnTo>
                    <a:pt x="939" y="7072"/>
                  </a:lnTo>
                  <a:lnTo>
                    <a:pt x="828" y="7191"/>
                  </a:lnTo>
                  <a:lnTo>
                    <a:pt x="726" y="7319"/>
                  </a:lnTo>
                  <a:lnTo>
                    <a:pt x="623" y="7455"/>
                  </a:lnTo>
                  <a:lnTo>
                    <a:pt x="538" y="7592"/>
                  </a:lnTo>
                  <a:lnTo>
                    <a:pt x="453" y="7728"/>
                  </a:lnTo>
                  <a:lnTo>
                    <a:pt x="376" y="7873"/>
                  </a:lnTo>
                  <a:lnTo>
                    <a:pt x="299" y="8027"/>
                  </a:lnTo>
                  <a:lnTo>
                    <a:pt x="240" y="8172"/>
                  </a:lnTo>
                  <a:lnTo>
                    <a:pt x="180" y="8334"/>
                  </a:lnTo>
                  <a:lnTo>
                    <a:pt x="137" y="8487"/>
                  </a:lnTo>
                  <a:lnTo>
                    <a:pt x="95" y="8650"/>
                  </a:lnTo>
                  <a:lnTo>
                    <a:pt x="60" y="8812"/>
                  </a:lnTo>
                  <a:lnTo>
                    <a:pt x="35" y="8974"/>
                  </a:lnTo>
                  <a:lnTo>
                    <a:pt x="18" y="9136"/>
                  </a:lnTo>
                  <a:lnTo>
                    <a:pt x="9" y="9306"/>
                  </a:lnTo>
                  <a:lnTo>
                    <a:pt x="1" y="9468"/>
                  </a:lnTo>
                  <a:lnTo>
                    <a:pt x="9" y="9639"/>
                  </a:lnTo>
                  <a:lnTo>
                    <a:pt x="26" y="9809"/>
                  </a:lnTo>
                  <a:lnTo>
                    <a:pt x="52" y="9980"/>
                  </a:lnTo>
                  <a:lnTo>
                    <a:pt x="86" y="10151"/>
                  </a:lnTo>
                  <a:lnTo>
                    <a:pt x="129" y="10321"/>
                  </a:lnTo>
                  <a:lnTo>
                    <a:pt x="171" y="10483"/>
                  </a:lnTo>
                  <a:lnTo>
                    <a:pt x="4922" y="24983"/>
                  </a:lnTo>
                  <a:lnTo>
                    <a:pt x="4982" y="25145"/>
                  </a:lnTo>
                  <a:lnTo>
                    <a:pt x="5050" y="25307"/>
                  </a:lnTo>
                  <a:lnTo>
                    <a:pt x="5118" y="25461"/>
                  </a:lnTo>
                  <a:lnTo>
                    <a:pt x="5204" y="25614"/>
                  </a:lnTo>
                  <a:lnTo>
                    <a:pt x="5289" y="25759"/>
                  </a:lnTo>
                  <a:lnTo>
                    <a:pt x="5383" y="25904"/>
                  </a:lnTo>
                  <a:lnTo>
                    <a:pt x="5485" y="26032"/>
                  </a:lnTo>
                  <a:lnTo>
                    <a:pt x="5588" y="26160"/>
                  </a:lnTo>
                  <a:lnTo>
                    <a:pt x="5707" y="26288"/>
                  </a:lnTo>
                  <a:lnTo>
                    <a:pt x="5818" y="26399"/>
                  </a:lnTo>
                  <a:lnTo>
                    <a:pt x="5946" y="26510"/>
                  </a:lnTo>
                  <a:lnTo>
                    <a:pt x="6074" y="26621"/>
                  </a:lnTo>
                  <a:lnTo>
                    <a:pt x="6202" y="26715"/>
                  </a:lnTo>
                  <a:lnTo>
                    <a:pt x="6338" y="26809"/>
                  </a:lnTo>
                  <a:lnTo>
                    <a:pt x="6483" y="26894"/>
                  </a:lnTo>
                  <a:lnTo>
                    <a:pt x="6628" y="26971"/>
                  </a:lnTo>
                  <a:lnTo>
                    <a:pt x="6773" y="27039"/>
                  </a:lnTo>
                  <a:lnTo>
                    <a:pt x="6927" y="27099"/>
                  </a:lnTo>
                  <a:lnTo>
                    <a:pt x="7080" y="27158"/>
                  </a:lnTo>
                  <a:lnTo>
                    <a:pt x="7234" y="27209"/>
                  </a:lnTo>
                  <a:lnTo>
                    <a:pt x="7396" y="27252"/>
                  </a:lnTo>
                  <a:lnTo>
                    <a:pt x="7558" y="27286"/>
                  </a:lnTo>
                  <a:lnTo>
                    <a:pt x="7720" y="27312"/>
                  </a:lnTo>
                  <a:lnTo>
                    <a:pt x="7890" y="27329"/>
                  </a:lnTo>
                  <a:lnTo>
                    <a:pt x="8053" y="27337"/>
                  </a:lnTo>
                  <a:lnTo>
                    <a:pt x="8223" y="27337"/>
                  </a:lnTo>
                  <a:lnTo>
                    <a:pt x="8394" y="27329"/>
                  </a:lnTo>
                  <a:lnTo>
                    <a:pt x="8556" y="27320"/>
                  </a:lnTo>
                  <a:lnTo>
                    <a:pt x="8726" y="27295"/>
                  </a:lnTo>
                  <a:lnTo>
                    <a:pt x="8897" y="27261"/>
                  </a:lnTo>
                  <a:lnTo>
                    <a:pt x="9068" y="27218"/>
                  </a:lnTo>
                  <a:lnTo>
                    <a:pt x="9238" y="27167"/>
                  </a:lnTo>
                  <a:lnTo>
                    <a:pt x="27551" y="21171"/>
                  </a:lnTo>
                  <a:lnTo>
                    <a:pt x="27721" y="21111"/>
                  </a:lnTo>
                  <a:lnTo>
                    <a:pt x="27875" y="21043"/>
                  </a:lnTo>
                  <a:lnTo>
                    <a:pt x="28037" y="20974"/>
                  </a:lnTo>
                  <a:lnTo>
                    <a:pt x="28182" y="20889"/>
                  </a:lnTo>
                  <a:lnTo>
                    <a:pt x="28327" y="20804"/>
                  </a:lnTo>
                  <a:lnTo>
                    <a:pt x="28472" y="20710"/>
                  </a:lnTo>
                  <a:lnTo>
                    <a:pt x="28608" y="20608"/>
                  </a:lnTo>
                  <a:lnTo>
                    <a:pt x="28736" y="20497"/>
                  </a:lnTo>
                  <a:lnTo>
                    <a:pt x="28856" y="20386"/>
                  </a:lnTo>
                  <a:lnTo>
                    <a:pt x="28975" y="20267"/>
                  </a:lnTo>
                  <a:lnTo>
                    <a:pt x="29086" y="20147"/>
                  </a:lnTo>
                  <a:lnTo>
                    <a:pt x="29188" y="20019"/>
                  </a:lnTo>
                  <a:lnTo>
                    <a:pt x="29282" y="19891"/>
                  </a:lnTo>
                  <a:lnTo>
                    <a:pt x="29376" y="19755"/>
                  </a:lnTo>
                  <a:lnTo>
                    <a:pt x="29461" y="19610"/>
                  </a:lnTo>
                  <a:lnTo>
                    <a:pt x="29538" y="19465"/>
                  </a:lnTo>
                  <a:lnTo>
                    <a:pt x="29606" y="19320"/>
                  </a:lnTo>
                  <a:lnTo>
                    <a:pt x="29674" y="19166"/>
                  </a:lnTo>
                  <a:lnTo>
                    <a:pt x="29726" y="19013"/>
                  </a:lnTo>
                  <a:lnTo>
                    <a:pt x="29777" y="18851"/>
                  </a:lnTo>
                  <a:lnTo>
                    <a:pt x="29819" y="18697"/>
                  </a:lnTo>
                  <a:lnTo>
                    <a:pt x="29854" y="18535"/>
                  </a:lnTo>
                  <a:lnTo>
                    <a:pt x="29879" y="18373"/>
                  </a:lnTo>
                  <a:lnTo>
                    <a:pt x="29896" y="18202"/>
                  </a:lnTo>
                  <a:lnTo>
                    <a:pt x="29905" y="18040"/>
                  </a:lnTo>
                  <a:lnTo>
                    <a:pt x="29905" y="17870"/>
                  </a:lnTo>
                  <a:lnTo>
                    <a:pt x="29905" y="17699"/>
                  </a:lnTo>
                  <a:lnTo>
                    <a:pt x="29888" y="17529"/>
                  </a:lnTo>
                  <a:lnTo>
                    <a:pt x="29862" y="17367"/>
                  </a:lnTo>
                  <a:lnTo>
                    <a:pt x="29828" y="17196"/>
                  </a:lnTo>
                  <a:lnTo>
                    <a:pt x="29785" y="17025"/>
                  </a:lnTo>
                  <a:lnTo>
                    <a:pt x="29734" y="16855"/>
                  </a:lnTo>
                  <a:lnTo>
                    <a:pt x="24992" y="2363"/>
                  </a:lnTo>
                  <a:lnTo>
                    <a:pt x="24932" y="2193"/>
                  </a:lnTo>
                  <a:lnTo>
                    <a:pt x="24864" y="2031"/>
                  </a:lnTo>
                  <a:lnTo>
                    <a:pt x="24796" y="1877"/>
                  </a:lnTo>
                  <a:lnTo>
                    <a:pt x="24710" y="1724"/>
                  </a:lnTo>
                  <a:lnTo>
                    <a:pt x="24625" y="1579"/>
                  </a:lnTo>
                  <a:lnTo>
                    <a:pt x="24531" y="1442"/>
                  </a:lnTo>
                  <a:lnTo>
                    <a:pt x="24429" y="1306"/>
                  </a:lnTo>
                  <a:lnTo>
                    <a:pt x="24318" y="1178"/>
                  </a:lnTo>
                  <a:lnTo>
                    <a:pt x="24207" y="1058"/>
                  </a:lnTo>
                  <a:lnTo>
                    <a:pt x="24096" y="939"/>
                  </a:lnTo>
                  <a:lnTo>
                    <a:pt x="23968" y="828"/>
                  </a:lnTo>
                  <a:lnTo>
                    <a:pt x="23840" y="726"/>
                  </a:lnTo>
                  <a:lnTo>
                    <a:pt x="23712" y="623"/>
                  </a:lnTo>
                  <a:lnTo>
                    <a:pt x="23576" y="538"/>
                  </a:lnTo>
                  <a:lnTo>
                    <a:pt x="23431" y="453"/>
                  </a:lnTo>
                  <a:lnTo>
                    <a:pt x="23286" y="376"/>
                  </a:lnTo>
                  <a:lnTo>
                    <a:pt x="23141" y="299"/>
                  </a:lnTo>
                  <a:lnTo>
                    <a:pt x="22987" y="240"/>
                  </a:lnTo>
                  <a:lnTo>
                    <a:pt x="22834" y="180"/>
                  </a:lnTo>
                  <a:lnTo>
                    <a:pt x="22680" y="137"/>
                  </a:lnTo>
                  <a:lnTo>
                    <a:pt x="22518" y="95"/>
                  </a:lnTo>
                  <a:lnTo>
                    <a:pt x="22356" y="60"/>
                  </a:lnTo>
                  <a:lnTo>
                    <a:pt x="22194" y="35"/>
                  </a:lnTo>
                  <a:lnTo>
                    <a:pt x="22024" y="18"/>
                  </a:lnTo>
                  <a:lnTo>
                    <a:pt x="218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1083;p26">
              <a:extLst>
                <a:ext uri="{FF2B5EF4-FFF2-40B4-BE49-F238E27FC236}">
                  <a16:creationId xmlns:a16="http://schemas.microsoft.com/office/drawing/2014/main" id="{10D136C4-ADFD-DA0F-6A2D-AB866DEFE5C5}"/>
                </a:ext>
              </a:extLst>
            </p:cNvPr>
            <p:cNvSpPr/>
            <p:nvPr/>
          </p:nvSpPr>
          <p:spPr>
            <a:xfrm>
              <a:off x="5562575" y="3065075"/>
              <a:ext cx="694725" cy="678950"/>
            </a:xfrm>
            <a:custGeom>
              <a:avLst/>
              <a:gdLst/>
              <a:ahLst/>
              <a:cxnLst/>
              <a:rect l="l" t="t" r="r" b="b"/>
              <a:pathLst>
                <a:path w="27789" h="27158" extrusionOk="0">
                  <a:moveTo>
                    <a:pt x="16223" y="0"/>
                  </a:moveTo>
                  <a:lnTo>
                    <a:pt x="16061" y="17"/>
                  </a:lnTo>
                  <a:lnTo>
                    <a:pt x="15899" y="43"/>
                  </a:lnTo>
                  <a:lnTo>
                    <a:pt x="15737" y="68"/>
                  </a:lnTo>
                  <a:lnTo>
                    <a:pt x="15583" y="111"/>
                  </a:lnTo>
                  <a:lnTo>
                    <a:pt x="15421" y="154"/>
                  </a:lnTo>
                  <a:lnTo>
                    <a:pt x="15268" y="205"/>
                  </a:lnTo>
                  <a:lnTo>
                    <a:pt x="15114" y="273"/>
                  </a:lnTo>
                  <a:lnTo>
                    <a:pt x="14961" y="341"/>
                  </a:lnTo>
                  <a:lnTo>
                    <a:pt x="14816" y="418"/>
                  </a:lnTo>
                  <a:lnTo>
                    <a:pt x="14671" y="503"/>
                  </a:lnTo>
                  <a:lnTo>
                    <a:pt x="14526" y="597"/>
                  </a:lnTo>
                  <a:lnTo>
                    <a:pt x="14389" y="700"/>
                  </a:lnTo>
                  <a:lnTo>
                    <a:pt x="1297" y="10884"/>
                  </a:lnTo>
                  <a:lnTo>
                    <a:pt x="1160" y="10995"/>
                  </a:lnTo>
                  <a:lnTo>
                    <a:pt x="1032" y="11105"/>
                  </a:lnTo>
                  <a:lnTo>
                    <a:pt x="913" y="11225"/>
                  </a:lnTo>
                  <a:lnTo>
                    <a:pt x="802" y="11353"/>
                  </a:lnTo>
                  <a:lnTo>
                    <a:pt x="700" y="11481"/>
                  </a:lnTo>
                  <a:lnTo>
                    <a:pt x="597" y="11617"/>
                  </a:lnTo>
                  <a:lnTo>
                    <a:pt x="512" y="11754"/>
                  </a:lnTo>
                  <a:lnTo>
                    <a:pt x="427" y="11899"/>
                  </a:lnTo>
                  <a:lnTo>
                    <a:pt x="350" y="12044"/>
                  </a:lnTo>
                  <a:lnTo>
                    <a:pt x="282" y="12189"/>
                  </a:lnTo>
                  <a:lnTo>
                    <a:pt x="222" y="12334"/>
                  </a:lnTo>
                  <a:lnTo>
                    <a:pt x="162" y="12487"/>
                  </a:lnTo>
                  <a:lnTo>
                    <a:pt x="120" y="12649"/>
                  </a:lnTo>
                  <a:lnTo>
                    <a:pt x="77" y="12803"/>
                  </a:lnTo>
                  <a:lnTo>
                    <a:pt x="51" y="12956"/>
                  </a:lnTo>
                  <a:lnTo>
                    <a:pt x="26" y="13118"/>
                  </a:lnTo>
                  <a:lnTo>
                    <a:pt x="9" y="13280"/>
                  </a:lnTo>
                  <a:lnTo>
                    <a:pt x="0" y="13442"/>
                  </a:lnTo>
                  <a:lnTo>
                    <a:pt x="0" y="13605"/>
                  </a:lnTo>
                  <a:lnTo>
                    <a:pt x="9" y="13767"/>
                  </a:lnTo>
                  <a:lnTo>
                    <a:pt x="17" y="13929"/>
                  </a:lnTo>
                  <a:lnTo>
                    <a:pt x="43" y="14082"/>
                  </a:lnTo>
                  <a:lnTo>
                    <a:pt x="77" y="14244"/>
                  </a:lnTo>
                  <a:lnTo>
                    <a:pt x="111" y="14406"/>
                  </a:lnTo>
                  <a:lnTo>
                    <a:pt x="162" y="14560"/>
                  </a:lnTo>
                  <a:lnTo>
                    <a:pt x="213" y="14713"/>
                  </a:lnTo>
                  <a:lnTo>
                    <a:pt x="273" y="14867"/>
                  </a:lnTo>
                  <a:lnTo>
                    <a:pt x="341" y="15020"/>
                  </a:lnTo>
                  <a:lnTo>
                    <a:pt x="427" y="15174"/>
                  </a:lnTo>
                  <a:lnTo>
                    <a:pt x="512" y="15319"/>
                  </a:lnTo>
                  <a:lnTo>
                    <a:pt x="606" y="15455"/>
                  </a:lnTo>
                  <a:lnTo>
                    <a:pt x="708" y="15600"/>
                  </a:lnTo>
                  <a:lnTo>
                    <a:pt x="8683" y="25861"/>
                  </a:lnTo>
                  <a:lnTo>
                    <a:pt x="8794" y="25989"/>
                  </a:lnTo>
                  <a:lnTo>
                    <a:pt x="8913" y="26117"/>
                  </a:lnTo>
                  <a:lnTo>
                    <a:pt x="9033" y="26237"/>
                  </a:lnTo>
                  <a:lnTo>
                    <a:pt x="9152" y="26347"/>
                  </a:lnTo>
                  <a:lnTo>
                    <a:pt x="9280" y="26458"/>
                  </a:lnTo>
                  <a:lnTo>
                    <a:pt x="9417" y="26552"/>
                  </a:lnTo>
                  <a:lnTo>
                    <a:pt x="9553" y="26646"/>
                  </a:lnTo>
                  <a:lnTo>
                    <a:pt x="9698" y="26731"/>
                  </a:lnTo>
                  <a:lnTo>
                    <a:pt x="9843" y="26808"/>
                  </a:lnTo>
                  <a:lnTo>
                    <a:pt x="9988" y="26876"/>
                  </a:lnTo>
                  <a:lnTo>
                    <a:pt x="10142" y="26936"/>
                  </a:lnTo>
                  <a:lnTo>
                    <a:pt x="10295" y="26987"/>
                  </a:lnTo>
                  <a:lnTo>
                    <a:pt x="10449" y="27038"/>
                  </a:lnTo>
                  <a:lnTo>
                    <a:pt x="10602" y="27072"/>
                  </a:lnTo>
                  <a:lnTo>
                    <a:pt x="10764" y="27107"/>
                  </a:lnTo>
                  <a:lnTo>
                    <a:pt x="10918" y="27132"/>
                  </a:lnTo>
                  <a:lnTo>
                    <a:pt x="11080" y="27149"/>
                  </a:lnTo>
                  <a:lnTo>
                    <a:pt x="11242" y="27158"/>
                  </a:lnTo>
                  <a:lnTo>
                    <a:pt x="11404" y="27158"/>
                  </a:lnTo>
                  <a:lnTo>
                    <a:pt x="11566" y="27149"/>
                  </a:lnTo>
                  <a:lnTo>
                    <a:pt x="11728" y="27132"/>
                  </a:lnTo>
                  <a:lnTo>
                    <a:pt x="11890" y="27115"/>
                  </a:lnTo>
                  <a:lnTo>
                    <a:pt x="12044" y="27081"/>
                  </a:lnTo>
                  <a:lnTo>
                    <a:pt x="12206" y="27047"/>
                  </a:lnTo>
                  <a:lnTo>
                    <a:pt x="12359" y="26996"/>
                  </a:lnTo>
                  <a:lnTo>
                    <a:pt x="12521" y="26944"/>
                  </a:lnTo>
                  <a:lnTo>
                    <a:pt x="12675" y="26876"/>
                  </a:lnTo>
                  <a:lnTo>
                    <a:pt x="12820" y="26808"/>
                  </a:lnTo>
                  <a:lnTo>
                    <a:pt x="12973" y="26731"/>
                  </a:lnTo>
                  <a:lnTo>
                    <a:pt x="13118" y="26646"/>
                  </a:lnTo>
                  <a:lnTo>
                    <a:pt x="13263" y="26552"/>
                  </a:lnTo>
                  <a:lnTo>
                    <a:pt x="13400" y="26450"/>
                  </a:lnTo>
                  <a:lnTo>
                    <a:pt x="26493" y="16266"/>
                  </a:lnTo>
                  <a:lnTo>
                    <a:pt x="26629" y="16155"/>
                  </a:lnTo>
                  <a:lnTo>
                    <a:pt x="26748" y="16044"/>
                  </a:lnTo>
                  <a:lnTo>
                    <a:pt x="26868" y="15925"/>
                  </a:lnTo>
                  <a:lnTo>
                    <a:pt x="26987" y="15797"/>
                  </a:lnTo>
                  <a:lnTo>
                    <a:pt x="27090" y="15669"/>
                  </a:lnTo>
                  <a:lnTo>
                    <a:pt x="27183" y="15532"/>
                  </a:lnTo>
                  <a:lnTo>
                    <a:pt x="27277" y="15396"/>
                  </a:lnTo>
                  <a:lnTo>
                    <a:pt x="27363" y="15259"/>
                  </a:lnTo>
                  <a:lnTo>
                    <a:pt x="27439" y="15114"/>
                  </a:lnTo>
                  <a:lnTo>
                    <a:pt x="27508" y="14961"/>
                  </a:lnTo>
                  <a:lnTo>
                    <a:pt x="27567" y="14816"/>
                  </a:lnTo>
                  <a:lnTo>
                    <a:pt x="27618" y="14662"/>
                  </a:lnTo>
                  <a:lnTo>
                    <a:pt x="27670" y="14509"/>
                  </a:lnTo>
                  <a:lnTo>
                    <a:pt x="27704" y="14347"/>
                  </a:lnTo>
                  <a:lnTo>
                    <a:pt x="27738" y="14193"/>
                  </a:lnTo>
                  <a:lnTo>
                    <a:pt x="27763" y="14031"/>
                  </a:lnTo>
                  <a:lnTo>
                    <a:pt x="27780" y="13869"/>
                  </a:lnTo>
                  <a:lnTo>
                    <a:pt x="27789" y="13707"/>
                  </a:lnTo>
                  <a:lnTo>
                    <a:pt x="27789" y="13553"/>
                  </a:lnTo>
                  <a:lnTo>
                    <a:pt x="27780" y="13391"/>
                  </a:lnTo>
                  <a:lnTo>
                    <a:pt x="27763" y="13229"/>
                  </a:lnTo>
                  <a:lnTo>
                    <a:pt x="27746" y="13067"/>
                  </a:lnTo>
                  <a:lnTo>
                    <a:pt x="27712" y="12905"/>
                  </a:lnTo>
                  <a:lnTo>
                    <a:pt x="27678" y="12743"/>
                  </a:lnTo>
                  <a:lnTo>
                    <a:pt x="27627" y="12590"/>
                  </a:lnTo>
                  <a:lnTo>
                    <a:pt x="27576" y="12436"/>
                  </a:lnTo>
                  <a:lnTo>
                    <a:pt x="27516" y="12282"/>
                  </a:lnTo>
                  <a:lnTo>
                    <a:pt x="27439" y="12129"/>
                  </a:lnTo>
                  <a:lnTo>
                    <a:pt x="27363" y="11984"/>
                  </a:lnTo>
                  <a:lnTo>
                    <a:pt x="27277" y="11830"/>
                  </a:lnTo>
                  <a:lnTo>
                    <a:pt x="27183" y="11694"/>
                  </a:lnTo>
                  <a:lnTo>
                    <a:pt x="27081" y="11549"/>
                  </a:lnTo>
                  <a:lnTo>
                    <a:pt x="19106" y="1297"/>
                  </a:lnTo>
                  <a:lnTo>
                    <a:pt x="18995" y="1160"/>
                  </a:lnTo>
                  <a:lnTo>
                    <a:pt x="18876" y="1032"/>
                  </a:lnTo>
                  <a:lnTo>
                    <a:pt x="18756" y="913"/>
                  </a:lnTo>
                  <a:lnTo>
                    <a:pt x="18628" y="802"/>
                  </a:lnTo>
                  <a:lnTo>
                    <a:pt x="18500" y="691"/>
                  </a:lnTo>
                  <a:lnTo>
                    <a:pt x="18373" y="597"/>
                  </a:lnTo>
                  <a:lnTo>
                    <a:pt x="18236" y="503"/>
                  </a:lnTo>
                  <a:lnTo>
                    <a:pt x="18091" y="427"/>
                  </a:lnTo>
                  <a:lnTo>
                    <a:pt x="17946" y="350"/>
                  </a:lnTo>
                  <a:lnTo>
                    <a:pt x="17801" y="282"/>
                  </a:lnTo>
                  <a:lnTo>
                    <a:pt x="17648" y="213"/>
                  </a:lnTo>
                  <a:lnTo>
                    <a:pt x="17494" y="162"/>
                  </a:lnTo>
                  <a:lnTo>
                    <a:pt x="17340" y="120"/>
                  </a:lnTo>
                  <a:lnTo>
                    <a:pt x="17187" y="77"/>
                  </a:lnTo>
                  <a:lnTo>
                    <a:pt x="17025" y="43"/>
                  </a:lnTo>
                  <a:lnTo>
                    <a:pt x="16863" y="26"/>
                  </a:lnTo>
                  <a:lnTo>
                    <a:pt x="16709" y="9"/>
                  </a:lnTo>
                  <a:lnTo>
                    <a:pt x="16547" y="0"/>
                  </a:lnTo>
                  <a:close/>
                </a:path>
              </a:pathLst>
            </a:custGeom>
            <a:solidFill>
              <a:srgbClr val="3F1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1084;p26">
              <a:extLst>
                <a:ext uri="{FF2B5EF4-FFF2-40B4-BE49-F238E27FC236}">
                  <a16:creationId xmlns:a16="http://schemas.microsoft.com/office/drawing/2014/main" id="{47190B70-C2F0-2C72-B7B7-323D27990CE3}"/>
                </a:ext>
              </a:extLst>
            </p:cNvPr>
            <p:cNvSpPr/>
            <p:nvPr/>
          </p:nvSpPr>
          <p:spPr>
            <a:xfrm>
              <a:off x="2969200" y="3206875"/>
              <a:ext cx="548900" cy="474050"/>
            </a:xfrm>
            <a:custGeom>
              <a:avLst/>
              <a:gdLst/>
              <a:ahLst/>
              <a:cxnLst/>
              <a:rect l="l" t="t" r="r" b="b"/>
              <a:pathLst>
                <a:path w="21956" h="18962" extrusionOk="0">
                  <a:moveTo>
                    <a:pt x="17930" y="0"/>
                  </a:moveTo>
                  <a:lnTo>
                    <a:pt x="17776" y="9"/>
                  </a:lnTo>
                  <a:lnTo>
                    <a:pt x="2807" y="1160"/>
                  </a:lnTo>
                  <a:lnTo>
                    <a:pt x="2654" y="1177"/>
                  </a:lnTo>
                  <a:lnTo>
                    <a:pt x="2500" y="1203"/>
                  </a:lnTo>
                  <a:lnTo>
                    <a:pt x="2346" y="1228"/>
                  </a:lnTo>
                  <a:lnTo>
                    <a:pt x="2201" y="1271"/>
                  </a:lnTo>
                  <a:lnTo>
                    <a:pt x="2056" y="1314"/>
                  </a:lnTo>
                  <a:lnTo>
                    <a:pt x="1920" y="1365"/>
                  </a:lnTo>
                  <a:lnTo>
                    <a:pt x="1784" y="1425"/>
                  </a:lnTo>
                  <a:lnTo>
                    <a:pt x="1647" y="1493"/>
                  </a:lnTo>
                  <a:lnTo>
                    <a:pt x="1519" y="1561"/>
                  </a:lnTo>
                  <a:lnTo>
                    <a:pt x="1391" y="1638"/>
                  </a:lnTo>
                  <a:lnTo>
                    <a:pt x="1272" y="1723"/>
                  </a:lnTo>
                  <a:lnTo>
                    <a:pt x="1152" y="1808"/>
                  </a:lnTo>
                  <a:lnTo>
                    <a:pt x="1041" y="1902"/>
                  </a:lnTo>
                  <a:lnTo>
                    <a:pt x="931" y="2005"/>
                  </a:lnTo>
                  <a:lnTo>
                    <a:pt x="828" y="2107"/>
                  </a:lnTo>
                  <a:lnTo>
                    <a:pt x="734" y="2218"/>
                  </a:lnTo>
                  <a:lnTo>
                    <a:pt x="641" y="2329"/>
                  </a:lnTo>
                  <a:lnTo>
                    <a:pt x="555" y="2448"/>
                  </a:lnTo>
                  <a:lnTo>
                    <a:pt x="470" y="2568"/>
                  </a:lnTo>
                  <a:lnTo>
                    <a:pt x="393" y="2695"/>
                  </a:lnTo>
                  <a:lnTo>
                    <a:pt x="325" y="2823"/>
                  </a:lnTo>
                  <a:lnTo>
                    <a:pt x="265" y="2951"/>
                  </a:lnTo>
                  <a:lnTo>
                    <a:pt x="206" y="3088"/>
                  </a:lnTo>
                  <a:lnTo>
                    <a:pt x="154" y="3224"/>
                  </a:lnTo>
                  <a:lnTo>
                    <a:pt x="112" y="3369"/>
                  </a:lnTo>
                  <a:lnTo>
                    <a:pt x="78" y="3514"/>
                  </a:lnTo>
                  <a:lnTo>
                    <a:pt x="44" y="3659"/>
                  </a:lnTo>
                  <a:lnTo>
                    <a:pt x="26" y="3813"/>
                  </a:lnTo>
                  <a:lnTo>
                    <a:pt x="9" y="3966"/>
                  </a:lnTo>
                  <a:lnTo>
                    <a:pt x="1" y="4111"/>
                  </a:lnTo>
                  <a:lnTo>
                    <a:pt x="1" y="4273"/>
                  </a:lnTo>
                  <a:lnTo>
                    <a:pt x="9" y="4427"/>
                  </a:lnTo>
                  <a:lnTo>
                    <a:pt x="914" y="16155"/>
                  </a:lnTo>
                  <a:lnTo>
                    <a:pt x="931" y="16317"/>
                  </a:lnTo>
                  <a:lnTo>
                    <a:pt x="956" y="16462"/>
                  </a:lnTo>
                  <a:lnTo>
                    <a:pt x="982" y="16615"/>
                  </a:lnTo>
                  <a:lnTo>
                    <a:pt x="1024" y="16760"/>
                  </a:lnTo>
                  <a:lnTo>
                    <a:pt x="1067" y="16905"/>
                  </a:lnTo>
                  <a:lnTo>
                    <a:pt x="1118" y="17050"/>
                  </a:lnTo>
                  <a:lnTo>
                    <a:pt x="1178" y="17187"/>
                  </a:lnTo>
                  <a:lnTo>
                    <a:pt x="1246" y="17315"/>
                  </a:lnTo>
                  <a:lnTo>
                    <a:pt x="1314" y="17451"/>
                  </a:lnTo>
                  <a:lnTo>
                    <a:pt x="1391" y="17571"/>
                  </a:lnTo>
                  <a:lnTo>
                    <a:pt x="1476" y="17699"/>
                  </a:lnTo>
                  <a:lnTo>
                    <a:pt x="1562" y="17810"/>
                  </a:lnTo>
                  <a:lnTo>
                    <a:pt x="1656" y="17929"/>
                  </a:lnTo>
                  <a:lnTo>
                    <a:pt x="1758" y="18031"/>
                  </a:lnTo>
                  <a:lnTo>
                    <a:pt x="1860" y="18134"/>
                  </a:lnTo>
                  <a:lnTo>
                    <a:pt x="1971" y="18236"/>
                  </a:lnTo>
                  <a:lnTo>
                    <a:pt x="2082" y="18321"/>
                  </a:lnTo>
                  <a:lnTo>
                    <a:pt x="2201" y="18415"/>
                  </a:lnTo>
                  <a:lnTo>
                    <a:pt x="2321" y="18492"/>
                  </a:lnTo>
                  <a:lnTo>
                    <a:pt x="2449" y="18569"/>
                  </a:lnTo>
                  <a:lnTo>
                    <a:pt x="2577" y="18637"/>
                  </a:lnTo>
                  <a:lnTo>
                    <a:pt x="2705" y="18697"/>
                  </a:lnTo>
                  <a:lnTo>
                    <a:pt x="2841" y="18756"/>
                  </a:lnTo>
                  <a:lnTo>
                    <a:pt x="2986" y="18808"/>
                  </a:lnTo>
                  <a:lnTo>
                    <a:pt x="3123" y="18850"/>
                  </a:lnTo>
                  <a:lnTo>
                    <a:pt x="3268" y="18893"/>
                  </a:lnTo>
                  <a:lnTo>
                    <a:pt x="3413" y="18918"/>
                  </a:lnTo>
                  <a:lnTo>
                    <a:pt x="3566" y="18944"/>
                  </a:lnTo>
                  <a:lnTo>
                    <a:pt x="3720" y="18953"/>
                  </a:lnTo>
                  <a:lnTo>
                    <a:pt x="3873" y="18961"/>
                  </a:lnTo>
                  <a:lnTo>
                    <a:pt x="4027" y="18961"/>
                  </a:lnTo>
                  <a:lnTo>
                    <a:pt x="4180" y="18953"/>
                  </a:lnTo>
                  <a:lnTo>
                    <a:pt x="19149" y="17801"/>
                  </a:lnTo>
                  <a:lnTo>
                    <a:pt x="19303" y="17784"/>
                  </a:lnTo>
                  <a:lnTo>
                    <a:pt x="19456" y="17758"/>
                  </a:lnTo>
                  <a:lnTo>
                    <a:pt x="19610" y="17733"/>
                  </a:lnTo>
                  <a:lnTo>
                    <a:pt x="19755" y="17690"/>
                  </a:lnTo>
                  <a:lnTo>
                    <a:pt x="19900" y="17648"/>
                  </a:lnTo>
                  <a:lnTo>
                    <a:pt x="20036" y="17596"/>
                  </a:lnTo>
                  <a:lnTo>
                    <a:pt x="20181" y="17537"/>
                  </a:lnTo>
                  <a:lnTo>
                    <a:pt x="20309" y="17468"/>
                  </a:lnTo>
                  <a:lnTo>
                    <a:pt x="20437" y="17400"/>
                  </a:lnTo>
                  <a:lnTo>
                    <a:pt x="20565" y="17323"/>
                  </a:lnTo>
                  <a:lnTo>
                    <a:pt x="20685" y="17238"/>
                  </a:lnTo>
                  <a:lnTo>
                    <a:pt x="20804" y="17153"/>
                  </a:lnTo>
                  <a:lnTo>
                    <a:pt x="20915" y="17059"/>
                  </a:lnTo>
                  <a:lnTo>
                    <a:pt x="21026" y="16957"/>
                  </a:lnTo>
                  <a:lnTo>
                    <a:pt x="21128" y="16854"/>
                  </a:lnTo>
                  <a:lnTo>
                    <a:pt x="21222" y="16743"/>
                  </a:lnTo>
                  <a:lnTo>
                    <a:pt x="21316" y="16633"/>
                  </a:lnTo>
                  <a:lnTo>
                    <a:pt x="21401" y="16513"/>
                  </a:lnTo>
                  <a:lnTo>
                    <a:pt x="21486" y="16394"/>
                  </a:lnTo>
                  <a:lnTo>
                    <a:pt x="21563" y="16266"/>
                  </a:lnTo>
                  <a:lnTo>
                    <a:pt x="21631" y="16138"/>
                  </a:lnTo>
                  <a:lnTo>
                    <a:pt x="21691" y="16010"/>
                  </a:lnTo>
                  <a:lnTo>
                    <a:pt x="21751" y="15873"/>
                  </a:lnTo>
                  <a:lnTo>
                    <a:pt x="21802" y="15728"/>
                  </a:lnTo>
                  <a:lnTo>
                    <a:pt x="21845" y="15592"/>
                  </a:lnTo>
                  <a:lnTo>
                    <a:pt x="21879" y="15447"/>
                  </a:lnTo>
                  <a:lnTo>
                    <a:pt x="21913" y="15302"/>
                  </a:lnTo>
                  <a:lnTo>
                    <a:pt x="21930" y="15148"/>
                  </a:lnTo>
                  <a:lnTo>
                    <a:pt x="21947" y="14995"/>
                  </a:lnTo>
                  <a:lnTo>
                    <a:pt x="21956" y="14841"/>
                  </a:lnTo>
                  <a:lnTo>
                    <a:pt x="21956" y="14688"/>
                  </a:lnTo>
                  <a:lnTo>
                    <a:pt x="21947" y="14534"/>
                  </a:lnTo>
                  <a:lnTo>
                    <a:pt x="21043" y="2806"/>
                  </a:lnTo>
                  <a:lnTo>
                    <a:pt x="21026" y="2644"/>
                  </a:lnTo>
                  <a:lnTo>
                    <a:pt x="21000" y="2491"/>
                  </a:lnTo>
                  <a:lnTo>
                    <a:pt x="20975" y="2346"/>
                  </a:lnTo>
                  <a:lnTo>
                    <a:pt x="20932" y="2201"/>
                  </a:lnTo>
                  <a:lnTo>
                    <a:pt x="20889" y="2056"/>
                  </a:lnTo>
                  <a:lnTo>
                    <a:pt x="20838" y="1911"/>
                  </a:lnTo>
                  <a:lnTo>
                    <a:pt x="20778" y="1774"/>
                  </a:lnTo>
                  <a:lnTo>
                    <a:pt x="20710" y="1638"/>
                  </a:lnTo>
                  <a:lnTo>
                    <a:pt x="20642" y="1510"/>
                  </a:lnTo>
                  <a:lnTo>
                    <a:pt x="20565" y="1382"/>
                  </a:lnTo>
                  <a:lnTo>
                    <a:pt x="20480" y="1263"/>
                  </a:lnTo>
                  <a:lnTo>
                    <a:pt x="20395" y="1152"/>
                  </a:lnTo>
                  <a:lnTo>
                    <a:pt x="20301" y="1032"/>
                  </a:lnTo>
                  <a:lnTo>
                    <a:pt x="20198" y="930"/>
                  </a:lnTo>
                  <a:lnTo>
                    <a:pt x="20096" y="828"/>
                  </a:lnTo>
                  <a:lnTo>
                    <a:pt x="19985" y="725"/>
                  </a:lnTo>
                  <a:lnTo>
                    <a:pt x="19874" y="631"/>
                  </a:lnTo>
                  <a:lnTo>
                    <a:pt x="19755" y="546"/>
                  </a:lnTo>
                  <a:lnTo>
                    <a:pt x="19636" y="469"/>
                  </a:lnTo>
                  <a:lnTo>
                    <a:pt x="19508" y="393"/>
                  </a:lnTo>
                  <a:lnTo>
                    <a:pt x="19380" y="324"/>
                  </a:lnTo>
                  <a:lnTo>
                    <a:pt x="19252" y="256"/>
                  </a:lnTo>
                  <a:lnTo>
                    <a:pt x="19115" y="205"/>
                  </a:lnTo>
                  <a:lnTo>
                    <a:pt x="18970" y="154"/>
                  </a:lnTo>
                  <a:lnTo>
                    <a:pt x="18834" y="111"/>
                  </a:lnTo>
                  <a:lnTo>
                    <a:pt x="18689" y="68"/>
                  </a:lnTo>
                  <a:lnTo>
                    <a:pt x="18544" y="43"/>
                  </a:lnTo>
                  <a:lnTo>
                    <a:pt x="18390" y="17"/>
                  </a:lnTo>
                  <a:lnTo>
                    <a:pt x="18237" y="0"/>
                  </a:lnTo>
                  <a:close/>
                </a:path>
              </a:pathLst>
            </a:custGeom>
            <a:solidFill>
              <a:srgbClr val="3F1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1085;p26">
              <a:extLst>
                <a:ext uri="{FF2B5EF4-FFF2-40B4-BE49-F238E27FC236}">
                  <a16:creationId xmlns:a16="http://schemas.microsoft.com/office/drawing/2014/main" id="{F0F15330-C3EB-3FA2-7F7C-E2B32D6ABCD0}"/>
                </a:ext>
              </a:extLst>
            </p:cNvPr>
            <p:cNvSpPr/>
            <p:nvPr/>
          </p:nvSpPr>
          <p:spPr>
            <a:xfrm>
              <a:off x="4604925" y="3393025"/>
              <a:ext cx="658075" cy="266575"/>
            </a:xfrm>
            <a:custGeom>
              <a:avLst/>
              <a:gdLst/>
              <a:ahLst/>
              <a:cxnLst/>
              <a:rect l="l" t="t" r="r" b="b"/>
              <a:pathLst>
                <a:path w="26323" h="10663" extrusionOk="0">
                  <a:moveTo>
                    <a:pt x="22442" y="0"/>
                  </a:moveTo>
                  <a:lnTo>
                    <a:pt x="22254" y="9"/>
                  </a:lnTo>
                  <a:lnTo>
                    <a:pt x="22058" y="26"/>
                  </a:lnTo>
                  <a:lnTo>
                    <a:pt x="21853" y="52"/>
                  </a:lnTo>
                  <a:lnTo>
                    <a:pt x="3268" y="2977"/>
                  </a:lnTo>
                  <a:lnTo>
                    <a:pt x="3071" y="3011"/>
                  </a:lnTo>
                  <a:lnTo>
                    <a:pt x="2875" y="3062"/>
                  </a:lnTo>
                  <a:lnTo>
                    <a:pt x="2688" y="3114"/>
                  </a:lnTo>
                  <a:lnTo>
                    <a:pt x="2508" y="3173"/>
                  </a:lnTo>
                  <a:lnTo>
                    <a:pt x="2329" y="3250"/>
                  </a:lnTo>
                  <a:lnTo>
                    <a:pt x="2159" y="3327"/>
                  </a:lnTo>
                  <a:lnTo>
                    <a:pt x="1988" y="3412"/>
                  </a:lnTo>
                  <a:lnTo>
                    <a:pt x="1826" y="3514"/>
                  </a:lnTo>
                  <a:lnTo>
                    <a:pt x="1664" y="3617"/>
                  </a:lnTo>
                  <a:lnTo>
                    <a:pt x="1519" y="3728"/>
                  </a:lnTo>
                  <a:lnTo>
                    <a:pt x="1374" y="3839"/>
                  </a:lnTo>
                  <a:lnTo>
                    <a:pt x="1229" y="3967"/>
                  </a:lnTo>
                  <a:lnTo>
                    <a:pt x="1101" y="4094"/>
                  </a:lnTo>
                  <a:lnTo>
                    <a:pt x="973" y="4231"/>
                  </a:lnTo>
                  <a:lnTo>
                    <a:pt x="854" y="4376"/>
                  </a:lnTo>
                  <a:lnTo>
                    <a:pt x="743" y="4521"/>
                  </a:lnTo>
                  <a:lnTo>
                    <a:pt x="632" y="4674"/>
                  </a:lnTo>
                  <a:lnTo>
                    <a:pt x="538" y="4828"/>
                  </a:lnTo>
                  <a:lnTo>
                    <a:pt x="444" y="4999"/>
                  </a:lnTo>
                  <a:lnTo>
                    <a:pt x="359" y="5161"/>
                  </a:lnTo>
                  <a:lnTo>
                    <a:pt x="291" y="5331"/>
                  </a:lnTo>
                  <a:lnTo>
                    <a:pt x="223" y="5502"/>
                  </a:lnTo>
                  <a:lnTo>
                    <a:pt x="163" y="5681"/>
                  </a:lnTo>
                  <a:lnTo>
                    <a:pt x="112" y="5869"/>
                  </a:lnTo>
                  <a:lnTo>
                    <a:pt x="69" y="6048"/>
                  </a:lnTo>
                  <a:lnTo>
                    <a:pt x="43" y="6235"/>
                  </a:lnTo>
                  <a:lnTo>
                    <a:pt x="18" y="6423"/>
                  </a:lnTo>
                  <a:lnTo>
                    <a:pt x="1" y="6619"/>
                  </a:lnTo>
                  <a:lnTo>
                    <a:pt x="1" y="6807"/>
                  </a:lnTo>
                  <a:lnTo>
                    <a:pt x="1" y="7003"/>
                  </a:lnTo>
                  <a:lnTo>
                    <a:pt x="18" y="7199"/>
                  </a:lnTo>
                  <a:lnTo>
                    <a:pt x="43" y="7395"/>
                  </a:lnTo>
                  <a:lnTo>
                    <a:pt x="86" y="7592"/>
                  </a:lnTo>
                  <a:lnTo>
                    <a:pt x="129" y="7788"/>
                  </a:lnTo>
                  <a:lnTo>
                    <a:pt x="180" y="7975"/>
                  </a:lnTo>
                  <a:lnTo>
                    <a:pt x="248" y="8154"/>
                  </a:lnTo>
                  <a:lnTo>
                    <a:pt x="316" y="8334"/>
                  </a:lnTo>
                  <a:lnTo>
                    <a:pt x="393" y="8513"/>
                  </a:lnTo>
                  <a:lnTo>
                    <a:pt x="487" y="8675"/>
                  </a:lnTo>
                  <a:lnTo>
                    <a:pt x="581" y="8837"/>
                  </a:lnTo>
                  <a:lnTo>
                    <a:pt x="683" y="8999"/>
                  </a:lnTo>
                  <a:lnTo>
                    <a:pt x="794" y="9144"/>
                  </a:lnTo>
                  <a:lnTo>
                    <a:pt x="913" y="9297"/>
                  </a:lnTo>
                  <a:lnTo>
                    <a:pt x="1033" y="9434"/>
                  </a:lnTo>
                  <a:lnTo>
                    <a:pt x="1169" y="9562"/>
                  </a:lnTo>
                  <a:lnTo>
                    <a:pt x="1306" y="9690"/>
                  </a:lnTo>
                  <a:lnTo>
                    <a:pt x="1442" y="9809"/>
                  </a:lnTo>
                  <a:lnTo>
                    <a:pt x="1587" y="9929"/>
                  </a:lnTo>
                  <a:lnTo>
                    <a:pt x="1741" y="10031"/>
                  </a:lnTo>
                  <a:lnTo>
                    <a:pt x="1903" y="10125"/>
                  </a:lnTo>
                  <a:lnTo>
                    <a:pt x="2065" y="10219"/>
                  </a:lnTo>
                  <a:lnTo>
                    <a:pt x="2227" y="10304"/>
                  </a:lnTo>
                  <a:lnTo>
                    <a:pt x="2398" y="10381"/>
                  </a:lnTo>
                  <a:lnTo>
                    <a:pt x="2577" y="10440"/>
                  </a:lnTo>
                  <a:lnTo>
                    <a:pt x="2756" y="10500"/>
                  </a:lnTo>
                  <a:lnTo>
                    <a:pt x="2935" y="10551"/>
                  </a:lnTo>
                  <a:lnTo>
                    <a:pt x="3123" y="10594"/>
                  </a:lnTo>
                  <a:lnTo>
                    <a:pt x="3302" y="10628"/>
                  </a:lnTo>
                  <a:lnTo>
                    <a:pt x="3498" y="10645"/>
                  </a:lnTo>
                  <a:lnTo>
                    <a:pt x="3685" y="10662"/>
                  </a:lnTo>
                  <a:lnTo>
                    <a:pt x="4078" y="10662"/>
                  </a:lnTo>
                  <a:lnTo>
                    <a:pt x="4274" y="10645"/>
                  </a:lnTo>
                  <a:lnTo>
                    <a:pt x="4470" y="10619"/>
                  </a:lnTo>
                  <a:lnTo>
                    <a:pt x="23064" y="7694"/>
                  </a:lnTo>
                  <a:lnTo>
                    <a:pt x="23260" y="7651"/>
                  </a:lnTo>
                  <a:lnTo>
                    <a:pt x="23448" y="7609"/>
                  </a:lnTo>
                  <a:lnTo>
                    <a:pt x="23636" y="7557"/>
                  </a:lnTo>
                  <a:lnTo>
                    <a:pt x="23815" y="7489"/>
                  </a:lnTo>
                  <a:lnTo>
                    <a:pt x="23994" y="7421"/>
                  </a:lnTo>
                  <a:lnTo>
                    <a:pt x="24173" y="7336"/>
                  </a:lnTo>
                  <a:lnTo>
                    <a:pt x="24335" y="7250"/>
                  </a:lnTo>
                  <a:lnTo>
                    <a:pt x="24497" y="7157"/>
                  </a:lnTo>
                  <a:lnTo>
                    <a:pt x="24659" y="7054"/>
                  </a:lnTo>
                  <a:lnTo>
                    <a:pt x="24813" y="6943"/>
                  </a:lnTo>
                  <a:lnTo>
                    <a:pt x="24958" y="6824"/>
                  </a:lnTo>
                  <a:lnTo>
                    <a:pt x="25094" y="6704"/>
                  </a:lnTo>
                  <a:lnTo>
                    <a:pt x="25231" y="6568"/>
                  </a:lnTo>
                  <a:lnTo>
                    <a:pt x="25350" y="6432"/>
                  </a:lnTo>
                  <a:lnTo>
                    <a:pt x="25470" y="6295"/>
                  </a:lnTo>
                  <a:lnTo>
                    <a:pt x="25589" y="6142"/>
                  </a:lnTo>
                  <a:lnTo>
                    <a:pt x="25691" y="5997"/>
                  </a:lnTo>
                  <a:lnTo>
                    <a:pt x="25785" y="5834"/>
                  </a:lnTo>
                  <a:lnTo>
                    <a:pt x="25879" y="5672"/>
                  </a:lnTo>
                  <a:lnTo>
                    <a:pt x="25964" y="5510"/>
                  </a:lnTo>
                  <a:lnTo>
                    <a:pt x="26041" y="5340"/>
                  </a:lnTo>
                  <a:lnTo>
                    <a:pt x="26101" y="5161"/>
                  </a:lnTo>
                  <a:lnTo>
                    <a:pt x="26160" y="4982"/>
                  </a:lnTo>
                  <a:lnTo>
                    <a:pt x="26212" y="4802"/>
                  </a:lnTo>
                  <a:lnTo>
                    <a:pt x="26254" y="4615"/>
                  </a:lnTo>
                  <a:lnTo>
                    <a:pt x="26288" y="4427"/>
                  </a:lnTo>
                  <a:lnTo>
                    <a:pt x="26305" y="4239"/>
                  </a:lnTo>
                  <a:lnTo>
                    <a:pt x="26322" y="4052"/>
                  </a:lnTo>
                  <a:lnTo>
                    <a:pt x="26322" y="3856"/>
                  </a:lnTo>
                  <a:lnTo>
                    <a:pt x="26322" y="3659"/>
                  </a:lnTo>
                  <a:lnTo>
                    <a:pt x="26305" y="3463"/>
                  </a:lnTo>
                  <a:lnTo>
                    <a:pt x="26280" y="3267"/>
                  </a:lnTo>
                  <a:lnTo>
                    <a:pt x="26246" y="3071"/>
                  </a:lnTo>
                  <a:lnTo>
                    <a:pt x="26195" y="2883"/>
                  </a:lnTo>
                  <a:lnTo>
                    <a:pt x="26143" y="2696"/>
                  </a:lnTo>
                  <a:lnTo>
                    <a:pt x="26084" y="2508"/>
                  </a:lnTo>
                  <a:lnTo>
                    <a:pt x="26007" y="2329"/>
                  </a:lnTo>
                  <a:lnTo>
                    <a:pt x="25930" y="2158"/>
                  </a:lnTo>
                  <a:lnTo>
                    <a:pt x="25836" y="1988"/>
                  </a:lnTo>
                  <a:lnTo>
                    <a:pt x="25742" y="1826"/>
                  </a:lnTo>
                  <a:lnTo>
                    <a:pt x="25640" y="1672"/>
                  </a:lnTo>
                  <a:lnTo>
                    <a:pt x="25529" y="1519"/>
                  </a:lnTo>
                  <a:lnTo>
                    <a:pt x="25410" y="1374"/>
                  </a:lnTo>
                  <a:lnTo>
                    <a:pt x="25290" y="1237"/>
                  </a:lnTo>
                  <a:lnTo>
                    <a:pt x="25162" y="1101"/>
                  </a:lnTo>
                  <a:lnTo>
                    <a:pt x="25026" y="973"/>
                  </a:lnTo>
                  <a:lnTo>
                    <a:pt x="24881" y="853"/>
                  </a:lnTo>
                  <a:lnTo>
                    <a:pt x="24736" y="742"/>
                  </a:lnTo>
                  <a:lnTo>
                    <a:pt x="24582" y="640"/>
                  </a:lnTo>
                  <a:lnTo>
                    <a:pt x="24420" y="538"/>
                  </a:lnTo>
                  <a:lnTo>
                    <a:pt x="24258" y="452"/>
                  </a:lnTo>
                  <a:lnTo>
                    <a:pt x="24096" y="367"/>
                  </a:lnTo>
                  <a:lnTo>
                    <a:pt x="23926" y="290"/>
                  </a:lnTo>
                  <a:lnTo>
                    <a:pt x="23747" y="222"/>
                  </a:lnTo>
                  <a:lnTo>
                    <a:pt x="23576" y="162"/>
                  </a:lnTo>
                  <a:lnTo>
                    <a:pt x="23388" y="111"/>
                  </a:lnTo>
                  <a:lnTo>
                    <a:pt x="23209" y="77"/>
                  </a:lnTo>
                  <a:lnTo>
                    <a:pt x="23022" y="43"/>
                  </a:lnTo>
                  <a:lnTo>
                    <a:pt x="22834" y="17"/>
                  </a:lnTo>
                  <a:lnTo>
                    <a:pt x="22638" y="9"/>
                  </a:lnTo>
                  <a:lnTo>
                    <a:pt x="22442" y="0"/>
                  </a:lnTo>
                  <a:close/>
                </a:path>
              </a:pathLst>
            </a:custGeom>
            <a:solidFill>
              <a:srgbClr val="443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1086;p26">
              <a:extLst>
                <a:ext uri="{FF2B5EF4-FFF2-40B4-BE49-F238E27FC236}">
                  <a16:creationId xmlns:a16="http://schemas.microsoft.com/office/drawing/2014/main" id="{C484AA60-7A35-4E46-9632-69A17AC2699A}"/>
                </a:ext>
              </a:extLst>
            </p:cNvPr>
            <p:cNvSpPr/>
            <p:nvPr/>
          </p:nvSpPr>
          <p:spPr>
            <a:xfrm>
              <a:off x="5223950" y="3286200"/>
              <a:ext cx="969400" cy="552075"/>
            </a:xfrm>
            <a:custGeom>
              <a:avLst/>
              <a:gdLst/>
              <a:ahLst/>
              <a:cxnLst/>
              <a:rect l="l" t="t" r="r" b="b"/>
              <a:pathLst>
                <a:path w="38776" h="22083" extrusionOk="0">
                  <a:moveTo>
                    <a:pt x="5997" y="0"/>
                  </a:moveTo>
                  <a:lnTo>
                    <a:pt x="5775" y="17"/>
                  </a:lnTo>
                  <a:lnTo>
                    <a:pt x="5562" y="34"/>
                  </a:lnTo>
                  <a:lnTo>
                    <a:pt x="5349" y="51"/>
                  </a:lnTo>
                  <a:lnTo>
                    <a:pt x="4931" y="111"/>
                  </a:lnTo>
                  <a:lnTo>
                    <a:pt x="4530" y="188"/>
                  </a:lnTo>
                  <a:lnTo>
                    <a:pt x="4154" y="273"/>
                  </a:lnTo>
                  <a:lnTo>
                    <a:pt x="3796" y="367"/>
                  </a:lnTo>
                  <a:lnTo>
                    <a:pt x="3464" y="469"/>
                  </a:lnTo>
                  <a:lnTo>
                    <a:pt x="3148" y="580"/>
                  </a:lnTo>
                  <a:lnTo>
                    <a:pt x="2866" y="691"/>
                  </a:lnTo>
                  <a:lnTo>
                    <a:pt x="2611" y="802"/>
                  </a:lnTo>
                  <a:lnTo>
                    <a:pt x="2380" y="904"/>
                  </a:lnTo>
                  <a:lnTo>
                    <a:pt x="2286" y="955"/>
                  </a:lnTo>
                  <a:lnTo>
                    <a:pt x="2193" y="1015"/>
                  </a:lnTo>
                  <a:lnTo>
                    <a:pt x="2099" y="1075"/>
                  </a:lnTo>
                  <a:lnTo>
                    <a:pt x="1996" y="1152"/>
                  </a:lnTo>
                  <a:lnTo>
                    <a:pt x="1903" y="1228"/>
                  </a:lnTo>
                  <a:lnTo>
                    <a:pt x="1800" y="1322"/>
                  </a:lnTo>
                  <a:lnTo>
                    <a:pt x="1706" y="1416"/>
                  </a:lnTo>
                  <a:lnTo>
                    <a:pt x="1604" y="1518"/>
                  </a:lnTo>
                  <a:lnTo>
                    <a:pt x="1416" y="1740"/>
                  </a:lnTo>
                  <a:lnTo>
                    <a:pt x="1220" y="1996"/>
                  </a:lnTo>
                  <a:lnTo>
                    <a:pt x="1033" y="2277"/>
                  </a:lnTo>
                  <a:lnTo>
                    <a:pt x="862" y="2576"/>
                  </a:lnTo>
                  <a:lnTo>
                    <a:pt x="691" y="2909"/>
                  </a:lnTo>
                  <a:lnTo>
                    <a:pt x="615" y="3079"/>
                  </a:lnTo>
                  <a:lnTo>
                    <a:pt x="538" y="3250"/>
                  </a:lnTo>
                  <a:lnTo>
                    <a:pt x="470" y="3437"/>
                  </a:lnTo>
                  <a:lnTo>
                    <a:pt x="401" y="3617"/>
                  </a:lnTo>
                  <a:lnTo>
                    <a:pt x="342" y="3813"/>
                  </a:lnTo>
                  <a:lnTo>
                    <a:pt x="282" y="4000"/>
                  </a:lnTo>
                  <a:lnTo>
                    <a:pt x="222" y="4205"/>
                  </a:lnTo>
                  <a:lnTo>
                    <a:pt x="180" y="4401"/>
                  </a:lnTo>
                  <a:lnTo>
                    <a:pt x="129" y="4615"/>
                  </a:lnTo>
                  <a:lnTo>
                    <a:pt x="94" y="4819"/>
                  </a:lnTo>
                  <a:lnTo>
                    <a:pt x="60" y="5032"/>
                  </a:lnTo>
                  <a:lnTo>
                    <a:pt x="35" y="5254"/>
                  </a:lnTo>
                  <a:lnTo>
                    <a:pt x="18" y="5476"/>
                  </a:lnTo>
                  <a:lnTo>
                    <a:pt x="1" y="5698"/>
                  </a:lnTo>
                  <a:lnTo>
                    <a:pt x="1" y="5920"/>
                  </a:lnTo>
                  <a:lnTo>
                    <a:pt x="1" y="6150"/>
                  </a:lnTo>
                  <a:lnTo>
                    <a:pt x="9" y="6380"/>
                  </a:lnTo>
                  <a:lnTo>
                    <a:pt x="26" y="6610"/>
                  </a:lnTo>
                  <a:lnTo>
                    <a:pt x="52" y="6849"/>
                  </a:lnTo>
                  <a:lnTo>
                    <a:pt x="86" y="7088"/>
                  </a:lnTo>
                  <a:lnTo>
                    <a:pt x="129" y="7327"/>
                  </a:lnTo>
                  <a:lnTo>
                    <a:pt x="180" y="7566"/>
                  </a:lnTo>
                  <a:lnTo>
                    <a:pt x="239" y="7805"/>
                  </a:lnTo>
                  <a:lnTo>
                    <a:pt x="308" y="8043"/>
                  </a:lnTo>
                  <a:lnTo>
                    <a:pt x="384" y="8291"/>
                  </a:lnTo>
                  <a:lnTo>
                    <a:pt x="478" y="8538"/>
                  </a:lnTo>
                  <a:lnTo>
                    <a:pt x="572" y="8777"/>
                  </a:lnTo>
                  <a:lnTo>
                    <a:pt x="683" y="9024"/>
                  </a:lnTo>
                  <a:lnTo>
                    <a:pt x="811" y="9272"/>
                  </a:lnTo>
                  <a:lnTo>
                    <a:pt x="939" y="9519"/>
                  </a:lnTo>
                  <a:lnTo>
                    <a:pt x="1084" y="9758"/>
                  </a:lnTo>
                  <a:lnTo>
                    <a:pt x="1237" y="10005"/>
                  </a:lnTo>
                  <a:lnTo>
                    <a:pt x="1408" y="10252"/>
                  </a:lnTo>
                  <a:lnTo>
                    <a:pt x="1587" y="10491"/>
                  </a:lnTo>
                  <a:lnTo>
                    <a:pt x="1775" y="10739"/>
                  </a:lnTo>
                  <a:lnTo>
                    <a:pt x="1979" y="10977"/>
                  </a:lnTo>
                  <a:lnTo>
                    <a:pt x="2201" y="11225"/>
                  </a:lnTo>
                  <a:lnTo>
                    <a:pt x="2431" y="11464"/>
                  </a:lnTo>
                  <a:lnTo>
                    <a:pt x="2679" y="11702"/>
                  </a:lnTo>
                  <a:lnTo>
                    <a:pt x="2935" y="11933"/>
                  </a:lnTo>
                  <a:lnTo>
                    <a:pt x="3208" y="12172"/>
                  </a:lnTo>
                  <a:lnTo>
                    <a:pt x="3498" y="12402"/>
                  </a:lnTo>
                  <a:lnTo>
                    <a:pt x="3796" y="12632"/>
                  </a:lnTo>
                  <a:lnTo>
                    <a:pt x="4112" y="12862"/>
                  </a:lnTo>
                  <a:lnTo>
                    <a:pt x="4444" y="13084"/>
                  </a:lnTo>
                  <a:lnTo>
                    <a:pt x="4794" y="13306"/>
                  </a:lnTo>
                  <a:lnTo>
                    <a:pt x="4939" y="13391"/>
                  </a:lnTo>
                  <a:lnTo>
                    <a:pt x="5118" y="13477"/>
                  </a:lnTo>
                  <a:lnTo>
                    <a:pt x="5323" y="13579"/>
                  </a:lnTo>
                  <a:lnTo>
                    <a:pt x="5570" y="13681"/>
                  </a:lnTo>
                  <a:lnTo>
                    <a:pt x="6150" y="13912"/>
                  </a:lnTo>
                  <a:lnTo>
                    <a:pt x="6850" y="14167"/>
                  </a:lnTo>
                  <a:lnTo>
                    <a:pt x="7651" y="14440"/>
                  </a:lnTo>
                  <a:lnTo>
                    <a:pt x="8547" y="14739"/>
                  </a:lnTo>
                  <a:lnTo>
                    <a:pt x="9528" y="15055"/>
                  </a:lnTo>
                  <a:lnTo>
                    <a:pt x="10586" y="15387"/>
                  </a:lnTo>
                  <a:lnTo>
                    <a:pt x="11711" y="15728"/>
                  </a:lnTo>
                  <a:lnTo>
                    <a:pt x="12897" y="16087"/>
                  </a:lnTo>
                  <a:lnTo>
                    <a:pt x="15413" y="16820"/>
                  </a:lnTo>
                  <a:lnTo>
                    <a:pt x="18040" y="17571"/>
                  </a:lnTo>
                  <a:lnTo>
                    <a:pt x="20710" y="18321"/>
                  </a:lnTo>
                  <a:lnTo>
                    <a:pt x="23346" y="19055"/>
                  </a:lnTo>
                  <a:lnTo>
                    <a:pt x="25879" y="19746"/>
                  </a:lnTo>
                  <a:lnTo>
                    <a:pt x="28233" y="20385"/>
                  </a:lnTo>
                  <a:lnTo>
                    <a:pt x="30323" y="20948"/>
                  </a:lnTo>
                  <a:lnTo>
                    <a:pt x="33427" y="21776"/>
                  </a:lnTo>
                  <a:lnTo>
                    <a:pt x="34596" y="22083"/>
                  </a:lnTo>
                  <a:lnTo>
                    <a:pt x="38775" y="9203"/>
                  </a:lnTo>
                  <a:lnTo>
                    <a:pt x="27474" y="5885"/>
                  </a:lnTo>
                  <a:lnTo>
                    <a:pt x="17580" y="2968"/>
                  </a:lnTo>
                  <a:lnTo>
                    <a:pt x="8615" y="316"/>
                  </a:lnTo>
                  <a:lnTo>
                    <a:pt x="8368" y="247"/>
                  </a:lnTo>
                  <a:lnTo>
                    <a:pt x="8121" y="188"/>
                  </a:lnTo>
                  <a:lnTo>
                    <a:pt x="7873" y="137"/>
                  </a:lnTo>
                  <a:lnTo>
                    <a:pt x="7634" y="94"/>
                  </a:lnTo>
                  <a:lnTo>
                    <a:pt x="7396" y="60"/>
                  </a:lnTo>
                  <a:lnTo>
                    <a:pt x="7157" y="34"/>
                  </a:lnTo>
                  <a:lnTo>
                    <a:pt x="6918" y="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1087;p26">
              <a:extLst>
                <a:ext uri="{FF2B5EF4-FFF2-40B4-BE49-F238E27FC236}">
                  <a16:creationId xmlns:a16="http://schemas.microsoft.com/office/drawing/2014/main" id="{463DD238-509D-F3CF-6EC3-C832C2B070F7}"/>
                </a:ext>
              </a:extLst>
            </p:cNvPr>
            <p:cNvSpPr/>
            <p:nvPr/>
          </p:nvSpPr>
          <p:spPr>
            <a:xfrm>
              <a:off x="6439400" y="4435325"/>
              <a:ext cx="436925" cy="237125"/>
            </a:xfrm>
            <a:custGeom>
              <a:avLst/>
              <a:gdLst/>
              <a:ahLst/>
              <a:cxnLst/>
              <a:rect l="l" t="t" r="r" b="b"/>
              <a:pathLst>
                <a:path w="17477" h="9485" extrusionOk="0">
                  <a:moveTo>
                    <a:pt x="2610" y="0"/>
                  </a:moveTo>
                  <a:lnTo>
                    <a:pt x="2397" y="9"/>
                  </a:lnTo>
                  <a:lnTo>
                    <a:pt x="2184" y="26"/>
                  </a:lnTo>
                  <a:lnTo>
                    <a:pt x="1970" y="60"/>
                  </a:lnTo>
                  <a:lnTo>
                    <a:pt x="1766" y="102"/>
                  </a:lnTo>
                  <a:lnTo>
                    <a:pt x="1561" y="154"/>
                  </a:lnTo>
                  <a:lnTo>
                    <a:pt x="1356" y="230"/>
                  </a:lnTo>
                  <a:lnTo>
                    <a:pt x="1169" y="316"/>
                  </a:lnTo>
                  <a:lnTo>
                    <a:pt x="981" y="418"/>
                  </a:lnTo>
                  <a:lnTo>
                    <a:pt x="802" y="537"/>
                  </a:lnTo>
                  <a:lnTo>
                    <a:pt x="623" y="682"/>
                  </a:lnTo>
                  <a:lnTo>
                    <a:pt x="546" y="759"/>
                  </a:lnTo>
                  <a:lnTo>
                    <a:pt x="461" y="844"/>
                  </a:lnTo>
                  <a:lnTo>
                    <a:pt x="350" y="981"/>
                  </a:lnTo>
                  <a:lnTo>
                    <a:pt x="247" y="1109"/>
                  </a:lnTo>
                  <a:lnTo>
                    <a:pt x="171" y="1237"/>
                  </a:lnTo>
                  <a:lnTo>
                    <a:pt x="111" y="1365"/>
                  </a:lnTo>
                  <a:lnTo>
                    <a:pt x="60" y="1484"/>
                  </a:lnTo>
                  <a:lnTo>
                    <a:pt x="34" y="1612"/>
                  </a:lnTo>
                  <a:lnTo>
                    <a:pt x="9" y="1740"/>
                  </a:lnTo>
                  <a:lnTo>
                    <a:pt x="0" y="1868"/>
                  </a:lnTo>
                  <a:lnTo>
                    <a:pt x="9" y="1996"/>
                  </a:lnTo>
                  <a:lnTo>
                    <a:pt x="17" y="2124"/>
                  </a:lnTo>
                  <a:lnTo>
                    <a:pt x="43" y="2260"/>
                  </a:lnTo>
                  <a:lnTo>
                    <a:pt x="77" y="2397"/>
                  </a:lnTo>
                  <a:lnTo>
                    <a:pt x="154" y="2687"/>
                  </a:lnTo>
                  <a:lnTo>
                    <a:pt x="256" y="2994"/>
                  </a:lnTo>
                  <a:lnTo>
                    <a:pt x="341" y="3267"/>
                  </a:lnTo>
                  <a:lnTo>
                    <a:pt x="418" y="3540"/>
                  </a:lnTo>
                  <a:lnTo>
                    <a:pt x="486" y="3813"/>
                  </a:lnTo>
                  <a:lnTo>
                    <a:pt x="546" y="4077"/>
                  </a:lnTo>
                  <a:lnTo>
                    <a:pt x="597" y="4341"/>
                  </a:lnTo>
                  <a:lnTo>
                    <a:pt x="640" y="4606"/>
                  </a:lnTo>
                  <a:lnTo>
                    <a:pt x="674" y="4862"/>
                  </a:lnTo>
                  <a:lnTo>
                    <a:pt x="699" y="5126"/>
                  </a:lnTo>
                  <a:lnTo>
                    <a:pt x="717" y="5391"/>
                  </a:lnTo>
                  <a:lnTo>
                    <a:pt x="734" y="5655"/>
                  </a:lnTo>
                  <a:lnTo>
                    <a:pt x="742" y="5919"/>
                  </a:lnTo>
                  <a:lnTo>
                    <a:pt x="742" y="6192"/>
                  </a:lnTo>
                  <a:lnTo>
                    <a:pt x="734" y="6465"/>
                  </a:lnTo>
                  <a:lnTo>
                    <a:pt x="725" y="6738"/>
                  </a:lnTo>
                  <a:lnTo>
                    <a:pt x="691" y="7301"/>
                  </a:lnTo>
                  <a:lnTo>
                    <a:pt x="682" y="7480"/>
                  </a:lnTo>
                  <a:lnTo>
                    <a:pt x="682" y="7659"/>
                  </a:lnTo>
                  <a:lnTo>
                    <a:pt x="691" y="7830"/>
                  </a:lnTo>
                  <a:lnTo>
                    <a:pt x="725" y="8009"/>
                  </a:lnTo>
                  <a:lnTo>
                    <a:pt x="768" y="8171"/>
                  </a:lnTo>
                  <a:lnTo>
                    <a:pt x="793" y="8256"/>
                  </a:lnTo>
                  <a:lnTo>
                    <a:pt x="827" y="8333"/>
                  </a:lnTo>
                  <a:lnTo>
                    <a:pt x="870" y="8410"/>
                  </a:lnTo>
                  <a:lnTo>
                    <a:pt x="913" y="8487"/>
                  </a:lnTo>
                  <a:lnTo>
                    <a:pt x="964" y="8555"/>
                  </a:lnTo>
                  <a:lnTo>
                    <a:pt x="1015" y="8623"/>
                  </a:lnTo>
                  <a:lnTo>
                    <a:pt x="1083" y="8691"/>
                  </a:lnTo>
                  <a:lnTo>
                    <a:pt x="1160" y="8760"/>
                  </a:lnTo>
                  <a:lnTo>
                    <a:pt x="1245" y="8819"/>
                  </a:lnTo>
                  <a:lnTo>
                    <a:pt x="1339" y="8871"/>
                  </a:lnTo>
                  <a:lnTo>
                    <a:pt x="1424" y="8922"/>
                  </a:lnTo>
                  <a:lnTo>
                    <a:pt x="1510" y="8956"/>
                  </a:lnTo>
                  <a:lnTo>
                    <a:pt x="1612" y="8999"/>
                  </a:lnTo>
                  <a:lnTo>
                    <a:pt x="1706" y="9024"/>
                  </a:lnTo>
                  <a:lnTo>
                    <a:pt x="1911" y="9075"/>
                  </a:lnTo>
                  <a:lnTo>
                    <a:pt x="2132" y="9118"/>
                  </a:lnTo>
                  <a:lnTo>
                    <a:pt x="2354" y="9144"/>
                  </a:lnTo>
                  <a:lnTo>
                    <a:pt x="2593" y="9152"/>
                  </a:lnTo>
                  <a:lnTo>
                    <a:pt x="2832" y="9161"/>
                  </a:lnTo>
                  <a:lnTo>
                    <a:pt x="3071" y="9161"/>
                  </a:lnTo>
                  <a:lnTo>
                    <a:pt x="3548" y="9144"/>
                  </a:lnTo>
                  <a:lnTo>
                    <a:pt x="4000" y="9118"/>
                  </a:lnTo>
                  <a:lnTo>
                    <a:pt x="4427" y="9101"/>
                  </a:lnTo>
                  <a:lnTo>
                    <a:pt x="4614" y="9092"/>
                  </a:lnTo>
                  <a:lnTo>
                    <a:pt x="4794" y="9101"/>
                  </a:lnTo>
                  <a:lnTo>
                    <a:pt x="5365" y="9126"/>
                  </a:lnTo>
                  <a:lnTo>
                    <a:pt x="5928" y="9161"/>
                  </a:lnTo>
                  <a:lnTo>
                    <a:pt x="7071" y="9246"/>
                  </a:lnTo>
                  <a:lnTo>
                    <a:pt x="8214" y="9314"/>
                  </a:lnTo>
                  <a:lnTo>
                    <a:pt x="8785" y="9340"/>
                  </a:lnTo>
                  <a:lnTo>
                    <a:pt x="9357" y="9365"/>
                  </a:lnTo>
                  <a:lnTo>
                    <a:pt x="10432" y="9382"/>
                  </a:lnTo>
                  <a:lnTo>
                    <a:pt x="11498" y="9399"/>
                  </a:lnTo>
                  <a:lnTo>
                    <a:pt x="12564" y="9416"/>
                  </a:lnTo>
                  <a:lnTo>
                    <a:pt x="13630" y="9425"/>
                  </a:lnTo>
                  <a:lnTo>
                    <a:pt x="14108" y="9434"/>
                  </a:lnTo>
                  <a:lnTo>
                    <a:pt x="14594" y="9459"/>
                  </a:lnTo>
                  <a:lnTo>
                    <a:pt x="15097" y="9476"/>
                  </a:lnTo>
                  <a:lnTo>
                    <a:pt x="15353" y="9485"/>
                  </a:lnTo>
                  <a:lnTo>
                    <a:pt x="15848" y="9485"/>
                  </a:lnTo>
                  <a:lnTo>
                    <a:pt x="16104" y="9468"/>
                  </a:lnTo>
                  <a:lnTo>
                    <a:pt x="16342" y="9442"/>
                  </a:lnTo>
                  <a:lnTo>
                    <a:pt x="16581" y="9408"/>
                  </a:lnTo>
                  <a:lnTo>
                    <a:pt x="16820" y="9357"/>
                  </a:lnTo>
                  <a:lnTo>
                    <a:pt x="17042" y="9289"/>
                  </a:lnTo>
                  <a:lnTo>
                    <a:pt x="17264" y="9212"/>
                  </a:lnTo>
                  <a:lnTo>
                    <a:pt x="17374" y="9161"/>
                  </a:lnTo>
                  <a:lnTo>
                    <a:pt x="17477" y="9109"/>
                  </a:lnTo>
                  <a:lnTo>
                    <a:pt x="17417" y="8981"/>
                  </a:lnTo>
                  <a:lnTo>
                    <a:pt x="17357" y="8854"/>
                  </a:lnTo>
                  <a:lnTo>
                    <a:pt x="17289" y="8734"/>
                  </a:lnTo>
                  <a:lnTo>
                    <a:pt x="17221" y="8615"/>
                  </a:lnTo>
                  <a:lnTo>
                    <a:pt x="17144" y="8504"/>
                  </a:lnTo>
                  <a:lnTo>
                    <a:pt x="17059" y="8393"/>
                  </a:lnTo>
                  <a:lnTo>
                    <a:pt x="16974" y="8282"/>
                  </a:lnTo>
                  <a:lnTo>
                    <a:pt x="16880" y="8180"/>
                  </a:lnTo>
                  <a:lnTo>
                    <a:pt x="16684" y="7984"/>
                  </a:lnTo>
                  <a:lnTo>
                    <a:pt x="16479" y="7804"/>
                  </a:lnTo>
                  <a:lnTo>
                    <a:pt x="16257" y="7625"/>
                  </a:lnTo>
                  <a:lnTo>
                    <a:pt x="16027" y="7463"/>
                  </a:lnTo>
                  <a:lnTo>
                    <a:pt x="15779" y="7310"/>
                  </a:lnTo>
                  <a:lnTo>
                    <a:pt x="15532" y="7165"/>
                  </a:lnTo>
                  <a:lnTo>
                    <a:pt x="15276" y="7028"/>
                  </a:lnTo>
                  <a:lnTo>
                    <a:pt x="15012" y="6892"/>
                  </a:lnTo>
                  <a:lnTo>
                    <a:pt x="14483" y="6636"/>
                  </a:lnTo>
                  <a:lnTo>
                    <a:pt x="13963" y="6397"/>
                  </a:lnTo>
                  <a:lnTo>
                    <a:pt x="13459" y="6167"/>
                  </a:lnTo>
                  <a:lnTo>
                    <a:pt x="12965" y="5928"/>
                  </a:lnTo>
                  <a:lnTo>
                    <a:pt x="12479" y="5672"/>
                  </a:lnTo>
                  <a:lnTo>
                    <a:pt x="11992" y="5416"/>
                  </a:lnTo>
                  <a:lnTo>
                    <a:pt x="11506" y="5152"/>
                  </a:lnTo>
                  <a:lnTo>
                    <a:pt x="11037" y="4879"/>
                  </a:lnTo>
                  <a:lnTo>
                    <a:pt x="10559" y="4589"/>
                  </a:lnTo>
                  <a:lnTo>
                    <a:pt x="10090" y="4299"/>
                  </a:lnTo>
                  <a:lnTo>
                    <a:pt x="9630" y="4000"/>
                  </a:lnTo>
                  <a:lnTo>
                    <a:pt x="9178" y="3693"/>
                  </a:lnTo>
                  <a:lnTo>
                    <a:pt x="8726" y="3386"/>
                  </a:lnTo>
                  <a:lnTo>
                    <a:pt x="8274" y="3062"/>
                  </a:lnTo>
                  <a:lnTo>
                    <a:pt x="7839" y="2729"/>
                  </a:lnTo>
                  <a:lnTo>
                    <a:pt x="7404" y="2397"/>
                  </a:lnTo>
                  <a:lnTo>
                    <a:pt x="6969" y="2047"/>
                  </a:lnTo>
                  <a:lnTo>
                    <a:pt x="6551" y="1697"/>
                  </a:lnTo>
                  <a:lnTo>
                    <a:pt x="5868" y="1117"/>
                  </a:lnTo>
                  <a:lnTo>
                    <a:pt x="5553" y="861"/>
                  </a:lnTo>
                  <a:lnTo>
                    <a:pt x="5399" y="742"/>
                  </a:lnTo>
                  <a:lnTo>
                    <a:pt x="5237" y="631"/>
                  </a:lnTo>
                  <a:lnTo>
                    <a:pt x="5084" y="529"/>
                  </a:lnTo>
                  <a:lnTo>
                    <a:pt x="4913" y="435"/>
                  </a:lnTo>
                  <a:lnTo>
                    <a:pt x="4742" y="350"/>
                  </a:lnTo>
                  <a:lnTo>
                    <a:pt x="4555" y="273"/>
                  </a:lnTo>
                  <a:lnTo>
                    <a:pt x="4367" y="213"/>
                  </a:lnTo>
                  <a:lnTo>
                    <a:pt x="4154" y="154"/>
                  </a:lnTo>
                  <a:lnTo>
                    <a:pt x="3941" y="102"/>
                  </a:lnTo>
                  <a:lnTo>
                    <a:pt x="3702" y="68"/>
                  </a:lnTo>
                  <a:lnTo>
                    <a:pt x="3480" y="43"/>
                  </a:lnTo>
                  <a:lnTo>
                    <a:pt x="3267" y="17"/>
                  </a:lnTo>
                  <a:lnTo>
                    <a:pt x="3045" y="9"/>
                  </a:lnTo>
                  <a:lnTo>
                    <a:pt x="283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1088;p26">
              <a:extLst>
                <a:ext uri="{FF2B5EF4-FFF2-40B4-BE49-F238E27FC236}">
                  <a16:creationId xmlns:a16="http://schemas.microsoft.com/office/drawing/2014/main" id="{7C95A13E-EF3D-48E7-FC07-DFEE1C090F6A}"/>
                </a:ext>
              </a:extLst>
            </p:cNvPr>
            <p:cNvSpPr/>
            <p:nvPr/>
          </p:nvSpPr>
          <p:spPr>
            <a:xfrm>
              <a:off x="6411025" y="4646625"/>
              <a:ext cx="509025" cy="46300"/>
            </a:xfrm>
            <a:custGeom>
              <a:avLst/>
              <a:gdLst/>
              <a:ahLst/>
              <a:cxnLst/>
              <a:rect l="l" t="t" r="r" b="b"/>
              <a:pathLst>
                <a:path w="20361" h="1852" extrusionOk="0">
                  <a:moveTo>
                    <a:pt x="922" y="1"/>
                  </a:moveTo>
                  <a:lnTo>
                    <a:pt x="828" y="9"/>
                  </a:lnTo>
                  <a:lnTo>
                    <a:pt x="734" y="26"/>
                  </a:lnTo>
                  <a:lnTo>
                    <a:pt x="649" y="43"/>
                  </a:lnTo>
                  <a:lnTo>
                    <a:pt x="564" y="77"/>
                  </a:lnTo>
                  <a:lnTo>
                    <a:pt x="487" y="112"/>
                  </a:lnTo>
                  <a:lnTo>
                    <a:pt x="410" y="163"/>
                  </a:lnTo>
                  <a:lnTo>
                    <a:pt x="333" y="214"/>
                  </a:lnTo>
                  <a:lnTo>
                    <a:pt x="274" y="274"/>
                  </a:lnTo>
                  <a:lnTo>
                    <a:pt x="214" y="342"/>
                  </a:lnTo>
                  <a:lnTo>
                    <a:pt x="163" y="410"/>
                  </a:lnTo>
                  <a:lnTo>
                    <a:pt x="112" y="487"/>
                  </a:lnTo>
                  <a:lnTo>
                    <a:pt x="77" y="564"/>
                  </a:lnTo>
                  <a:lnTo>
                    <a:pt x="43" y="649"/>
                  </a:lnTo>
                  <a:lnTo>
                    <a:pt x="18" y="743"/>
                  </a:lnTo>
                  <a:lnTo>
                    <a:pt x="9" y="828"/>
                  </a:lnTo>
                  <a:lnTo>
                    <a:pt x="1" y="930"/>
                  </a:lnTo>
                  <a:lnTo>
                    <a:pt x="9" y="1024"/>
                  </a:lnTo>
                  <a:lnTo>
                    <a:pt x="18" y="1109"/>
                  </a:lnTo>
                  <a:lnTo>
                    <a:pt x="43" y="1203"/>
                  </a:lnTo>
                  <a:lnTo>
                    <a:pt x="77" y="1289"/>
                  </a:lnTo>
                  <a:lnTo>
                    <a:pt x="112" y="1365"/>
                  </a:lnTo>
                  <a:lnTo>
                    <a:pt x="163" y="1442"/>
                  </a:lnTo>
                  <a:lnTo>
                    <a:pt x="214" y="1510"/>
                  </a:lnTo>
                  <a:lnTo>
                    <a:pt x="274" y="1579"/>
                  </a:lnTo>
                  <a:lnTo>
                    <a:pt x="333" y="1638"/>
                  </a:lnTo>
                  <a:lnTo>
                    <a:pt x="410" y="1689"/>
                  </a:lnTo>
                  <a:lnTo>
                    <a:pt x="487" y="1741"/>
                  </a:lnTo>
                  <a:lnTo>
                    <a:pt x="564" y="1775"/>
                  </a:lnTo>
                  <a:lnTo>
                    <a:pt x="649" y="1809"/>
                  </a:lnTo>
                  <a:lnTo>
                    <a:pt x="734" y="1826"/>
                  </a:lnTo>
                  <a:lnTo>
                    <a:pt x="828" y="1843"/>
                  </a:lnTo>
                  <a:lnTo>
                    <a:pt x="922" y="1852"/>
                  </a:lnTo>
                  <a:lnTo>
                    <a:pt x="19439" y="1852"/>
                  </a:lnTo>
                  <a:lnTo>
                    <a:pt x="19533" y="1843"/>
                  </a:lnTo>
                  <a:lnTo>
                    <a:pt x="19627" y="1826"/>
                  </a:lnTo>
                  <a:lnTo>
                    <a:pt x="19712" y="1809"/>
                  </a:lnTo>
                  <a:lnTo>
                    <a:pt x="19797" y="1775"/>
                  </a:lnTo>
                  <a:lnTo>
                    <a:pt x="19883" y="1741"/>
                  </a:lnTo>
                  <a:lnTo>
                    <a:pt x="19951" y="1689"/>
                  </a:lnTo>
                  <a:lnTo>
                    <a:pt x="20028" y="1638"/>
                  </a:lnTo>
                  <a:lnTo>
                    <a:pt x="20087" y="1579"/>
                  </a:lnTo>
                  <a:lnTo>
                    <a:pt x="20147" y="1510"/>
                  </a:lnTo>
                  <a:lnTo>
                    <a:pt x="20207" y="1442"/>
                  </a:lnTo>
                  <a:lnTo>
                    <a:pt x="20249" y="1365"/>
                  </a:lnTo>
                  <a:lnTo>
                    <a:pt x="20292" y="1289"/>
                  </a:lnTo>
                  <a:lnTo>
                    <a:pt x="20318" y="1203"/>
                  </a:lnTo>
                  <a:lnTo>
                    <a:pt x="20343" y="1109"/>
                  </a:lnTo>
                  <a:lnTo>
                    <a:pt x="20360" y="1024"/>
                  </a:lnTo>
                  <a:lnTo>
                    <a:pt x="20360" y="930"/>
                  </a:lnTo>
                  <a:lnTo>
                    <a:pt x="20360" y="828"/>
                  </a:lnTo>
                  <a:lnTo>
                    <a:pt x="20343" y="743"/>
                  </a:lnTo>
                  <a:lnTo>
                    <a:pt x="20318" y="649"/>
                  </a:lnTo>
                  <a:lnTo>
                    <a:pt x="20292" y="564"/>
                  </a:lnTo>
                  <a:lnTo>
                    <a:pt x="20249" y="487"/>
                  </a:lnTo>
                  <a:lnTo>
                    <a:pt x="20207" y="410"/>
                  </a:lnTo>
                  <a:lnTo>
                    <a:pt x="20147" y="342"/>
                  </a:lnTo>
                  <a:lnTo>
                    <a:pt x="20087" y="274"/>
                  </a:lnTo>
                  <a:lnTo>
                    <a:pt x="20028" y="214"/>
                  </a:lnTo>
                  <a:lnTo>
                    <a:pt x="19951" y="163"/>
                  </a:lnTo>
                  <a:lnTo>
                    <a:pt x="19883" y="112"/>
                  </a:lnTo>
                  <a:lnTo>
                    <a:pt x="19797" y="77"/>
                  </a:lnTo>
                  <a:lnTo>
                    <a:pt x="19712" y="43"/>
                  </a:lnTo>
                  <a:lnTo>
                    <a:pt x="19627" y="26"/>
                  </a:lnTo>
                  <a:lnTo>
                    <a:pt x="19533" y="9"/>
                  </a:lnTo>
                  <a:lnTo>
                    <a:pt x="19439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1089;p26">
              <a:extLst>
                <a:ext uri="{FF2B5EF4-FFF2-40B4-BE49-F238E27FC236}">
                  <a16:creationId xmlns:a16="http://schemas.microsoft.com/office/drawing/2014/main" id="{6348EDDD-A29C-EC2C-12CC-FCAA0DDB39A3}"/>
                </a:ext>
              </a:extLst>
            </p:cNvPr>
            <p:cNvSpPr/>
            <p:nvPr/>
          </p:nvSpPr>
          <p:spPr>
            <a:xfrm>
              <a:off x="6730450" y="4552800"/>
              <a:ext cx="160600" cy="112825"/>
            </a:xfrm>
            <a:custGeom>
              <a:avLst/>
              <a:gdLst/>
              <a:ahLst/>
              <a:cxnLst/>
              <a:rect l="l" t="t" r="r" b="b"/>
              <a:pathLst>
                <a:path w="6424" h="4513" extrusionOk="0">
                  <a:moveTo>
                    <a:pt x="1" y="1"/>
                  </a:moveTo>
                  <a:lnTo>
                    <a:pt x="1" y="4513"/>
                  </a:lnTo>
                  <a:lnTo>
                    <a:pt x="6423" y="4513"/>
                  </a:lnTo>
                  <a:lnTo>
                    <a:pt x="6423" y="4282"/>
                  </a:lnTo>
                  <a:lnTo>
                    <a:pt x="6406" y="4052"/>
                  </a:lnTo>
                  <a:lnTo>
                    <a:pt x="6372" y="3830"/>
                  </a:lnTo>
                  <a:lnTo>
                    <a:pt x="6338" y="3609"/>
                  </a:lnTo>
                  <a:lnTo>
                    <a:pt x="6287" y="3387"/>
                  </a:lnTo>
                  <a:lnTo>
                    <a:pt x="6227" y="3174"/>
                  </a:lnTo>
                  <a:lnTo>
                    <a:pt x="6150" y="2960"/>
                  </a:lnTo>
                  <a:lnTo>
                    <a:pt x="6074" y="2756"/>
                  </a:lnTo>
                  <a:lnTo>
                    <a:pt x="5980" y="2560"/>
                  </a:lnTo>
                  <a:lnTo>
                    <a:pt x="5877" y="2363"/>
                  </a:lnTo>
                  <a:lnTo>
                    <a:pt x="5775" y="2176"/>
                  </a:lnTo>
                  <a:lnTo>
                    <a:pt x="5656" y="1988"/>
                  </a:lnTo>
                  <a:lnTo>
                    <a:pt x="5528" y="1817"/>
                  </a:lnTo>
                  <a:lnTo>
                    <a:pt x="5391" y="1647"/>
                  </a:lnTo>
                  <a:lnTo>
                    <a:pt x="5255" y="1476"/>
                  </a:lnTo>
                  <a:lnTo>
                    <a:pt x="5101" y="1323"/>
                  </a:lnTo>
                  <a:lnTo>
                    <a:pt x="4948" y="1169"/>
                  </a:lnTo>
                  <a:lnTo>
                    <a:pt x="4786" y="1033"/>
                  </a:lnTo>
                  <a:lnTo>
                    <a:pt x="4615" y="896"/>
                  </a:lnTo>
                  <a:lnTo>
                    <a:pt x="4436" y="768"/>
                  </a:lnTo>
                  <a:lnTo>
                    <a:pt x="4248" y="657"/>
                  </a:lnTo>
                  <a:lnTo>
                    <a:pt x="4061" y="547"/>
                  </a:lnTo>
                  <a:lnTo>
                    <a:pt x="3865" y="444"/>
                  </a:lnTo>
                  <a:lnTo>
                    <a:pt x="3668" y="350"/>
                  </a:lnTo>
                  <a:lnTo>
                    <a:pt x="3464" y="274"/>
                  </a:lnTo>
                  <a:lnTo>
                    <a:pt x="3250" y="205"/>
                  </a:lnTo>
                  <a:lnTo>
                    <a:pt x="3037" y="146"/>
                  </a:lnTo>
                  <a:lnTo>
                    <a:pt x="2824" y="95"/>
                  </a:lnTo>
                  <a:lnTo>
                    <a:pt x="2594" y="52"/>
                  </a:lnTo>
                  <a:lnTo>
                    <a:pt x="2372" y="26"/>
                  </a:lnTo>
                  <a:lnTo>
                    <a:pt x="2142" y="9"/>
                  </a:lnTo>
                  <a:lnTo>
                    <a:pt x="1911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1090;p26">
              <a:extLst>
                <a:ext uri="{FF2B5EF4-FFF2-40B4-BE49-F238E27FC236}">
                  <a16:creationId xmlns:a16="http://schemas.microsoft.com/office/drawing/2014/main" id="{1A1FE0C4-4DC2-7BC6-411B-17E34CC9B243}"/>
                </a:ext>
              </a:extLst>
            </p:cNvPr>
            <p:cNvSpPr/>
            <p:nvPr/>
          </p:nvSpPr>
          <p:spPr>
            <a:xfrm>
              <a:off x="5956850" y="3505400"/>
              <a:ext cx="671075" cy="1037400"/>
            </a:xfrm>
            <a:custGeom>
              <a:avLst/>
              <a:gdLst/>
              <a:ahLst/>
              <a:cxnLst/>
              <a:rect l="l" t="t" r="r" b="b"/>
              <a:pathLst>
                <a:path w="26843" h="41496" extrusionOk="0">
                  <a:moveTo>
                    <a:pt x="7071" y="0"/>
                  </a:moveTo>
                  <a:lnTo>
                    <a:pt x="6866" y="9"/>
                  </a:lnTo>
                  <a:lnTo>
                    <a:pt x="6662" y="17"/>
                  </a:lnTo>
                  <a:lnTo>
                    <a:pt x="6457" y="26"/>
                  </a:lnTo>
                  <a:lnTo>
                    <a:pt x="6252" y="52"/>
                  </a:lnTo>
                  <a:lnTo>
                    <a:pt x="6047" y="77"/>
                  </a:lnTo>
                  <a:lnTo>
                    <a:pt x="5843" y="103"/>
                  </a:lnTo>
                  <a:lnTo>
                    <a:pt x="5638" y="145"/>
                  </a:lnTo>
                  <a:lnTo>
                    <a:pt x="5433" y="188"/>
                  </a:lnTo>
                  <a:lnTo>
                    <a:pt x="5229" y="231"/>
                  </a:lnTo>
                  <a:lnTo>
                    <a:pt x="5032" y="290"/>
                  </a:lnTo>
                  <a:lnTo>
                    <a:pt x="4828" y="350"/>
                  </a:lnTo>
                  <a:lnTo>
                    <a:pt x="4623" y="418"/>
                  </a:lnTo>
                  <a:lnTo>
                    <a:pt x="4427" y="495"/>
                  </a:lnTo>
                  <a:lnTo>
                    <a:pt x="4222" y="572"/>
                  </a:lnTo>
                  <a:lnTo>
                    <a:pt x="4026" y="657"/>
                  </a:lnTo>
                  <a:lnTo>
                    <a:pt x="3830" y="751"/>
                  </a:lnTo>
                  <a:lnTo>
                    <a:pt x="3634" y="853"/>
                  </a:lnTo>
                  <a:lnTo>
                    <a:pt x="3446" y="956"/>
                  </a:lnTo>
                  <a:lnTo>
                    <a:pt x="3250" y="1067"/>
                  </a:lnTo>
                  <a:lnTo>
                    <a:pt x="3071" y="1186"/>
                  </a:lnTo>
                  <a:lnTo>
                    <a:pt x="2892" y="1305"/>
                  </a:lnTo>
                  <a:lnTo>
                    <a:pt x="2712" y="1425"/>
                  </a:lnTo>
                  <a:lnTo>
                    <a:pt x="2550" y="1553"/>
                  </a:lnTo>
                  <a:lnTo>
                    <a:pt x="2388" y="1681"/>
                  </a:lnTo>
                  <a:lnTo>
                    <a:pt x="2226" y="1809"/>
                  </a:lnTo>
                  <a:lnTo>
                    <a:pt x="2081" y="1945"/>
                  </a:lnTo>
                  <a:lnTo>
                    <a:pt x="1936" y="2090"/>
                  </a:lnTo>
                  <a:lnTo>
                    <a:pt x="1791" y="2227"/>
                  </a:lnTo>
                  <a:lnTo>
                    <a:pt x="1663" y="2372"/>
                  </a:lnTo>
                  <a:lnTo>
                    <a:pt x="1527" y="2525"/>
                  </a:lnTo>
                  <a:lnTo>
                    <a:pt x="1407" y="2670"/>
                  </a:lnTo>
                  <a:lnTo>
                    <a:pt x="1288" y="2824"/>
                  </a:lnTo>
                  <a:lnTo>
                    <a:pt x="1177" y="2986"/>
                  </a:lnTo>
                  <a:lnTo>
                    <a:pt x="1066" y="3139"/>
                  </a:lnTo>
                  <a:lnTo>
                    <a:pt x="972" y="3301"/>
                  </a:lnTo>
                  <a:lnTo>
                    <a:pt x="870" y="3463"/>
                  </a:lnTo>
                  <a:lnTo>
                    <a:pt x="776" y="3634"/>
                  </a:lnTo>
                  <a:lnTo>
                    <a:pt x="691" y="3796"/>
                  </a:lnTo>
                  <a:lnTo>
                    <a:pt x="614" y="3967"/>
                  </a:lnTo>
                  <a:lnTo>
                    <a:pt x="537" y="4137"/>
                  </a:lnTo>
                  <a:lnTo>
                    <a:pt x="469" y="4316"/>
                  </a:lnTo>
                  <a:lnTo>
                    <a:pt x="401" y="4495"/>
                  </a:lnTo>
                  <a:lnTo>
                    <a:pt x="341" y="4666"/>
                  </a:lnTo>
                  <a:lnTo>
                    <a:pt x="282" y="4845"/>
                  </a:lnTo>
                  <a:lnTo>
                    <a:pt x="239" y="5033"/>
                  </a:lnTo>
                  <a:lnTo>
                    <a:pt x="188" y="5212"/>
                  </a:lnTo>
                  <a:lnTo>
                    <a:pt x="145" y="5399"/>
                  </a:lnTo>
                  <a:lnTo>
                    <a:pt x="85" y="5775"/>
                  </a:lnTo>
                  <a:lnTo>
                    <a:pt x="34" y="6150"/>
                  </a:lnTo>
                  <a:lnTo>
                    <a:pt x="9" y="6534"/>
                  </a:lnTo>
                  <a:lnTo>
                    <a:pt x="0" y="6926"/>
                  </a:lnTo>
                  <a:lnTo>
                    <a:pt x="9" y="7310"/>
                  </a:lnTo>
                  <a:lnTo>
                    <a:pt x="34" y="7702"/>
                  </a:lnTo>
                  <a:lnTo>
                    <a:pt x="77" y="8103"/>
                  </a:lnTo>
                  <a:lnTo>
                    <a:pt x="137" y="8496"/>
                  </a:lnTo>
                  <a:lnTo>
                    <a:pt x="222" y="8896"/>
                  </a:lnTo>
                  <a:lnTo>
                    <a:pt x="316" y="9289"/>
                  </a:lnTo>
                  <a:lnTo>
                    <a:pt x="427" y="9690"/>
                  </a:lnTo>
                  <a:lnTo>
                    <a:pt x="563" y="10082"/>
                  </a:lnTo>
                  <a:lnTo>
                    <a:pt x="708" y="10474"/>
                  </a:lnTo>
                  <a:lnTo>
                    <a:pt x="870" y="10867"/>
                  </a:lnTo>
                  <a:lnTo>
                    <a:pt x="1049" y="11259"/>
                  </a:lnTo>
                  <a:lnTo>
                    <a:pt x="1245" y="11643"/>
                  </a:lnTo>
                  <a:lnTo>
                    <a:pt x="1450" y="12018"/>
                  </a:lnTo>
                  <a:lnTo>
                    <a:pt x="1680" y="12394"/>
                  </a:lnTo>
                  <a:lnTo>
                    <a:pt x="2371" y="13519"/>
                  </a:lnTo>
                  <a:lnTo>
                    <a:pt x="3216" y="14935"/>
                  </a:lnTo>
                  <a:lnTo>
                    <a:pt x="4214" y="16607"/>
                  </a:lnTo>
                  <a:lnTo>
                    <a:pt x="5322" y="18484"/>
                  </a:lnTo>
                  <a:lnTo>
                    <a:pt x="6517" y="20531"/>
                  </a:lnTo>
                  <a:lnTo>
                    <a:pt x="7779" y="22697"/>
                  </a:lnTo>
                  <a:lnTo>
                    <a:pt x="10397" y="27226"/>
                  </a:lnTo>
                  <a:lnTo>
                    <a:pt x="12973" y="31721"/>
                  </a:lnTo>
                  <a:lnTo>
                    <a:pt x="15310" y="35832"/>
                  </a:lnTo>
                  <a:lnTo>
                    <a:pt x="16325" y="37632"/>
                  </a:lnTo>
                  <a:lnTo>
                    <a:pt x="17204" y="39201"/>
                  </a:lnTo>
                  <a:lnTo>
                    <a:pt x="17929" y="40506"/>
                  </a:lnTo>
                  <a:lnTo>
                    <a:pt x="18466" y="41496"/>
                  </a:lnTo>
                  <a:lnTo>
                    <a:pt x="19089" y="41393"/>
                  </a:lnTo>
                  <a:lnTo>
                    <a:pt x="19694" y="41283"/>
                  </a:lnTo>
                  <a:lnTo>
                    <a:pt x="20291" y="41155"/>
                  </a:lnTo>
                  <a:lnTo>
                    <a:pt x="20863" y="41018"/>
                  </a:lnTo>
                  <a:lnTo>
                    <a:pt x="21144" y="40941"/>
                  </a:lnTo>
                  <a:lnTo>
                    <a:pt x="21426" y="40856"/>
                  </a:lnTo>
                  <a:lnTo>
                    <a:pt x="21707" y="40771"/>
                  </a:lnTo>
                  <a:lnTo>
                    <a:pt x="21972" y="40677"/>
                  </a:lnTo>
                  <a:lnTo>
                    <a:pt x="22245" y="40583"/>
                  </a:lnTo>
                  <a:lnTo>
                    <a:pt x="22509" y="40481"/>
                  </a:lnTo>
                  <a:lnTo>
                    <a:pt x="22774" y="40370"/>
                  </a:lnTo>
                  <a:lnTo>
                    <a:pt x="23029" y="40259"/>
                  </a:lnTo>
                  <a:lnTo>
                    <a:pt x="23285" y="40140"/>
                  </a:lnTo>
                  <a:lnTo>
                    <a:pt x="23541" y="40012"/>
                  </a:lnTo>
                  <a:lnTo>
                    <a:pt x="23797" y="39884"/>
                  </a:lnTo>
                  <a:lnTo>
                    <a:pt x="24044" y="39739"/>
                  </a:lnTo>
                  <a:lnTo>
                    <a:pt x="24292" y="39594"/>
                  </a:lnTo>
                  <a:lnTo>
                    <a:pt x="24531" y="39449"/>
                  </a:lnTo>
                  <a:lnTo>
                    <a:pt x="24769" y="39287"/>
                  </a:lnTo>
                  <a:lnTo>
                    <a:pt x="25008" y="39125"/>
                  </a:lnTo>
                  <a:lnTo>
                    <a:pt x="25247" y="38946"/>
                  </a:lnTo>
                  <a:lnTo>
                    <a:pt x="25477" y="38766"/>
                  </a:lnTo>
                  <a:lnTo>
                    <a:pt x="25708" y="38579"/>
                  </a:lnTo>
                  <a:lnTo>
                    <a:pt x="25938" y="38383"/>
                  </a:lnTo>
                  <a:lnTo>
                    <a:pt x="26168" y="38178"/>
                  </a:lnTo>
                  <a:lnTo>
                    <a:pt x="26390" y="37965"/>
                  </a:lnTo>
                  <a:lnTo>
                    <a:pt x="26620" y="37743"/>
                  </a:lnTo>
                  <a:lnTo>
                    <a:pt x="26842" y="37521"/>
                  </a:lnTo>
                  <a:lnTo>
                    <a:pt x="25836" y="35022"/>
                  </a:lnTo>
                  <a:lnTo>
                    <a:pt x="24300" y="31226"/>
                  </a:lnTo>
                  <a:lnTo>
                    <a:pt x="22424" y="26569"/>
                  </a:lnTo>
                  <a:lnTo>
                    <a:pt x="20368" y="21469"/>
                  </a:lnTo>
                  <a:lnTo>
                    <a:pt x="19336" y="18884"/>
                  </a:lnTo>
                  <a:lnTo>
                    <a:pt x="18330" y="16343"/>
                  </a:lnTo>
                  <a:lnTo>
                    <a:pt x="17366" y="13912"/>
                  </a:lnTo>
                  <a:lnTo>
                    <a:pt x="16479" y="11634"/>
                  </a:lnTo>
                  <a:lnTo>
                    <a:pt x="15677" y="9562"/>
                  </a:lnTo>
                  <a:lnTo>
                    <a:pt x="15003" y="7754"/>
                  </a:lnTo>
                  <a:lnTo>
                    <a:pt x="14705" y="6960"/>
                  </a:lnTo>
                  <a:lnTo>
                    <a:pt x="14457" y="6261"/>
                  </a:lnTo>
                  <a:lnTo>
                    <a:pt x="14244" y="5647"/>
                  </a:lnTo>
                  <a:lnTo>
                    <a:pt x="14074" y="5127"/>
                  </a:lnTo>
                  <a:lnTo>
                    <a:pt x="13997" y="4922"/>
                  </a:lnTo>
                  <a:lnTo>
                    <a:pt x="13929" y="4709"/>
                  </a:lnTo>
                  <a:lnTo>
                    <a:pt x="13843" y="4512"/>
                  </a:lnTo>
                  <a:lnTo>
                    <a:pt x="13758" y="4308"/>
                  </a:lnTo>
                  <a:lnTo>
                    <a:pt x="13664" y="4112"/>
                  </a:lnTo>
                  <a:lnTo>
                    <a:pt x="13570" y="3924"/>
                  </a:lnTo>
                  <a:lnTo>
                    <a:pt x="13468" y="3736"/>
                  </a:lnTo>
                  <a:lnTo>
                    <a:pt x="13357" y="3557"/>
                  </a:lnTo>
                  <a:lnTo>
                    <a:pt x="13246" y="3378"/>
                  </a:lnTo>
                  <a:lnTo>
                    <a:pt x="13127" y="3199"/>
                  </a:lnTo>
                  <a:lnTo>
                    <a:pt x="13007" y="3028"/>
                  </a:lnTo>
                  <a:lnTo>
                    <a:pt x="12888" y="2858"/>
                  </a:lnTo>
                  <a:lnTo>
                    <a:pt x="12752" y="2696"/>
                  </a:lnTo>
                  <a:lnTo>
                    <a:pt x="12624" y="2542"/>
                  </a:lnTo>
                  <a:lnTo>
                    <a:pt x="12487" y="2389"/>
                  </a:lnTo>
                  <a:lnTo>
                    <a:pt x="12342" y="2235"/>
                  </a:lnTo>
                  <a:lnTo>
                    <a:pt x="12197" y="2090"/>
                  </a:lnTo>
                  <a:lnTo>
                    <a:pt x="12052" y="1954"/>
                  </a:lnTo>
                  <a:lnTo>
                    <a:pt x="11899" y="1817"/>
                  </a:lnTo>
                  <a:lnTo>
                    <a:pt x="11745" y="1681"/>
                  </a:lnTo>
                  <a:lnTo>
                    <a:pt x="11583" y="1561"/>
                  </a:lnTo>
                  <a:lnTo>
                    <a:pt x="11421" y="1433"/>
                  </a:lnTo>
                  <a:lnTo>
                    <a:pt x="11250" y="1314"/>
                  </a:lnTo>
                  <a:lnTo>
                    <a:pt x="11088" y="1203"/>
                  </a:lnTo>
                  <a:lnTo>
                    <a:pt x="10918" y="1101"/>
                  </a:lnTo>
                  <a:lnTo>
                    <a:pt x="10739" y="990"/>
                  </a:lnTo>
                  <a:lnTo>
                    <a:pt x="10568" y="896"/>
                  </a:lnTo>
                  <a:lnTo>
                    <a:pt x="10389" y="802"/>
                  </a:lnTo>
                  <a:lnTo>
                    <a:pt x="10201" y="717"/>
                  </a:lnTo>
                  <a:lnTo>
                    <a:pt x="10022" y="632"/>
                  </a:lnTo>
                  <a:lnTo>
                    <a:pt x="9834" y="555"/>
                  </a:lnTo>
                  <a:lnTo>
                    <a:pt x="9647" y="478"/>
                  </a:lnTo>
                  <a:lnTo>
                    <a:pt x="9459" y="410"/>
                  </a:lnTo>
                  <a:lnTo>
                    <a:pt x="9263" y="350"/>
                  </a:lnTo>
                  <a:lnTo>
                    <a:pt x="9067" y="290"/>
                  </a:lnTo>
                  <a:lnTo>
                    <a:pt x="8879" y="239"/>
                  </a:lnTo>
                  <a:lnTo>
                    <a:pt x="8683" y="188"/>
                  </a:lnTo>
                  <a:lnTo>
                    <a:pt x="8478" y="145"/>
                  </a:lnTo>
                  <a:lnTo>
                    <a:pt x="8282" y="111"/>
                  </a:lnTo>
                  <a:lnTo>
                    <a:pt x="8086" y="77"/>
                  </a:lnTo>
                  <a:lnTo>
                    <a:pt x="7881" y="52"/>
                  </a:lnTo>
                  <a:lnTo>
                    <a:pt x="7677" y="34"/>
                  </a:lnTo>
                  <a:lnTo>
                    <a:pt x="7480" y="17"/>
                  </a:lnTo>
                  <a:lnTo>
                    <a:pt x="7276" y="9"/>
                  </a:lnTo>
                  <a:lnTo>
                    <a:pt x="7071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1091;p26">
              <a:extLst>
                <a:ext uri="{FF2B5EF4-FFF2-40B4-BE49-F238E27FC236}">
                  <a16:creationId xmlns:a16="http://schemas.microsoft.com/office/drawing/2014/main" id="{620B517D-37C0-57DB-48B3-3EA18C09F4F3}"/>
                </a:ext>
              </a:extLst>
            </p:cNvPr>
            <p:cNvSpPr/>
            <p:nvPr/>
          </p:nvSpPr>
          <p:spPr>
            <a:xfrm>
              <a:off x="5995650" y="2741800"/>
              <a:ext cx="407100" cy="397925"/>
            </a:xfrm>
            <a:custGeom>
              <a:avLst/>
              <a:gdLst/>
              <a:ahLst/>
              <a:cxnLst/>
              <a:rect l="l" t="t" r="r" b="b"/>
              <a:pathLst>
                <a:path w="16284" h="15917" extrusionOk="0">
                  <a:moveTo>
                    <a:pt x="4572" y="1"/>
                  </a:moveTo>
                  <a:lnTo>
                    <a:pt x="0" y="4786"/>
                  </a:lnTo>
                  <a:lnTo>
                    <a:pt x="10688" y="14995"/>
                  </a:lnTo>
                  <a:lnTo>
                    <a:pt x="10816" y="15115"/>
                  </a:lnTo>
                  <a:lnTo>
                    <a:pt x="10952" y="15217"/>
                  </a:lnTo>
                  <a:lnTo>
                    <a:pt x="11080" y="15319"/>
                  </a:lnTo>
                  <a:lnTo>
                    <a:pt x="11217" y="15413"/>
                  </a:lnTo>
                  <a:lnTo>
                    <a:pt x="11362" y="15490"/>
                  </a:lnTo>
                  <a:lnTo>
                    <a:pt x="11507" y="15567"/>
                  </a:lnTo>
                  <a:lnTo>
                    <a:pt x="11652" y="15635"/>
                  </a:lnTo>
                  <a:lnTo>
                    <a:pt x="11805" y="15695"/>
                  </a:lnTo>
                  <a:lnTo>
                    <a:pt x="11959" y="15754"/>
                  </a:lnTo>
                  <a:lnTo>
                    <a:pt x="12112" y="15797"/>
                  </a:lnTo>
                  <a:lnTo>
                    <a:pt x="12266" y="15840"/>
                  </a:lnTo>
                  <a:lnTo>
                    <a:pt x="12419" y="15865"/>
                  </a:lnTo>
                  <a:lnTo>
                    <a:pt x="12581" y="15891"/>
                  </a:lnTo>
                  <a:lnTo>
                    <a:pt x="12735" y="15908"/>
                  </a:lnTo>
                  <a:lnTo>
                    <a:pt x="12897" y="15916"/>
                  </a:lnTo>
                  <a:lnTo>
                    <a:pt x="13050" y="15916"/>
                  </a:lnTo>
                  <a:lnTo>
                    <a:pt x="13212" y="15908"/>
                  </a:lnTo>
                  <a:lnTo>
                    <a:pt x="13366" y="15891"/>
                  </a:lnTo>
                  <a:lnTo>
                    <a:pt x="13528" y="15865"/>
                  </a:lnTo>
                  <a:lnTo>
                    <a:pt x="13682" y="15840"/>
                  </a:lnTo>
                  <a:lnTo>
                    <a:pt x="13835" y="15797"/>
                  </a:lnTo>
                  <a:lnTo>
                    <a:pt x="13989" y="15754"/>
                  </a:lnTo>
                  <a:lnTo>
                    <a:pt x="14142" y="15703"/>
                  </a:lnTo>
                  <a:lnTo>
                    <a:pt x="14296" y="15644"/>
                  </a:lnTo>
                  <a:lnTo>
                    <a:pt x="14441" y="15575"/>
                  </a:lnTo>
                  <a:lnTo>
                    <a:pt x="14586" y="15499"/>
                  </a:lnTo>
                  <a:lnTo>
                    <a:pt x="14722" y="15413"/>
                  </a:lnTo>
                  <a:lnTo>
                    <a:pt x="14859" y="15328"/>
                  </a:lnTo>
                  <a:lnTo>
                    <a:pt x="14995" y="15226"/>
                  </a:lnTo>
                  <a:lnTo>
                    <a:pt x="15123" y="15123"/>
                  </a:lnTo>
                  <a:lnTo>
                    <a:pt x="15251" y="15012"/>
                  </a:lnTo>
                  <a:lnTo>
                    <a:pt x="15370" y="14893"/>
                  </a:lnTo>
                  <a:lnTo>
                    <a:pt x="15481" y="14765"/>
                  </a:lnTo>
                  <a:lnTo>
                    <a:pt x="15592" y="14637"/>
                  </a:lnTo>
                  <a:lnTo>
                    <a:pt x="15695" y="14501"/>
                  </a:lnTo>
                  <a:lnTo>
                    <a:pt x="15780" y="14364"/>
                  </a:lnTo>
                  <a:lnTo>
                    <a:pt x="15865" y="14219"/>
                  </a:lnTo>
                  <a:lnTo>
                    <a:pt x="15942" y="14074"/>
                  </a:lnTo>
                  <a:lnTo>
                    <a:pt x="16010" y="13929"/>
                  </a:lnTo>
                  <a:lnTo>
                    <a:pt x="16070" y="13776"/>
                  </a:lnTo>
                  <a:lnTo>
                    <a:pt x="16129" y="13631"/>
                  </a:lnTo>
                  <a:lnTo>
                    <a:pt x="16172" y="13477"/>
                  </a:lnTo>
                  <a:lnTo>
                    <a:pt x="16206" y="13315"/>
                  </a:lnTo>
                  <a:lnTo>
                    <a:pt x="16240" y="13161"/>
                  </a:lnTo>
                  <a:lnTo>
                    <a:pt x="16266" y="13008"/>
                  </a:lnTo>
                  <a:lnTo>
                    <a:pt x="16274" y="12846"/>
                  </a:lnTo>
                  <a:lnTo>
                    <a:pt x="16283" y="12684"/>
                  </a:lnTo>
                  <a:lnTo>
                    <a:pt x="16283" y="12530"/>
                  </a:lnTo>
                  <a:lnTo>
                    <a:pt x="16283" y="12368"/>
                  </a:lnTo>
                  <a:lnTo>
                    <a:pt x="16266" y="12215"/>
                  </a:lnTo>
                  <a:lnTo>
                    <a:pt x="16240" y="12053"/>
                  </a:lnTo>
                  <a:lnTo>
                    <a:pt x="16215" y="11899"/>
                  </a:lnTo>
                  <a:lnTo>
                    <a:pt x="16172" y="11746"/>
                  </a:lnTo>
                  <a:lnTo>
                    <a:pt x="16129" y="11592"/>
                  </a:lnTo>
                  <a:lnTo>
                    <a:pt x="16078" y="11439"/>
                  </a:lnTo>
                  <a:lnTo>
                    <a:pt x="16019" y="11285"/>
                  </a:lnTo>
                  <a:lnTo>
                    <a:pt x="15950" y="11140"/>
                  </a:lnTo>
                  <a:lnTo>
                    <a:pt x="15874" y="10995"/>
                  </a:lnTo>
                  <a:lnTo>
                    <a:pt x="15788" y="10859"/>
                  </a:lnTo>
                  <a:lnTo>
                    <a:pt x="15703" y="10722"/>
                  </a:lnTo>
                  <a:lnTo>
                    <a:pt x="15601" y="10586"/>
                  </a:lnTo>
                  <a:lnTo>
                    <a:pt x="15498" y="10458"/>
                  </a:lnTo>
                  <a:lnTo>
                    <a:pt x="15387" y="10330"/>
                  </a:lnTo>
                  <a:lnTo>
                    <a:pt x="15260" y="10210"/>
                  </a:lnTo>
                  <a:lnTo>
                    <a:pt x="4572" y="1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1092;p26">
              <a:extLst>
                <a:ext uri="{FF2B5EF4-FFF2-40B4-BE49-F238E27FC236}">
                  <a16:creationId xmlns:a16="http://schemas.microsoft.com/office/drawing/2014/main" id="{51A17D62-0F10-0C83-4B4D-E50D3BD47FD4}"/>
                </a:ext>
              </a:extLst>
            </p:cNvPr>
            <p:cNvSpPr/>
            <p:nvPr/>
          </p:nvSpPr>
          <p:spPr>
            <a:xfrm>
              <a:off x="5995650" y="2741800"/>
              <a:ext cx="407100" cy="397925"/>
            </a:xfrm>
            <a:custGeom>
              <a:avLst/>
              <a:gdLst/>
              <a:ahLst/>
              <a:cxnLst/>
              <a:rect l="l" t="t" r="r" b="b"/>
              <a:pathLst>
                <a:path w="16284" h="15917" fill="none" extrusionOk="0">
                  <a:moveTo>
                    <a:pt x="0" y="4786"/>
                  </a:moveTo>
                  <a:lnTo>
                    <a:pt x="4572" y="1"/>
                  </a:lnTo>
                  <a:lnTo>
                    <a:pt x="15260" y="10210"/>
                  </a:lnTo>
                  <a:lnTo>
                    <a:pt x="15260" y="10210"/>
                  </a:lnTo>
                  <a:lnTo>
                    <a:pt x="15387" y="10330"/>
                  </a:lnTo>
                  <a:lnTo>
                    <a:pt x="15498" y="10458"/>
                  </a:lnTo>
                  <a:lnTo>
                    <a:pt x="15601" y="10586"/>
                  </a:lnTo>
                  <a:lnTo>
                    <a:pt x="15703" y="10722"/>
                  </a:lnTo>
                  <a:lnTo>
                    <a:pt x="15788" y="10859"/>
                  </a:lnTo>
                  <a:lnTo>
                    <a:pt x="15874" y="10995"/>
                  </a:lnTo>
                  <a:lnTo>
                    <a:pt x="15950" y="11140"/>
                  </a:lnTo>
                  <a:lnTo>
                    <a:pt x="16019" y="11285"/>
                  </a:lnTo>
                  <a:lnTo>
                    <a:pt x="16078" y="11439"/>
                  </a:lnTo>
                  <a:lnTo>
                    <a:pt x="16129" y="11592"/>
                  </a:lnTo>
                  <a:lnTo>
                    <a:pt x="16172" y="11746"/>
                  </a:lnTo>
                  <a:lnTo>
                    <a:pt x="16215" y="11899"/>
                  </a:lnTo>
                  <a:lnTo>
                    <a:pt x="16240" y="12053"/>
                  </a:lnTo>
                  <a:lnTo>
                    <a:pt x="16266" y="12215"/>
                  </a:lnTo>
                  <a:lnTo>
                    <a:pt x="16283" y="12368"/>
                  </a:lnTo>
                  <a:lnTo>
                    <a:pt x="16283" y="12530"/>
                  </a:lnTo>
                  <a:lnTo>
                    <a:pt x="16283" y="12684"/>
                  </a:lnTo>
                  <a:lnTo>
                    <a:pt x="16274" y="12846"/>
                  </a:lnTo>
                  <a:lnTo>
                    <a:pt x="16266" y="13008"/>
                  </a:lnTo>
                  <a:lnTo>
                    <a:pt x="16240" y="13161"/>
                  </a:lnTo>
                  <a:lnTo>
                    <a:pt x="16206" y="13315"/>
                  </a:lnTo>
                  <a:lnTo>
                    <a:pt x="16172" y="13477"/>
                  </a:lnTo>
                  <a:lnTo>
                    <a:pt x="16129" y="13631"/>
                  </a:lnTo>
                  <a:lnTo>
                    <a:pt x="16070" y="13776"/>
                  </a:lnTo>
                  <a:lnTo>
                    <a:pt x="16010" y="13929"/>
                  </a:lnTo>
                  <a:lnTo>
                    <a:pt x="15942" y="14074"/>
                  </a:lnTo>
                  <a:lnTo>
                    <a:pt x="15865" y="14219"/>
                  </a:lnTo>
                  <a:lnTo>
                    <a:pt x="15780" y="14364"/>
                  </a:lnTo>
                  <a:lnTo>
                    <a:pt x="15695" y="14501"/>
                  </a:lnTo>
                  <a:lnTo>
                    <a:pt x="15592" y="14637"/>
                  </a:lnTo>
                  <a:lnTo>
                    <a:pt x="15481" y="14765"/>
                  </a:lnTo>
                  <a:lnTo>
                    <a:pt x="15370" y="14893"/>
                  </a:lnTo>
                  <a:lnTo>
                    <a:pt x="15370" y="14893"/>
                  </a:lnTo>
                  <a:lnTo>
                    <a:pt x="15251" y="15012"/>
                  </a:lnTo>
                  <a:lnTo>
                    <a:pt x="15123" y="15123"/>
                  </a:lnTo>
                  <a:lnTo>
                    <a:pt x="14995" y="15226"/>
                  </a:lnTo>
                  <a:lnTo>
                    <a:pt x="14859" y="15328"/>
                  </a:lnTo>
                  <a:lnTo>
                    <a:pt x="14722" y="15413"/>
                  </a:lnTo>
                  <a:lnTo>
                    <a:pt x="14586" y="15499"/>
                  </a:lnTo>
                  <a:lnTo>
                    <a:pt x="14441" y="15575"/>
                  </a:lnTo>
                  <a:lnTo>
                    <a:pt x="14296" y="15644"/>
                  </a:lnTo>
                  <a:lnTo>
                    <a:pt x="14142" y="15703"/>
                  </a:lnTo>
                  <a:lnTo>
                    <a:pt x="13989" y="15754"/>
                  </a:lnTo>
                  <a:lnTo>
                    <a:pt x="13835" y="15797"/>
                  </a:lnTo>
                  <a:lnTo>
                    <a:pt x="13682" y="15840"/>
                  </a:lnTo>
                  <a:lnTo>
                    <a:pt x="13528" y="15865"/>
                  </a:lnTo>
                  <a:lnTo>
                    <a:pt x="13366" y="15891"/>
                  </a:lnTo>
                  <a:lnTo>
                    <a:pt x="13212" y="15908"/>
                  </a:lnTo>
                  <a:lnTo>
                    <a:pt x="13050" y="15916"/>
                  </a:lnTo>
                  <a:lnTo>
                    <a:pt x="12897" y="15916"/>
                  </a:lnTo>
                  <a:lnTo>
                    <a:pt x="12735" y="15908"/>
                  </a:lnTo>
                  <a:lnTo>
                    <a:pt x="12581" y="15891"/>
                  </a:lnTo>
                  <a:lnTo>
                    <a:pt x="12419" y="15865"/>
                  </a:lnTo>
                  <a:lnTo>
                    <a:pt x="12266" y="15840"/>
                  </a:lnTo>
                  <a:lnTo>
                    <a:pt x="12112" y="15797"/>
                  </a:lnTo>
                  <a:lnTo>
                    <a:pt x="11959" y="15754"/>
                  </a:lnTo>
                  <a:lnTo>
                    <a:pt x="11805" y="15695"/>
                  </a:lnTo>
                  <a:lnTo>
                    <a:pt x="11652" y="15635"/>
                  </a:lnTo>
                  <a:lnTo>
                    <a:pt x="11507" y="15567"/>
                  </a:lnTo>
                  <a:lnTo>
                    <a:pt x="11362" y="15490"/>
                  </a:lnTo>
                  <a:lnTo>
                    <a:pt x="11217" y="15413"/>
                  </a:lnTo>
                  <a:lnTo>
                    <a:pt x="11080" y="15319"/>
                  </a:lnTo>
                  <a:lnTo>
                    <a:pt x="10952" y="15217"/>
                  </a:lnTo>
                  <a:lnTo>
                    <a:pt x="10816" y="15115"/>
                  </a:lnTo>
                  <a:lnTo>
                    <a:pt x="10688" y="14995"/>
                  </a:lnTo>
                  <a:lnTo>
                    <a:pt x="0" y="4786"/>
                  </a:lnTo>
                  <a:close/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1093;p26">
              <a:extLst>
                <a:ext uri="{FF2B5EF4-FFF2-40B4-BE49-F238E27FC236}">
                  <a16:creationId xmlns:a16="http://schemas.microsoft.com/office/drawing/2014/main" id="{2B797276-9D92-417A-51A7-3C98E50F87A1}"/>
                </a:ext>
              </a:extLst>
            </p:cNvPr>
            <p:cNvSpPr/>
            <p:nvPr/>
          </p:nvSpPr>
          <p:spPr>
            <a:xfrm>
              <a:off x="5776875" y="2530700"/>
              <a:ext cx="490875" cy="489175"/>
            </a:xfrm>
            <a:custGeom>
              <a:avLst/>
              <a:gdLst/>
              <a:ahLst/>
              <a:cxnLst/>
              <a:rect l="l" t="t" r="r" b="b"/>
              <a:pathLst>
                <a:path w="19635" h="19567" extrusionOk="0">
                  <a:moveTo>
                    <a:pt x="3429" y="1"/>
                  </a:moveTo>
                  <a:lnTo>
                    <a:pt x="3224" y="9"/>
                  </a:lnTo>
                  <a:lnTo>
                    <a:pt x="3062" y="26"/>
                  </a:lnTo>
                  <a:lnTo>
                    <a:pt x="2883" y="60"/>
                  </a:lnTo>
                  <a:lnTo>
                    <a:pt x="2704" y="103"/>
                  </a:lnTo>
                  <a:lnTo>
                    <a:pt x="2508" y="171"/>
                  </a:lnTo>
                  <a:lnTo>
                    <a:pt x="2312" y="248"/>
                  </a:lnTo>
                  <a:lnTo>
                    <a:pt x="2116" y="342"/>
                  </a:lnTo>
                  <a:lnTo>
                    <a:pt x="1911" y="453"/>
                  </a:lnTo>
                  <a:lnTo>
                    <a:pt x="1715" y="572"/>
                  </a:lnTo>
                  <a:lnTo>
                    <a:pt x="1519" y="717"/>
                  </a:lnTo>
                  <a:lnTo>
                    <a:pt x="1322" y="879"/>
                  </a:lnTo>
                  <a:lnTo>
                    <a:pt x="1135" y="1050"/>
                  </a:lnTo>
                  <a:lnTo>
                    <a:pt x="964" y="1237"/>
                  </a:lnTo>
                  <a:lnTo>
                    <a:pt x="794" y="1442"/>
                  </a:lnTo>
                  <a:lnTo>
                    <a:pt x="631" y="1664"/>
                  </a:lnTo>
                  <a:lnTo>
                    <a:pt x="563" y="1783"/>
                  </a:lnTo>
                  <a:lnTo>
                    <a:pt x="486" y="1903"/>
                  </a:lnTo>
                  <a:lnTo>
                    <a:pt x="427" y="2031"/>
                  </a:lnTo>
                  <a:lnTo>
                    <a:pt x="359" y="2158"/>
                  </a:lnTo>
                  <a:lnTo>
                    <a:pt x="299" y="2295"/>
                  </a:lnTo>
                  <a:lnTo>
                    <a:pt x="248" y="2431"/>
                  </a:lnTo>
                  <a:lnTo>
                    <a:pt x="196" y="2576"/>
                  </a:lnTo>
                  <a:lnTo>
                    <a:pt x="154" y="2721"/>
                  </a:lnTo>
                  <a:lnTo>
                    <a:pt x="120" y="2866"/>
                  </a:lnTo>
                  <a:lnTo>
                    <a:pt x="86" y="3020"/>
                  </a:lnTo>
                  <a:lnTo>
                    <a:pt x="51" y="3182"/>
                  </a:lnTo>
                  <a:lnTo>
                    <a:pt x="34" y="3344"/>
                  </a:lnTo>
                  <a:lnTo>
                    <a:pt x="17" y="3515"/>
                  </a:lnTo>
                  <a:lnTo>
                    <a:pt x="9" y="3685"/>
                  </a:lnTo>
                  <a:lnTo>
                    <a:pt x="0" y="3856"/>
                  </a:lnTo>
                  <a:lnTo>
                    <a:pt x="9" y="4035"/>
                  </a:lnTo>
                  <a:lnTo>
                    <a:pt x="17" y="4223"/>
                  </a:lnTo>
                  <a:lnTo>
                    <a:pt x="34" y="4410"/>
                  </a:lnTo>
                  <a:lnTo>
                    <a:pt x="60" y="4598"/>
                  </a:lnTo>
                  <a:lnTo>
                    <a:pt x="94" y="4794"/>
                  </a:lnTo>
                  <a:lnTo>
                    <a:pt x="128" y="4999"/>
                  </a:lnTo>
                  <a:lnTo>
                    <a:pt x="179" y="5203"/>
                  </a:lnTo>
                  <a:lnTo>
                    <a:pt x="239" y="5408"/>
                  </a:lnTo>
                  <a:lnTo>
                    <a:pt x="299" y="5621"/>
                  </a:lnTo>
                  <a:lnTo>
                    <a:pt x="376" y="5843"/>
                  </a:lnTo>
                  <a:lnTo>
                    <a:pt x="461" y="6065"/>
                  </a:lnTo>
                  <a:lnTo>
                    <a:pt x="555" y="6287"/>
                  </a:lnTo>
                  <a:lnTo>
                    <a:pt x="657" y="6517"/>
                  </a:lnTo>
                  <a:lnTo>
                    <a:pt x="768" y="6756"/>
                  </a:lnTo>
                  <a:lnTo>
                    <a:pt x="887" y="6995"/>
                  </a:lnTo>
                  <a:lnTo>
                    <a:pt x="1015" y="7233"/>
                  </a:lnTo>
                  <a:lnTo>
                    <a:pt x="1160" y="7481"/>
                  </a:lnTo>
                  <a:lnTo>
                    <a:pt x="1314" y="7737"/>
                  </a:lnTo>
                  <a:lnTo>
                    <a:pt x="1476" y="7993"/>
                  </a:lnTo>
                  <a:lnTo>
                    <a:pt x="1646" y="8257"/>
                  </a:lnTo>
                  <a:lnTo>
                    <a:pt x="1834" y="8521"/>
                  </a:lnTo>
                  <a:lnTo>
                    <a:pt x="1988" y="8726"/>
                  </a:lnTo>
                  <a:lnTo>
                    <a:pt x="2192" y="8973"/>
                  </a:lnTo>
                  <a:lnTo>
                    <a:pt x="2440" y="9263"/>
                  </a:lnTo>
                  <a:lnTo>
                    <a:pt x="2721" y="9579"/>
                  </a:lnTo>
                  <a:lnTo>
                    <a:pt x="3378" y="10295"/>
                  </a:lnTo>
                  <a:lnTo>
                    <a:pt x="4146" y="11097"/>
                  </a:lnTo>
                  <a:lnTo>
                    <a:pt x="4999" y="11976"/>
                  </a:lnTo>
                  <a:lnTo>
                    <a:pt x="5911" y="12905"/>
                  </a:lnTo>
                  <a:lnTo>
                    <a:pt x="6866" y="13852"/>
                  </a:lnTo>
                  <a:lnTo>
                    <a:pt x="7822" y="14799"/>
                  </a:lnTo>
                  <a:lnTo>
                    <a:pt x="9656" y="16607"/>
                  </a:lnTo>
                  <a:lnTo>
                    <a:pt x="11225" y="18125"/>
                  </a:lnTo>
                  <a:lnTo>
                    <a:pt x="12718" y="19567"/>
                  </a:lnTo>
                  <a:lnTo>
                    <a:pt x="19635" y="11490"/>
                  </a:lnTo>
                  <a:lnTo>
                    <a:pt x="18705" y="10654"/>
                  </a:lnTo>
                  <a:lnTo>
                    <a:pt x="17613" y="9690"/>
                  </a:lnTo>
                  <a:lnTo>
                    <a:pt x="16181" y="8428"/>
                  </a:lnTo>
                  <a:lnTo>
                    <a:pt x="14441" y="6926"/>
                  </a:lnTo>
                  <a:lnTo>
                    <a:pt x="13477" y="6099"/>
                  </a:lnTo>
                  <a:lnTo>
                    <a:pt x="12453" y="5229"/>
                  </a:lnTo>
                  <a:lnTo>
                    <a:pt x="11378" y="4325"/>
                  </a:lnTo>
                  <a:lnTo>
                    <a:pt x="10261" y="3395"/>
                  </a:lnTo>
                  <a:lnTo>
                    <a:pt x="9110" y="2440"/>
                  </a:lnTo>
                  <a:lnTo>
                    <a:pt x="7924" y="1468"/>
                  </a:lnTo>
                  <a:lnTo>
                    <a:pt x="7762" y="1340"/>
                  </a:lnTo>
                  <a:lnTo>
                    <a:pt x="7608" y="1220"/>
                  </a:lnTo>
                  <a:lnTo>
                    <a:pt x="7446" y="1109"/>
                  </a:lnTo>
                  <a:lnTo>
                    <a:pt x="7284" y="1007"/>
                  </a:lnTo>
                  <a:lnTo>
                    <a:pt x="7114" y="913"/>
                  </a:lnTo>
                  <a:lnTo>
                    <a:pt x="6952" y="819"/>
                  </a:lnTo>
                  <a:lnTo>
                    <a:pt x="6790" y="734"/>
                  </a:lnTo>
                  <a:lnTo>
                    <a:pt x="6619" y="649"/>
                  </a:lnTo>
                  <a:lnTo>
                    <a:pt x="6286" y="512"/>
                  </a:lnTo>
                  <a:lnTo>
                    <a:pt x="5962" y="393"/>
                  </a:lnTo>
                  <a:lnTo>
                    <a:pt x="5638" y="291"/>
                  </a:lnTo>
                  <a:lnTo>
                    <a:pt x="5314" y="205"/>
                  </a:lnTo>
                  <a:lnTo>
                    <a:pt x="5007" y="137"/>
                  </a:lnTo>
                  <a:lnTo>
                    <a:pt x="4709" y="86"/>
                  </a:lnTo>
                  <a:lnTo>
                    <a:pt x="4419" y="52"/>
                  </a:lnTo>
                  <a:lnTo>
                    <a:pt x="4146" y="18"/>
                  </a:lnTo>
                  <a:lnTo>
                    <a:pt x="3881" y="9"/>
                  </a:lnTo>
                  <a:lnTo>
                    <a:pt x="3642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1094;p26">
              <a:extLst>
                <a:ext uri="{FF2B5EF4-FFF2-40B4-BE49-F238E27FC236}">
                  <a16:creationId xmlns:a16="http://schemas.microsoft.com/office/drawing/2014/main" id="{AF9B848A-20D7-415A-BD54-9D2095A51BBA}"/>
                </a:ext>
              </a:extLst>
            </p:cNvPr>
            <p:cNvSpPr/>
            <p:nvPr/>
          </p:nvSpPr>
          <p:spPr>
            <a:xfrm>
              <a:off x="4854625" y="2597025"/>
              <a:ext cx="445275" cy="336500"/>
            </a:xfrm>
            <a:custGeom>
              <a:avLst/>
              <a:gdLst/>
              <a:ahLst/>
              <a:cxnLst/>
              <a:rect l="l" t="t" r="r" b="b"/>
              <a:pathLst>
                <a:path w="17811" h="13460" extrusionOk="0">
                  <a:moveTo>
                    <a:pt x="14552" y="0"/>
                  </a:moveTo>
                  <a:lnTo>
                    <a:pt x="1681" y="7267"/>
                  </a:lnTo>
                  <a:lnTo>
                    <a:pt x="1536" y="7352"/>
                  </a:lnTo>
                  <a:lnTo>
                    <a:pt x="1400" y="7446"/>
                  </a:lnTo>
                  <a:lnTo>
                    <a:pt x="1263" y="7549"/>
                  </a:lnTo>
                  <a:lnTo>
                    <a:pt x="1135" y="7651"/>
                  </a:lnTo>
                  <a:lnTo>
                    <a:pt x="1016" y="7762"/>
                  </a:lnTo>
                  <a:lnTo>
                    <a:pt x="896" y="7881"/>
                  </a:lnTo>
                  <a:lnTo>
                    <a:pt x="794" y="8001"/>
                  </a:lnTo>
                  <a:lnTo>
                    <a:pt x="692" y="8129"/>
                  </a:lnTo>
                  <a:lnTo>
                    <a:pt x="598" y="8257"/>
                  </a:lnTo>
                  <a:lnTo>
                    <a:pt x="504" y="8393"/>
                  </a:lnTo>
                  <a:lnTo>
                    <a:pt x="427" y="8530"/>
                  </a:lnTo>
                  <a:lnTo>
                    <a:pt x="350" y="8666"/>
                  </a:lnTo>
                  <a:lnTo>
                    <a:pt x="282" y="8811"/>
                  </a:lnTo>
                  <a:lnTo>
                    <a:pt x="222" y="8965"/>
                  </a:lnTo>
                  <a:lnTo>
                    <a:pt x="171" y="9110"/>
                  </a:lnTo>
                  <a:lnTo>
                    <a:pt x="120" y="9263"/>
                  </a:lnTo>
                  <a:lnTo>
                    <a:pt x="86" y="9417"/>
                  </a:lnTo>
                  <a:lnTo>
                    <a:pt x="52" y="9570"/>
                  </a:lnTo>
                  <a:lnTo>
                    <a:pt x="26" y="9732"/>
                  </a:lnTo>
                  <a:lnTo>
                    <a:pt x="9" y="9886"/>
                  </a:lnTo>
                  <a:lnTo>
                    <a:pt x="1" y="10048"/>
                  </a:lnTo>
                  <a:lnTo>
                    <a:pt x="1" y="10210"/>
                  </a:lnTo>
                  <a:lnTo>
                    <a:pt x="9" y="10363"/>
                  </a:lnTo>
                  <a:lnTo>
                    <a:pt x="26" y="10525"/>
                  </a:lnTo>
                  <a:lnTo>
                    <a:pt x="43" y="10687"/>
                  </a:lnTo>
                  <a:lnTo>
                    <a:pt x="77" y="10850"/>
                  </a:lnTo>
                  <a:lnTo>
                    <a:pt x="112" y="11003"/>
                  </a:lnTo>
                  <a:lnTo>
                    <a:pt x="163" y="11165"/>
                  </a:lnTo>
                  <a:lnTo>
                    <a:pt x="214" y="11319"/>
                  </a:lnTo>
                  <a:lnTo>
                    <a:pt x="282" y="11472"/>
                  </a:lnTo>
                  <a:lnTo>
                    <a:pt x="350" y="11626"/>
                  </a:lnTo>
                  <a:lnTo>
                    <a:pt x="427" y="11779"/>
                  </a:lnTo>
                  <a:lnTo>
                    <a:pt x="521" y="11924"/>
                  </a:lnTo>
                  <a:lnTo>
                    <a:pt x="615" y="12061"/>
                  </a:lnTo>
                  <a:lnTo>
                    <a:pt x="709" y="12197"/>
                  </a:lnTo>
                  <a:lnTo>
                    <a:pt x="820" y="12325"/>
                  </a:lnTo>
                  <a:lnTo>
                    <a:pt x="930" y="12445"/>
                  </a:lnTo>
                  <a:lnTo>
                    <a:pt x="1041" y="12564"/>
                  </a:lnTo>
                  <a:lnTo>
                    <a:pt x="1161" y="12666"/>
                  </a:lnTo>
                  <a:lnTo>
                    <a:pt x="1289" y="12769"/>
                  </a:lnTo>
                  <a:lnTo>
                    <a:pt x="1417" y="12862"/>
                  </a:lnTo>
                  <a:lnTo>
                    <a:pt x="1553" y="12956"/>
                  </a:lnTo>
                  <a:lnTo>
                    <a:pt x="1690" y="13033"/>
                  </a:lnTo>
                  <a:lnTo>
                    <a:pt x="1835" y="13110"/>
                  </a:lnTo>
                  <a:lnTo>
                    <a:pt x="1980" y="13178"/>
                  </a:lnTo>
                  <a:lnTo>
                    <a:pt x="2125" y="13238"/>
                  </a:lnTo>
                  <a:lnTo>
                    <a:pt x="2270" y="13289"/>
                  </a:lnTo>
                  <a:lnTo>
                    <a:pt x="2423" y="13340"/>
                  </a:lnTo>
                  <a:lnTo>
                    <a:pt x="2577" y="13374"/>
                  </a:lnTo>
                  <a:lnTo>
                    <a:pt x="2730" y="13408"/>
                  </a:lnTo>
                  <a:lnTo>
                    <a:pt x="2892" y="13434"/>
                  </a:lnTo>
                  <a:lnTo>
                    <a:pt x="3046" y="13451"/>
                  </a:lnTo>
                  <a:lnTo>
                    <a:pt x="3208" y="13460"/>
                  </a:lnTo>
                  <a:lnTo>
                    <a:pt x="3370" y="13460"/>
                  </a:lnTo>
                  <a:lnTo>
                    <a:pt x="3532" y="13451"/>
                  </a:lnTo>
                  <a:lnTo>
                    <a:pt x="3685" y="13434"/>
                  </a:lnTo>
                  <a:lnTo>
                    <a:pt x="3847" y="13417"/>
                  </a:lnTo>
                  <a:lnTo>
                    <a:pt x="4010" y="13383"/>
                  </a:lnTo>
                  <a:lnTo>
                    <a:pt x="4163" y="13349"/>
                  </a:lnTo>
                  <a:lnTo>
                    <a:pt x="4325" y="13297"/>
                  </a:lnTo>
                  <a:lnTo>
                    <a:pt x="4479" y="13246"/>
                  </a:lnTo>
                  <a:lnTo>
                    <a:pt x="4632" y="13178"/>
                  </a:lnTo>
                  <a:lnTo>
                    <a:pt x="4786" y="13110"/>
                  </a:lnTo>
                  <a:lnTo>
                    <a:pt x="4939" y="13033"/>
                  </a:lnTo>
                  <a:lnTo>
                    <a:pt x="17810" y="5757"/>
                  </a:lnTo>
                  <a:lnTo>
                    <a:pt x="14552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1095;p26">
              <a:extLst>
                <a:ext uri="{FF2B5EF4-FFF2-40B4-BE49-F238E27FC236}">
                  <a16:creationId xmlns:a16="http://schemas.microsoft.com/office/drawing/2014/main" id="{34A2F345-4F3E-090C-798B-14265A77F8A0}"/>
                </a:ext>
              </a:extLst>
            </p:cNvPr>
            <p:cNvSpPr/>
            <p:nvPr/>
          </p:nvSpPr>
          <p:spPr>
            <a:xfrm>
              <a:off x="4854625" y="2597025"/>
              <a:ext cx="445275" cy="336500"/>
            </a:xfrm>
            <a:custGeom>
              <a:avLst/>
              <a:gdLst/>
              <a:ahLst/>
              <a:cxnLst/>
              <a:rect l="l" t="t" r="r" b="b"/>
              <a:pathLst>
                <a:path w="17811" h="13460" fill="none" extrusionOk="0">
                  <a:moveTo>
                    <a:pt x="14552" y="0"/>
                  </a:moveTo>
                  <a:lnTo>
                    <a:pt x="17810" y="5757"/>
                  </a:lnTo>
                  <a:lnTo>
                    <a:pt x="4939" y="13033"/>
                  </a:lnTo>
                  <a:lnTo>
                    <a:pt x="4939" y="13033"/>
                  </a:lnTo>
                  <a:lnTo>
                    <a:pt x="4786" y="13110"/>
                  </a:lnTo>
                  <a:lnTo>
                    <a:pt x="4632" y="13178"/>
                  </a:lnTo>
                  <a:lnTo>
                    <a:pt x="4479" y="13246"/>
                  </a:lnTo>
                  <a:lnTo>
                    <a:pt x="4325" y="13297"/>
                  </a:lnTo>
                  <a:lnTo>
                    <a:pt x="4163" y="13349"/>
                  </a:lnTo>
                  <a:lnTo>
                    <a:pt x="4010" y="13383"/>
                  </a:lnTo>
                  <a:lnTo>
                    <a:pt x="3847" y="13417"/>
                  </a:lnTo>
                  <a:lnTo>
                    <a:pt x="3685" y="13434"/>
                  </a:lnTo>
                  <a:lnTo>
                    <a:pt x="3532" y="13451"/>
                  </a:lnTo>
                  <a:lnTo>
                    <a:pt x="3370" y="13460"/>
                  </a:lnTo>
                  <a:lnTo>
                    <a:pt x="3208" y="13460"/>
                  </a:lnTo>
                  <a:lnTo>
                    <a:pt x="3046" y="13451"/>
                  </a:lnTo>
                  <a:lnTo>
                    <a:pt x="2892" y="13434"/>
                  </a:lnTo>
                  <a:lnTo>
                    <a:pt x="2730" y="13408"/>
                  </a:lnTo>
                  <a:lnTo>
                    <a:pt x="2577" y="13374"/>
                  </a:lnTo>
                  <a:lnTo>
                    <a:pt x="2423" y="13340"/>
                  </a:lnTo>
                  <a:lnTo>
                    <a:pt x="2270" y="13289"/>
                  </a:lnTo>
                  <a:lnTo>
                    <a:pt x="2125" y="13238"/>
                  </a:lnTo>
                  <a:lnTo>
                    <a:pt x="1980" y="13178"/>
                  </a:lnTo>
                  <a:lnTo>
                    <a:pt x="1835" y="13110"/>
                  </a:lnTo>
                  <a:lnTo>
                    <a:pt x="1690" y="13033"/>
                  </a:lnTo>
                  <a:lnTo>
                    <a:pt x="1553" y="12956"/>
                  </a:lnTo>
                  <a:lnTo>
                    <a:pt x="1417" y="12862"/>
                  </a:lnTo>
                  <a:lnTo>
                    <a:pt x="1289" y="12769"/>
                  </a:lnTo>
                  <a:lnTo>
                    <a:pt x="1161" y="12666"/>
                  </a:lnTo>
                  <a:lnTo>
                    <a:pt x="1041" y="12564"/>
                  </a:lnTo>
                  <a:lnTo>
                    <a:pt x="930" y="12445"/>
                  </a:lnTo>
                  <a:lnTo>
                    <a:pt x="820" y="12325"/>
                  </a:lnTo>
                  <a:lnTo>
                    <a:pt x="709" y="12197"/>
                  </a:lnTo>
                  <a:lnTo>
                    <a:pt x="615" y="12061"/>
                  </a:lnTo>
                  <a:lnTo>
                    <a:pt x="521" y="11924"/>
                  </a:lnTo>
                  <a:lnTo>
                    <a:pt x="427" y="11779"/>
                  </a:lnTo>
                  <a:lnTo>
                    <a:pt x="427" y="11779"/>
                  </a:lnTo>
                  <a:lnTo>
                    <a:pt x="350" y="11626"/>
                  </a:lnTo>
                  <a:lnTo>
                    <a:pt x="282" y="11472"/>
                  </a:lnTo>
                  <a:lnTo>
                    <a:pt x="214" y="11319"/>
                  </a:lnTo>
                  <a:lnTo>
                    <a:pt x="163" y="11165"/>
                  </a:lnTo>
                  <a:lnTo>
                    <a:pt x="112" y="11003"/>
                  </a:lnTo>
                  <a:lnTo>
                    <a:pt x="77" y="10850"/>
                  </a:lnTo>
                  <a:lnTo>
                    <a:pt x="43" y="10687"/>
                  </a:lnTo>
                  <a:lnTo>
                    <a:pt x="26" y="10525"/>
                  </a:lnTo>
                  <a:lnTo>
                    <a:pt x="9" y="10363"/>
                  </a:lnTo>
                  <a:lnTo>
                    <a:pt x="1" y="10210"/>
                  </a:lnTo>
                  <a:lnTo>
                    <a:pt x="1" y="10048"/>
                  </a:lnTo>
                  <a:lnTo>
                    <a:pt x="9" y="9886"/>
                  </a:lnTo>
                  <a:lnTo>
                    <a:pt x="26" y="9732"/>
                  </a:lnTo>
                  <a:lnTo>
                    <a:pt x="52" y="9570"/>
                  </a:lnTo>
                  <a:lnTo>
                    <a:pt x="86" y="9417"/>
                  </a:lnTo>
                  <a:lnTo>
                    <a:pt x="120" y="9263"/>
                  </a:lnTo>
                  <a:lnTo>
                    <a:pt x="171" y="9110"/>
                  </a:lnTo>
                  <a:lnTo>
                    <a:pt x="222" y="8965"/>
                  </a:lnTo>
                  <a:lnTo>
                    <a:pt x="282" y="8811"/>
                  </a:lnTo>
                  <a:lnTo>
                    <a:pt x="350" y="8666"/>
                  </a:lnTo>
                  <a:lnTo>
                    <a:pt x="427" y="8530"/>
                  </a:lnTo>
                  <a:lnTo>
                    <a:pt x="504" y="8393"/>
                  </a:lnTo>
                  <a:lnTo>
                    <a:pt x="598" y="8257"/>
                  </a:lnTo>
                  <a:lnTo>
                    <a:pt x="692" y="8129"/>
                  </a:lnTo>
                  <a:lnTo>
                    <a:pt x="794" y="8001"/>
                  </a:lnTo>
                  <a:lnTo>
                    <a:pt x="896" y="7881"/>
                  </a:lnTo>
                  <a:lnTo>
                    <a:pt x="1016" y="7762"/>
                  </a:lnTo>
                  <a:lnTo>
                    <a:pt x="1135" y="7651"/>
                  </a:lnTo>
                  <a:lnTo>
                    <a:pt x="1263" y="7549"/>
                  </a:lnTo>
                  <a:lnTo>
                    <a:pt x="1400" y="7446"/>
                  </a:lnTo>
                  <a:lnTo>
                    <a:pt x="1536" y="7352"/>
                  </a:lnTo>
                  <a:lnTo>
                    <a:pt x="1681" y="7267"/>
                  </a:lnTo>
                  <a:lnTo>
                    <a:pt x="14552" y="0"/>
                  </a:lnTo>
                  <a:close/>
                </a:path>
              </a:pathLst>
            </a:custGeom>
            <a:noFill/>
            <a:ln w="15575" cap="rnd" cmpd="sng">
              <a:solidFill>
                <a:srgbClr val="FF9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1096;p26">
              <a:extLst>
                <a:ext uri="{FF2B5EF4-FFF2-40B4-BE49-F238E27FC236}">
                  <a16:creationId xmlns:a16="http://schemas.microsoft.com/office/drawing/2014/main" id="{8B455D30-F098-B84E-013F-38840E30D0FF}"/>
                </a:ext>
              </a:extLst>
            </p:cNvPr>
            <p:cNvSpPr/>
            <p:nvPr/>
          </p:nvSpPr>
          <p:spPr>
            <a:xfrm>
              <a:off x="5084075" y="2438800"/>
              <a:ext cx="490675" cy="417100"/>
            </a:xfrm>
            <a:custGeom>
              <a:avLst/>
              <a:gdLst/>
              <a:ahLst/>
              <a:cxnLst/>
              <a:rect l="l" t="t" r="r" b="b"/>
              <a:pathLst>
                <a:path w="19627" h="16684" extrusionOk="0">
                  <a:moveTo>
                    <a:pt x="15063" y="0"/>
                  </a:moveTo>
                  <a:lnTo>
                    <a:pt x="14833" y="9"/>
                  </a:lnTo>
                  <a:lnTo>
                    <a:pt x="14603" y="26"/>
                  </a:lnTo>
                  <a:lnTo>
                    <a:pt x="14364" y="43"/>
                  </a:lnTo>
                  <a:lnTo>
                    <a:pt x="14116" y="77"/>
                  </a:lnTo>
                  <a:lnTo>
                    <a:pt x="13861" y="120"/>
                  </a:lnTo>
                  <a:lnTo>
                    <a:pt x="13596" y="162"/>
                  </a:lnTo>
                  <a:lnTo>
                    <a:pt x="13332" y="222"/>
                  </a:lnTo>
                  <a:lnTo>
                    <a:pt x="13050" y="282"/>
                  </a:lnTo>
                  <a:lnTo>
                    <a:pt x="12769" y="359"/>
                  </a:lnTo>
                  <a:lnTo>
                    <a:pt x="12479" y="435"/>
                  </a:lnTo>
                  <a:lnTo>
                    <a:pt x="12180" y="529"/>
                  </a:lnTo>
                  <a:lnTo>
                    <a:pt x="11873" y="632"/>
                  </a:lnTo>
                  <a:lnTo>
                    <a:pt x="11626" y="717"/>
                  </a:lnTo>
                  <a:lnTo>
                    <a:pt x="11344" y="828"/>
                  </a:lnTo>
                  <a:lnTo>
                    <a:pt x="11029" y="973"/>
                  </a:lnTo>
                  <a:lnTo>
                    <a:pt x="10679" y="1126"/>
                  </a:lnTo>
                  <a:lnTo>
                    <a:pt x="9894" y="1502"/>
                  </a:lnTo>
                  <a:lnTo>
                    <a:pt x="9016" y="1945"/>
                  </a:lnTo>
                  <a:lnTo>
                    <a:pt x="8069" y="2440"/>
                  </a:lnTo>
                  <a:lnTo>
                    <a:pt x="7080" y="2969"/>
                  </a:lnTo>
                  <a:lnTo>
                    <a:pt x="6065" y="3514"/>
                  </a:lnTo>
                  <a:lnTo>
                    <a:pt x="5050" y="4069"/>
                  </a:lnTo>
                  <a:lnTo>
                    <a:pt x="3139" y="5135"/>
                  </a:lnTo>
                  <a:lnTo>
                    <a:pt x="1527" y="6039"/>
                  </a:lnTo>
                  <a:lnTo>
                    <a:pt x="0" y="6909"/>
                  </a:lnTo>
                  <a:lnTo>
                    <a:pt x="5749" y="16684"/>
                  </a:lnTo>
                  <a:lnTo>
                    <a:pt x="16223" y="10534"/>
                  </a:lnTo>
                  <a:lnTo>
                    <a:pt x="16351" y="10457"/>
                  </a:lnTo>
                  <a:lnTo>
                    <a:pt x="16496" y="10372"/>
                  </a:lnTo>
                  <a:lnTo>
                    <a:pt x="16684" y="10236"/>
                  </a:lnTo>
                  <a:lnTo>
                    <a:pt x="16914" y="10056"/>
                  </a:lnTo>
                  <a:lnTo>
                    <a:pt x="17033" y="9954"/>
                  </a:lnTo>
                  <a:lnTo>
                    <a:pt x="17170" y="9835"/>
                  </a:lnTo>
                  <a:lnTo>
                    <a:pt x="17306" y="9707"/>
                  </a:lnTo>
                  <a:lnTo>
                    <a:pt x="17443" y="9562"/>
                  </a:lnTo>
                  <a:lnTo>
                    <a:pt x="17588" y="9408"/>
                  </a:lnTo>
                  <a:lnTo>
                    <a:pt x="17741" y="9238"/>
                  </a:lnTo>
                  <a:lnTo>
                    <a:pt x="17886" y="9059"/>
                  </a:lnTo>
                  <a:lnTo>
                    <a:pt x="18031" y="8862"/>
                  </a:lnTo>
                  <a:lnTo>
                    <a:pt x="18185" y="8649"/>
                  </a:lnTo>
                  <a:lnTo>
                    <a:pt x="18330" y="8419"/>
                  </a:lnTo>
                  <a:lnTo>
                    <a:pt x="18475" y="8180"/>
                  </a:lnTo>
                  <a:lnTo>
                    <a:pt x="18611" y="7924"/>
                  </a:lnTo>
                  <a:lnTo>
                    <a:pt x="18748" y="7651"/>
                  </a:lnTo>
                  <a:lnTo>
                    <a:pt x="18876" y="7361"/>
                  </a:lnTo>
                  <a:lnTo>
                    <a:pt x="19004" y="7054"/>
                  </a:lnTo>
                  <a:lnTo>
                    <a:pt x="19123" y="6730"/>
                  </a:lnTo>
                  <a:lnTo>
                    <a:pt x="19226" y="6397"/>
                  </a:lnTo>
                  <a:lnTo>
                    <a:pt x="19328" y="6039"/>
                  </a:lnTo>
                  <a:lnTo>
                    <a:pt x="19413" y="5664"/>
                  </a:lnTo>
                  <a:lnTo>
                    <a:pt x="19490" y="5272"/>
                  </a:lnTo>
                  <a:lnTo>
                    <a:pt x="19558" y="4862"/>
                  </a:lnTo>
                  <a:lnTo>
                    <a:pt x="19609" y="4427"/>
                  </a:lnTo>
                  <a:lnTo>
                    <a:pt x="19618" y="4265"/>
                  </a:lnTo>
                  <a:lnTo>
                    <a:pt x="19626" y="4086"/>
                  </a:lnTo>
                  <a:lnTo>
                    <a:pt x="19618" y="3890"/>
                  </a:lnTo>
                  <a:lnTo>
                    <a:pt x="19601" y="3685"/>
                  </a:lnTo>
                  <a:lnTo>
                    <a:pt x="19567" y="3472"/>
                  </a:lnTo>
                  <a:lnTo>
                    <a:pt x="19524" y="3250"/>
                  </a:lnTo>
                  <a:lnTo>
                    <a:pt x="19473" y="3028"/>
                  </a:lnTo>
                  <a:lnTo>
                    <a:pt x="19405" y="2798"/>
                  </a:lnTo>
                  <a:lnTo>
                    <a:pt x="19328" y="2568"/>
                  </a:lnTo>
                  <a:lnTo>
                    <a:pt x="19226" y="2337"/>
                  </a:lnTo>
                  <a:lnTo>
                    <a:pt x="19115" y="2116"/>
                  </a:lnTo>
                  <a:lnTo>
                    <a:pt x="18987" y="1885"/>
                  </a:lnTo>
                  <a:lnTo>
                    <a:pt x="18842" y="1664"/>
                  </a:lnTo>
                  <a:lnTo>
                    <a:pt x="18680" y="1450"/>
                  </a:lnTo>
                  <a:lnTo>
                    <a:pt x="18492" y="1246"/>
                  </a:lnTo>
                  <a:lnTo>
                    <a:pt x="18398" y="1143"/>
                  </a:lnTo>
                  <a:lnTo>
                    <a:pt x="18296" y="1049"/>
                  </a:lnTo>
                  <a:lnTo>
                    <a:pt x="18185" y="956"/>
                  </a:lnTo>
                  <a:lnTo>
                    <a:pt x="18074" y="862"/>
                  </a:lnTo>
                  <a:lnTo>
                    <a:pt x="17955" y="777"/>
                  </a:lnTo>
                  <a:lnTo>
                    <a:pt x="17827" y="691"/>
                  </a:lnTo>
                  <a:lnTo>
                    <a:pt x="17699" y="614"/>
                  </a:lnTo>
                  <a:lnTo>
                    <a:pt x="17562" y="538"/>
                  </a:lnTo>
                  <a:lnTo>
                    <a:pt x="17426" y="461"/>
                  </a:lnTo>
                  <a:lnTo>
                    <a:pt x="17281" y="393"/>
                  </a:lnTo>
                  <a:lnTo>
                    <a:pt x="17127" y="333"/>
                  </a:lnTo>
                  <a:lnTo>
                    <a:pt x="16974" y="273"/>
                  </a:lnTo>
                  <a:lnTo>
                    <a:pt x="16812" y="222"/>
                  </a:lnTo>
                  <a:lnTo>
                    <a:pt x="16641" y="171"/>
                  </a:lnTo>
                  <a:lnTo>
                    <a:pt x="16462" y="128"/>
                  </a:lnTo>
                  <a:lnTo>
                    <a:pt x="16283" y="94"/>
                  </a:lnTo>
                  <a:lnTo>
                    <a:pt x="16095" y="60"/>
                  </a:lnTo>
                  <a:lnTo>
                    <a:pt x="15899" y="34"/>
                  </a:lnTo>
                  <a:lnTo>
                    <a:pt x="15703" y="17"/>
                  </a:lnTo>
                  <a:lnTo>
                    <a:pt x="15498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1097;p26">
              <a:extLst>
                <a:ext uri="{FF2B5EF4-FFF2-40B4-BE49-F238E27FC236}">
                  <a16:creationId xmlns:a16="http://schemas.microsoft.com/office/drawing/2014/main" id="{8291F8D6-09C2-B4EF-783E-B2457F5C02D5}"/>
                </a:ext>
              </a:extLst>
            </p:cNvPr>
            <p:cNvSpPr/>
            <p:nvPr/>
          </p:nvSpPr>
          <p:spPr>
            <a:xfrm>
              <a:off x="5666000" y="2309375"/>
              <a:ext cx="286600" cy="349500"/>
            </a:xfrm>
            <a:custGeom>
              <a:avLst/>
              <a:gdLst/>
              <a:ahLst/>
              <a:cxnLst/>
              <a:rect l="l" t="t" r="r" b="b"/>
              <a:pathLst>
                <a:path w="11464" h="13980" extrusionOk="0">
                  <a:moveTo>
                    <a:pt x="4171" y="0"/>
                  </a:moveTo>
                  <a:lnTo>
                    <a:pt x="367" y="8291"/>
                  </a:lnTo>
                  <a:lnTo>
                    <a:pt x="281" y="8487"/>
                  </a:lnTo>
                  <a:lnTo>
                    <a:pt x="213" y="8674"/>
                  </a:lnTo>
                  <a:lnTo>
                    <a:pt x="154" y="8871"/>
                  </a:lnTo>
                  <a:lnTo>
                    <a:pt x="102" y="9058"/>
                  </a:lnTo>
                  <a:lnTo>
                    <a:pt x="60" y="9254"/>
                  </a:lnTo>
                  <a:lnTo>
                    <a:pt x="34" y="9451"/>
                  </a:lnTo>
                  <a:lnTo>
                    <a:pt x="9" y="9647"/>
                  </a:lnTo>
                  <a:lnTo>
                    <a:pt x="0" y="9843"/>
                  </a:lnTo>
                  <a:lnTo>
                    <a:pt x="0" y="10039"/>
                  </a:lnTo>
                  <a:lnTo>
                    <a:pt x="9" y="10235"/>
                  </a:lnTo>
                  <a:lnTo>
                    <a:pt x="26" y="10423"/>
                  </a:lnTo>
                  <a:lnTo>
                    <a:pt x="51" y="10619"/>
                  </a:lnTo>
                  <a:lnTo>
                    <a:pt x="85" y="10807"/>
                  </a:lnTo>
                  <a:lnTo>
                    <a:pt x="136" y="10994"/>
                  </a:lnTo>
                  <a:lnTo>
                    <a:pt x="188" y="11182"/>
                  </a:lnTo>
                  <a:lnTo>
                    <a:pt x="247" y="11361"/>
                  </a:lnTo>
                  <a:lnTo>
                    <a:pt x="324" y="11540"/>
                  </a:lnTo>
                  <a:lnTo>
                    <a:pt x="401" y="11711"/>
                  </a:lnTo>
                  <a:lnTo>
                    <a:pt x="486" y="11881"/>
                  </a:lnTo>
                  <a:lnTo>
                    <a:pt x="589" y="12052"/>
                  </a:lnTo>
                  <a:lnTo>
                    <a:pt x="691" y="12214"/>
                  </a:lnTo>
                  <a:lnTo>
                    <a:pt x="802" y="12376"/>
                  </a:lnTo>
                  <a:lnTo>
                    <a:pt x="921" y="12530"/>
                  </a:lnTo>
                  <a:lnTo>
                    <a:pt x="1049" y="12675"/>
                  </a:lnTo>
                  <a:lnTo>
                    <a:pt x="1186" y="12811"/>
                  </a:lnTo>
                  <a:lnTo>
                    <a:pt x="1331" y="12948"/>
                  </a:lnTo>
                  <a:lnTo>
                    <a:pt x="1476" y="13076"/>
                  </a:lnTo>
                  <a:lnTo>
                    <a:pt x="1638" y="13204"/>
                  </a:lnTo>
                  <a:lnTo>
                    <a:pt x="1800" y="13314"/>
                  </a:lnTo>
                  <a:lnTo>
                    <a:pt x="1970" y="13417"/>
                  </a:lnTo>
                  <a:lnTo>
                    <a:pt x="2149" y="13519"/>
                  </a:lnTo>
                  <a:lnTo>
                    <a:pt x="2337" y="13613"/>
                  </a:lnTo>
                  <a:lnTo>
                    <a:pt x="2525" y="13690"/>
                  </a:lnTo>
                  <a:lnTo>
                    <a:pt x="2721" y="13766"/>
                  </a:lnTo>
                  <a:lnTo>
                    <a:pt x="2909" y="13826"/>
                  </a:lnTo>
                  <a:lnTo>
                    <a:pt x="3105" y="13877"/>
                  </a:lnTo>
                  <a:lnTo>
                    <a:pt x="3301" y="13911"/>
                  </a:lnTo>
                  <a:lnTo>
                    <a:pt x="3497" y="13946"/>
                  </a:lnTo>
                  <a:lnTo>
                    <a:pt x="3693" y="13963"/>
                  </a:lnTo>
                  <a:lnTo>
                    <a:pt x="3889" y="13971"/>
                  </a:lnTo>
                  <a:lnTo>
                    <a:pt x="4077" y="13980"/>
                  </a:lnTo>
                  <a:lnTo>
                    <a:pt x="4273" y="13971"/>
                  </a:lnTo>
                  <a:lnTo>
                    <a:pt x="4469" y="13954"/>
                  </a:lnTo>
                  <a:lnTo>
                    <a:pt x="4657" y="13920"/>
                  </a:lnTo>
                  <a:lnTo>
                    <a:pt x="4845" y="13886"/>
                  </a:lnTo>
                  <a:lnTo>
                    <a:pt x="5032" y="13843"/>
                  </a:lnTo>
                  <a:lnTo>
                    <a:pt x="5220" y="13792"/>
                  </a:lnTo>
                  <a:lnTo>
                    <a:pt x="5399" y="13724"/>
                  </a:lnTo>
                  <a:lnTo>
                    <a:pt x="5578" y="13656"/>
                  </a:lnTo>
                  <a:lnTo>
                    <a:pt x="5757" y="13579"/>
                  </a:lnTo>
                  <a:lnTo>
                    <a:pt x="5928" y="13485"/>
                  </a:lnTo>
                  <a:lnTo>
                    <a:pt x="6099" y="13391"/>
                  </a:lnTo>
                  <a:lnTo>
                    <a:pt x="6261" y="13289"/>
                  </a:lnTo>
                  <a:lnTo>
                    <a:pt x="6414" y="13178"/>
                  </a:lnTo>
                  <a:lnTo>
                    <a:pt x="6568" y="13059"/>
                  </a:lnTo>
                  <a:lnTo>
                    <a:pt x="6713" y="12931"/>
                  </a:lnTo>
                  <a:lnTo>
                    <a:pt x="6858" y="12794"/>
                  </a:lnTo>
                  <a:lnTo>
                    <a:pt x="6994" y="12649"/>
                  </a:lnTo>
                  <a:lnTo>
                    <a:pt x="7122" y="12496"/>
                  </a:lnTo>
                  <a:lnTo>
                    <a:pt x="7241" y="12342"/>
                  </a:lnTo>
                  <a:lnTo>
                    <a:pt x="7352" y="12171"/>
                  </a:lnTo>
                  <a:lnTo>
                    <a:pt x="7463" y="12001"/>
                  </a:lnTo>
                  <a:lnTo>
                    <a:pt x="7566" y="11822"/>
                  </a:lnTo>
                  <a:lnTo>
                    <a:pt x="7651" y="11643"/>
                  </a:lnTo>
                  <a:lnTo>
                    <a:pt x="11463" y="3352"/>
                  </a:lnTo>
                  <a:lnTo>
                    <a:pt x="4171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1098;p26">
              <a:extLst>
                <a:ext uri="{FF2B5EF4-FFF2-40B4-BE49-F238E27FC236}">
                  <a16:creationId xmlns:a16="http://schemas.microsoft.com/office/drawing/2014/main" id="{1BDE395C-87D1-D135-DBE7-2F674E6725E9}"/>
                </a:ext>
              </a:extLst>
            </p:cNvPr>
            <p:cNvSpPr/>
            <p:nvPr/>
          </p:nvSpPr>
          <p:spPr>
            <a:xfrm>
              <a:off x="5666000" y="2309375"/>
              <a:ext cx="286600" cy="349500"/>
            </a:xfrm>
            <a:custGeom>
              <a:avLst/>
              <a:gdLst/>
              <a:ahLst/>
              <a:cxnLst/>
              <a:rect l="l" t="t" r="r" b="b"/>
              <a:pathLst>
                <a:path w="11464" h="13980" fill="none" extrusionOk="0">
                  <a:moveTo>
                    <a:pt x="2337" y="13613"/>
                  </a:moveTo>
                  <a:lnTo>
                    <a:pt x="2337" y="13613"/>
                  </a:lnTo>
                  <a:lnTo>
                    <a:pt x="2337" y="13613"/>
                  </a:lnTo>
                  <a:lnTo>
                    <a:pt x="2149" y="13519"/>
                  </a:lnTo>
                  <a:lnTo>
                    <a:pt x="1970" y="13417"/>
                  </a:lnTo>
                  <a:lnTo>
                    <a:pt x="1800" y="13314"/>
                  </a:lnTo>
                  <a:lnTo>
                    <a:pt x="1638" y="13204"/>
                  </a:lnTo>
                  <a:lnTo>
                    <a:pt x="1476" y="13076"/>
                  </a:lnTo>
                  <a:lnTo>
                    <a:pt x="1331" y="12948"/>
                  </a:lnTo>
                  <a:lnTo>
                    <a:pt x="1186" y="12811"/>
                  </a:lnTo>
                  <a:lnTo>
                    <a:pt x="1049" y="12675"/>
                  </a:lnTo>
                  <a:lnTo>
                    <a:pt x="921" y="12530"/>
                  </a:lnTo>
                  <a:lnTo>
                    <a:pt x="802" y="12376"/>
                  </a:lnTo>
                  <a:lnTo>
                    <a:pt x="691" y="12214"/>
                  </a:lnTo>
                  <a:lnTo>
                    <a:pt x="589" y="12052"/>
                  </a:lnTo>
                  <a:lnTo>
                    <a:pt x="486" y="11881"/>
                  </a:lnTo>
                  <a:lnTo>
                    <a:pt x="401" y="11711"/>
                  </a:lnTo>
                  <a:lnTo>
                    <a:pt x="324" y="11540"/>
                  </a:lnTo>
                  <a:lnTo>
                    <a:pt x="247" y="11361"/>
                  </a:lnTo>
                  <a:lnTo>
                    <a:pt x="188" y="11182"/>
                  </a:lnTo>
                  <a:lnTo>
                    <a:pt x="136" y="10994"/>
                  </a:lnTo>
                  <a:lnTo>
                    <a:pt x="85" y="10807"/>
                  </a:lnTo>
                  <a:lnTo>
                    <a:pt x="51" y="10619"/>
                  </a:lnTo>
                  <a:lnTo>
                    <a:pt x="26" y="10423"/>
                  </a:lnTo>
                  <a:lnTo>
                    <a:pt x="9" y="10235"/>
                  </a:lnTo>
                  <a:lnTo>
                    <a:pt x="0" y="10039"/>
                  </a:lnTo>
                  <a:lnTo>
                    <a:pt x="0" y="9843"/>
                  </a:lnTo>
                  <a:lnTo>
                    <a:pt x="9" y="9647"/>
                  </a:lnTo>
                  <a:lnTo>
                    <a:pt x="34" y="9451"/>
                  </a:lnTo>
                  <a:lnTo>
                    <a:pt x="60" y="9254"/>
                  </a:lnTo>
                  <a:lnTo>
                    <a:pt x="102" y="9058"/>
                  </a:lnTo>
                  <a:lnTo>
                    <a:pt x="154" y="8871"/>
                  </a:lnTo>
                  <a:lnTo>
                    <a:pt x="213" y="8674"/>
                  </a:lnTo>
                  <a:lnTo>
                    <a:pt x="281" y="8487"/>
                  </a:lnTo>
                  <a:lnTo>
                    <a:pt x="367" y="8291"/>
                  </a:lnTo>
                  <a:lnTo>
                    <a:pt x="4171" y="0"/>
                  </a:lnTo>
                  <a:lnTo>
                    <a:pt x="11463" y="3352"/>
                  </a:lnTo>
                  <a:lnTo>
                    <a:pt x="7651" y="11643"/>
                  </a:lnTo>
                  <a:lnTo>
                    <a:pt x="7651" y="11643"/>
                  </a:lnTo>
                  <a:lnTo>
                    <a:pt x="7566" y="11822"/>
                  </a:lnTo>
                  <a:lnTo>
                    <a:pt x="7463" y="12001"/>
                  </a:lnTo>
                  <a:lnTo>
                    <a:pt x="7352" y="12171"/>
                  </a:lnTo>
                  <a:lnTo>
                    <a:pt x="7241" y="12342"/>
                  </a:lnTo>
                  <a:lnTo>
                    <a:pt x="7122" y="12496"/>
                  </a:lnTo>
                  <a:lnTo>
                    <a:pt x="6994" y="12649"/>
                  </a:lnTo>
                  <a:lnTo>
                    <a:pt x="6858" y="12794"/>
                  </a:lnTo>
                  <a:lnTo>
                    <a:pt x="6713" y="12931"/>
                  </a:lnTo>
                  <a:lnTo>
                    <a:pt x="6568" y="13059"/>
                  </a:lnTo>
                  <a:lnTo>
                    <a:pt x="6414" y="13178"/>
                  </a:lnTo>
                  <a:lnTo>
                    <a:pt x="6261" y="13289"/>
                  </a:lnTo>
                  <a:lnTo>
                    <a:pt x="6099" y="13391"/>
                  </a:lnTo>
                  <a:lnTo>
                    <a:pt x="5928" y="13485"/>
                  </a:lnTo>
                  <a:lnTo>
                    <a:pt x="5757" y="13579"/>
                  </a:lnTo>
                  <a:lnTo>
                    <a:pt x="5578" y="13656"/>
                  </a:lnTo>
                  <a:lnTo>
                    <a:pt x="5399" y="13724"/>
                  </a:lnTo>
                  <a:lnTo>
                    <a:pt x="5220" y="13792"/>
                  </a:lnTo>
                  <a:lnTo>
                    <a:pt x="5032" y="13843"/>
                  </a:lnTo>
                  <a:lnTo>
                    <a:pt x="4845" y="13886"/>
                  </a:lnTo>
                  <a:lnTo>
                    <a:pt x="4657" y="13920"/>
                  </a:lnTo>
                  <a:lnTo>
                    <a:pt x="4469" y="13954"/>
                  </a:lnTo>
                  <a:lnTo>
                    <a:pt x="4273" y="13971"/>
                  </a:lnTo>
                  <a:lnTo>
                    <a:pt x="4077" y="13980"/>
                  </a:lnTo>
                  <a:lnTo>
                    <a:pt x="3889" y="13971"/>
                  </a:lnTo>
                  <a:lnTo>
                    <a:pt x="3693" y="13963"/>
                  </a:lnTo>
                  <a:lnTo>
                    <a:pt x="3497" y="13946"/>
                  </a:lnTo>
                  <a:lnTo>
                    <a:pt x="3301" y="13911"/>
                  </a:lnTo>
                  <a:lnTo>
                    <a:pt x="3105" y="13877"/>
                  </a:lnTo>
                  <a:lnTo>
                    <a:pt x="2909" y="13826"/>
                  </a:lnTo>
                  <a:lnTo>
                    <a:pt x="2721" y="13766"/>
                  </a:lnTo>
                  <a:lnTo>
                    <a:pt x="2525" y="13690"/>
                  </a:lnTo>
                  <a:lnTo>
                    <a:pt x="2337" y="13613"/>
                  </a:lnTo>
                  <a:lnTo>
                    <a:pt x="2337" y="13613"/>
                  </a:lnTo>
                  <a:close/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1099;p26">
              <a:extLst>
                <a:ext uri="{FF2B5EF4-FFF2-40B4-BE49-F238E27FC236}">
                  <a16:creationId xmlns:a16="http://schemas.microsoft.com/office/drawing/2014/main" id="{BFCB24FE-251A-0775-98E3-73D351A300D3}"/>
                </a:ext>
              </a:extLst>
            </p:cNvPr>
            <p:cNvSpPr/>
            <p:nvPr/>
          </p:nvSpPr>
          <p:spPr>
            <a:xfrm>
              <a:off x="5734000" y="2309375"/>
              <a:ext cx="218600" cy="189150"/>
            </a:xfrm>
            <a:custGeom>
              <a:avLst/>
              <a:gdLst/>
              <a:ahLst/>
              <a:cxnLst/>
              <a:rect l="l" t="t" r="r" b="b"/>
              <a:pathLst>
                <a:path w="8744" h="7566" extrusionOk="0">
                  <a:moveTo>
                    <a:pt x="1451" y="0"/>
                  </a:moveTo>
                  <a:lnTo>
                    <a:pt x="1" y="3156"/>
                  </a:lnTo>
                  <a:lnTo>
                    <a:pt x="69" y="3463"/>
                  </a:lnTo>
                  <a:lnTo>
                    <a:pt x="154" y="3761"/>
                  </a:lnTo>
                  <a:lnTo>
                    <a:pt x="248" y="4043"/>
                  </a:lnTo>
                  <a:lnTo>
                    <a:pt x="368" y="4333"/>
                  </a:lnTo>
                  <a:lnTo>
                    <a:pt x="504" y="4606"/>
                  </a:lnTo>
                  <a:lnTo>
                    <a:pt x="649" y="4870"/>
                  </a:lnTo>
                  <a:lnTo>
                    <a:pt x="811" y="5126"/>
                  </a:lnTo>
                  <a:lnTo>
                    <a:pt x="999" y="5374"/>
                  </a:lnTo>
                  <a:lnTo>
                    <a:pt x="1186" y="5612"/>
                  </a:lnTo>
                  <a:lnTo>
                    <a:pt x="1400" y="5843"/>
                  </a:lnTo>
                  <a:lnTo>
                    <a:pt x="1621" y="6064"/>
                  </a:lnTo>
                  <a:lnTo>
                    <a:pt x="1860" y="6269"/>
                  </a:lnTo>
                  <a:lnTo>
                    <a:pt x="2108" y="6457"/>
                  </a:lnTo>
                  <a:lnTo>
                    <a:pt x="2372" y="6644"/>
                  </a:lnTo>
                  <a:lnTo>
                    <a:pt x="2645" y="6806"/>
                  </a:lnTo>
                  <a:lnTo>
                    <a:pt x="2935" y="6960"/>
                  </a:lnTo>
                  <a:lnTo>
                    <a:pt x="3165" y="7071"/>
                  </a:lnTo>
                  <a:lnTo>
                    <a:pt x="3404" y="7173"/>
                  </a:lnTo>
                  <a:lnTo>
                    <a:pt x="3634" y="7259"/>
                  </a:lnTo>
                  <a:lnTo>
                    <a:pt x="3873" y="7327"/>
                  </a:lnTo>
                  <a:lnTo>
                    <a:pt x="4121" y="7395"/>
                  </a:lnTo>
                  <a:lnTo>
                    <a:pt x="4359" y="7446"/>
                  </a:lnTo>
                  <a:lnTo>
                    <a:pt x="4598" y="7489"/>
                  </a:lnTo>
                  <a:lnTo>
                    <a:pt x="4846" y="7523"/>
                  </a:lnTo>
                  <a:lnTo>
                    <a:pt x="5093" y="7549"/>
                  </a:lnTo>
                  <a:lnTo>
                    <a:pt x="5340" y="7557"/>
                  </a:lnTo>
                  <a:lnTo>
                    <a:pt x="5588" y="7566"/>
                  </a:lnTo>
                  <a:lnTo>
                    <a:pt x="6082" y="7566"/>
                  </a:lnTo>
                  <a:lnTo>
                    <a:pt x="6330" y="7549"/>
                  </a:lnTo>
                  <a:lnTo>
                    <a:pt x="6577" y="7531"/>
                  </a:lnTo>
                  <a:lnTo>
                    <a:pt x="6833" y="7506"/>
                  </a:lnTo>
                  <a:lnTo>
                    <a:pt x="8743" y="3352"/>
                  </a:lnTo>
                  <a:lnTo>
                    <a:pt x="1451" y="0"/>
                  </a:lnTo>
                  <a:close/>
                </a:path>
              </a:pathLst>
            </a:custGeom>
            <a:solidFill>
              <a:srgbClr val="FF90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1100;p26">
              <a:extLst>
                <a:ext uri="{FF2B5EF4-FFF2-40B4-BE49-F238E27FC236}">
                  <a16:creationId xmlns:a16="http://schemas.microsoft.com/office/drawing/2014/main" id="{CB62657E-36D2-680E-6E84-DDF1BE6211D7}"/>
                </a:ext>
              </a:extLst>
            </p:cNvPr>
            <p:cNvSpPr/>
            <p:nvPr/>
          </p:nvSpPr>
          <p:spPr>
            <a:xfrm>
              <a:off x="5167225" y="2438375"/>
              <a:ext cx="919700" cy="1082600"/>
            </a:xfrm>
            <a:custGeom>
              <a:avLst/>
              <a:gdLst/>
              <a:ahLst/>
              <a:cxnLst/>
              <a:rect l="l" t="t" r="r" b="b"/>
              <a:pathLst>
                <a:path w="36788" h="43304" extrusionOk="0">
                  <a:moveTo>
                    <a:pt x="11780" y="0"/>
                  </a:moveTo>
                  <a:lnTo>
                    <a:pt x="3660" y="23976"/>
                  </a:lnTo>
                  <a:lnTo>
                    <a:pt x="1" y="38800"/>
                  </a:lnTo>
                  <a:lnTo>
                    <a:pt x="410" y="39108"/>
                  </a:lnTo>
                  <a:lnTo>
                    <a:pt x="828" y="39415"/>
                  </a:lnTo>
                  <a:lnTo>
                    <a:pt x="1238" y="39722"/>
                  </a:lnTo>
                  <a:lnTo>
                    <a:pt x="1664" y="40020"/>
                  </a:lnTo>
                  <a:lnTo>
                    <a:pt x="2090" y="40310"/>
                  </a:lnTo>
                  <a:lnTo>
                    <a:pt x="2517" y="40592"/>
                  </a:lnTo>
                  <a:lnTo>
                    <a:pt x="2952" y="40873"/>
                  </a:lnTo>
                  <a:lnTo>
                    <a:pt x="3387" y="41138"/>
                  </a:lnTo>
                  <a:lnTo>
                    <a:pt x="3830" y="41402"/>
                  </a:lnTo>
                  <a:lnTo>
                    <a:pt x="4283" y="41658"/>
                  </a:lnTo>
                  <a:lnTo>
                    <a:pt x="4735" y="41897"/>
                  </a:lnTo>
                  <a:lnTo>
                    <a:pt x="5195" y="42127"/>
                  </a:lnTo>
                  <a:lnTo>
                    <a:pt x="5656" y="42349"/>
                  </a:lnTo>
                  <a:lnTo>
                    <a:pt x="6125" y="42553"/>
                  </a:lnTo>
                  <a:lnTo>
                    <a:pt x="6603" y="42758"/>
                  </a:lnTo>
                  <a:lnTo>
                    <a:pt x="7080" y="42937"/>
                  </a:lnTo>
                  <a:lnTo>
                    <a:pt x="7387" y="43040"/>
                  </a:lnTo>
                  <a:lnTo>
                    <a:pt x="7694" y="43125"/>
                  </a:lnTo>
                  <a:lnTo>
                    <a:pt x="8001" y="43193"/>
                  </a:lnTo>
                  <a:lnTo>
                    <a:pt x="8308" y="43244"/>
                  </a:lnTo>
                  <a:lnTo>
                    <a:pt x="8615" y="43278"/>
                  </a:lnTo>
                  <a:lnTo>
                    <a:pt x="8923" y="43295"/>
                  </a:lnTo>
                  <a:lnTo>
                    <a:pt x="9230" y="43304"/>
                  </a:lnTo>
                  <a:lnTo>
                    <a:pt x="9537" y="43295"/>
                  </a:lnTo>
                  <a:lnTo>
                    <a:pt x="9844" y="43270"/>
                  </a:lnTo>
                  <a:lnTo>
                    <a:pt x="10151" y="43236"/>
                  </a:lnTo>
                  <a:lnTo>
                    <a:pt x="10458" y="43193"/>
                  </a:lnTo>
                  <a:lnTo>
                    <a:pt x="10773" y="43142"/>
                  </a:lnTo>
                  <a:lnTo>
                    <a:pt x="11080" y="43074"/>
                  </a:lnTo>
                  <a:lnTo>
                    <a:pt x="11388" y="43005"/>
                  </a:lnTo>
                  <a:lnTo>
                    <a:pt x="11695" y="42920"/>
                  </a:lnTo>
                  <a:lnTo>
                    <a:pt x="12002" y="42835"/>
                  </a:lnTo>
                  <a:lnTo>
                    <a:pt x="12317" y="42741"/>
                  </a:lnTo>
                  <a:lnTo>
                    <a:pt x="12624" y="42639"/>
                  </a:lnTo>
                  <a:lnTo>
                    <a:pt x="13247" y="42425"/>
                  </a:lnTo>
                  <a:lnTo>
                    <a:pt x="13861" y="42195"/>
                  </a:lnTo>
                  <a:lnTo>
                    <a:pt x="14484" y="41965"/>
                  </a:lnTo>
                  <a:lnTo>
                    <a:pt x="15106" y="41726"/>
                  </a:lnTo>
                  <a:lnTo>
                    <a:pt x="15729" y="41496"/>
                  </a:lnTo>
                  <a:lnTo>
                    <a:pt x="16343" y="41274"/>
                  </a:lnTo>
                  <a:lnTo>
                    <a:pt x="16659" y="41172"/>
                  </a:lnTo>
                  <a:lnTo>
                    <a:pt x="16966" y="41078"/>
                  </a:lnTo>
                  <a:lnTo>
                    <a:pt x="17503" y="40907"/>
                  </a:lnTo>
                  <a:lnTo>
                    <a:pt x="18040" y="40737"/>
                  </a:lnTo>
                  <a:lnTo>
                    <a:pt x="19141" y="40378"/>
                  </a:lnTo>
                  <a:lnTo>
                    <a:pt x="20258" y="40020"/>
                  </a:lnTo>
                  <a:lnTo>
                    <a:pt x="20821" y="39841"/>
                  </a:lnTo>
                  <a:lnTo>
                    <a:pt x="21392" y="39670"/>
                  </a:lnTo>
                  <a:lnTo>
                    <a:pt x="21955" y="39517"/>
                  </a:lnTo>
                  <a:lnTo>
                    <a:pt x="22527" y="39363"/>
                  </a:lnTo>
                  <a:lnTo>
                    <a:pt x="23098" y="39227"/>
                  </a:lnTo>
                  <a:lnTo>
                    <a:pt x="23670" y="39108"/>
                  </a:lnTo>
                  <a:lnTo>
                    <a:pt x="24241" y="39014"/>
                  </a:lnTo>
                  <a:lnTo>
                    <a:pt x="24523" y="38971"/>
                  </a:lnTo>
                  <a:lnTo>
                    <a:pt x="24813" y="38928"/>
                  </a:lnTo>
                  <a:lnTo>
                    <a:pt x="25094" y="38894"/>
                  </a:lnTo>
                  <a:lnTo>
                    <a:pt x="25376" y="38869"/>
                  </a:lnTo>
                  <a:lnTo>
                    <a:pt x="25657" y="38852"/>
                  </a:lnTo>
                  <a:lnTo>
                    <a:pt x="25939" y="38835"/>
                  </a:lnTo>
                  <a:lnTo>
                    <a:pt x="25811" y="37905"/>
                  </a:lnTo>
                  <a:lnTo>
                    <a:pt x="25691" y="36975"/>
                  </a:lnTo>
                  <a:lnTo>
                    <a:pt x="25580" y="36080"/>
                  </a:lnTo>
                  <a:lnTo>
                    <a:pt x="25487" y="35210"/>
                  </a:lnTo>
                  <a:lnTo>
                    <a:pt x="25401" y="34365"/>
                  </a:lnTo>
                  <a:lnTo>
                    <a:pt x="25325" y="33563"/>
                  </a:lnTo>
                  <a:lnTo>
                    <a:pt x="25265" y="32804"/>
                  </a:lnTo>
                  <a:lnTo>
                    <a:pt x="25214" y="32096"/>
                  </a:lnTo>
                  <a:lnTo>
                    <a:pt x="25171" y="31440"/>
                  </a:lnTo>
                  <a:lnTo>
                    <a:pt x="25137" y="30843"/>
                  </a:lnTo>
                  <a:lnTo>
                    <a:pt x="25120" y="30314"/>
                  </a:lnTo>
                  <a:lnTo>
                    <a:pt x="25111" y="29862"/>
                  </a:lnTo>
                  <a:lnTo>
                    <a:pt x="25111" y="29478"/>
                  </a:lnTo>
                  <a:lnTo>
                    <a:pt x="25120" y="29179"/>
                  </a:lnTo>
                  <a:lnTo>
                    <a:pt x="25128" y="29060"/>
                  </a:lnTo>
                  <a:lnTo>
                    <a:pt x="25145" y="28966"/>
                  </a:lnTo>
                  <a:lnTo>
                    <a:pt x="25162" y="28898"/>
                  </a:lnTo>
                  <a:lnTo>
                    <a:pt x="25180" y="28855"/>
                  </a:lnTo>
                  <a:lnTo>
                    <a:pt x="26195" y="27064"/>
                  </a:lnTo>
                  <a:lnTo>
                    <a:pt x="27747" y="24352"/>
                  </a:lnTo>
                  <a:lnTo>
                    <a:pt x="31653" y="17588"/>
                  </a:lnTo>
                  <a:lnTo>
                    <a:pt x="36788" y="8726"/>
                  </a:lnTo>
                  <a:lnTo>
                    <a:pt x="30007" y="2508"/>
                  </a:lnTo>
                  <a:lnTo>
                    <a:pt x="27977" y="7293"/>
                  </a:lnTo>
                  <a:lnTo>
                    <a:pt x="27619" y="7139"/>
                  </a:lnTo>
                  <a:lnTo>
                    <a:pt x="27269" y="6986"/>
                  </a:lnTo>
                  <a:lnTo>
                    <a:pt x="27090" y="6909"/>
                  </a:lnTo>
                  <a:lnTo>
                    <a:pt x="26920" y="6849"/>
                  </a:lnTo>
                  <a:lnTo>
                    <a:pt x="26749" y="6790"/>
                  </a:lnTo>
                  <a:lnTo>
                    <a:pt x="26578" y="6747"/>
                  </a:lnTo>
                  <a:lnTo>
                    <a:pt x="26408" y="6713"/>
                  </a:lnTo>
                  <a:lnTo>
                    <a:pt x="26237" y="6696"/>
                  </a:lnTo>
                  <a:lnTo>
                    <a:pt x="26067" y="6687"/>
                  </a:lnTo>
                  <a:lnTo>
                    <a:pt x="25905" y="6704"/>
                  </a:lnTo>
                  <a:lnTo>
                    <a:pt x="25734" y="6739"/>
                  </a:lnTo>
                  <a:lnTo>
                    <a:pt x="25657" y="6764"/>
                  </a:lnTo>
                  <a:lnTo>
                    <a:pt x="25572" y="6790"/>
                  </a:lnTo>
                  <a:lnTo>
                    <a:pt x="25495" y="6824"/>
                  </a:lnTo>
                  <a:lnTo>
                    <a:pt x="25410" y="6866"/>
                  </a:lnTo>
                  <a:lnTo>
                    <a:pt x="25325" y="6909"/>
                  </a:lnTo>
                  <a:lnTo>
                    <a:pt x="25248" y="6969"/>
                  </a:lnTo>
                  <a:lnTo>
                    <a:pt x="22288" y="8393"/>
                  </a:lnTo>
                  <a:lnTo>
                    <a:pt x="22041" y="5672"/>
                  </a:lnTo>
                  <a:lnTo>
                    <a:pt x="21819" y="5297"/>
                  </a:lnTo>
                  <a:lnTo>
                    <a:pt x="21614" y="4973"/>
                  </a:lnTo>
                  <a:lnTo>
                    <a:pt x="21427" y="4691"/>
                  </a:lnTo>
                  <a:lnTo>
                    <a:pt x="21333" y="4572"/>
                  </a:lnTo>
                  <a:lnTo>
                    <a:pt x="21239" y="4453"/>
                  </a:lnTo>
                  <a:lnTo>
                    <a:pt x="21145" y="4350"/>
                  </a:lnTo>
                  <a:lnTo>
                    <a:pt x="21051" y="4256"/>
                  </a:lnTo>
                  <a:lnTo>
                    <a:pt x="20966" y="4163"/>
                  </a:lnTo>
                  <a:lnTo>
                    <a:pt x="20872" y="4086"/>
                  </a:lnTo>
                  <a:lnTo>
                    <a:pt x="20778" y="4018"/>
                  </a:lnTo>
                  <a:lnTo>
                    <a:pt x="20685" y="3949"/>
                  </a:lnTo>
                  <a:lnTo>
                    <a:pt x="20582" y="3898"/>
                  </a:lnTo>
                  <a:lnTo>
                    <a:pt x="20488" y="3847"/>
                  </a:lnTo>
                  <a:lnTo>
                    <a:pt x="19499" y="3395"/>
                  </a:lnTo>
                  <a:lnTo>
                    <a:pt x="20292" y="17"/>
                  </a:lnTo>
                  <a:lnTo>
                    <a:pt x="117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1101;p26">
              <a:extLst>
                <a:ext uri="{FF2B5EF4-FFF2-40B4-BE49-F238E27FC236}">
                  <a16:creationId xmlns:a16="http://schemas.microsoft.com/office/drawing/2014/main" id="{49C4AC73-D4DA-CFC2-9291-E079351F8DCD}"/>
                </a:ext>
              </a:extLst>
            </p:cNvPr>
            <p:cNvSpPr/>
            <p:nvPr/>
          </p:nvSpPr>
          <p:spPr>
            <a:xfrm>
              <a:off x="5576850" y="2394875"/>
              <a:ext cx="147800" cy="185950"/>
            </a:xfrm>
            <a:custGeom>
              <a:avLst/>
              <a:gdLst/>
              <a:ahLst/>
              <a:cxnLst/>
              <a:rect l="l" t="t" r="r" b="b"/>
              <a:pathLst>
                <a:path w="5912" h="7438" extrusionOk="0">
                  <a:moveTo>
                    <a:pt x="5912" y="0"/>
                  </a:moveTo>
                  <a:lnTo>
                    <a:pt x="5477" y="231"/>
                  </a:lnTo>
                  <a:lnTo>
                    <a:pt x="4496" y="785"/>
                  </a:lnTo>
                  <a:lnTo>
                    <a:pt x="3933" y="1109"/>
                  </a:lnTo>
                  <a:lnTo>
                    <a:pt x="3404" y="1425"/>
                  </a:lnTo>
                  <a:lnTo>
                    <a:pt x="3165" y="1570"/>
                  </a:lnTo>
                  <a:lnTo>
                    <a:pt x="2960" y="1706"/>
                  </a:lnTo>
                  <a:lnTo>
                    <a:pt x="2790" y="1826"/>
                  </a:lnTo>
                  <a:lnTo>
                    <a:pt x="2662" y="1928"/>
                  </a:lnTo>
                  <a:lnTo>
                    <a:pt x="2602" y="1988"/>
                  </a:lnTo>
                  <a:lnTo>
                    <a:pt x="2534" y="2064"/>
                  </a:lnTo>
                  <a:lnTo>
                    <a:pt x="2380" y="2278"/>
                  </a:lnTo>
                  <a:lnTo>
                    <a:pt x="2210" y="2559"/>
                  </a:lnTo>
                  <a:lnTo>
                    <a:pt x="2005" y="2892"/>
                  </a:lnTo>
                  <a:lnTo>
                    <a:pt x="1792" y="3276"/>
                  </a:lnTo>
                  <a:lnTo>
                    <a:pt x="1570" y="3685"/>
                  </a:lnTo>
                  <a:lnTo>
                    <a:pt x="1127" y="4546"/>
                  </a:lnTo>
                  <a:lnTo>
                    <a:pt x="700" y="5382"/>
                  </a:lnTo>
                  <a:lnTo>
                    <a:pt x="342" y="6107"/>
                  </a:lnTo>
                  <a:lnTo>
                    <a:pt x="1" y="6798"/>
                  </a:lnTo>
                  <a:lnTo>
                    <a:pt x="265" y="6756"/>
                  </a:lnTo>
                  <a:lnTo>
                    <a:pt x="555" y="6713"/>
                  </a:lnTo>
                  <a:lnTo>
                    <a:pt x="947" y="6670"/>
                  </a:lnTo>
                  <a:lnTo>
                    <a:pt x="1400" y="6628"/>
                  </a:lnTo>
                  <a:lnTo>
                    <a:pt x="1920" y="6602"/>
                  </a:lnTo>
                  <a:lnTo>
                    <a:pt x="2193" y="6585"/>
                  </a:lnTo>
                  <a:lnTo>
                    <a:pt x="2474" y="6576"/>
                  </a:lnTo>
                  <a:lnTo>
                    <a:pt x="2756" y="6576"/>
                  </a:lnTo>
                  <a:lnTo>
                    <a:pt x="3046" y="6585"/>
                  </a:lnTo>
                  <a:lnTo>
                    <a:pt x="3336" y="6602"/>
                  </a:lnTo>
                  <a:lnTo>
                    <a:pt x="3609" y="6636"/>
                  </a:lnTo>
                  <a:lnTo>
                    <a:pt x="3865" y="6679"/>
                  </a:lnTo>
                  <a:lnTo>
                    <a:pt x="4112" y="6739"/>
                  </a:lnTo>
                  <a:lnTo>
                    <a:pt x="4351" y="6798"/>
                  </a:lnTo>
                  <a:lnTo>
                    <a:pt x="4564" y="6875"/>
                  </a:lnTo>
                  <a:lnTo>
                    <a:pt x="4760" y="6952"/>
                  </a:lnTo>
                  <a:lnTo>
                    <a:pt x="4948" y="7029"/>
                  </a:lnTo>
                  <a:lnTo>
                    <a:pt x="5110" y="7105"/>
                  </a:lnTo>
                  <a:lnTo>
                    <a:pt x="5255" y="7174"/>
                  </a:lnTo>
                  <a:lnTo>
                    <a:pt x="5485" y="7310"/>
                  </a:lnTo>
                  <a:lnTo>
                    <a:pt x="5630" y="7395"/>
                  </a:lnTo>
                  <a:lnTo>
                    <a:pt x="5681" y="7438"/>
                  </a:lnTo>
                  <a:lnTo>
                    <a:pt x="5622" y="7242"/>
                  </a:lnTo>
                  <a:lnTo>
                    <a:pt x="5545" y="6994"/>
                  </a:lnTo>
                  <a:lnTo>
                    <a:pt x="5451" y="6636"/>
                  </a:lnTo>
                  <a:lnTo>
                    <a:pt x="5332" y="6167"/>
                  </a:lnTo>
                  <a:lnTo>
                    <a:pt x="5187" y="5570"/>
                  </a:lnTo>
                  <a:lnTo>
                    <a:pt x="5025" y="4862"/>
                  </a:lnTo>
                  <a:lnTo>
                    <a:pt x="4837" y="4018"/>
                  </a:lnTo>
                  <a:lnTo>
                    <a:pt x="4837" y="3839"/>
                  </a:lnTo>
                  <a:lnTo>
                    <a:pt x="4837" y="3659"/>
                  </a:lnTo>
                  <a:lnTo>
                    <a:pt x="4845" y="3472"/>
                  </a:lnTo>
                  <a:lnTo>
                    <a:pt x="4854" y="3293"/>
                  </a:lnTo>
                  <a:lnTo>
                    <a:pt x="4880" y="3114"/>
                  </a:lnTo>
                  <a:lnTo>
                    <a:pt x="4905" y="2934"/>
                  </a:lnTo>
                  <a:lnTo>
                    <a:pt x="4965" y="2576"/>
                  </a:lnTo>
                  <a:lnTo>
                    <a:pt x="5042" y="2235"/>
                  </a:lnTo>
                  <a:lnTo>
                    <a:pt x="5135" y="1902"/>
                  </a:lnTo>
                  <a:lnTo>
                    <a:pt x="5238" y="1587"/>
                  </a:lnTo>
                  <a:lnTo>
                    <a:pt x="5340" y="1288"/>
                  </a:lnTo>
                  <a:lnTo>
                    <a:pt x="5442" y="1015"/>
                  </a:lnTo>
                  <a:lnTo>
                    <a:pt x="5545" y="768"/>
                  </a:lnTo>
                  <a:lnTo>
                    <a:pt x="5639" y="546"/>
                  </a:lnTo>
                  <a:lnTo>
                    <a:pt x="5724" y="359"/>
                  </a:lnTo>
                  <a:lnTo>
                    <a:pt x="5860" y="94"/>
                  </a:lnTo>
                  <a:lnTo>
                    <a:pt x="5912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1102;p26">
              <a:extLst>
                <a:ext uri="{FF2B5EF4-FFF2-40B4-BE49-F238E27FC236}">
                  <a16:creationId xmlns:a16="http://schemas.microsoft.com/office/drawing/2014/main" id="{59292DD4-8595-EB14-CB86-7674898C6699}"/>
                </a:ext>
              </a:extLst>
            </p:cNvPr>
            <p:cNvSpPr/>
            <p:nvPr/>
          </p:nvSpPr>
          <p:spPr>
            <a:xfrm>
              <a:off x="5792000" y="2482925"/>
              <a:ext cx="142475" cy="222875"/>
            </a:xfrm>
            <a:custGeom>
              <a:avLst/>
              <a:gdLst/>
              <a:ahLst/>
              <a:cxnLst/>
              <a:rect l="l" t="t" r="r" b="b"/>
              <a:pathLst>
                <a:path w="5699" h="8915" extrusionOk="0">
                  <a:moveTo>
                    <a:pt x="5033" y="1"/>
                  </a:moveTo>
                  <a:lnTo>
                    <a:pt x="4999" y="103"/>
                  </a:lnTo>
                  <a:lnTo>
                    <a:pt x="4880" y="368"/>
                  </a:lnTo>
                  <a:lnTo>
                    <a:pt x="4794" y="555"/>
                  </a:lnTo>
                  <a:lnTo>
                    <a:pt x="4692" y="777"/>
                  </a:lnTo>
                  <a:lnTo>
                    <a:pt x="4573" y="1016"/>
                  </a:lnTo>
                  <a:lnTo>
                    <a:pt x="4436" y="1272"/>
                  </a:lnTo>
                  <a:lnTo>
                    <a:pt x="4274" y="1545"/>
                  </a:lnTo>
                  <a:lnTo>
                    <a:pt x="4104" y="1826"/>
                  </a:lnTo>
                  <a:lnTo>
                    <a:pt x="3907" y="2116"/>
                  </a:lnTo>
                  <a:lnTo>
                    <a:pt x="3703" y="2398"/>
                  </a:lnTo>
                  <a:lnTo>
                    <a:pt x="3472" y="2679"/>
                  </a:lnTo>
                  <a:lnTo>
                    <a:pt x="3353" y="2816"/>
                  </a:lnTo>
                  <a:lnTo>
                    <a:pt x="3234" y="2944"/>
                  </a:lnTo>
                  <a:lnTo>
                    <a:pt x="3106" y="3080"/>
                  </a:lnTo>
                  <a:lnTo>
                    <a:pt x="2969" y="3199"/>
                  </a:lnTo>
                  <a:lnTo>
                    <a:pt x="2833" y="3319"/>
                  </a:lnTo>
                  <a:lnTo>
                    <a:pt x="2696" y="3430"/>
                  </a:lnTo>
                  <a:lnTo>
                    <a:pt x="2304" y="3652"/>
                  </a:lnTo>
                  <a:lnTo>
                    <a:pt x="1954" y="3856"/>
                  </a:lnTo>
                  <a:lnTo>
                    <a:pt x="1639" y="4044"/>
                  </a:lnTo>
                  <a:lnTo>
                    <a:pt x="1357" y="4214"/>
                  </a:lnTo>
                  <a:lnTo>
                    <a:pt x="1110" y="4377"/>
                  </a:lnTo>
                  <a:lnTo>
                    <a:pt x="888" y="4530"/>
                  </a:lnTo>
                  <a:lnTo>
                    <a:pt x="530" y="4777"/>
                  </a:lnTo>
                  <a:lnTo>
                    <a:pt x="282" y="4974"/>
                  </a:lnTo>
                  <a:lnTo>
                    <a:pt x="112" y="5110"/>
                  </a:lnTo>
                  <a:lnTo>
                    <a:pt x="26" y="5195"/>
                  </a:lnTo>
                  <a:lnTo>
                    <a:pt x="1" y="5221"/>
                  </a:lnTo>
                  <a:lnTo>
                    <a:pt x="35" y="5229"/>
                  </a:lnTo>
                  <a:lnTo>
                    <a:pt x="146" y="5255"/>
                  </a:lnTo>
                  <a:lnTo>
                    <a:pt x="325" y="5315"/>
                  </a:lnTo>
                  <a:lnTo>
                    <a:pt x="436" y="5357"/>
                  </a:lnTo>
                  <a:lnTo>
                    <a:pt x="564" y="5417"/>
                  </a:lnTo>
                  <a:lnTo>
                    <a:pt x="700" y="5485"/>
                  </a:lnTo>
                  <a:lnTo>
                    <a:pt x="845" y="5571"/>
                  </a:lnTo>
                  <a:lnTo>
                    <a:pt x="1007" y="5673"/>
                  </a:lnTo>
                  <a:lnTo>
                    <a:pt x="1169" y="5784"/>
                  </a:lnTo>
                  <a:lnTo>
                    <a:pt x="1349" y="5929"/>
                  </a:lnTo>
                  <a:lnTo>
                    <a:pt x="1528" y="6082"/>
                  </a:lnTo>
                  <a:lnTo>
                    <a:pt x="1724" y="6262"/>
                  </a:lnTo>
                  <a:lnTo>
                    <a:pt x="1911" y="6466"/>
                  </a:lnTo>
                  <a:lnTo>
                    <a:pt x="2108" y="6679"/>
                  </a:lnTo>
                  <a:lnTo>
                    <a:pt x="2295" y="6901"/>
                  </a:lnTo>
                  <a:lnTo>
                    <a:pt x="2474" y="7114"/>
                  </a:lnTo>
                  <a:lnTo>
                    <a:pt x="2636" y="7336"/>
                  </a:lnTo>
                  <a:lnTo>
                    <a:pt x="2952" y="7746"/>
                  </a:lnTo>
                  <a:lnTo>
                    <a:pt x="3216" y="8121"/>
                  </a:lnTo>
                  <a:lnTo>
                    <a:pt x="3438" y="8436"/>
                  </a:lnTo>
                  <a:lnTo>
                    <a:pt x="3600" y="8692"/>
                  </a:lnTo>
                  <a:lnTo>
                    <a:pt x="3737" y="8914"/>
                  </a:lnTo>
                  <a:lnTo>
                    <a:pt x="4044" y="8206"/>
                  </a:lnTo>
                  <a:lnTo>
                    <a:pt x="4359" y="7464"/>
                  </a:lnTo>
                  <a:lnTo>
                    <a:pt x="4718" y="6594"/>
                  </a:lnTo>
                  <a:lnTo>
                    <a:pt x="5076" y="5690"/>
                  </a:lnTo>
                  <a:lnTo>
                    <a:pt x="5238" y="5255"/>
                  </a:lnTo>
                  <a:lnTo>
                    <a:pt x="5391" y="4846"/>
                  </a:lnTo>
                  <a:lnTo>
                    <a:pt x="5519" y="4479"/>
                  </a:lnTo>
                  <a:lnTo>
                    <a:pt x="5613" y="4163"/>
                  </a:lnTo>
                  <a:lnTo>
                    <a:pt x="5673" y="3907"/>
                  </a:lnTo>
                  <a:lnTo>
                    <a:pt x="5690" y="3805"/>
                  </a:lnTo>
                  <a:lnTo>
                    <a:pt x="5699" y="3728"/>
                  </a:lnTo>
                  <a:lnTo>
                    <a:pt x="5690" y="3566"/>
                  </a:lnTo>
                  <a:lnTo>
                    <a:pt x="5673" y="3353"/>
                  </a:lnTo>
                  <a:lnTo>
                    <a:pt x="5639" y="3114"/>
                  </a:lnTo>
                  <a:lnTo>
                    <a:pt x="5596" y="2833"/>
                  </a:lnTo>
                  <a:lnTo>
                    <a:pt x="5485" y="2227"/>
                  </a:lnTo>
                  <a:lnTo>
                    <a:pt x="5366" y="1587"/>
                  </a:lnTo>
                  <a:lnTo>
                    <a:pt x="5246" y="982"/>
                  </a:lnTo>
                  <a:lnTo>
                    <a:pt x="5136" y="479"/>
                  </a:lnTo>
                  <a:lnTo>
                    <a:pt x="5033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1103;p26">
              <a:extLst>
                <a:ext uri="{FF2B5EF4-FFF2-40B4-BE49-F238E27FC236}">
                  <a16:creationId xmlns:a16="http://schemas.microsoft.com/office/drawing/2014/main" id="{81B06EA9-B2C3-462E-C48D-4693838E02E1}"/>
                </a:ext>
              </a:extLst>
            </p:cNvPr>
            <p:cNvSpPr/>
            <p:nvPr/>
          </p:nvSpPr>
          <p:spPr>
            <a:xfrm>
              <a:off x="5741675" y="2077575"/>
              <a:ext cx="68700" cy="137350"/>
            </a:xfrm>
            <a:custGeom>
              <a:avLst/>
              <a:gdLst/>
              <a:ahLst/>
              <a:cxnLst/>
              <a:rect l="l" t="t" r="r" b="b"/>
              <a:pathLst>
                <a:path w="2748" h="5494" extrusionOk="0">
                  <a:moveTo>
                    <a:pt x="1758" y="1"/>
                  </a:moveTo>
                  <a:lnTo>
                    <a:pt x="1630" y="26"/>
                  </a:lnTo>
                  <a:lnTo>
                    <a:pt x="1511" y="60"/>
                  </a:lnTo>
                  <a:lnTo>
                    <a:pt x="1391" y="120"/>
                  </a:lnTo>
                  <a:lnTo>
                    <a:pt x="1272" y="180"/>
                  </a:lnTo>
                  <a:lnTo>
                    <a:pt x="1152" y="265"/>
                  </a:lnTo>
                  <a:lnTo>
                    <a:pt x="1050" y="359"/>
                  </a:lnTo>
                  <a:lnTo>
                    <a:pt x="948" y="461"/>
                  </a:lnTo>
                  <a:lnTo>
                    <a:pt x="828" y="598"/>
                  </a:lnTo>
                  <a:lnTo>
                    <a:pt x="726" y="743"/>
                  </a:lnTo>
                  <a:lnTo>
                    <a:pt x="624" y="888"/>
                  </a:lnTo>
                  <a:lnTo>
                    <a:pt x="538" y="1041"/>
                  </a:lnTo>
                  <a:lnTo>
                    <a:pt x="462" y="1203"/>
                  </a:lnTo>
                  <a:lnTo>
                    <a:pt x="385" y="1365"/>
                  </a:lnTo>
                  <a:lnTo>
                    <a:pt x="317" y="1527"/>
                  </a:lnTo>
                  <a:lnTo>
                    <a:pt x="265" y="1698"/>
                  </a:lnTo>
                  <a:lnTo>
                    <a:pt x="206" y="1869"/>
                  </a:lnTo>
                  <a:lnTo>
                    <a:pt x="163" y="2048"/>
                  </a:lnTo>
                  <a:lnTo>
                    <a:pt x="120" y="2218"/>
                  </a:lnTo>
                  <a:lnTo>
                    <a:pt x="86" y="2397"/>
                  </a:lnTo>
                  <a:lnTo>
                    <a:pt x="35" y="2747"/>
                  </a:lnTo>
                  <a:lnTo>
                    <a:pt x="1" y="3088"/>
                  </a:lnTo>
                  <a:lnTo>
                    <a:pt x="1" y="3191"/>
                  </a:lnTo>
                  <a:lnTo>
                    <a:pt x="1" y="3336"/>
                  </a:lnTo>
                  <a:lnTo>
                    <a:pt x="9" y="3506"/>
                  </a:lnTo>
                  <a:lnTo>
                    <a:pt x="35" y="3702"/>
                  </a:lnTo>
                  <a:lnTo>
                    <a:pt x="61" y="3916"/>
                  </a:lnTo>
                  <a:lnTo>
                    <a:pt x="95" y="4146"/>
                  </a:lnTo>
                  <a:lnTo>
                    <a:pt x="137" y="4376"/>
                  </a:lnTo>
                  <a:lnTo>
                    <a:pt x="197" y="4598"/>
                  </a:lnTo>
                  <a:lnTo>
                    <a:pt x="257" y="4811"/>
                  </a:lnTo>
                  <a:lnTo>
                    <a:pt x="334" y="5007"/>
                  </a:lnTo>
                  <a:lnTo>
                    <a:pt x="376" y="5101"/>
                  </a:lnTo>
                  <a:lnTo>
                    <a:pt x="419" y="5186"/>
                  </a:lnTo>
                  <a:lnTo>
                    <a:pt x="462" y="5255"/>
                  </a:lnTo>
                  <a:lnTo>
                    <a:pt x="513" y="5323"/>
                  </a:lnTo>
                  <a:lnTo>
                    <a:pt x="564" y="5383"/>
                  </a:lnTo>
                  <a:lnTo>
                    <a:pt x="624" y="5425"/>
                  </a:lnTo>
                  <a:lnTo>
                    <a:pt x="683" y="5459"/>
                  </a:lnTo>
                  <a:lnTo>
                    <a:pt x="743" y="5485"/>
                  </a:lnTo>
                  <a:lnTo>
                    <a:pt x="811" y="5493"/>
                  </a:lnTo>
                  <a:lnTo>
                    <a:pt x="879" y="5485"/>
                  </a:lnTo>
                  <a:lnTo>
                    <a:pt x="948" y="5468"/>
                  </a:lnTo>
                  <a:lnTo>
                    <a:pt x="1024" y="5434"/>
                  </a:lnTo>
                  <a:lnTo>
                    <a:pt x="1101" y="5383"/>
                  </a:lnTo>
                  <a:lnTo>
                    <a:pt x="1169" y="5314"/>
                  </a:lnTo>
                  <a:lnTo>
                    <a:pt x="1246" y="5229"/>
                  </a:lnTo>
                  <a:lnTo>
                    <a:pt x="1314" y="5135"/>
                  </a:lnTo>
                  <a:lnTo>
                    <a:pt x="1383" y="5033"/>
                  </a:lnTo>
                  <a:lnTo>
                    <a:pt x="1451" y="4922"/>
                  </a:lnTo>
                  <a:lnTo>
                    <a:pt x="1579" y="4692"/>
                  </a:lnTo>
                  <a:lnTo>
                    <a:pt x="1690" y="4444"/>
                  </a:lnTo>
                  <a:lnTo>
                    <a:pt x="1792" y="4206"/>
                  </a:lnTo>
                  <a:lnTo>
                    <a:pt x="1971" y="3813"/>
                  </a:lnTo>
                  <a:lnTo>
                    <a:pt x="2065" y="3591"/>
                  </a:lnTo>
                  <a:lnTo>
                    <a:pt x="2159" y="3370"/>
                  </a:lnTo>
                  <a:lnTo>
                    <a:pt x="2253" y="3148"/>
                  </a:lnTo>
                  <a:lnTo>
                    <a:pt x="2338" y="2918"/>
                  </a:lnTo>
                  <a:lnTo>
                    <a:pt x="2415" y="2687"/>
                  </a:lnTo>
                  <a:lnTo>
                    <a:pt x="2492" y="2457"/>
                  </a:lnTo>
                  <a:lnTo>
                    <a:pt x="2560" y="2227"/>
                  </a:lnTo>
                  <a:lnTo>
                    <a:pt x="2619" y="1996"/>
                  </a:lnTo>
                  <a:lnTo>
                    <a:pt x="2662" y="1826"/>
                  </a:lnTo>
                  <a:lnTo>
                    <a:pt x="2696" y="1655"/>
                  </a:lnTo>
                  <a:lnTo>
                    <a:pt x="2730" y="1485"/>
                  </a:lnTo>
                  <a:lnTo>
                    <a:pt x="2747" y="1306"/>
                  </a:lnTo>
                  <a:lnTo>
                    <a:pt x="2747" y="1135"/>
                  </a:lnTo>
                  <a:lnTo>
                    <a:pt x="2739" y="964"/>
                  </a:lnTo>
                  <a:lnTo>
                    <a:pt x="2713" y="794"/>
                  </a:lnTo>
                  <a:lnTo>
                    <a:pt x="2688" y="709"/>
                  </a:lnTo>
                  <a:lnTo>
                    <a:pt x="2662" y="632"/>
                  </a:lnTo>
                  <a:lnTo>
                    <a:pt x="2637" y="555"/>
                  </a:lnTo>
                  <a:lnTo>
                    <a:pt x="2602" y="478"/>
                  </a:lnTo>
                  <a:lnTo>
                    <a:pt x="2560" y="410"/>
                  </a:lnTo>
                  <a:lnTo>
                    <a:pt x="2517" y="350"/>
                  </a:lnTo>
                  <a:lnTo>
                    <a:pt x="2474" y="291"/>
                  </a:lnTo>
                  <a:lnTo>
                    <a:pt x="2432" y="239"/>
                  </a:lnTo>
                  <a:lnTo>
                    <a:pt x="2381" y="197"/>
                  </a:lnTo>
                  <a:lnTo>
                    <a:pt x="2338" y="154"/>
                  </a:lnTo>
                  <a:lnTo>
                    <a:pt x="2287" y="120"/>
                  </a:lnTo>
                  <a:lnTo>
                    <a:pt x="2227" y="86"/>
                  </a:lnTo>
                  <a:lnTo>
                    <a:pt x="2116" y="35"/>
                  </a:lnTo>
                  <a:lnTo>
                    <a:pt x="2005" y="9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1104;p26">
              <a:extLst>
                <a:ext uri="{FF2B5EF4-FFF2-40B4-BE49-F238E27FC236}">
                  <a16:creationId xmlns:a16="http://schemas.microsoft.com/office/drawing/2014/main" id="{1AB4E4AB-C418-0C41-9006-60DE2D245A2E}"/>
                </a:ext>
              </a:extLst>
            </p:cNvPr>
            <p:cNvSpPr/>
            <p:nvPr/>
          </p:nvSpPr>
          <p:spPr>
            <a:xfrm>
              <a:off x="5741675" y="2077575"/>
              <a:ext cx="68700" cy="137350"/>
            </a:xfrm>
            <a:custGeom>
              <a:avLst/>
              <a:gdLst/>
              <a:ahLst/>
              <a:cxnLst/>
              <a:rect l="l" t="t" r="r" b="b"/>
              <a:pathLst>
                <a:path w="2748" h="5494" fill="none" extrusionOk="0">
                  <a:moveTo>
                    <a:pt x="1" y="3088"/>
                  </a:moveTo>
                  <a:lnTo>
                    <a:pt x="1" y="3088"/>
                  </a:lnTo>
                  <a:lnTo>
                    <a:pt x="1" y="3191"/>
                  </a:lnTo>
                  <a:lnTo>
                    <a:pt x="1" y="3336"/>
                  </a:lnTo>
                  <a:lnTo>
                    <a:pt x="9" y="3506"/>
                  </a:lnTo>
                  <a:lnTo>
                    <a:pt x="35" y="3702"/>
                  </a:lnTo>
                  <a:lnTo>
                    <a:pt x="61" y="3916"/>
                  </a:lnTo>
                  <a:lnTo>
                    <a:pt x="95" y="4146"/>
                  </a:lnTo>
                  <a:lnTo>
                    <a:pt x="137" y="4376"/>
                  </a:lnTo>
                  <a:lnTo>
                    <a:pt x="197" y="4598"/>
                  </a:lnTo>
                  <a:lnTo>
                    <a:pt x="257" y="4811"/>
                  </a:lnTo>
                  <a:lnTo>
                    <a:pt x="334" y="5007"/>
                  </a:lnTo>
                  <a:lnTo>
                    <a:pt x="376" y="5101"/>
                  </a:lnTo>
                  <a:lnTo>
                    <a:pt x="419" y="5186"/>
                  </a:lnTo>
                  <a:lnTo>
                    <a:pt x="462" y="5255"/>
                  </a:lnTo>
                  <a:lnTo>
                    <a:pt x="513" y="5323"/>
                  </a:lnTo>
                  <a:lnTo>
                    <a:pt x="564" y="5383"/>
                  </a:lnTo>
                  <a:lnTo>
                    <a:pt x="624" y="5425"/>
                  </a:lnTo>
                  <a:lnTo>
                    <a:pt x="683" y="5459"/>
                  </a:lnTo>
                  <a:lnTo>
                    <a:pt x="743" y="5485"/>
                  </a:lnTo>
                  <a:lnTo>
                    <a:pt x="811" y="5493"/>
                  </a:lnTo>
                  <a:lnTo>
                    <a:pt x="879" y="5485"/>
                  </a:lnTo>
                  <a:lnTo>
                    <a:pt x="948" y="5468"/>
                  </a:lnTo>
                  <a:lnTo>
                    <a:pt x="1024" y="5434"/>
                  </a:lnTo>
                  <a:lnTo>
                    <a:pt x="1024" y="5434"/>
                  </a:lnTo>
                  <a:lnTo>
                    <a:pt x="1101" y="5383"/>
                  </a:lnTo>
                  <a:lnTo>
                    <a:pt x="1169" y="5314"/>
                  </a:lnTo>
                  <a:lnTo>
                    <a:pt x="1246" y="5229"/>
                  </a:lnTo>
                  <a:lnTo>
                    <a:pt x="1314" y="5135"/>
                  </a:lnTo>
                  <a:lnTo>
                    <a:pt x="1383" y="5033"/>
                  </a:lnTo>
                  <a:lnTo>
                    <a:pt x="1451" y="4922"/>
                  </a:lnTo>
                  <a:lnTo>
                    <a:pt x="1579" y="4692"/>
                  </a:lnTo>
                  <a:lnTo>
                    <a:pt x="1690" y="4444"/>
                  </a:lnTo>
                  <a:lnTo>
                    <a:pt x="1792" y="4206"/>
                  </a:lnTo>
                  <a:lnTo>
                    <a:pt x="1971" y="3813"/>
                  </a:lnTo>
                  <a:lnTo>
                    <a:pt x="1971" y="3813"/>
                  </a:lnTo>
                  <a:lnTo>
                    <a:pt x="2065" y="3591"/>
                  </a:lnTo>
                  <a:lnTo>
                    <a:pt x="2159" y="3370"/>
                  </a:lnTo>
                  <a:lnTo>
                    <a:pt x="2253" y="3148"/>
                  </a:lnTo>
                  <a:lnTo>
                    <a:pt x="2338" y="2918"/>
                  </a:lnTo>
                  <a:lnTo>
                    <a:pt x="2415" y="2687"/>
                  </a:lnTo>
                  <a:lnTo>
                    <a:pt x="2492" y="2457"/>
                  </a:lnTo>
                  <a:lnTo>
                    <a:pt x="2560" y="2227"/>
                  </a:lnTo>
                  <a:lnTo>
                    <a:pt x="2619" y="1996"/>
                  </a:lnTo>
                  <a:lnTo>
                    <a:pt x="2619" y="1996"/>
                  </a:lnTo>
                  <a:lnTo>
                    <a:pt x="2662" y="1826"/>
                  </a:lnTo>
                  <a:lnTo>
                    <a:pt x="2696" y="1655"/>
                  </a:lnTo>
                  <a:lnTo>
                    <a:pt x="2730" y="1485"/>
                  </a:lnTo>
                  <a:lnTo>
                    <a:pt x="2747" y="1306"/>
                  </a:lnTo>
                  <a:lnTo>
                    <a:pt x="2747" y="1135"/>
                  </a:lnTo>
                  <a:lnTo>
                    <a:pt x="2739" y="964"/>
                  </a:lnTo>
                  <a:lnTo>
                    <a:pt x="2713" y="794"/>
                  </a:lnTo>
                  <a:lnTo>
                    <a:pt x="2688" y="709"/>
                  </a:lnTo>
                  <a:lnTo>
                    <a:pt x="2662" y="632"/>
                  </a:lnTo>
                  <a:lnTo>
                    <a:pt x="2662" y="632"/>
                  </a:lnTo>
                  <a:lnTo>
                    <a:pt x="2637" y="555"/>
                  </a:lnTo>
                  <a:lnTo>
                    <a:pt x="2602" y="478"/>
                  </a:lnTo>
                  <a:lnTo>
                    <a:pt x="2560" y="410"/>
                  </a:lnTo>
                  <a:lnTo>
                    <a:pt x="2517" y="350"/>
                  </a:lnTo>
                  <a:lnTo>
                    <a:pt x="2474" y="291"/>
                  </a:lnTo>
                  <a:lnTo>
                    <a:pt x="2432" y="239"/>
                  </a:lnTo>
                  <a:lnTo>
                    <a:pt x="2381" y="197"/>
                  </a:lnTo>
                  <a:lnTo>
                    <a:pt x="2338" y="154"/>
                  </a:lnTo>
                  <a:lnTo>
                    <a:pt x="2287" y="120"/>
                  </a:lnTo>
                  <a:lnTo>
                    <a:pt x="2227" y="86"/>
                  </a:lnTo>
                  <a:lnTo>
                    <a:pt x="2116" y="35"/>
                  </a:lnTo>
                  <a:lnTo>
                    <a:pt x="2005" y="9"/>
                  </a:lnTo>
                  <a:lnTo>
                    <a:pt x="1877" y="1"/>
                  </a:lnTo>
                  <a:lnTo>
                    <a:pt x="1758" y="1"/>
                  </a:lnTo>
                  <a:lnTo>
                    <a:pt x="1630" y="26"/>
                  </a:lnTo>
                  <a:lnTo>
                    <a:pt x="1511" y="60"/>
                  </a:lnTo>
                  <a:lnTo>
                    <a:pt x="1391" y="120"/>
                  </a:lnTo>
                  <a:lnTo>
                    <a:pt x="1272" y="180"/>
                  </a:lnTo>
                  <a:lnTo>
                    <a:pt x="1152" y="265"/>
                  </a:lnTo>
                  <a:lnTo>
                    <a:pt x="1050" y="359"/>
                  </a:lnTo>
                  <a:lnTo>
                    <a:pt x="948" y="461"/>
                  </a:lnTo>
                  <a:lnTo>
                    <a:pt x="948" y="461"/>
                  </a:lnTo>
                  <a:lnTo>
                    <a:pt x="828" y="598"/>
                  </a:lnTo>
                  <a:lnTo>
                    <a:pt x="726" y="743"/>
                  </a:lnTo>
                  <a:lnTo>
                    <a:pt x="624" y="888"/>
                  </a:lnTo>
                  <a:lnTo>
                    <a:pt x="538" y="1041"/>
                  </a:lnTo>
                  <a:lnTo>
                    <a:pt x="462" y="1203"/>
                  </a:lnTo>
                  <a:lnTo>
                    <a:pt x="385" y="1365"/>
                  </a:lnTo>
                  <a:lnTo>
                    <a:pt x="317" y="1527"/>
                  </a:lnTo>
                  <a:lnTo>
                    <a:pt x="265" y="1698"/>
                  </a:lnTo>
                  <a:lnTo>
                    <a:pt x="206" y="1869"/>
                  </a:lnTo>
                  <a:lnTo>
                    <a:pt x="163" y="2048"/>
                  </a:lnTo>
                  <a:lnTo>
                    <a:pt x="120" y="2218"/>
                  </a:lnTo>
                  <a:lnTo>
                    <a:pt x="86" y="2397"/>
                  </a:lnTo>
                  <a:lnTo>
                    <a:pt x="35" y="2747"/>
                  </a:lnTo>
                  <a:lnTo>
                    <a:pt x="1" y="3088"/>
                  </a:lnTo>
                  <a:lnTo>
                    <a:pt x="1" y="3088"/>
                  </a:lnTo>
                  <a:close/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1105;p26">
              <a:extLst>
                <a:ext uri="{FF2B5EF4-FFF2-40B4-BE49-F238E27FC236}">
                  <a16:creationId xmlns:a16="http://schemas.microsoft.com/office/drawing/2014/main" id="{0DDAF9C3-BCA6-D61A-F480-65A0342F32AB}"/>
                </a:ext>
              </a:extLst>
            </p:cNvPr>
            <p:cNvSpPr/>
            <p:nvPr/>
          </p:nvSpPr>
          <p:spPr>
            <a:xfrm>
              <a:off x="6067500" y="2290175"/>
              <a:ext cx="110275" cy="106425"/>
            </a:xfrm>
            <a:custGeom>
              <a:avLst/>
              <a:gdLst/>
              <a:ahLst/>
              <a:cxnLst/>
              <a:rect l="l" t="t" r="r" b="b"/>
              <a:pathLst>
                <a:path w="4411" h="4257" extrusionOk="0">
                  <a:moveTo>
                    <a:pt x="3489" y="0"/>
                  </a:moveTo>
                  <a:lnTo>
                    <a:pt x="3413" y="9"/>
                  </a:lnTo>
                  <a:lnTo>
                    <a:pt x="3327" y="26"/>
                  </a:lnTo>
                  <a:lnTo>
                    <a:pt x="3242" y="43"/>
                  </a:lnTo>
                  <a:lnTo>
                    <a:pt x="3157" y="69"/>
                  </a:lnTo>
                  <a:lnTo>
                    <a:pt x="2995" y="128"/>
                  </a:lnTo>
                  <a:lnTo>
                    <a:pt x="2841" y="205"/>
                  </a:lnTo>
                  <a:lnTo>
                    <a:pt x="2696" y="299"/>
                  </a:lnTo>
                  <a:lnTo>
                    <a:pt x="2560" y="401"/>
                  </a:lnTo>
                  <a:lnTo>
                    <a:pt x="2423" y="512"/>
                  </a:lnTo>
                  <a:lnTo>
                    <a:pt x="2295" y="632"/>
                  </a:lnTo>
                  <a:lnTo>
                    <a:pt x="2167" y="751"/>
                  </a:lnTo>
                  <a:lnTo>
                    <a:pt x="1997" y="922"/>
                  </a:lnTo>
                  <a:lnTo>
                    <a:pt x="1835" y="1101"/>
                  </a:lnTo>
                  <a:lnTo>
                    <a:pt x="1673" y="1280"/>
                  </a:lnTo>
                  <a:lnTo>
                    <a:pt x="1511" y="1459"/>
                  </a:lnTo>
                  <a:lnTo>
                    <a:pt x="1357" y="1647"/>
                  </a:lnTo>
                  <a:lnTo>
                    <a:pt x="1212" y="1834"/>
                  </a:lnTo>
                  <a:lnTo>
                    <a:pt x="1067" y="2030"/>
                  </a:lnTo>
                  <a:lnTo>
                    <a:pt x="931" y="2227"/>
                  </a:lnTo>
                  <a:lnTo>
                    <a:pt x="675" y="2576"/>
                  </a:lnTo>
                  <a:lnTo>
                    <a:pt x="521" y="2781"/>
                  </a:lnTo>
                  <a:lnTo>
                    <a:pt x="368" y="3011"/>
                  </a:lnTo>
                  <a:lnTo>
                    <a:pt x="223" y="3233"/>
                  </a:lnTo>
                  <a:lnTo>
                    <a:pt x="163" y="3344"/>
                  </a:lnTo>
                  <a:lnTo>
                    <a:pt x="112" y="3455"/>
                  </a:lnTo>
                  <a:lnTo>
                    <a:pt x="69" y="3566"/>
                  </a:lnTo>
                  <a:lnTo>
                    <a:pt x="35" y="3668"/>
                  </a:lnTo>
                  <a:lnTo>
                    <a:pt x="9" y="3770"/>
                  </a:lnTo>
                  <a:lnTo>
                    <a:pt x="1" y="3864"/>
                  </a:lnTo>
                  <a:lnTo>
                    <a:pt x="9" y="3941"/>
                  </a:lnTo>
                  <a:lnTo>
                    <a:pt x="26" y="4018"/>
                  </a:lnTo>
                  <a:lnTo>
                    <a:pt x="61" y="4077"/>
                  </a:lnTo>
                  <a:lnTo>
                    <a:pt x="95" y="4129"/>
                  </a:lnTo>
                  <a:lnTo>
                    <a:pt x="146" y="4171"/>
                  </a:lnTo>
                  <a:lnTo>
                    <a:pt x="206" y="4205"/>
                  </a:lnTo>
                  <a:lnTo>
                    <a:pt x="274" y="4231"/>
                  </a:lnTo>
                  <a:lnTo>
                    <a:pt x="351" y="4248"/>
                  </a:lnTo>
                  <a:lnTo>
                    <a:pt x="436" y="4257"/>
                  </a:lnTo>
                  <a:lnTo>
                    <a:pt x="615" y="4257"/>
                  </a:lnTo>
                  <a:lnTo>
                    <a:pt x="717" y="4239"/>
                  </a:lnTo>
                  <a:lnTo>
                    <a:pt x="922" y="4205"/>
                  </a:lnTo>
                  <a:lnTo>
                    <a:pt x="1135" y="4154"/>
                  </a:lnTo>
                  <a:lnTo>
                    <a:pt x="1366" y="4086"/>
                  </a:lnTo>
                  <a:lnTo>
                    <a:pt x="1579" y="4009"/>
                  </a:lnTo>
                  <a:lnTo>
                    <a:pt x="1792" y="3932"/>
                  </a:lnTo>
                  <a:lnTo>
                    <a:pt x="1997" y="3847"/>
                  </a:lnTo>
                  <a:lnTo>
                    <a:pt x="2176" y="3762"/>
                  </a:lnTo>
                  <a:lnTo>
                    <a:pt x="2329" y="3685"/>
                  </a:lnTo>
                  <a:lnTo>
                    <a:pt x="2449" y="3617"/>
                  </a:lnTo>
                  <a:lnTo>
                    <a:pt x="2543" y="3566"/>
                  </a:lnTo>
                  <a:lnTo>
                    <a:pt x="2824" y="3361"/>
                  </a:lnTo>
                  <a:lnTo>
                    <a:pt x="3097" y="3139"/>
                  </a:lnTo>
                  <a:lnTo>
                    <a:pt x="3233" y="3020"/>
                  </a:lnTo>
                  <a:lnTo>
                    <a:pt x="3361" y="2892"/>
                  </a:lnTo>
                  <a:lnTo>
                    <a:pt x="3489" y="2772"/>
                  </a:lnTo>
                  <a:lnTo>
                    <a:pt x="3609" y="2636"/>
                  </a:lnTo>
                  <a:lnTo>
                    <a:pt x="3728" y="2499"/>
                  </a:lnTo>
                  <a:lnTo>
                    <a:pt x="3839" y="2363"/>
                  </a:lnTo>
                  <a:lnTo>
                    <a:pt x="3941" y="2218"/>
                  </a:lnTo>
                  <a:lnTo>
                    <a:pt x="4035" y="2064"/>
                  </a:lnTo>
                  <a:lnTo>
                    <a:pt x="4129" y="1911"/>
                  </a:lnTo>
                  <a:lnTo>
                    <a:pt x="4206" y="1757"/>
                  </a:lnTo>
                  <a:lnTo>
                    <a:pt x="4274" y="1595"/>
                  </a:lnTo>
                  <a:lnTo>
                    <a:pt x="4342" y="1425"/>
                  </a:lnTo>
                  <a:lnTo>
                    <a:pt x="4376" y="1280"/>
                  </a:lnTo>
                  <a:lnTo>
                    <a:pt x="4402" y="1143"/>
                  </a:lnTo>
                  <a:lnTo>
                    <a:pt x="4411" y="1007"/>
                  </a:lnTo>
                  <a:lnTo>
                    <a:pt x="4411" y="870"/>
                  </a:lnTo>
                  <a:lnTo>
                    <a:pt x="4393" y="734"/>
                  </a:lnTo>
                  <a:lnTo>
                    <a:pt x="4368" y="606"/>
                  </a:lnTo>
                  <a:lnTo>
                    <a:pt x="4325" y="495"/>
                  </a:lnTo>
                  <a:lnTo>
                    <a:pt x="4266" y="384"/>
                  </a:lnTo>
                  <a:lnTo>
                    <a:pt x="4197" y="282"/>
                  </a:lnTo>
                  <a:lnTo>
                    <a:pt x="4112" y="197"/>
                  </a:lnTo>
                  <a:lnTo>
                    <a:pt x="4010" y="128"/>
                  </a:lnTo>
                  <a:lnTo>
                    <a:pt x="3958" y="94"/>
                  </a:lnTo>
                  <a:lnTo>
                    <a:pt x="3899" y="69"/>
                  </a:lnTo>
                  <a:lnTo>
                    <a:pt x="3839" y="43"/>
                  </a:lnTo>
                  <a:lnTo>
                    <a:pt x="3779" y="26"/>
                  </a:lnTo>
                  <a:lnTo>
                    <a:pt x="3711" y="17"/>
                  </a:lnTo>
                  <a:lnTo>
                    <a:pt x="3643" y="9"/>
                  </a:lnTo>
                  <a:lnTo>
                    <a:pt x="3566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1106;p26">
              <a:extLst>
                <a:ext uri="{FF2B5EF4-FFF2-40B4-BE49-F238E27FC236}">
                  <a16:creationId xmlns:a16="http://schemas.microsoft.com/office/drawing/2014/main" id="{99B77D38-28CD-39FF-C2D1-DF83B67A213C}"/>
                </a:ext>
              </a:extLst>
            </p:cNvPr>
            <p:cNvSpPr/>
            <p:nvPr/>
          </p:nvSpPr>
          <p:spPr>
            <a:xfrm>
              <a:off x="6067500" y="2290175"/>
              <a:ext cx="110275" cy="106425"/>
            </a:xfrm>
            <a:custGeom>
              <a:avLst/>
              <a:gdLst/>
              <a:ahLst/>
              <a:cxnLst/>
              <a:rect l="l" t="t" r="r" b="b"/>
              <a:pathLst>
                <a:path w="4411" h="4257" fill="none" extrusionOk="0">
                  <a:moveTo>
                    <a:pt x="2543" y="3566"/>
                  </a:moveTo>
                  <a:lnTo>
                    <a:pt x="2543" y="3566"/>
                  </a:lnTo>
                  <a:lnTo>
                    <a:pt x="2449" y="3617"/>
                  </a:lnTo>
                  <a:lnTo>
                    <a:pt x="2329" y="3685"/>
                  </a:lnTo>
                  <a:lnTo>
                    <a:pt x="2176" y="3762"/>
                  </a:lnTo>
                  <a:lnTo>
                    <a:pt x="1997" y="3847"/>
                  </a:lnTo>
                  <a:lnTo>
                    <a:pt x="1792" y="3932"/>
                  </a:lnTo>
                  <a:lnTo>
                    <a:pt x="1579" y="4009"/>
                  </a:lnTo>
                  <a:lnTo>
                    <a:pt x="1366" y="4086"/>
                  </a:lnTo>
                  <a:lnTo>
                    <a:pt x="1135" y="4154"/>
                  </a:lnTo>
                  <a:lnTo>
                    <a:pt x="922" y="4205"/>
                  </a:lnTo>
                  <a:lnTo>
                    <a:pt x="717" y="4239"/>
                  </a:lnTo>
                  <a:lnTo>
                    <a:pt x="615" y="4257"/>
                  </a:lnTo>
                  <a:lnTo>
                    <a:pt x="521" y="4257"/>
                  </a:lnTo>
                  <a:lnTo>
                    <a:pt x="436" y="4257"/>
                  </a:lnTo>
                  <a:lnTo>
                    <a:pt x="351" y="4248"/>
                  </a:lnTo>
                  <a:lnTo>
                    <a:pt x="274" y="4231"/>
                  </a:lnTo>
                  <a:lnTo>
                    <a:pt x="206" y="4205"/>
                  </a:lnTo>
                  <a:lnTo>
                    <a:pt x="146" y="4171"/>
                  </a:lnTo>
                  <a:lnTo>
                    <a:pt x="95" y="4129"/>
                  </a:lnTo>
                  <a:lnTo>
                    <a:pt x="61" y="4077"/>
                  </a:lnTo>
                  <a:lnTo>
                    <a:pt x="26" y="4018"/>
                  </a:lnTo>
                  <a:lnTo>
                    <a:pt x="9" y="3941"/>
                  </a:lnTo>
                  <a:lnTo>
                    <a:pt x="1" y="3864"/>
                  </a:lnTo>
                  <a:lnTo>
                    <a:pt x="1" y="3864"/>
                  </a:lnTo>
                  <a:lnTo>
                    <a:pt x="9" y="3770"/>
                  </a:lnTo>
                  <a:lnTo>
                    <a:pt x="35" y="3668"/>
                  </a:lnTo>
                  <a:lnTo>
                    <a:pt x="69" y="3566"/>
                  </a:lnTo>
                  <a:lnTo>
                    <a:pt x="112" y="3455"/>
                  </a:lnTo>
                  <a:lnTo>
                    <a:pt x="163" y="3344"/>
                  </a:lnTo>
                  <a:lnTo>
                    <a:pt x="223" y="3233"/>
                  </a:lnTo>
                  <a:lnTo>
                    <a:pt x="368" y="3011"/>
                  </a:lnTo>
                  <a:lnTo>
                    <a:pt x="521" y="2781"/>
                  </a:lnTo>
                  <a:lnTo>
                    <a:pt x="675" y="2576"/>
                  </a:lnTo>
                  <a:lnTo>
                    <a:pt x="931" y="2227"/>
                  </a:lnTo>
                  <a:lnTo>
                    <a:pt x="931" y="2227"/>
                  </a:lnTo>
                  <a:lnTo>
                    <a:pt x="1067" y="2030"/>
                  </a:lnTo>
                  <a:lnTo>
                    <a:pt x="1212" y="1834"/>
                  </a:lnTo>
                  <a:lnTo>
                    <a:pt x="1357" y="1647"/>
                  </a:lnTo>
                  <a:lnTo>
                    <a:pt x="1511" y="1459"/>
                  </a:lnTo>
                  <a:lnTo>
                    <a:pt x="1673" y="1280"/>
                  </a:lnTo>
                  <a:lnTo>
                    <a:pt x="1835" y="1101"/>
                  </a:lnTo>
                  <a:lnTo>
                    <a:pt x="1997" y="922"/>
                  </a:lnTo>
                  <a:lnTo>
                    <a:pt x="2167" y="751"/>
                  </a:lnTo>
                  <a:lnTo>
                    <a:pt x="2167" y="751"/>
                  </a:lnTo>
                  <a:lnTo>
                    <a:pt x="2295" y="632"/>
                  </a:lnTo>
                  <a:lnTo>
                    <a:pt x="2423" y="512"/>
                  </a:lnTo>
                  <a:lnTo>
                    <a:pt x="2560" y="401"/>
                  </a:lnTo>
                  <a:lnTo>
                    <a:pt x="2696" y="299"/>
                  </a:lnTo>
                  <a:lnTo>
                    <a:pt x="2841" y="205"/>
                  </a:lnTo>
                  <a:lnTo>
                    <a:pt x="2995" y="128"/>
                  </a:lnTo>
                  <a:lnTo>
                    <a:pt x="3157" y="69"/>
                  </a:lnTo>
                  <a:lnTo>
                    <a:pt x="3242" y="43"/>
                  </a:lnTo>
                  <a:lnTo>
                    <a:pt x="3327" y="26"/>
                  </a:lnTo>
                  <a:lnTo>
                    <a:pt x="3327" y="26"/>
                  </a:lnTo>
                  <a:lnTo>
                    <a:pt x="3413" y="9"/>
                  </a:lnTo>
                  <a:lnTo>
                    <a:pt x="3489" y="0"/>
                  </a:lnTo>
                  <a:lnTo>
                    <a:pt x="3566" y="0"/>
                  </a:lnTo>
                  <a:lnTo>
                    <a:pt x="3643" y="9"/>
                  </a:lnTo>
                  <a:lnTo>
                    <a:pt x="3711" y="17"/>
                  </a:lnTo>
                  <a:lnTo>
                    <a:pt x="3779" y="26"/>
                  </a:lnTo>
                  <a:lnTo>
                    <a:pt x="3839" y="43"/>
                  </a:lnTo>
                  <a:lnTo>
                    <a:pt x="3899" y="69"/>
                  </a:lnTo>
                  <a:lnTo>
                    <a:pt x="3958" y="94"/>
                  </a:lnTo>
                  <a:lnTo>
                    <a:pt x="4010" y="128"/>
                  </a:lnTo>
                  <a:lnTo>
                    <a:pt x="4112" y="197"/>
                  </a:lnTo>
                  <a:lnTo>
                    <a:pt x="4197" y="282"/>
                  </a:lnTo>
                  <a:lnTo>
                    <a:pt x="4266" y="384"/>
                  </a:lnTo>
                  <a:lnTo>
                    <a:pt x="4325" y="495"/>
                  </a:lnTo>
                  <a:lnTo>
                    <a:pt x="4368" y="606"/>
                  </a:lnTo>
                  <a:lnTo>
                    <a:pt x="4393" y="734"/>
                  </a:lnTo>
                  <a:lnTo>
                    <a:pt x="4411" y="870"/>
                  </a:lnTo>
                  <a:lnTo>
                    <a:pt x="4411" y="1007"/>
                  </a:lnTo>
                  <a:lnTo>
                    <a:pt x="4402" y="1143"/>
                  </a:lnTo>
                  <a:lnTo>
                    <a:pt x="4376" y="1280"/>
                  </a:lnTo>
                  <a:lnTo>
                    <a:pt x="4342" y="1425"/>
                  </a:lnTo>
                  <a:lnTo>
                    <a:pt x="4342" y="1425"/>
                  </a:lnTo>
                  <a:lnTo>
                    <a:pt x="4274" y="1595"/>
                  </a:lnTo>
                  <a:lnTo>
                    <a:pt x="4206" y="1757"/>
                  </a:lnTo>
                  <a:lnTo>
                    <a:pt x="4129" y="1911"/>
                  </a:lnTo>
                  <a:lnTo>
                    <a:pt x="4035" y="2064"/>
                  </a:lnTo>
                  <a:lnTo>
                    <a:pt x="3941" y="2218"/>
                  </a:lnTo>
                  <a:lnTo>
                    <a:pt x="3839" y="2363"/>
                  </a:lnTo>
                  <a:lnTo>
                    <a:pt x="3728" y="2499"/>
                  </a:lnTo>
                  <a:lnTo>
                    <a:pt x="3609" y="2636"/>
                  </a:lnTo>
                  <a:lnTo>
                    <a:pt x="3489" y="2772"/>
                  </a:lnTo>
                  <a:lnTo>
                    <a:pt x="3361" y="2892"/>
                  </a:lnTo>
                  <a:lnTo>
                    <a:pt x="3233" y="3020"/>
                  </a:lnTo>
                  <a:lnTo>
                    <a:pt x="3097" y="3139"/>
                  </a:lnTo>
                  <a:lnTo>
                    <a:pt x="2824" y="3361"/>
                  </a:lnTo>
                  <a:lnTo>
                    <a:pt x="2543" y="3566"/>
                  </a:lnTo>
                  <a:lnTo>
                    <a:pt x="2543" y="3566"/>
                  </a:lnTo>
                  <a:close/>
                </a:path>
              </a:pathLst>
            </a:custGeom>
            <a:noFill/>
            <a:ln w="12800" cap="rnd" cmpd="sng">
              <a:solidFill>
                <a:srgbClr val="FF9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1107;p26">
              <a:extLst>
                <a:ext uri="{FF2B5EF4-FFF2-40B4-BE49-F238E27FC236}">
                  <a16:creationId xmlns:a16="http://schemas.microsoft.com/office/drawing/2014/main" id="{2C83E196-7F97-13CF-7234-8BA80229AD8B}"/>
                </a:ext>
              </a:extLst>
            </p:cNvPr>
            <p:cNvSpPr/>
            <p:nvPr/>
          </p:nvSpPr>
          <p:spPr>
            <a:xfrm>
              <a:off x="5750850" y="1925325"/>
              <a:ext cx="460200" cy="532900"/>
            </a:xfrm>
            <a:custGeom>
              <a:avLst/>
              <a:gdLst/>
              <a:ahLst/>
              <a:cxnLst/>
              <a:rect l="l" t="t" r="r" b="b"/>
              <a:pathLst>
                <a:path w="18408" h="21316" extrusionOk="0">
                  <a:moveTo>
                    <a:pt x="12283" y="1"/>
                  </a:moveTo>
                  <a:lnTo>
                    <a:pt x="12027" y="9"/>
                  </a:lnTo>
                  <a:lnTo>
                    <a:pt x="11771" y="35"/>
                  </a:lnTo>
                  <a:lnTo>
                    <a:pt x="11515" y="60"/>
                  </a:lnTo>
                  <a:lnTo>
                    <a:pt x="11268" y="111"/>
                  </a:lnTo>
                  <a:lnTo>
                    <a:pt x="11012" y="163"/>
                  </a:lnTo>
                  <a:lnTo>
                    <a:pt x="10765" y="222"/>
                  </a:lnTo>
                  <a:lnTo>
                    <a:pt x="10517" y="299"/>
                  </a:lnTo>
                  <a:lnTo>
                    <a:pt x="10270" y="384"/>
                  </a:lnTo>
                  <a:lnTo>
                    <a:pt x="10023" y="470"/>
                  </a:lnTo>
                  <a:lnTo>
                    <a:pt x="9775" y="572"/>
                  </a:lnTo>
                  <a:lnTo>
                    <a:pt x="9537" y="674"/>
                  </a:lnTo>
                  <a:lnTo>
                    <a:pt x="9306" y="777"/>
                  </a:lnTo>
                  <a:lnTo>
                    <a:pt x="9067" y="896"/>
                  </a:lnTo>
                  <a:lnTo>
                    <a:pt x="8846" y="1016"/>
                  </a:lnTo>
                  <a:lnTo>
                    <a:pt x="8615" y="1135"/>
                  </a:lnTo>
                  <a:lnTo>
                    <a:pt x="8180" y="1382"/>
                  </a:lnTo>
                  <a:lnTo>
                    <a:pt x="7762" y="1638"/>
                  </a:lnTo>
                  <a:lnTo>
                    <a:pt x="7370" y="1894"/>
                  </a:lnTo>
                  <a:lnTo>
                    <a:pt x="7003" y="2150"/>
                  </a:lnTo>
                  <a:lnTo>
                    <a:pt x="6824" y="2278"/>
                  </a:lnTo>
                  <a:lnTo>
                    <a:pt x="6645" y="2423"/>
                  </a:lnTo>
                  <a:lnTo>
                    <a:pt x="6449" y="2576"/>
                  </a:lnTo>
                  <a:lnTo>
                    <a:pt x="6261" y="2747"/>
                  </a:lnTo>
                  <a:lnTo>
                    <a:pt x="6065" y="2926"/>
                  </a:lnTo>
                  <a:lnTo>
                    <a:pt x="5869" y="3114"/>
                  </a:lnTo>
                  <a:lnTo>
                    <a:pt x="5477" y="3515"/>
                  </a:lnTo>
                  <a:lnTo>
                    <a:pt x="5084" y="3941"/>
                  </a:lnTo>
                  <a:lnTo>
                    <a:pt x="4692" y="4385"/>
                  </a:lnTo>
                  <a:lnTo>
                    <a:pt x="4317" y="4828"/>
                  </a:lnTo>
                  <a:lnTo>
                    <a:pt x="3950" y="5263"/>
                  </a:lnTo>
                  <a:lnTo>
                    <a:pt x="3609" y="5690"/>
                  </a:lnTo>
                  <a:lnTo>
                    <a:pt x="3302" y="6082"/>
                  </a:lnTo>
                  <a:lnTo>
                    <a:pt x="2781" y="6764"/>
                  </a:lnTo>
                  <a:lnTo>
                    <a:pt x="2440" y="7234"/>
                  </a:lnTo>
                  <a:lnTo>
                    <a:pt x="2312" y="7404"/>
                  </a:lnTo>
                  <a:lnTo>
                    <a:pt x="1954" y="7950"/>
                  </a:lnTo>
                  <a:lnTo>
                    <a:pt x="1792" y="8206"/>
                  </a:lnTo>
                  <a:lnTo>
                    <a:pt x="1647" y="8462"/>
                  </a:lnTo>
                  <a:lnTo>
                    <a:pt x="1510" y="8701"/>
                  </a:lnTo>
                  <a:lnTo>
                    <a:pt x="1382" y="8939"/>
                  </a:lnTo>
                  <a:lnTo>
                    <a:pt x="1263" y="9178"/>
                  </a:lnTo>
                  <a:lnTo>
                    <a:pt x="1144" y="9417"/>
                  </a:lnTo>
                  <a:lnTo>
                    <a:pt x="1041" y="9656"/>
                  </a:lnTo>
                  <a:lnTo>
                    <a:pt x="939" y="9903"/>
                  </a:lnTo>
                  <a:lnTo>
                    <a:pt x="837" y="10151"/>
                  </a:lnTo>
                  <a:lnTo>
                    <a:pt x="743" y="10415"/>
                  </a:lnTo>
                  <a:lnTo>
                    <a:pt x="649" y="10688"/>
                  </a:lnTo>
                  <a:lnTo>
                    <a:pt x="564" y="10978"/>
                  </a:lnTo>
                  <a:lnTo>
                    <a:pt x="376" y="11609"/>
                  </a:lnTo>
                  <a:lnTo>
                    <a:pt x="291" y="11950"/>
                  </a:lnTo>
                  <a:lnTo>
                    <a:pt x="205" y="12291"/>
                  </a:lnTo>
                  <a:lnTo>
                    <a:pt x="146" y="12641"/>
                  </a:lnTo>
                  <a:lnTo>
                    <a:pt x="86" y="12982"/>
                  </a:lnTo>
                  <a:lnTo>
                    <a:pt x="43" y="13332"/>
                  </a:lnTo>
                  <a:lnTo>
                    <a:pt x="18" y="13682"/>
                  </a:lnTo>
                  <a:lnTo>
                    <a:pt x="1" y="14031"/>
                  </a:lnTo>
                  <a:lnTo>
                    <a:pt x="1" y="14381"/>
                  </a:lnTo>
                  <a:lnTo>
                    <a:pt x="9" y="14731"/>
                  </a:lnTo>
                  <a:lnTo>
                    <a:pt x="35" y="15081"/>
                  </a:lnTo>
                  <a:lnTo>
                    <a:pt x="77" y="15422"/>
                  </a:lnTo>
                  <a:lnTo>
                    <a:pt x="129" y="15771"/>
                  </a:lnTo>
                  <a:lnTo>
                    <a:pt x="205" y="16104"/>
                  </a:lnTo>
                  <a:lnTo>
                    <a:pt x="291" y="16445"/>
                  </a:lnTo>
                  <a:lnTo>
                    <a:pt x="393" y="16778"/>
                  </a:lnTo>
                  <a:lnTo>
                    <a:pt x="512" y="17102"/>
                  </a:lnTo>
                  <a:lnTo>
                    <a:pt x="615" y="17324"/>
                  </a:lnTo>
                  <a:lnTo>
                    <a:pt x="717" y="17546"/>
                  </a:lnTo>
                  <a:lnTo>
                    <a:pt x="820" y="17759"/>
                  </a:lnTo>
                  <a:lnTo>
                    <a:pt x="939" y="17972"/>
                  </a:lnTo>
                  <a:lnTo>
                    <a:pt x="1067" y="18177"/>
                  </a:lnTo>
                  <a:lnTo>
                    <a:pt x="1195" y="18373"/>
                  </a:lnTo>
                  <a:lnTo>
                    <a:pt x="1331" y="18569"/>
                  </a:lnTo>
                  <a:lnTo>
                    <a:pt x="1476" y="18757"/>
                  </a:lnTo>
                  <a:lnTo>
                    <a:pt x="1621" y="18936"/>
                  </a:lnTo>
                  <a:lnTo>
                    <a:pt x="1775" y="19115"/>
                  </a:lnTo>
                  <a:lnTo>
                    <a:pt x="1937" y="19286"/>
                  </a:lnTo>
                  <a:lnTo>
                    <a:pt x="2107" y="19448"/>
                  </a:lnTo>
                  <a:lnTo>
                    <a:pt x="2278" y="19610"/>
                  </a:lnTo>
                  <a:lnTo>
                    <a:pt x="2457" y="19763"/>
                  </a:lnTo>
                  <a:lnTo>
                    <a:pt x="2636" y="19908"/>
                  </a:lnTo>
                  <a:lnTo>
                    <a:pt x="2824" y="20045"/>
                  </a:lnTo>
                  <a:lnTo>
                    <a:pt x="3012" y="20181"/>
                  </a:lnTo>
                  <a:lnTo>
                    <a:pt x="3208" y="20301"/>
                  </a:lnTo>
                  <a:lnTo>
                    <a:pt x="3404" y="20420"/>
                  </a:lnTo>
                  <a:lnTo>
                    <a:pt x="3609" y="20531"/>
                  </a:lnTo>
                  <a:lnTo>
                    <a:pt x="3813" y="20642"/>
                  </a:lnTo>
                  <a:lnTo>
                    <a:pt x="4027" y="20736"/>
                  </a:lnTo>
                  <a:lnTo>
                    <a:pt x="4240" y="20829"/>
                  </a:lnTo>
                  <a:lnTo>
                    <a:pt x="4453" y="20915"/>
                  </a:lnTo>
                  <a:lnTo>
                    <a:pt x="4675" y="20991"/>
                  </a:lnTo>
                  <a:lnTo>
                    <a:pt x="4897" y="21060"/>
                  </a:lnTo>
                  <a:lnTo>
                    <a:pt x="5127" y="21119"/>
                  </a:lnTo>
                  <a:lnTo>
                    <a:pt x="5349" y="21171"/>
                  </a:lnTo>
                  <a:lnTo>
                    <a:pt x="5579" y="21213"/>
                  </a:lnTo>
                  <a:lnTo>
                    <a:pt x="5818" y="21247"/>
                  </a:lnTo>
                  <a:lnTo>
                    <a:pt x="6048" y="21281"/>
                  </a:lnTo>
                  <a:lnTo>
                    <a:pt x="6287" y="21298"/>
                  </a:lnTo>
                  <a:lnTo>
                    <a:pt x="6577" y="21316"/>
                  </a:lnTo>
                  <a:lnTo>
                    <a:pt x="6875" y="21316"/>
                  </a:lnTo>
                  <a:lnTo>
                    <a:pt x="7182" y="21298"/>
                  </a:lnTo>
                  <a:lnTo>
                    <a:pt x="7481" y="21264"/>
                  </a:lnTo>
                  <a:lnTo>
                    <a:pt x="7788" y="21222"/>
                  </a:lnTo>
                  <a:lnTo>
                    <a:pt x="8095" y="21162"/>
                  </a:lnTo>
                  <a:lnTo>
                    <a:pt x="8394" y="21085"/>
                  </a:lnTo>
                  <a:lnTo>
                    <a:pt x="8701" y="21008"/>
                  </a:lnTo>
                  <a:lnTo>
                    <a:pt x="8999" y="20915"/>
                  </a:lnTo>
                  <a:lnTo>
                    <a:pt x="9298" y="20804"/>
                  </a:lnTo>
                  <a:lnTo>
                    <a:pt x="9588" y="20693"/>
                  </a:lnTo>
                  <a:lnTo>
                    <a:pt x="9878" y="20565"/>
                  </a:lnTo>
                  <a:lnTo>
                    <a:pt x="10168" y="20437"/>
                  </a:lnTo>
                  <a:lnTo>
                    <a:pt x="10449" y="20292"/>
                  </a:lnTo>
                  <a:lnTo>
                    <a:pt x="10722" y="20138"/>
                  </a:lnTo>
                  <a:lnTo>
                    <a:pt x="10987" y="19985"/>
                  </a:lnTo>
                  <a:lnTo>
                    <a:pt x="11251" y="19814"/>
                  </a:lnTo>
                  <a:lnTo>
                    <a:pt x="11507" y="19635"/>
                  </a:lnTo>
                  <a:lnTo>
                    <a:pt x="11754" y="19448"/>
                  </a:lnTo>
                  <a:lnTo>
                    <a:pt x="11993" y="19251"/>
                  </a:lnTo>
                  <a:lnTo>
                    <a:pt x="12223" y="19047"/>
                  </a:lnTo>
                  <a:lnTo>
                    <a:pt x="12454" y="18842"/>
                  </a:lnTo>
                  <a:lnTo>
                    <a:pt x="12667" y="18620"/>
                  </a:lnTo>
                  <a:lnTo>
                    <a:pt x="12880" y="18398"/>
                  </a:lnTo>
                  <a:lnTo>
                    <a:pt x="13085" y="18177"/>
                  </a:lnTo>
                  <a:lnTo>
                    <a:pt x="13289" y="17938"/>
                  </a:lnTo>
                  <a:lnTo>
                    <a:pt x="13477" y="17699"/>
                  </a:lnTo>
                  <a:lnTo>
                    <a:pt x="13673" y="17460"/>
                  </a:lnTo>
                  <a:lnTo>
                    <a:pt x="13852" y="17213"/>
                  </a:lnTo>
                  <a:lnTo>
                    <a:pt x="14040" y="16966"/>
                  </a:lnTo>
                  <a:lnTo>
                    <a:pt x="14390" y="16462"/>
                  </a:lnTo>
                  <a:lnTo>
                    <a:pt x="14842" y="15788"/>
                  </a:lnTo>
                  <a:lnTo>
                    <a:pt x="15064" y="15447"/>
                  </a:lnTo>
                  <a:lnTo>
                    <a:pt x="15174" y="15277"/>
                  </a:lnTo>
                  <a:lnTo>
                    <a:pt x="15268" y="15098"/>
                  </a:lnTo>
                  <a:lnTo>
                    <a:pt x="15720" y="14356"/>
                  </a:lnTo>
                  <a:lnTo>
                    <a:pt x="15934" y="13989"/>
                  </a:lnTo>
                  <a:lnTo>
                    <a:pt x="16138" y="13631"/>
                  </a:lnTo>
                  <a:lnTo>
                    <a:pt x="16334" y="13281"/>
                  </a:lnTo>
                  <a:lnTo>
                    <a:pt x="16514" y="12931"/>
                  </a:lnTo>
                  <a:lnTo>
                    <a:pt x="16693" y="12590"/>
                  </a:lnTo>
                  <a:lnTo>
                    <a:pt x="16855" y="12257"/>
                  </a:lnTo>
                  <a:lnTo>
                    <a:pt x="17008" y="11925"/>
                  </a:lnTo>
                  <a:lnTo>
                    <a:pt x="17162" y="11601"/>
                  </a:lnTo>
                  <a:lnTo>
                    <a:pt x="17298" y="11285"/>
                  </a:lnTo>
                  <a:lnTo>
                    <a:pt x="17426" y="10978"/>
                  </a:lnTo>
                  <a:lnTo>
                    <a:pt x="17546" y="10671"/>
                  </a:lnTo>
                  <a:lnTo>
                    <a:pt x="17665" y="10372"/>
                  </a:lnTo>
                  <a:lnTo>
                    <a:pt x="17767" y="10074"/>
                  </a:lnTo>
                  <a:lnTo>
                    <a:pt x="17861" y="9784"/>
                  </a:lnTo>
                  <a:lnTo>
                    <a:pt x="17955" y="9494"/>
                  </a:lnTo>
                  <a:lnTo>
                    <a:pt x="18032" y="9221"/>
                  </a:lnTo>
                  <a:lnTo>
                    <a:pt x="18109" y="8939"/>
                  </a:lnTo>
                  <a:lnTo>
                    <a:pt x="18168" y="8675"/>
                  </a:lnTo>
                  <a:lnTo>
                    <a:pt x="18228" y="8411"/>
                  </a:lnTo>
                  <a:lnTo>
                    <a:pt x="18271" y="8146"/>
                  </a:lnTo>
                  <a:lnTo>
                    <a:pt x="18313" y="7890"/>
                  </a:lnTo>
                  <a:lnTo>
                    <a:pt x="18347" y="7643"/>
                  </a:lnTo>
                  <a:lnTo>
                    <a:pt x="18373" y="7396"/>
                  </a:lnTo>
                  <a:lnTo>
                    <a:pt x="18390" y="7157"/>
                  </a:lnTo>
                  <a:lnTo>
                    <a:pt x="18399" y="6918"/>
                  </a:lnTo>
                  <a:lnTo>
                    <a:pt x="18407" y="6688"/>
                  </a:lnTo>
                  <a:lnTo>
                    <a:pt x="18407" y="6457"/>
                  </a:lnTo>
                  <a:lnTo>
                    <a:pt x="18390" y="6236"/>
                  </a:lnTo>
                  <a:lnTo>
                    <a:pt x="18373" y="6014"/>
                  </a:lnTo>
                  <a:lnTo>
                    <a:pt x="18347" y="5801"/>
                  </a:lnTo>
                  <a:lnTo>
                    <a:pt x="18322" y="5587"/>
                  </a:lnTo>
                  <a:lnTo>
                    <a:pt x="18279" y="5383"/>
                  </a:lnTo>
                  <a:lnTo>
                    <a:pt x="18237" y="5178"/>
                  </a:lnTo>
                  <a:lnTo>
                    <a:pt x="18185" y="4973"/>
                  </a:lnTo>
                  <a:lnTo>
                    <a:pt x="18134" y="4777"/>
                  </a:lnTo>
                  <a:lnTo>
                    <a:pt x="18066" y="4589"/>
                  </a:lnTo>
                  <a:lnTo>
                    <a:pt x="17998" y="4393"/>
                  </a:lnTo>
                  <a:lnTo>
                    <a:pt x="17921" y="4214"/>
                  </a:lnTo>
                  <a:lnTo>
                    <a:pt x="17844" y="4026"/>
                  </a:lnTo>
                  <a:lnTo>
                    <a:pt x="17759" y="3856"/>
                  </a:lnTo>
                  <a:lnTo>
                    <a:pt x="17665" y="3677"/>
                  </a:lnTo>
                  <a:lnTo>
                    <a:pt x="17563" y="3506"/>
                  </a:lnTo>
                  <a:lnTo>
                    <a:pt x="17460" y="3336"/>
                  </a:lnTo>
                  <a:lnTo>
                    <a:pt x="17349" y="3174"/>
                  </a:lnTo>
                  <a:lnTo>
                    <a:pt x="17230" y="3011"/>
                  </a:lnTo>
                  <a:lnTo>
                    <a:pt x="17111" y="2849"/>
                  </a:lnTo>
                  <a:lnTo>
                    <a:pt x="16983" y="2687"/>
                  </a:lnTo>
                  <a:lnTo>
                    <a:pt x="16855" y="2534"/>
                  </a:lnTo>
                  <a:lnTo>
                    <a:pt x="16718" y="2389"/>
                  </a:lnTo>
                  <a:lnTo>
                    <a:pt x="16582" y="2235"/>
                  </a:lnTo>
                  <a:lnTo>
                    <a:pt x="16428" y="2090"/>
                  </a:lnTo>
                  <a:lnTo>
                    <a:pt x="16283" y="1945"/>
                  </a:lnTo>
                  <a:lnTo>
                    <a:pt x="15968" y="1664"/>
                  </a:lnTo>
                  <a:lnTo>
                    <a:pt x="15635" y="1399"/>
                  </a:lnTo>
                  <a:lnTo>
                    <a:pt x="15277" y="1135"/>
                  </a:lnTo>
                  <a:lnTo>
                    <a:pt x="14910" y="879"/>
                  </a:lnTo>
                  <a:lnTo>
                    <a:pt x="14526" y="632"/>
                  </a:lnTo>
                  <a:lnTo>
                    <a:pt x="14287" y="495"/>
                  </a:lnTo>
                  <a:lnTo>
                    <a:pt x="14040" y="367"/>
                  </a:lnTo>
                  <a:lnTo>
                    <a:pt x="13793" y="265"/>
                  </a:lnTo>
                  <a:lnTo>
                    <a:pt x="13545" y="188"/>
                  </a:lnTo>
                  <a:lnTo>
                    <a:pt x="13298" y="120"/>
                  </a:lnTo>
                  <a:lnTo>
                    <a:pt x="13042" y="69"/>
                  </a:lnTo>
                  <a:lnTo>
                    <a:pt x="12786" y="35"/>
                  </a:lnTo>
                  <a:lnTo>
                    <a:pt x="12539" y="9"/>
                  </a:lnTo>
                  <a:lnTo>
                    <a:pt x="12283" y="1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1108;p26">
              <a:extLst>
                <a:ext uri="{FF2B5EF4-FFF2-40B4-BE49-F238E27FC236}">
                  <a16:creationId xmlns:a16="http://schemas.microsoft.com/office/drawing/2014/main" id="{E23645F8-E946-3CFA-DB71-E3DA705957F0}"/>
                </a:ext>
              </a:extLst>
            </p:cNvPr>
            <p:cNvSpPr/>
            <p:nvPr/>
          </p:nvSpPr>
          <p:spPr>
            <a:xfrm>
              <a:off x="5750850" y="1925325"/>
              <a:ext cx="460200" cy="532900"/>
            </a:xfrm>
            <a:custGeom>
              <a:avLst/>
              <a:gdLst/>
              <a:ahLst/>
              <a:cxnLst/>
              <a:rect l="l" t="t" r="r" b="b"/>
              <a:pathLst>
                <a:path w="18408" h="21316" fill="none" extrusionOk="0">
                  <a:moveTo>
                    <a:pt x="15268" y="15098"/>
                  </a:moveTo>
                  <a:lnTo>
                    <a:pt x="15268" y="15098"/>
                  </a:lnTo>
                  <a:lnTo>
                    <a:pt x="15174" y="15277"/>
                  </a:lnTo>
                  <a:lnTo>
                    <a:pt x="15064" y="15447"/>
                  </a:lnTo>
                  <a:lnTo>
                    <a:pt x="14842" y="15788"/>
                  </a:lnTo>
                  <a:lnTo>
                    <a:pt x="14390" y="16462"/>
                  </a:lnTo>
                  <a:lnTo>
                    <a:pt x="14390" y="16462"/>
                  </a:lnTo>
                  <a:lnTo>
                    <a:pt x="14040" y="16966"/>
                  </a:lnTo>
                  <a:lnTo>
                    <a:pt x="13852" y="17213"/>
                  </a:lnTo>
                  <a:lnTo>
                    <a:pt x="13673" y="17460"/>
                  </a:lnTo>
                  <a:lnTo>
                    <a:pt x="13477" y="17699"/>
                  </a:lnTo>
                  <a:lnTo>
                    <a:pt x="13289" y="17938"/>
                  </a:lnTo>
                  <a:lnTo>
                    <a:pt x="13085" y="18177"/>
                  </a:lnTo>
                  <a:lnTo>
                    <a:pt x="12880" y="18398"/>
                  </a:lnTo>
                  <a:lnTo>
                    <a:pt x="12667" y="18620"/>
                  </a:lnTo>
                  <a:lnTo>
                    <a:pt x="12454" y="18842"/>
                  </a:lnTo>
                  <a:lnTo>
                    <a:pt x="12223" y="19047"/>
                  </a:lnTo>
                  <a:lnTo>
                    <a:pt x="11993" y="19251"/>
                  </a:lnTo>
                  <a:lnTo>
                    <a:pt x="11754" y="19448"/>
                  </a:lnTo>
                  <a:lnTo>
                    <a:pt x="11507" y="19635"/>
                  </a:lnTo>
                  <a:lnTo>
                    <a:pt x="11251" y="19814"/>
                  </a:lnTo>
                  <a:lnTo>
                    <a:pt x="10987" y="19985"/>
                  </a:lnTo>
                  <a:lnTo>
                    <a:pt x="10987" y="19985"/>
                  </a:lnTo>
                  <a:lnTo>
                    <a:pt x="10722" y="20138"/>
                  </a:lnTo>
                  <a:lnTo>
                    <a:pt x="10449" y="20292"/>
                  </a:lnTo>
                  <a:lnTo>
                    <a:pt x="10168" y="20437"/>
                  </a:lnTo>
                  <a:lnTo>
                    <a:pt x="9878" y="20565"/>
                  </a:lnTo>
                  <a:lnTo>
                    <a:pt x="9588" y="20693"/>
                  </a:lnTo>
                  <a:lnTo>
                    <a:pt x="9298" y="20804"/>
                  </a:lnTo>
                  <a:lnTo>
                    <a:pt x="8999" y="20915"/>
                  </a:lnTo>
                  <a:lnTo>
                    <a:pt x="8701" y="21008"/>
                  </a:lnTo>
                  <a:lnTo>
                    <a:pt x="8394" y="21085"/>
                  </a:lnTo>
                  <a:lnTo>
                    <a:pt x="8095" y="21162"/>
                  </a:lnTo>
                  <a:lnTo>
                    <a:pt x="7788" y="21222"/>
                  </a:lnTo>
                  <a:lnTo>
                    <a:pt x="7481" y="21264"/>
                  </a:lnTo>
                  <a:lnTo>
                    <a:pt x="7182" y="21298"/>
                  </a:lnTo>
                  <a:lnTo>
                    <a:pt x="6875" y="21316"/>
                  </a:lnTo>
                  <a:lnTo>
                    <a:pt x="6577" y="21316"/>
                  </a:lnTo>
                  <a:lnTo>
                    <a:pt x="6287" y="21298"/>
                  </a:lnTo>
                  <a:lnTo>
                    <a:pt x="6287" y="21298"/>
                  </a:lnTo>
                  <a:lnTo>
                    <a:pt x="6048" y="21281"/>
                  </a:lnTo>
                  <a:lnTo>
                    <a:pt x="5818" y="21247"/>
                  </a:lnTo>
                  <a:lnTo>
                    <a:pt x="5579" y="21213"/>
                  </a:lnTo>
                  <a:lnTo>
                    <a:pt x="5349" y="21171"/>
                  </a:lnTo>
                  <a:lnTo>
                    <a:pt x="5127" y="21119"/>
                  </a:lnTo>
                  <a:lnTo>
                    <a:pt x="4897" y="21060"/>
                  </a:lnTo>
                  <a:lnTo>
                    <a:pt x="4675" y="20991"/>
                  </a:lnTo>
                  <a:lnTo>
                    <a:pt x="4453" y="20915"/>
                  </a:lnTo>
                  <a:lnTo>
                    <a:pt x="4240" y="20829"/>
                  </a:lnTo>
                  <a:lnTo>
                    <a:pt x="4027" y="20736"/>
                  </a:lnTo>
                  <a:lnTo>
                    <a:pt x="3813" y="20642"/>
                  </a:lnTo>
                  <a:lnTo>
                    <a:pt x="3609" y="20531"/>
                  </a:lnTo>
                  <a:lnTo>
                    <a:pt x="3404" y="20420"/>
                  </a:lnTo>
                  <a:lnTo>
                    <a:pt x="3208" y="20301"/>
                  </a:lnTo>
                  <a:lnTo>
                    <a:pt x="3012" y="20181"/>
                  </a:lnTo>
                  <a:lnTo>
                    <a:pt x="2824" y="20045"/>
                  </a:lnTo>
                  <a:lnTo>
                    <a:pt x="2636" y="19908"/>
                  </a:lnTo>
                  <a:lnTo>
                    <a:pt x="2457" y="19763"/>
                  </a:lnTo>
                  <a:lnTo>
                    <a:pt x="2278" y="19610"/>
                  </a:lnTo>
                  <a:lnTo>
                    <a:pt x="2107" y="19448"/>
                  </a:lnTo>
                  <a:lnTo>
                    <a:pt x="1937" y="19286"/>
                  </a:lnTo>
                  <a:lnTo>
                    <a:pt x="1775" y="19115"/>
                  </a:lnTo>
                  <a:lnTo>
                    <a:pt x="1621" y="18936"/>
                  </a:lnTo>
                  <a:lnTo>
                    <a:pt x="1476" y="18757"/>
                  </a:lnTo>
                  <a:lnTo>
                    <a:pt x="1331" y="18569"/>
                  </a:lnTo>
                  <a:lnTo>
                    <a:pt x="1195" y="18373"/>
                  </a:lnTo>
                  <a:lnTo>
                    <a:pt x="1067" y="18177"/>
                  </a:lnTo>
                  <a:lnTo>
                    <a:pt x="939" y="17972"/>
                  </a:lnTo>
                  <a:lnTo>
                    <a:pt x="820" y="17759"/>
                  </a:lnTo>
                  <a:lnTo>
                    <a:pt x="717" y="17546"/>
                  </a:lnTo>
                  <a:lnTo>
                    <a:pt x="615" y="17324"/>
                  </a:lnTo>
                  <a:lnTo>
                    <a:pt x="512" y="17102"/>
                  </a:lnTo>
                  <a:lnTo>
                    <a:pt x="512" y="17102"/>
                  </a:lnTo>
                  <a:lnTo>
                    <a:pt x="393" y="16778"/>
                  </a:lnTo>
                  <a:lnTo>
                    <a:pt x="291" y="16445"/>
                  </a:lnTo>
                  <a:lnTo>
                    <a:pt x="205" y="16104"/>
                  </a:lnTo>
                  <a:lnTo>
                    <a:pt x="129" y="15771"/>
                  </a:lnTo>
                  <a:lnTo>
                    <a:pt x="77" y="15422"/>
                  </a:lnTo>
                  <a:lnTo>
                    <a:pt x="35" y="15081"/>
                  </a:lnTo>
                  <a:lnTo>
                    <a:pt x="9" y="14731"/>
                  </a:lnTo>
                  <a:lnTo>
                    <a:pt x="1" y="14381"/>
                  </a:lnTo>
                  <a:lnTo>
                    <a:pt x="1" y="14031"/>
                  </a:lnTo>
                  <a:lnTo>
                    <a:pt x="18" y="13682"/>
                  </a:lnTo>
                  <a:lnTo>
                    <a:pt x="43" y="13332"/>
                  </a:lnTo>
                  <a:lnTo>
                    <a:pt x="86" y="12982"/>
                  </a:lnTo>
                  <a:lnTo>
                    <a:pt x="146" y="12641"/>
                  </a:lnTo>
                  <a:lnTo>
                    <a:pt x="205" y="12291"/>
                  </a:lnTo>
                  <a:lnTo>
                    <a:pt x="291" y="11950"/>
                  </a:lnTo>
                  <a:lnTo>
                    <a:pt x="376" y="11609"/>
                  </a:lnTo>
                  <a:lnTo>
                    <a:pt x="376" y="11609"/>
                  </a:lnTo>
                  <a:lnTo>
                    <a:pt x="564" y="10978"/>
                  </a:lnTo>
                  <a:lnTo>
                    <a:pt x="649" y="10688"/>
                  </a:lnTo>
                  <a:lnTo>
                    <a:pt x="743" y="10415"/>
                  </a:lnTo>
                  <a:lnTo>
                    <a:pt x="837" y="10151"/>
                  </a:lnTo>
                  <a:lnTo>
                    <a:pt x="939" y="9903"/>
                  </a:lnTo>
                  <a:lnTo>
                    <a:pt x="1041" y="9656"/>
                  </a:lnTo>
                  <a:lnTo>
                    <a:pt x="1144" y="9417"/>
                  </a:lnTo>
                  <a:lnTo>
                    <a:pt x="1263" y="9178"/>
                  </a:lnTo>
                  <a:lnTo>
                    <a:pt x="1382" y="8939"/>
                  </a:lnTo>
                  <a:lnTo>
                    <a:pt x="1510" y="8701"/>
                  </a:lnTo>
                  <a:lnTo>
                    <a:pt x="1647" y="8462"/>
                  </a:lnTo>
                  <a:lnTo>
                    <a:pt x="1792" y="8206"/>
                  </a:lnTo>
                  <a:lnTo>
                    <a:pt x="1954" y="7950"/>
                  </a:lnTo>
                  <a:lnTo>
                    <a:pt x="2312" y="7404"/>
                  </a:lnTo>
                  <a:lnTo>
                    <a:pt x="2312" y="7404"/>
                  </a:lnTo>
                  <a:lnTo>
                    <a:pt x="2440" y="7234"/>
                  </a:lnTo>
                  <a:lnTo>
                    <a:pt x="2781" y="6764"/>
                  </a:lnTo>
                  <a:lnTo>
                    <a:pt x="3302" y="6082"/>
                  </a:lnTo>
                  <a:lnTo>
                    <a:pt x="3609" y="5690"/>
                  </a:lnTo>
                  <a:lnTo>
                    <a:pt x="3950" y="5263"/>
                  </a:lnTo>
                  <a:lnTo>
                    <a:pt x="4317" y="4828"/>
                  </a:lnTo>
                  <a:lnTo>
                    <a:pt x="4692" y="4385"/>
                  </a:lnTo>
                  <a:lnTo>
                    <a:pt x="5084" y="3941"/>
                  </a:lnTo>
                  <a:lnTo>
                    <a:pt x="5477" y="3515"/>
                  </a:lnTo>
                  <a:lnTo>
                    <a:pt x="5869" y="3114"/>
                  </a:lnTo>
                  <a:lnTo>
                    <a:pt x="6065" y="2926"/>
                  </a:lnTo>
                  <a:lnTo>
                    <a:pt x="6261" y="2747"/>
                  </a:lnTo>
                  <a:lnTo>
                    <a:pt x="6449" y="2576"/>
                  </a:lnTo>
                  <a:lnTo>
                    <a:pt x="6645" y="2423"/>
                  </a:lnTo>
                  <a:lnTo>
                    <a:pt x="6824" y="2278"/>
                  </a:lnTo>
                  <a:lnTo>
                    <a:pt x="7003" y="2150"/>
                  </a:lnTo>
                  <a:lnTo>
                    <a:pt x="7003" y="2150"/>
                  </a:lnTo>
                  <a:lnTo>
                    <a:pt x="7370" y="1894"/>
                  </a:lnTo>
                  <a:lnTo>
                    <a:pt x="7762" y="1638"/>
                  </a:lnTo>
                  <a:lnTo>
                    <a:pt x="8180" y="1382"/>
                  </a:lnTo>
                  <a:lnTo>
                    <a:pt x="8615" y="1135"/>
                  </a:lnTo>
                  <a:lnTo>
                    <a:pt x="8846" y="1016"/>
                  </a:lnTo>
                  <a:lnTo>
                    <a:pt x="9067" y="896"/>
                  </a:lnTo>
                  <a:lnTo>
                    <a:pt x="9306" y="777"/>
                  </a:lnTo>
                  <a:lnTo>
                    <a:pt x="9537" y="674"/>
                  </a:lnTo>
                  <a:lnTo>
                    <a:pt x="9775" y="572"/>
                  </a:lnTo>
                  <a:lnTo>
                    <a:pt x="10023" y="470"/>
                  </a:lnTo>
                  <a:lnTo>
                    <a:pt x="10270" y="384"/>
                  </a:lnTo>
                  <a:lnTo>
                    <a:pt x="10517" y="299"/>
                  </a:lnTo>
                  <a:lnTo>
                    <a:pt x="10765" y="222"/>
                  </a:lnTo>
                  <a:lnTo>
                    <a:pt x="11012" y="163"/>
                  </a:lnTo>
                  <a:lnTo>
                    <a:pt x="11268" y="111"/>
                  </a:lnTo>
                  <a:lnTo>
                    <a:pt x="11515" y="60"/>
                  </a:lnTo>
                  <a:lnTo>
                    <a:pt x="11771" y="35"/>
                  </a:lnTo>
                  <a:lnTo>
                    <a:pt x="12027" y="9"/>
                  </a:lnTo>
                  <a:lnTo>
                    <a:pt x="12283" y="1"/>
                  </a:lnTo>
                  <a:lnTo>
                    <a:pt x="12539" y="9"/>
                  </a:lnTo>
                  <a:lnTo>
                    <a:pt x="12786" y="35"/>
                  </a:lnTo>
                  <a:lnTo>
                    <a:pt x="13042" y="69"/>
                  </a:lnTo>
                  <a:lnTo>
                    <a:pt x="13298" y="120"/>
                  </a:lnTo>
                  <a:lnTo>
                    <a:pt x="13545" y="188"/>
                  </a:lnTo>
                  <a:lnTo>
                    <a:pt x="13793" y="265"/>
                  </a:lnTo>
                  <a:lnTo>
                    <a:pt x="14040" y="367"/>
                  </a:lnTo>
                  <a:lnTo>
                    <a:pt x="14287" y="495"/>
                  </a:lnTo>
                  <a:lnTo>
                    <a:pt x="14526" y="632"/>
                  </a:lnTo>
                  <a:lnTo>
                    <a:pt x="14526" y="632"/>
                  </a:lnTo>
                  <a:lnTo>
                    <a:pt x="14910" y="879"/>
                  </a:lnTo>
                  <a:lnTo>
                    <a:pt x="15277" y="1135"/>
                  </a:lnTo>
                  <a:lnTo>
                    <a:pt x="15635" y="1399"/>
                  </a:lnTo>
                  <a:lnTo>
                    <a:pt x="15968" y="1664"/>
                  </a:lnTo>
                  <a:lnTo>
                    <a:pt x="16283" y="1945"/>
                  </a:lnTo>
                  <a:lnTo>
                    <a:pt x="16428" y="2090"/>
                  </a:lnTo>
                  <a:lnTo>
                    <a:pt x="16582" y="2235"/>
                  </a:lnTo>
                  <a:lnTo>
                    <a:pt x="16718" y="2389"/>
                  </a:lnTo>
                  <a:lnTo>
                    <a:pt x="16855" y="2534"/>
                  </a:lnTo>
                  <a:lnTo>
                    <a:pt x="16983" y="2687"/>
                  </a:lnTo>
                  <a:lnTo>
                    <a:pt x="17111" y="2849"/>
                  </a:lnTo>
                  <a:lnTo>
                    <a:pt x="17230" y="3011"/>
                  </a:lnTo>
                  <a:lnTo>
                    <a:pt x="17349" y="3174"/>
                  </a:lnTo>
                  <a:lnTo>
                    <a:pt x="17460" y="3336"/>
                  </a:lnTo>
                  <a:lnTo>
                    <a:pt x="17563" y="3506"/>
                  </a:lnTo>
                  <a:lnTo>
                    <a:pt x="17665" y="3677"/>
                  </a:lnTo>
                  <a:lnTo>
                    <a:pt x="17759" y="3856"/>
                  </a:lnTo>
                  <a:lnTo>
                    <a:pt x="17844" y="4026"/>
                  </a:lnTo>
                  <a:lnTo>
                    <a:pt x="17921" y="4214"/>
                  </a:lnTo>
                  <a:lnTo>
                    <a:pt x="17998" y="4393"/>
                  </a:lnTo>
                  <a:lnTo>
                    <a:pt x="18066" y="4589"/>
                  </a:lnTo>
                  <a:lnTo>
                    <a:pt x="18134" y="4777"/>
                  </a:lnTo>
                  <a:lnTo>
                    <a:pt x="18185" y="4973"/>
                  </a:lnTo>
                  <a:lnTo>
                    <a:pt x="18237" y="5178"/>
                  </a:lnTo>
                  <a:lnTo>
                    <a:pt x="18279" y="5383"/>
                  </a:lnTo>
                  <a:lnTo>
                    <a:pt x="18322" y="5587"/>
                  </a:lnTo>
                  <a:lnTo>
                    <a:pt x="18347" y="5801"/>
                  </a:lnTo>
                  <a:lnTo>
                    <a:pt x="18373" y="6014"/>
                  </a:lnTo>
                  <a:lnTo>
                    <a:pt x="18390" y="6236"/>
                  </a:lnTo>
                  <a:lnTo>
                    <a:pt x="18407" y="6457"/>
                  </a:lnTo>
                  <a:lnTo>
                    <a:pt x="18407" y="6688"/>
                  </a:lnTo>
                  <a:lnTo>
                    <a:pt x="18399" y="6918"/>
                  </a:lnTo>
                  <a:lnTo>
                    <a:pt x="18390" y="7157"/>
                  </a:lnTo>
                  <a:lnTo>
                    <a:pt x="18373" y="7396"/>
                  </a:lnTo>
                  <a:lnTo>
                    <a:pt x="18347" y="7643"/>
                  </a:lnTo>
                  <a:lnTo>
                    <a:pt x="18313" y="7890"/>
                  </a:lnTo>
                  <a:lnTo>
                    <a:pt x="18271" y="8146"/>
                  </a:lnTo>
                  <a:lnTo>
                    <a:pt x="18228" y="8411"/>
                  </a:lnTo>
                  <a:lnTo>
                    <a:pt x="18168" y="8675"/>
                  </a:lnTo>
                  <a:lnTo>
                    <a:pt x="18109" y="8939"/>
                  </a:lnTo>
                  <a:lnTo>
                    <a:pt x="18032" y="9221"/>
                  </a:lnTo>
                  <a:lnTo>
                    <a:pt x="17955" y="9494"/>
                  </a:lnTo>
                  <a:lnTo>
                    <a:pt x="17861" y="9784"/>
                  </a:lnTo>
                  <a:lnTo>
                    <a:pt x="17767" y="10074"/>
                  </a:lnTo>
                  <a:lnTo>
                    <a:pt x="17665" y="10372"/>
                  </a:lnTo>
                  <a:lnTo>
                    <a:pt x="17546" y="10671"/>
                  </a:lnTo>
                  <a:lnTo>
                    <a:pt x="17426" y="10978"/>
                  </a:lnTo>
                  <a:lnTo>
                    <a:pt x="17298" y="11285"/>
                  </a:lnTo>
                  <a:lnTo>
                    <a:pt x="17162" y="11601"/>
                  </a:lnTo>
                  <a:lnTo>
                    <a:pt x="17008" y="11925"/>
                  </a:lnTo>
                  <a:lnTo>
                    <a:pt x="16855" y="12257"/>
                  </a:lnTo>
                  <a:lnTo>
                    <a:pt x="16693" y="12590"/>
                  </a:lnTo>
                  <a:lnTo>
                    <a:pt x="16514" y="12931"/>
                  </a:lnTo>
                  <a:lnTo>
                    <a:pt x="16334" y="13281"/>
                  </a:lnTo>
                  <a:lnTo>
                    <a:pt x="16138" y="13631"/>
                  </a:lnTo>
                  <a:lnTo>
                    <a:pt x="15934" y="13989"/>
                  </a:lnTo>
                  <a:lnTo>
                    <a:pt x="15720" y="14356"/>
                  </a:lnTo>
                  <a:lnTo>
                    <a:pt x="15268" y="15098"/>
                  </a:lnTo>
                  <a:lnTo>
                    <a:pt x="15268" y="15098"/>
                  </a:lnTo>
                  <a:close/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1109;p26">
              <a:extLst>
                <a:ext uri="{FF2B5EF4-FFF2-40B4-BE49-F238E27FC236}">
                  <a16:creationId xmlns:a16="http://schemas.microsoft.com/office/drawing/2014/main" id="{322DFB26-48B5-B284-E60B-2375D0736C84}"/>
                </a:ext>
              </a:extLst>
            </p:cNvPr>
            <p:cNvSpPr/>
            <p:nvPr/>
          </p:nvSpPr>
          <p:spPr>
            <a:xfrm>
              <a:off x="5787525" y="1855825"/>
              <a:ext cx="482375" cy="476375"/>
            </a:xfrm>
            <a:custGeom>
              <a:avLst/>
              <a:gdLst/>
              <a:ahLst/>
              <a:cxnLst/>
              <a:rect l="l" t="t" r="r" b="b"/>
              <a:pathLst>
                <a:path w="19295" h="19055" extrusionOk="0">
                  <a:moveTo>
                    <a:pt x="10483" y="0"/>
                  </a:moveTo>
                  <a:lnTo>
                    <a:pt x="10245" y="9"/>
                  </a:lnTo>
                  <a:lnTo>
                    <a:pt x="10014" y="17"/>
                  </a:lnTo>
                  <a:lnTo>
                    <a:pt x="9775" y="34"/>
                  </a:lnTo>
                  <a:lnTo>
                    <a:pt x="9537" y="51"/>
                  </a:lnTo>
                  <a:lnTo>
                    <a:pt x="9306" y="85"/>
                  </a:lnTo>
                  <a:lnTo>
                    <a:pt x="9076" y="119"/>
                  </a:lnTo>
                  <a:lnTo>
                    <a:pt x="8837" y="162"/>
                  </a:lnTo>
                  <a:lnTo>
                    <a:pt x="8607" y="213"/>
                  </a:lnTo>
                  <a:lnTo>
                    <a:pt x="8377" y="273"/>
                  </a:lnTo>
                  <a:lnTo>
                    <a:pt x="8155" y="333"/>
                  </a:lnTo>
                  <a:lnTo>
                    <a:pt x="7925" y="409"/>
                  </a:lnTo>
                  <a:lnTo>
                    <a:pt x="7575" y="529"/>
                  </a:lnTo>
                  <a:lnTo>
                    <a:pt x="7234" y="674"/>
                  </a:lnTo>
                  <a:lnTo>
                    <a:pt x="6901" y="836"/>
                  </a:lnTo>
                  <a:lnTo>
                    <a:pt x="6577" y="1015"/>
                  </a:lnTo>
                  <a:lnTo>
                    <a:pt x="6270" y="1203"/>
                  </a:lnTo>
                  <a:lnTo>
                    <a:pt x="5963" y="1407"/>
                  </a:lnTo>
                  <a:lnTo>
                    <a:pt x="5664" y="1629"/>
                  </a:lnTo>
                  <a:lnTo>
                    <a:pt x="5383" y="1859"/>
                  </a:lnTo>
                  <a:lnTo>
                    <a:pt x="5101" y="2098"/>
                  </a:lnTo>
                  <a:lnTo>
                    <a:pt x="4828" y="2346"/>
                  </a:lnTo>
                  <a:lnTo>
                    <a:pt x="4573" y="2610"/>
                  </a:lnTo>
                  <a:lnTo>
                    <a:pt x="4317" y="2874"/>
                  </a:lnTo>
                  <a:lnTo>
                    <a:pt x="4069" y="3156"/>
                  </a:lnTo>
                  <a:lnTo>
                    <a:pt x="3830" y="3437"/>
                  </a:lnTo>
                  <a:lnTo>
                    <a:pt x="3600" y="3727"/>
                  </a:lnTo>
                  <a:lnTo>
                    <a:pt x="3378" y="4017"/>
                  </a:lnTo>
                  <a:lnTo>
                    <a:pt x="3157" y="4316"/>
                  </a:lnTo>
                  <a:lnTo>
                    <a:pt x="2943" y="4623"/>
                  </a:lnTo>
                  <a:lnTo>
                    <a:pt x="2739" y="4930"/>
                  </a:lnTo>
                  <a:lnTo>
                    <a:pt x="2534" y="5246"/>
                  </a:lnTo>
                  <a:lnTo>
                    <a:pt x="2142" y="5877"/>
                  </a:lnTo>
                  <a:lnTo>
                    <a:pt x="1758" y="6516"/>
                  </a:lnTo>
                  <a:lnTo>
                    <a:pt x="1502" y="6926"/>
                  </a:lnTo>
                  <a:lnTo>
                    <a:pt x="1067" y="7634"/>
                  </a:lnTo>
                  <a:lnTo>
                    <a:pt x="845" y="8001"/>
                  </a:lnTo>
                  <a:lnTo>
                    <a:pt x="666" y="8325"/>
                  </a:lnTo>
                  <a:lnTo>
                    <a:pt x="598" y="8453"/>
                  </a:lnTo>
                  <a:lnTo>
                    <a:pt x="555" y="8555"/>
                  </a:lnTo>
                  <a:lnTo>
                    <a:pt x="530" y="8632"/>
                  </a:lnTo>
                  <a:lnTo>
                    <a:pt x="521" y="8657"/>
                  </a:lnTo>
                  <a:lnTo>
                    <a:pt x="530" y="8666"/>
                  </a:lnTo>
                  <a:lnTo>
                    <a:pt x="581" y="8734"/>
                  </a:lnTo>
                  <a:lnTo>
                    <a:pt x="632" y="8802"/>
                  </a:lnTo>
                  <a:lnTo>
                    <a:pt x="666" y="8871"/>
                  </a:lnTo>
                  <a:lnTo>
                    <a:pt x="700" y="8947"/>
                  </a:lnTo>
                  <a:lnTo>
                    <a:pt x="726" y="9024"/>
                  </a:lnTo>
                  <a:lnTo>
                    <a:pt x="743" y="9101"/>
                  </a:lnTo>
                  <a:lnTo>
                    <a:pt x="751" y="9178"/>
                  </a:lnTo>
                  <a:lnTo>
                    <a:pt x="760" y="9263"/>
                  </a:lnTo>
                  <a:lnTo>
                    <a:pt x="760" y="9425"/>
                  </a:lnTo>
                  <a:lnTo>
                    <a:pt x="734" y="9587"/>
                  </a:lnTo>
                  <a:lnTo>
                    <a:pt x="709" y="9749"/>
                  </a:lnTo>
                  <a:lnTo>
                    <a:pt x="666" y="9903"/>
                  </a:lnTo>
                  <a:lnTo>
                    <a:pt x="564" y="10218"/>
                  </a:lnTo>
                  <a:lnTo>
                    <a:pt x="453" y="10525"/>
                  </a:lnTo>
                  <a:lnTo>
                    <a:pt x="350" y="10764"/>
                  </a:lnTo>
                  <a:lnTo>
                    <a:pt x="231" y="11011"/>
                  </a:lnTo>
                  <a:lnTo>
                    <a:pt x="103" y="11233"/>
                  </a:lnTo>
                  <a:lnTo>
                    <a:pt x="26" y="11370"/>
                  </a:lnTo>
                  <a:lnTo>
                    <a:pt x="9" y="11412"/>
                  </a:lnTo>
                  <a:lnTo>
                    <a:pt x="1" y="11446"/>
                  </a:lnTo>
                  <a:lnTo>
                    <a:pt x="35" y="11498"/>
                  </a:lnTo>
                  <a:lnTo>
                    <a:pt x="52" y="11515"/>
                  </a:lnTo>
                  <a:lnTo>
                    <a:pt x="78" y="11532"/>
                  </a:lnTo>
                  <a:lnTo>
                    <a:pt x="112" y="11540"/>
                  </a:lnTo>
                  <a:lnTo>
                    <a:pt x="146" y="11549"/>
                  </a:lnTo>
                  <a:lnTo>
                    <a:pt x="180" y="11549"/>
                  </a:lnTo>
                  <a:lnTo>
                    <a:pt x="214" y="11540"/>
                  </a:lnTo>
                  <a:lnTo>
                    <a:pt x="240" y="11532"/>
                  </a:lnTo>
                  <a:lnTo>
                    <a:pt x="265" y="11515"/>
                  </a:lnTo>
                  <a:lnTo>
                    <a:pt x="291" y="11489"/>
                  </a:lnTo>
                  <a:lnTo>
                    <a:pt x="308" y="11463"/>
                  </a:lnTo>
                  <a:lnTo>
                    <a:pt x="436" y="11233"/>
                  </a:lnTo>
                  <a:lnTo>
                    <a:pt x="572" y="11011"/>
                  </a:lnTo>
                  <a:lnTo>
                    <a:pt x="709" y="10790"/>
                  </a:lnTo>
                  <a:lnTo>
                    <a:pt x="862" y="10576"/>
                  </a:lnTo>
                  <a:lnTo>
                    <a:pt x="1016" y="10372"/>
                  </a:lnTo>
                  <a:lnTo>
                    <a:pt x="1169" y="10159"/>
                  </a:lnTo>
                  <a:lnTo>
                    <a:pt x="1493" y="9758"/>
                  </a:lnTo>
                  <a:lnTo>
                    <a:pt x="1835" y="9365"/>
                  </a:lnTo>
                  <a:lnTo>
                    <a:pt x="2184" y="8981"/>
                  </a:lnTo>
                  <a:lnTo>
                    <a:pt x="2892" y="8231"/>
                  </a:lnTo>
                  <a:lnTo>
                    <a:pt x="3259" y="7821"/>
                  </a:lnTo>
                  <a:lnTo>
                    <a:pt x="3583" y="7446"/>
                  </a:lnTo>
                  <a:lnTo>
                    <a:pt x="4189" y="6730"/>
                  </a:lnTo>
                  <a:lnTo>
                    <a:pt x="4487" y="6380"/>
                  </a:lnTo>
                  <a:lnTo>
                    <a:pt x="4803" y="6030"/>
                  </a:lnTo>
                  <a:lnTo>
                    <a:pt x="4973" y="5851"/>
                  </a:lnTo>
                  <a:lnTo>
                    <a:pt x="5153" y="5672"/>
                  </a:lnTo>
                  <a:lnTo>
                    <a:pt x="5349" y="5493"/>
                  </a:lnTo>
                  <a:lnTo>
                    <a:pt x="5553" y="5305"/>
                  </a:lnTo>
                  <a:lnTo>
                    <a:pt x="5622" y="5246"/>
                  </a:lnTo>
                  <a:lnTo>
                    <a:pt x="5698" y="5194"/>
                  </a:lnTo>
                  <a:lnTo>
                    <a:pt x="5775" y="5152"/>
                  </a:lnTo>
                  <a:lnTo>
                    <a:pt x="5860" y="5109"/>
                  </a:lnTo>
                  <a:lnTo>
                    <a:pt x="5946" y="5066"/>
                  </a:lnTo>
                  <a:lnTo>
                    <a:pt x="6040" y="5032"/>
                  </a:lnTo>
                  <a:lnTo>
                    <a:pt x="6227" y="4981"/>
                  </a:lnTo>
                  <a:lnTo>
                    <a:pt x="6423" y="4947"/>
                  </a:lnTo>
                  <a:lnTo>
                    <a:pt x="6620" y="4939"/>
                  </a:lnTo>
                  <a:lnTo>
                    <a:pt x="6807" y="4939"/>
                  </a:lnTo>
                  <a:lnTo>
                    <a:pt x="6986" y="4964"/>
                  </a:lnTo>
                  <a:lnTo>
                    <a:pt x="7063" y="4981"/>
                  </a:lnTo>
                  <a:lnTo>
                    <a:pt x="7140" y="5007"/>
                  </a:lnTo>
                  <a:lnTo>
                    <a:pt x="7217" y="5041"/>
                  </a:lnTo>
                  <a:lnTo>
                    <a:pt x="7285" y="5075"/>
                  </a:lnTo>
                  <a:lnTo>
                    <a:pt x="7353" y="5126"/>
                  </a:lnTo>
                  <a:lnTo>
                    <a:pt x="7421" y="5169"/>
                  </a:lnTo>
                  <a:lnTo>
                    <a:pt x="7541" y="5288"/>
                  </a:lnTo>
                  <a:lnTo>
                    <a:pt x="7660" y="5408"/>
                  </a:lnTo>
                  <a:lnTo>
                    <a:pt x="7762" y="5544"/>
                  </a:lnTo>
                  <a:lnTo>
                    <a:pt x="7967" y="5817"/>
                  </a:lnTo>
                  <a:lnTo>
                    <a:pt x="8087" y="5988"/>
                  </a:lnTo>
                  <a:lnTo>
                    <a:pt x="8215" y="6150"/>
                  </a:lnTo>
                  <a:lnTo>
                    <a:pt x="8351" y="6312"/>
                  </a:lnTo>
                  <a:lnTo>
                    <a:pt x="8479" y="6474"/>
                  </a:lnTo>
                  <a:lnTo>
                    <a:pt x="8624" y="6627"/>
                  </a:lnTo>
                  <a:lnTo>
                    <a:pt x="8769" y="6772"/>
                  </a:lnTo>
                  <a:lnTo>
                    <a:pt x="8914" y="6917"/>
                  </a:lnTo>
                  <a:lnTo>
                    <a:pt x="9067" y="7062"/>
                  </a:lnTo>
                  <a:lnTo>
                    <a:pt x="9221" y="7199"/>
                  </a:lnTo>
                  <a:lnTo>
                    <a:pt x="9375" y="7335"/>
                  </a:lnTo>
                  <a:lnTo>
                    <a:pt x="9699" y="7600"/>
                  </a:lnTo>
                  <a:lnTo>
                    <a:pt x="10040" y="7839"/>
                  </a:lnTo>
                  <a:lnTo>
                    <a:pt x="10390" y="8060"/>
                  </a:lnTo>
                  <a:lnTo>
                    <a:pt x="10748" y="8274"/>
                  </a:lnTo>
                  <a:lnTo>
                    <a:pt x="11115" y="8461"/>
                  </a:lnTo>
                  <a:lnTo>
                    <a:pt x="11498" y="8632"/>
                  </a:lnTo>
                  <a:lnTo>
                    <a:pt x="11686" y="8717"/>
                  </a:lnTo>
                  <a:lnTo>
                    <a:pt x="11882" y="8785"/>
                  </a:lnTo>
                  <a:lnTo>
                    <a:pt x="12078" y="8862"/>
                  </a:lnTo>
                  <a:lnTo>
                    <a:pt x="12275" y="8922"/>
                  </a:lnTo>
                  <a:lnTo>
                    <a:pt x="12471" y="8981"/>
                  </a:lnTo>
                  <a:lnTo>
                    <a:pt x="12675" y="9041"/>
                  </a:lnTo>
                  <a:lnTo>
                    <a:pt x="12880" y="9084"/>
                  </a:lnTo>
                  <a:lnTo>
                    <a:pt x="13076" y="9135"/>
                  </a:lnTo>
                  <a:lnTo>
                    <a:pt x="13281" y="9169"/>
                  </a:lnTo>
                  <a:lnTo>
                    <a:pt x="13486" y="9203"/>
                  </a:lnTo>
                  <a:lnTo>
                    <a:pt x="14125" y="9297"/>
                  </a:lnTo>
                  <a:lnTo>
                    <a:pt x="14441" y="9348"/>
                  </a:lnTo>
                  <a:lnTo>
                    <a:pt x="14595" y="9382"/>
                  </a:lnTo>
                  <a:lnTo>
                    <a:pt x="14748" y="9416"/>
                  </a:lnTo>
                  <a:lnTo>
                    <a:pt x="14902" y="9459"/>
                  </a:lnTo>
                  <a:lnTo>
                    <a:pt x="15047" y="9510"/>
                  </a:lnTo>
                  <a:lnTo>
                    <a:pt x="15192" y="9561"/>
                  </a:lnTo>
                  <a:lnTo>
                    <a:pt x="15328" y="9630"/>
                  </a:lnTo>
                  <a:lnTo>
                    <a:pt x="15456" y="9706"/>
                  </a:lnTo>
                  <a:lnTo>
                    <a:pt x="15584" y="9792"/>
                  </a:lnTo>
                  <a:lnTo>
                    <a:pt x="15695" y="9894"/>
                  </a:lnTo>
                  <a:lnTo>
                    <a:pt x="15806" y="10005"/>
                  </a:lnTo>
                  <a:lnTo>
                    <a:pt x="15865" y="10082"/>
                  </a:lnTo>
                  <a:lnTo>
                    <a:pt x="15925" y="10167"/>
                  </a:lnTo>
                  <a:lnTo>
                    <a:pt x="15985" y="10252"/>
                  </a:lnTo>
                  <a:lnTo>
                    <a:pt x="16027" y="10346"/>
                  </a:lnTo>
                  <a:lnTo>
                    <a:pt x="16070" y="10440"/>
                  </a:lnTo>
                  <a:lnTo>
                    <a:pt x="16104" y="10534"/>
                  </a:lnTo>
                  <a:lnTo>
                    <a:pt x="16138" y="10628"/>
                  </a:lnTo>
                  <a:lnTo>
                    <a:pt x="16164" y="10730"/>
                  </a:lnTo>
                  <a:lnTo>
                    <a:pt x="16198" y="10926"/>
                  </a:lnTo>
                  <a:lnTo>
                    <a:pt x="16215" y="11139"/>
                  </a:lnTo>
                  <a:lnTo>
                    <a:pt x="16224" y="11344"/>
                  </a:lnTo>
                  <a:lnTo>
                    <a:pt x="16207" y="11549"/>
                  </a:lnTo>
                  <a:lnTo>
                    <a:pt x="16172" y="11753"/>
                  </a:lnTo>
                  <a:lnTo>
                    <a:pt x="16130" y="11950"/>
                  </a:lnTo>
                  <a:lnTo>
                    <a:pt x="16079" y="12146"/>
                  </a:lnTo>
                  <a:lnTo>
                    <a:pt x="16010" y="12342"/>
                  </a:lnTo>
                  <a:lnTo>
                    <a:pt x="15942" y="12538"/>
                  </a:lnTo>
                  <a:lnTo>
                    <a:pt x="15874" y="12726"/>
                  </a:lnTo>
                  <a:lnTo>
                    <a:pt x="15712" y="13110"/>
                  </a:lnTo>
                  <a:lnTo>
                    <a:pt x="15533" y="13545"/>
                  </a:lnTo>
                  <a:lnTo>
                    <a:pt x="15379" y="13946"/>
                  </a:lnTo>
                  <a:lnTo>
                    <a:pt x="15098" y="14671"/>
                  </a:lnTo>
                  <a:lnTo>
                    <a:pt x="14961" y="15029"/>
                  </a:lnTo>
                  <a:lnTo>
                    <a:pt x="14816" y="15396"/>
                  </a:lnTo>
                  <a:lnTo>
                    <a:pt x="14646" y="15788"/>
                  </a:lnTo>
                  <a:lnTo>
                    <a:pt x="14458" y="16223"/>
                  </a:lnTo>
                  <a:lnTo>
                    <a:pt x="14296" y="16556"/>
                  </a:lnTo>
                  <a:lnTo>
                    <a:pt x="14125" y="16880"/>
                  </a:lnTo>
                  <a:lnTo>
                    <a:pt x="13946" y="17204"/>
                  </a:lnTo>
                  <a:lnTo>
                    <a:pt x="13767" y="17519"/>
                  </a:lnTo>
                  <a:lnTo>
                    <a:pt x="13392" y="18159"/>
                  </a:lnTo>
                  <a:lnTo>
                    <a:pt x="13017" y="18790"/>
                  </a:lnTo>
                  <a:lnTo>
                    <a:pt x="13000" y="18824"/>
                  </a:lnTo>
                  <a:lnTo>
                    <a:pt x="12991" y="18858"/>
                  </a:lnTo>
                  <a:lnTo>
                    <a:pt x="12991" y="18893"/>
                  </a:lnTo>
                  <a:lnTo>
                    <a:pt x="13000" y="18918"/>
                  </a:lnTo>
                  <a:lnTo>
                    <a:pt x="13008" y="18952"/>
                  </a:lnTo>
                  <a:lnTo>
                    <a:pt x="13025" y="18978"/>
                  </a:lnTo>
                  <a:lnTo>
                    <a:pt x="13051" y="19012"/>
                  </a:lnTo>
                  <a:lnTo>
                    <a:pt x="13076" y="19029"/>
                  </a:lnTo>
                  <a:lnTo>
                    <a:pt x="13110" y="19046"/>
                  </a:lnTo>
                  <a:lnTo>
                    <a:pt x="13145" y="19055"/>
                  </a:lnTo>
                  <a:lnTo>
                    <a:pt x="13179" y="19055"/>
                  </a:lnTo>
                  <a:lnTo>
                    <a:pt x="13204" y="19046"/>
                  </a:lnTo>
                  <a:lnTo>
                    <a:pt x="13400" y="18765"/>
                  </a:lnTo>
                  <a:lnTo>
                    <a:pt x="13597" y="18492"/>
                  </a:lnTo>
                  <a:lnTo>
                    <a:pt x="13810" y="18210"/>
                  </a:lnTo>
                  <a:lnTo>
                    <a:pt x="14032" y="17946"/>
                  </a:lnTo>
                  <a:lnTo>
                    <a:pt x="14142" y="17826"/>
                  </a:lnTo>
                  <a:lnTo>
                    <a:pt x="14262" y="17698"/>
                  </a:lnTo>
                  <a:lnTo>
                    <a:pt x="14390" y="17588"/>
                  </a:lnTo>
                  <a:lnTo>
                    <a:pt x="14518" y="17477"/>
                  </a:lnTo>
                  <a:lnTo>
                    <a:pt x="14654" y="17374"/>
                  </a:lnTo>
                  <a:lnTo>
                    <a:pt x="14791" y="17281"/>
                  </a:lnTo>
                  <a:lnTo>
                    <a:pt x="14936" y="17195"/>
                  </a:lnTo>
                  <a:lnTo>
                    <a:pt x="15089" y="17118"/>
                  </a:lnTo>
                  <a:lnTo>
                    <a:pt x="15192" y="17076"/>
                  </a:lnTo>
                  <a:lnTo>
                    <a:pt x="15285" y="17016"/>
                  </a:lnTo>
                  <a:lnTo>
                    <a:pt x="15379" y="16965"/>
                  </a:lnTo>
                  <a:lnTo>
                    <a:pt x="15473" y="16897"/>
                  </a:lnTo>
                  <a:lnTo>
                    <a:pt x="15652" y="16760"/>
                  </a:lnTo>
                  <a:lnTo>
                    <a:pt x="15823" y="16607"/>
                  </a:lnTo>
                  <a:lnTo>
                    <a:pt x="15985" y="16436"/>
                  </a:lnTo>
                  <a:lnTo>
                    <a:pt x="16138" y="16257"/>
                  </a:lnTo>
                  <a:lnTo>
                    <a:pt x="16283" y="16061"/>
                  </a:lnTo>
                  <a:lnTo>
                    <a:pt x="16428" y="15865"/>
                  </a:lnTo>
                  <a:lnTo>
                    <a:pt x="16565" y="15660"/>
                  </a:lnTo>
                  <a:lnTo>
                    <a:pt x="16693" y="15455"/>
                  </a:lnTo>
                  <a:lnTo>
                    <a:pt x="16940" y="15037"/>
                  </a:lnTo>
                  <a:lnTo>
                    <a:pt x="17170" y="14636"/>
                  </a:lnTo>
                  <a:lnTo>
                    <a:pt x="17384" y="14253"/>
                  </a:lnTo>
                  <a:lnTo>
                    <a:pt x="17622" y="13843"/>
                  </a:lnTo>
                  <a:lnTo>
                    <a:pt x="17870" y="13408"/>
                  </a:lnTo>
                  <a:lnTo>
                    <a:pt x="18109" y="12973"/>
                  </a:lnTo>
                  <a:lnTo>
                    <a:pt x="18339" y="12530"/>
                  </a:lnTo>
                  <a:lnTo>
                    <a:pt x="18518" y="12146"/>
                  </a:lnTo>
                  <a:lnTo>
                    <a:pt x="18680" y="11762"/>
                  </a:lnTo>
                  <a:lnTo>
                    <a:pt x="18825" y="11370"/>
                  </a:lnTo>
                  <a:lnTo>
                    <a:pt x="18945" y="10977"/>
                  </a:lnTo>
                  <a:lnTo>
                    <a:pt x="19047" y="10585"/>
                  </a:lnTo>
                  <a:lnTo>
                    <a:pt x="19132" y="10193"/>
                  </a:lnTo>
                  <a:lnTo>
                    <a:pt x="19200" y="9800"/>
                  </a:lnTo>
                  <a:lnTo>
                    <a:pt x="19252" y="9408"/>
                  </a:lnTo>
                  <a:lnTo>
                    <a:pt x="19277" y="9007"/>
                  </a:lnTo>
                  <a:lnTo>
                    <a:pt x="19294" y="8615"/>
                  </a:lnTo>
                  <a:lnTo>
                    <a:pt x="19286" y="8222"/>
                  </a:lnTo>
                  <a:lnTo>
                    <a:pt x="19260" y="7839"/>
                  </a:lnTo>
                  <a:lnTo>
                    <a:pt x="19217" y="7446"/>
                  </a:lnTo>
                  <a:lnTo>
                    <a:pt x="19158" y="7062"/>
                  </a:lnTo>
                  <a:lnTo>
                    <a:pt x="19081" y="6687"/>
                  </a:lnTo>
                  <a:lnTo>
                    <a:pt x="18987" y="6312"/>
                  </a:lnTo>
                  <a:lnTo>
                    <a:pt x="18876" y="5936"/>
                  </a:lnTo>
                  <a:lnTo>
                    <a:pt x="18748" y="5570"/>
                  </a:lnTo>
                  <a:lnTo>
                    <a:pt x="18603" y="5211"/>
                  </a:lnTo>
                  <a:lnTo>
                    <a:pt x="18433" y="4862"/>
                  </a:lnTo>
                  <a:lnTo>
                    <a:pt x="18254" y="4512"/>
                  </a:lnTo>
                  <a:lnTo>
                    <a:pt x="18057" y="4179"/>
                  </a:lnTo>
                  <a:lnTo>
                    <a:pt x="17844" y="3847"/>
                  </a:lnTo>
                  <a:lnTo>
                    <a:pt x="17614" y="3523"/>
                  </a:lnTo>
                  <a:lnTo>
                    <a:pt x="17367" y="3216"/>
                  </a:lnTo>
                  <a:lnTo>
                    <a:pt x="17102" y="2917"/>
                  </a:lnTo>
                  <a:lnTo>
                    <a:pt x="16829" y="2619"/>
                  </a:lnTo>
                  <a:lnTo>
                    <a:pt x="16531" y="2346"/>
                  </a:lnTo>
                  <a:lnTo>
                    <a:pt x="16224" y="2073"/>
                  </a:lnTo>
                  <a:lnTo>
                    <a:pt x="15891" y="1817"/>
                  </a:lnTo>
                  <a:lnTo>
                    <a:pt x="15550" y="1569"/>
                  </a:lnTo>
                  <a:lnTo>
                    <a:pt x="15192" y="1339"/>
                  </a:lnTo>
                  <a:lnTo>
                    <a:pt x="14995" y="1220"/>
                  </a:lnTo>
                  <a:lnTo>
                    <a:pt x="14791" y="1109"/>
                  </a:lnTo>
                  <a:lnTo>
                    <a:pt x="14577" y="998"/>
                  </a:lnTo>
                  <a:lnTo>
                    <a:pt x="14364" y="896"/>
                  </a:lnTo>
                  <a:lnTo>
                    <a:pt x="14151" y="793"/>
                  </a:lnTo>
                  <a:lnTo>
                    <a:pt x="13938" y="699"/>
                  </a:lnTo>
                  <a:lnTo>
                    <a:pt x="13716" y="614"/>
                  </a:lnTo>
                  <a:lnTo>
                    <a:pt x="13494" y="529"/>
                  </a:lnTo>
                  <a:lnTo>
                    <a:pt x="13272" y="452"/>
                  </a:lnTo>
                  <a:lnTo>
                    <a:pt x="13042" y="384"/>
                  </a:lnTo>
                  <a:lnTo>
                    <a:pt x="12812" y="316"/>
                  </a:lnTo>
                  <a:lnTo>
                    <a:pt x="12590" y="256"/>
                  </a:lnTo>
                  <a:lnTo>
                    <a:pt x="12360" y="205"/>
                  </a:lnTo>
                  <a:lnTo>
                    <a:pt x="12121" y="162"/>
                  </a:lnTo>
                  <a:lnTo>
                    <a:pt x="11891" y="119"/>
                  </a:lnTo>
                  <a:lnTo>
                    <a:pt x="11660" y="85"/>
                  </a:lnTo>
                  <a:lnTo>
                    <a:pt x="11422" y="51"/>
                  </a:lnTo>
                  <a:lnTo>
                    <a:pt x="11191" y="34"/>
                  </a:lnTo>
                  <a:lnTo>
                    <a:pt x="10952" y="17"/>
                  </a:lnTo>
                  <a:lnTo>
                    <a:pt x="10714" y="9"/>
                  </a:lnTo>
                  <a:lnTo>
                    <a:pt x="10483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1110;p26">
              <a:extLst>
                <a:ext uri="{FF2B5EF4-FFF2-40B4-BE49-F238E27FC236}">
                  <a16:creationId xmlns:a16="http://schemas.microsoft.com/office/drawing/2014/main" id="{AF18C536-8907-B468-403F-31939E82E6A9}"/>
                </a:ext>
              </a:extLst>
            </p:cNvPr>
            <p:cNvSpPr/>
            <p:nvPr/>
          </p:nvSpPr>
          <p:spPr>
            <a:xfrm>
              <a:off x="5879650" y="2056900"/>
              <a:ext cx="101725" cy="69100"/>
            </a:xfrm>
            <a:custGeom>
              <a:avLst/>
              <a:gdLst/>
              <a:ahLst/>
              <a:cxnLst/>
              <a:rect l="l" t="t" r="r" b="b"/>
              <a:pathLst>
                <a:path w="4069" h="2764" extrusionOk="0">
                  <a:moveTo>
                    <a:pt x="606" y="0"/>
                  </a:moveTo>
                  <a:lnTo>
                    <a:pt x="538" y="9"/>
                  </a:lnTo>
                  <a:lnTo>
                    <a:pt x="470" y="26"/>
                  </a:lnTo>
                  <a:lnTo>
                    <a:pt x="410" y="51"/>
                  </a:lnTo>
                  <a:lnTo>
                    <a:pt x="342" y="86"/>
                  </a:lnTo>
                  <a:lnTo>
                    <a:pt x="290" y="120"/>
                  </a:lnTo>
                  <a:lnTo>
                    <a:pt x="239" y="162"/>
                  </a:lnTo>
                  <a:lnTo>
                    <a:pt x="188" y="213"/>
                  </a:lnTo>
                  <a:lnTo>
                    <a:pt x="145" y="265"/>
                  </a:lnTo>
                  <a:lnTo>
                    <a:pt x="103" y="324"/>
                  </a:lnTo>
                  <a:lnTo>
                    <a:pt x="69" y="376"/>
                  </a:lnTo>
                  <a:lnTo>
                    <a:pt x="43" y="444"/>
                  </a:lnTo>
                  <a:lnTo>
                    <a:pt x="26" y="503"/>
                  </a:lnTo>
                  <a:lnTo>
                    <a:pt x="9" y="572"/>
                  </a:lnTo>
                  <a:lnTo>
                    <a:pt x="0" y="640"/>
                  </a:lnTo>
                  <a:lnTo>
                    <a:pt x="0" y="708"/>
                  </a:lnTo>
                  <a:lnTo>
                    <a:pt x="9" y="776"/>
                  </a:lnTo>
                  <a:lnTo>
                    <a:pt x="18" y="845"/>
                  </a:lnTo>
                  <a:lnTo>
                    <a:pt x="35" y="913"/>
                  </a:lnTo>
                  <a:lnTo>
                    <a:pt x="60" y="981"/>
                  </a:lnTo>
                  <a:lnTo>
                    <a:pt x="94" y="1041"/>
                  </a:lnTo>
                  <a:lnTo>
                    <a:pt x="171" y="1143"/>
                  </a:lnTo>
                  <a:lnTo>
                    <a:pt x="222" y="1194"/>
                  </a:lnTo>
                  <a:lnTo>
                    <a:pt x="273" y="1237"/>
                  </a:lnTo>
                  <a:lnTo>
                    <a:pt x="325" y="1280"/>
                  </a:lnTo>
                  <a:lnTo>
                    <a:pt x="384" y="1314"/>
                  </a:lnTo>
                  <a:lnTo>
                    <a:pt x="444" y="1339"/>
                  </a:lnTo>
                  <a:lnTo>
                    <a:pt x="512" y="1356"/>
                  </a:lnTo>
                  <a:lnTo>
                    <a:pt x="794" y="1416"/>
                  </a:lnTo>
                  <a:lnTo>
                    <a:pt x="1067" y="1493"/>
                  </a:lnTo>
                  <a:lnTo>
                    <a:pt x="1348" y="1578"/>
                  </a:lnTo>
                  <a:lnTo>
                    <a:pt x="1480" y="1629"/>
                  </a:lnTo>
                  <a:lnTo>
                    <a:pt x="1480" y="1629"/>
                  </a:lnTo>
                  <a:lnTo>
                    <a:pt x="1595" y="1681"/>
                  </a:lnTo>
                  <a:lnTo>
                    <a:pt x="1749" y="1757"/>
                  </a:lnTo>
                  <a:lnTo>
                    <a:pt x="1894" y="1826"/>
                  </a:lnTo>
                  <a:lnTo>
                    <a:pt x="2030" y="1911"/>
                  </a:lnTo>
                  <a:lnTo>
                    <a:pt x="2175" y="1996"/>
                  </a:lnTo>
                  <a:lnTo>
                    <a:pt x="2312" y="2090"/>
                  </a:lnTo>
                  <a:lnTo>
                    <a:pt x="2448" y="2184"/>
                  </a:lnTo>
                  <a:lnTo>
                    <a:pt x="2572" y="2275"/>
                  </a:lnTo>
                  <a:lnTo>
                    <a:pt x="2670" y="2354"/>
                  </a:lnTo>
                  <a:lnTo>
                    <a:pt x="2883" y="2559"/>
                  </a:lnTo>
                  <a:lnTo>
                    <a:pt x="2935" y="2602"/>
                  </a:lnTo>
                  <a:lnTo>
                    <a:pt x="2986" y="2644"/>
                  </a:lnTo>
                  <a:lnTo>
                    <a:pt x="3045" y="2678"/>
                  </a:lnTo>
                  <a:lnTo>
                    <a:pt x="3114" y="2704"/>
                  </a:lnTo>
                  <a:lnTo>
                    <a:pt x="3173" y="2730"/>
                  </a:lnTo>
                  <a:lnTo>
                    <a:pt x="3242" y="2747"/>
                  </a:lnTo>
                  <a:lnTo>
                    <a:pt x="3310" y="2755"/>
                  </a:lnTo>
                  <a:lnTo>
                    <a:pt x="3378" y="2764"/>
                  </a:lnTo>
                  <a:lnTo>
                    <a:pt x="3438" y="2755"/>
                  </a:lnTo>
                  <a:lnTo>
                    <a:pt x="3506" y="2747"/>
                  </a:lnTo>
                  <a:lnTo>
                    <a:pt x="3574" y="2730"/>
                  </a:lnTo>
                  <a:lnTo>
                    <a:pt x="3642" y="2704"/>
                  </a:lnTo>
                  <a:lnTo>
                    <a:pt x="3702" y="2678"/>
                  </a:lnTo>
                  <a:lnTo>
                    <a:pt x="3762" y="2644"/>
                  </a:lnTo>
                  <a:lnTo>
                    <a:pt x="3822" y="2602"/>
                  </a:lnTo>
                  <a:lnTo>
                    <a:pt x="3864" y="2559"/>
                  </a:lnTo>
                  <a:lnTo>
                    <a:pt x="3907" y="2508"/>
                  </a:lnTo>
                  <a:lnTo>
                    <a:pt x="3950" y="2448"/>
                  </a:lnTo>
                  <a:lnTo>
                    <a:pt x="3984" y="2388"/>
                  </a:lnTo>
                  <a:lnTo>
                    <a:pt x="4009" y="2329"/>
                  </a:lnTo>
                  <a:lnTo>
                    <a:pt x="4035" y="2261"/>
                  </a:lnTo>
                  <a:lnTo>
                    <a:pt x="4052" y="2201"/>
                  </a:lnTo>
                  <a:lnTo>
                    <a:pt x="4060" y="2133"/>
                  </a:lnTo>
                  <a:lnTo>
                    <a:pt x="4069" y="2064"/>
                  </a:lnTo>
                  <a:lnTo>
                    <a:pt x="4060" y="1996"/>
                  </a:lnTo>
                  <a:lnTo>
                    <a:pt x="4052" y="1936"/>
                  </a:lnTo>
                  <a:lnTo>
                    <a:pt x="4043" y="1868"/>
                  </a:lnTo>
                  <a:lnTo>
                    <a:pt x="4018" y="1808"/>
                  </a:lnTo>
                  <a:lnTo>
                    <a:pt x="3992" y="1740"/>
                  </a:lnTo>
                  <a:lnTo>
                    <a:pt x="3958" y="1681"/>
                  </a:lnTo>
                  <a:lnTo>
                    <a:pt x="3915" y="1629"/>
                  </a:lnTo>
                  <a:lnTo>
                    <a:pt x="3864" y="1578"/>
                  </a:lnTo>
                  <a:lnTo>
                    <a:pt x="3711" y="1425"/>
                  </a:lnTo>
                  <a:lnTo>
                    <a:pt x="3549" y="1288"/>
                  </a:lnTo>
                  <a:lnTo>
                    <a:pt x="3387" y="1152"/>
                  </a:lnTo>
                  <a:lnTo>
                    <a:pt x="3216" y="1024"/>
                  </a:lnTo>
                  <a:lnTo>
                    <a:pt x="3037" y="904"/>
                  </a:lnTo>
                  <a:lnTo>
                    <a:pt x="2858" y="785"/>
                  </a:lnTo>
                  <a:lnTo>
                    <a:pt x="2679" y="674"/>
                  </a:lnTo>
                  <a:lnTo>
                    <a:pt x="2491" y="572"/>
                  </a:lnTo>
                  <a:lnTo>
                    <a:pt x="2295" y="478"/>
                  </a:lnTo>
                  <a:lnTo>
                    <a:pt x="2107" y="384"/>
                  </a:lnTo>
                  <a:lnTo>
                    <a:pt x="1903" y="307"/>
                  </a:lnTo>
                  <a:lnTo>
                    <a:pt x="1706" y="231"/>
                  </a:lnTo>
                  <a:lnTo>
                    <a:pt x="1502" y="171"/>
                  </a:lnTo>
                  <a:lnTo>
                    <a:pt x="1297" y="111"/>
                  </a:lnTo>
                  <a:lnTo>
                    <a:pt x="1092" y="60"/>
                  </a:lnTo>
                  <a:lnTo>
                    <a:pt x="879" y="17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1111;p26">
              <a:extLst>
                <a:ext uri="{FF2B5EF4-FFF2-40B4-BE49-F238E27FC236}">
                  <a16:creationId xmlns:a16="http://schemas.microsoft.com/office/drawing/2014/main" id="{3C5ADB77-E33C-BC5B-777A-C0A4656FF2AB}"/>
                </a:ext>
              </a:extLst>
            </p:cNvPr>
            <p:cNvSpPr/>
            <p:nvPr/>
          </p:nvSpPr>
          <p:spPr>
            <a:xfrm>
              <a:off x="6041500" y="2145600"/>
              <a:ext cx="98100" cy="75300"/>
            </a:xfrm>
            <a:custGeom>
              <a:avLst/>
              <a:gdLst/>
              <a:ahLst/>
              <a:cxnLst/>
              <a:rect l="l" t="t" r="r" b="b"/>
              <a:pathLst>
                <a:path w="3924" h="3012" extrusionOk="0">
                  <a:moveTo>
                    <a:pt x="674" y="0"/>
                  </a:moveTo>
                  <a:lnTo>
                    <a:pt x="597" y="9"/>
                  </a:lnTo>
                  <a:lnTo>
                    <a:pt x="529" y="17"/>
                  </a:lnTo>
                  <a:lnTo>
                    <a:pt x="461" y="43"/>
                  </a:lnTo>
                  <a:lnTo>
                    <a:pt x="401" y="69"/>
                  </a:lnTo>
                  <a:lnTo>
                    <a:pt x="341" y="94"/>
                  </a:lnTo>
                  <a:lnTo>
                    <a:pt x="282" y="128"/>
                  </a:lnTo>
                  <a:lnTo>
                    <a:pt x="231" y="171"/>
                  </a:lnTo>
                  <a:lnTo>
                    <a:pt x="188" y="222"/>
                  </a:lnTo>
                  <a:lnTo>
                    <a:pt x="137" y="273"/>
                  </a:lnTo>
                  <a:lnTo>
                    <a:pt x="103" y="333"/>
                  </a:lnTo>
                  <a:lnTo>
                    <a:pt x="68" y="393"/>
                  </a:lnTo>
                  <a:lnTo>
                    <a:pt x="34" y="452"/>
                  </a:lnTo>
                  <a:lnTo>
                    <a:pt x="17" y="512"/>
                  </a:lnTo>
                  <a:lnTo>
                    <a:pt x="9" y="580"/>
                  </a:lnTo>
                  <a:lnTo>
                    <a:pt x="0" y="649"/>
                  </a:lnTo>
                  <a:lnTo>
                    <a:pt x="0" y="717"/>
                  </a:lnTo>
                  <a:lnTo>
                    <a:pt x="9" y="785"/>
                  </a:lnTo>
                  <a:lnTo>
                    <a:pt x="17" y="853"/>
                  </a:lnTo>
                  <a:lnTo>
                    <a:pt x="34" y="913"/>
                  </a:lnTo>
                  <a:lnTo>
                    <a:pt x="60" y="981"/>
                  </a:lnTo>
                  <a:lnTo>
                    <a:pt x="94" y="1041"/>
                  </a:lnTo>
                  <a:lnTo>
                    <a:pt x="128" y="1092"/>
                  </a:lnTo>
                  <a:lnTo>
                    <a:pt x="162" y="1143"/>
                  </a:lnTo>
                  <a:lnTo>
                    <a:pt x="213" y="1195"/>
                  </a:lnTo>
                  <a:lnTo>
                    <a:pt x="256" y="1237"/>
                  </a:lnTo>
                  <a:lnTo>
                    <a:pt x="316" y="1280"/>
                  </a:lnTo>
                  <a:lnTo>
                    <a:pt x="376" y="1314"/>
                  </a:lnTo>
                  <a:lnTo>
                    <a:pt x="435" y="1348"/>
                  </a:lnTo>
                  <a:lnTo>
                    <a:pt x="503" y="1365"/>
                  </a:lnTo>
                  <a:lnTo>
                    <a:pt x="666" y="1416"/>
                  </a:lnTo>
                  <a:lnTo>
                    <a:pt x="819" y="1467"/>
                  </a:lnTo>
                  <a:lnTo>
                    <a:pt x="973" y="1519"/>
                  </a:lnTo>
                  <a:lnTo>
                    <a:pt x="1058" y="1552"/>
                  </a:lnTo>
                  <a:lnTo>
                    <a:pt x="1118" y="1578"/>
                  </a:lnTo>
                  <a:lnTo>
                    <a:pt x="1263" y="1647"/>
                  </a:lnTo>
                  <a:lnTo>
                    <a:pt x="1408" y="1723"/>
                  </a:lnTo>
                  <a:lnTo>
                    <a:pt x="1553" y="1809"/>
                  </a:lnTo>
                  <a:lnTo>
                    <a:pt x="1698" y="1894"/>
                  </a:lnTo>
                  <a:lnTo>
                    <a:pt x="1834" y="1979"/>
                  </a:lnTo>
                  <a:lnTo>
                    <a:pt x="1971" y="2073"/>
                  </a:lnTo>
                  <a:lnTo>
                    <a:pt x="2005" y="2099"/>
                  </a:lnTo>
                  <a:lnTo>
                    <a:pt x="2175" y="2235"/>
                  </a:lnTo>
                  <a:lnTo>
                    <a:pt x="2371" y="2414"/>
                  </a:lnTo>
                  <a:lnTo>
                    <a:pt x="2559" y="2610"/>
                  </a:lnTo>
                  <a:lnTo>
                    <a:pt x="2738" y="2807"/>
                  </a:lnTo>
                  <a:lnTo>
                    <a:pt x="2781" y="2858"/>
                  </a:lnTo>
                  <a:lnTo>
                    <a:pt x="2841" y="2892"/>
                  </a:lnTo>
                  <a:lnTo>
                    <a:pt x="2900" y="2926"/>
                  </a:lnTo>
                  <a:lnTo>
                    <a:pt x="2968" y="2960"/>
                  </a:lnTo>
                  <a:lnTo>
                    <a:pt x="3028" y="2986"/>
                  </a:lnTo>
                  <a:lnTo>
                    <a:pt x="3096" y="3003"/>
                  </a:lnTo>
                  <a:lnTo>
                    <a:pt x="3165" y="3011"/>
                  </a:lnTo>
                  <a:lnTo>
                    <a:pt x="3293" y="3011"/>
                  </a:lnTo>
                  <a:lnTo>
                    <a:pt x="3361" y="2994"/>
                  </a:lnTo>
                  <a:lnTo>
                    <a:pt x="3429" y="2986"/>
                  </a:lnTo>
                  <a:lnTo>
                    <a:pt x="3497" y="2960"/>
                  </a:lnTo>
                  <a:lnTo>
                    <a:pt x="3557" y="2926"/>
                  </a:lnTo>
                  <a:lnTo>
                    <a:pt x="3617" y="2892"/>
                  </a:lnTo>
                  <a:lnTo>
                    <a:pt x="3676" y="2858"/>
                  </a:lnTo>
                  <a:lnTo>
                    <a:pt x="3719" y="2807"/>
                  </a:lnTo>
                  <a:lnTo>
                    <a:pt x="3770" y="2755"/>
                  </a:lnTo>
                  <a:lnTo>
                    <a:pt x="3804" y="2704"/>
                  </a:lnTo>
                  <a:lnTo>
                    <a:pt x="3838" y="2645"/>
                  </a:lnTo>
                  <a:lnTo>
                    <a:pt x="3873" y="2585"/>
                  </a:lnTo>
                  <a:lnTo>
                    <a:pt x="3898" y="2517"/>
                  </a:lnTo>
                  <a:lnTo>
                    <a:pt x="3915" y="2457"/>
                  </a:lnTo>
                  <a:lnTo>
                    <a:pt x="3924" y="2389"/>
                  </a:lnTo>
                  <a:lnTo>
                    <a:pt x="3924" y="2320"/>
                  </a:lnTo>
                  <a:lnTo>
                    <a:pt x="3915" y="2244"/>
                  </a:lnTo>
                  <a:lnTo>
                    <a:pt x="3907" y="2184"/>
                  </a:lnTo>
                  <a:lnTo>
                    <a:pt x="3890" y="2116"/>
                  </a:lnTo>
                  <a:lnTo>
                    <a:pt x="3864" y="2056"/>
                  </a:lnTo>
                  <a:lnTo>
                    <a:pt x="3838" y="1996"/>
                  </a:lnTo>
                  <a:lnTo>
                    <a:pt x="3804" y="1937"/>
                  </a:lnTo>
                  <a:lnTo>
                    <a:pt x="3719" y="1826"/>
                  </a:lnTo>
                  <a:lnTo>
                    <a:pt x="3583" y="1664"/>
                  </a:lnTo>
                  <a:lnTo>
                    <a:pt x="3438" y="1510"/>
                  </a:lnTo>
                  <a:lnTo>
                    <a:pt x="3284" y="1365"/>
                  </a:lnTo>
                  <a:lnTo>
                    <a:pt x="3122" y="1220"/>
                  </a:lnTo>
                  <a:lnTo>
                    <a:pt x="2960" y="1084"/>
                  </a:lnTo>
                  <a:lnTo>
                    <a:pt x="2789" y="956"/>
                  </a:lnTo>
                  <a:lnTo>
                    <a:pt x="2610" y="828"/>
                  </a:lnTo>
                  <a:lnTo>
                    <a:pt x="2431" y="717"/>
                  </a:lnTo>
                  <a:lnTo>
                    <a:pt x="2252" y="606"/>
                  </a:lnTo>
                  <a:lnTo>
                    <a:pt x="2064" y="495"/>
                  </a:lnTo>
                  <a:lnTo>
                    <a:pt x="1868" y="401"/>
                  </a:lnTo>
                  <a:lnTo>
                    <a:pt x="1681" y="316"/>
                  </a:lnTo>
                  <a:lnTo>
                    <a:pt x="1484" y="231"/>
                  </a:lnTo>
                  <a:lnTo>
                    <a:pt x="1280" y="154"/>
                  </a:lnTo>
                  <a:lnTo>
                    <a:pt x="1075" y="86"/>
                  </a:lnTo>
                  <a:lnTo>
                    <a:pt x="879" y="26"/>
                  </a:lnTo>
                  <a:lnTo>
                    <a:pt x="811" y="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1112;p26">
              <a:extLst>
                <a:ext uri="{FF2B5EF4-FFF2-40B4-BE49-F238E27FC236}">
                  <a16:creationId xmlns:a16="http://schemas.microsoft.com/office/drawing/2014/main" id="{04C662C4-6762-0416-2000-0BF91A8588F6}"/>
                </a:ext>
              </a:extLst>
            </p:cNvPr>
            <p:cNvSpPr/>
            <p:nvPr/>
          </p:nvSpPr>
          <p:spPr>
            <a:xfrm>
              <a:off x="6032100" y="2234100"/>
              <a:ext cx="36925" cy="37325"/>
            </a:xfrm>
            <a:custGeom>
              <a:avLst/>
              <a:gdLst/>
              <a:ahLst/>
              <a:cxnLst/>
              <a:rect l="l" t="t" r="r" b="b"/>
              <a:pathLst>
                <a:path w="1477" h="1493" extrusionOk="0">
                  <a:moveTo>
                    <a:pt x="769" y="0"/>
                  </a:moveTo>
                  <a:lnTo>
                    <a:pt x="692" y="9"/>
                  </a:lnTo>
                  <a:lnTo>
                    <a:pt x="624" y="17"/>
                  </a:lnTo>
                  <a:lnTo>
                    <a:pt x="555" y="34"/>
                  </a:lnTo>
                  <a:lnTo>
                    <a:pt x="487" y="60"/>
                  </a:lnTo>
                  <a:lnTo>
                    <a:pt x="427" y="85"/>
                  </a:lnTo>
                  <a:lnTo>
                    <a:pt x="359" y="120"/>
                  </a:lnTo>
                  <a:lnTo>
                    <a:pt x="299" y="162"/>
                  </a:lnTo>
                  <a:lnTo>
                    <a:pt x="248" y="213"/>
                  </a:lnTo>
                  <a:lnTo>
                    <a:pt x="197" y="265"/>
                  </a:lnTo>
                  <a:lnTo>
                    <a:pt x="146" y="316"/>
                  </a:lnTo>
                  <a:lnTo>
                    <a:pt x="103" y="384"/>
                  </a:lnTo>
                  <a:lnTo>
                    <a:pt x="69" y="444"/>
                  </a:lnTo>
                  <a:lnTo>
                    <a:pt x="35" y="512"/>
                  </a:lnTo>
                  <a:lnTo>
                    <a:pt x="18" y="589"/>
                  </a:lnTo>
                  <a:lnTo>
                    <a:pt x="1" y="657"/>
                  </a:lnTo>
                  <a:lnTo>
                    <a:pt x="1" y="734"/>
                  </a:lnTo>
                  <a:lnTo>
                    <a:pt x="1" y="802"/>
                  </a:lnTo>
                  <a:lnTo>
                    <a:pt x="9" y="879"/>
                  </a:lnTo>
                  <a:lnTo>
                    <a:pt x="27" y="947"/>
                  </a:lnTo>
                  <a:lnTo>
                    <a:pt x="52" y="1015"/>
                  </a:lnTo>
                  <a:lnTo>
                    <a:pt x="78" y="1083"/>
                  </a:lnTo>
                  <a:lnTo>
                    <a:pt x="112" y="1143"/>
                  </a:lnTo>
                  <a:lnTo>
                    <a:pt x="154" y="1211"/>
                  </a:lnTo>
                  <a:lnTo>
                    <a:pt x="197" y="1262"/>
                  </a:lnTo>
                  <a:lnTo>
                    <a:pt x="248" y="1314"/>
                  </a:lnTo>
                  <a:lnTo>
                    <a:pt x="308" y="1356"/>
                  </a:lnTo>
                  <a:lnTo>
                    <a:pt x="368" y="1399"/>
                  </a:lnTo>
                  <a:lnTo>
                    <a:pt x="436" y="1433"/>
                  </a:lnTo>
                  <a:lnTo>
                    <a:pt x="504" y="1459"/>
                  </a:lnTo>
                  <a:lnTo>
                    <a:pt x="572" y="1476"/>
                  </a:lnTo>
                  <a:lnTo>
                    <a:pt x="641" y="1493"/>
                  </a:lnTo>
                  <a:lnTo>
                    <a:pt x="786" y="1493"/>
                  </a:lnTo>
                  <a:lnTo>
                    <a:pt x="854" y="1476"/>
                  </a:lnTo>
                  <a:lnTo>
                    <a:pt x="922" y="1459"/>
                  </a:lnTo>
                  <a:lnTo>
                    <a:pt x="990" y="1442"/>
                  </a:lnTo>
                  <a:lnTo>
                    <a:pt x="1059" y="1407"/>
                  </a:lnTo>
                  <a:lnTo>
                    <a:pt x="1118" y="1373"/>
                  </a:lnTo>
                  <a:lnTo>
                    <a:pt x="1178" y="1331"/>
                  </a:lnTo>
                  <a:lnTo>
                    <a:pt x="1238" y="1288"/>
                  </a:lnTo>
                  <a:lnTo>
                    <a:pt x="1289" y="1237"/>
                  </a:lnTo>
                  <a:lnTo>
                    <a:pt x="1332" y="1177"/>
                  </a:lnTo>
                  <a:lnTo>
                    <a:pt x="1374" y="1117"/>
                  </a:lnTo>
                  <a:lnTo>
                    <a:pt x="1417" y="1049"/>
                  </a:lnTo>
                  <a:lnTo>
                    <a:pt x="1442" y="981"/>
                  </a:lnTo>
                  <a:lnTo>
                    <a:pt x="1459" y="913"/>
                  </a:lnTo>
                  <a:lnTo>
                    <a:pt x="1477" y="836"/>
                  </a:lnTo>
                  <a:lnTo>
                    <a:pt x="1477" y="768"/>
                  </a:lnTo>
                  <a:lnTo>
                    <a:pt x="1477" y="691"/>
                  </a:lnTo>
                  <a:lnTo>
                    <a:pt x="1468" y="623"/>
                  </a:lnTo>
                  <a:lnTo>
                    <a:pt x="1451" y="546"/>
                  </a:lnTo>
                  <a:lnTo>
                    <a:pt x="1434" y="478"/>
                  </a:lnTo>
                  <a:lnTo>
                    <a:pt x="1400" y="410"/>
                  </a:lnTo>
                  <a:lnTo>
                    <a:pt x="1366" y="350"/>
                  </a:lnTo>
                  <a:lnTo>
                    <a:pt x="1323" y="290"/>
                  </a:lnTo>
                  <a:lnTo>
                    <a:pt x="1280" y="230"/>
                  </a:lnTo>
                  <a:lnTo>
                    <a:pt x="1229" y="179"/>
                  </a:lnTo>
                  <a:lnTo>
                    <a:pt x="1178" y="137"/>
                  </a:lnTo>
                  <a:lnTo>
                    <a:pt x="1118" y="94"/>
                  </a:lnTo>
                  <a:lnTo>
                    <a:pt x="1050" y="60"/>
                  </a:lnTo>
                  <a:lnTo>
                    <a:pt x="973" y="34"/>
                  </a:lnTo>
                  <a:lnTo>
                    <a:pt x="905" y="17"/>
                  </a:lnTo>
                  <a:lnTo>
                    <a:pt x="837" y="9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1113;p26">
              <a:extLst>
                <a:ext uri="{FF2B5EF4-FFF2-40B4-BE49-F238E27FC236}">
                  <a16:creationId xmlns:a16="http://schemas.microsoft.com/office/drawing/2014/main" id="{65153D82-E9D1-67A4-A1A1-9904F4835415}"/>
                </a:ext>
              </a:extLst>
            </p:cNvPr>
            <p:cNvSpPr/>
            <p:nvPr/>
          </p:nvSpPr>
          <p:spPr>
            <a:xfrm>
              <a:off x="5992450" y="2268425"/>
              <a:ext cx="81050" cy="52700"/>
            </a:xfrm>
            <a:custGeom>
              <a:avLst/>
              <a:gdLst/>
              <a:ahLst/>
              <a:cxnLst/>
              <a:rect l="l" t="t" r="r" b="b"/>
              <a:pathLst>
                <a:path w="3242" h="2108" extrusionOk="0">
                  <a:moveTo>
                    <a:pt x="623" y="0"/>
                  </a:moveTo>
                  <a:lnTo>
                    <a:pt x="504" y="9"/>
                  </a:lnTo>
                  <a:lnTo>
                    <a:pt x="393" y="26"/>
                  </a:lnTo>
                  <a:lnTo>
                    <a:pt x="299" y="52"/>
                  </a:lnTo>
                  <a:lnTo>
                    <a:pt x="214" y="94"/>
                  </a:lnTo>
                  <a:lnTo>
                    <a:pt x="145" y="137"/>
                  </a:lnTo>
                  <a:lnTo>
                    <a:pt x="86" y="197"/>
                  </a:lnTo>
                  <a:lnTo>
                    <a:pt x="35" y="265"/>
                  </a:lnTo>
                  <a:lnTo>
                    <a:pt x="9" y="342"/>
                  </a:lnTo>
                  <a:lnTo>
                    <a:pt x="0" y="418"/>
                  </a:lnTo>
                  <a:lnTo>
                    <a:pt x="9" y="504"/>
                  </a:lnTo>
                  <a:lnTo>
                    <a:pt x="26" y="597"/>
                  </a:lnTo>
                  <a:lnTo>
                    <a:pt x="60" y="691"/>
                  </a:lnTo>
                  <a:lnTo>
                    <a:pt x="111" y="794"/>
                  </a:lnTo>
                  <a:lnTo>
                    <a:pt x="180" y="887"/>
                  </a:lnTo>
                  <a:lnTo>
                    <a:pt x="256" y="990"/>
                  </a:lnTo>
                  <a:lnTo>
                    <a:pt x="342" y="1092"/>
                  </a:lnTo>
                  <a:lnTo>
                    <a:pt x="444" y="1194"/>
                  </a:lnTo>
                  <a:lnTo>
                    <a:pt x="563" y="1288"/>
                  </a:lnTo>
                  <a:lnTo>
                    <a:pt x="683" y="1391"/>
                  </a:lnTo>
                  <a:lnTo>
                    <a:pt x="819" y="1484"/>
                  </a:lnTo>
                  <a:lnTo>
                    <a:pt x="956" y="1578"/>
                  </a:lnTo>
                  <a:lnTo>
                    <a:pt x="1109" y="1672"/>
                  </a:lnTo>
                  <a:lnTo>
                    <a:pt x="1271" y="1749"/>
                  </a:lnTo>
                  <a:lnTo>
                    <a:pt x="1433" y="1826"/>
                  </a:lnTo>
                  <a:lnTo>
                    <a:pt x="1595" y="1894"/>
                  </a:lnTo>
                  <a:lnTo>
                    <a:pt x="1758" y="1954"/>
                  </a:lnTo>
                  <a:lnTo>
                    <a:pt x="1911" y="2005"/>
                  </a:lnTo>
                  <a:lnTo>
                    <a:pt x="2065" y="2047"/>
                  </a:lnTo>
                  <a:lnTo>
                    <a:pt x="2218" y="2073"/>
                  </a:lnTo>
                  <a:lnTo>
                    <a:pt x="2355" y="2090"/>
                  </a:lnTo>
                  <a:lnTo>
                    <a:pt x="2491" y="2107"/>
                  </a:lnTo>
                  <a:lnTo>
                    <a:pt x="2619" y="2107"/>
                  </a:lnTo>
                  <a:lnTo>
                    <a:pt x="2738" y="2099"/>
                  </a:lnTo>
                  <a:lnTo>
                    <a:pt x="2841" y="2082"/>
                  </a:lnTo>
                  <a:lnTo>
                    <a:pt x="2943" y="2047"/>
                  </a:lnTo>
                  <a:lnTo>
                    <a:pt x="3028" y="2013"/>
                  </a:lnTo>
                  <a:lnTo>
                    <a:pt x="3097" y="1962"/>
                  </a:lnTo>
                  <a:lnTo>
                    <a:pt x="3156" y="1911"/>
                  </a:lnTo>
                  <a:lnTo>
                    <a:pt x="3199" y="1843"/>
                  </a:lnTo>
                  <a:lnTo>
                    <a:pt x="3233" y="1766"/>
                  </a:lnTo>
                  <a:lnTo>
                    <a:pt x="3242" y="1681"/>
                  </a:lnTo>
                  <a:lnTo>
                    <a:pt x="3233" y="1595"/>
                  </a:lnTo>
                  <a:lnTo>
                    <a:pt x="3216" y="1510"/>
                  </a:lnTo>
                  <a:lnTo>
                    <a:pt x="3173" y="1408"/>
                  </a:lnTo>
                  <a:lnTo>
                    <a:pt x="3131" y="1314"/>
                  </a:lnTo>
                  <a:lnTo>
                    <a:pt x="3063" y="1212"/>
                  </a:lnTo>
                  <a:lnTo>
                    <a:pt x="2986" y="1118"/>
                  </a:lnTo>
                  <a:lnTo>
                    <a:pt x="2892" y="1015"/>
                  </a:lnTo>
                  <a:lnTo>
                    <a:pt x="2798" y="913"/>
                  </a:lnTo>
                  <a:lnTo>
                    <a:pt x="2679" y="811"/>
                  </a:lnTo>
                  <a:lnTo>
                    <a:pt x="2559" y="717"/>
                  </a:lnTo>
                  <a:lnTo>
                    <a:pt x="2423" y="614"/>
                  </a:lnTo>
                  <a:lnTo>
                    <a:pt x="2278" y="521"/>
                  </a:lnTo>
                  <a:lnTo>
                    <a:pt x="2133" y="435"/>
                  </a:lnTo>
                  <a:lnTo>
                    <a:pt x="1971" y="350"/>
                  </a:lnTo>
                  <a:lnTo>
                    <a:pt x="1809" y="273"/>
                  </a:lnTo>
                  <a:lnTo>
                    <a:pt x="1647" y="205"/>
                  </a:lnTo>
                  <a:lnTo>
                    <a:pt x="1485" y="145"/>
                  </a:lnTo>
                  <a:lnTo>
                    <a:pt x="1323" y="103"/>
                  </a:lnTo>
                  <a:lnTo>
                    <a:pt x="1178" y="60"/>
                  </a:lnTo>
                  <a:lnTo>
                    <a:pt x="1024" y="26"/>
                  </a:lnTo>
                  <a:lnTo>
                    <a:pt x="888" y="9"/>
                  </a:lnTo>
                  <a:lnTo>
                    <a:pt x="751" y="0"/>
                  </a:lnTo>
                  <a:close/>
                </a:path>
              </a:pathLst>
            </a:custGeom>
            <a:solidFill>
              <a:srgbClr val="FF7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1114;p26">
              <a:extLst>
                <a:ext uri="{FF2B5EF4-FFF2-40B4-BE49-F238E27FC236}">
                  <a16:creationId xmlns:a16="http://schemas.microsoft.com/office/drawing/2014/main" id="{DA8C4502-FBCC-8170-A20F-E71284B1BE3A}"/>
                </a:ext>
              </a:extLst>
            </p:cNvPr>
            <p:cNvSpPr/>
            <p:nvPr/>
          </p:nvSpPr>
          <p:spPr>
            <a:xfrm>
              <a:off x="5827825" y="2167350"/>
              <a:ext cx="77425" cy="58025"/>
            </a:xfrm>
            <a:custGeom>
              <a:avLst/>
              <a:gdLst/>
              <a:ahLst/>
              <a:cxnLst/>
              <a:rect l="l" t="t" r="r" b="b"/>
              <a:pathLst>
                <a:path w="3097" h="2321" extrusionOk="0">
                  <a:moveTo>
                    <a:pt x="547" y="0"/>
                  </a:moveTo>
                  <a:lnTo>
                    <a:pt x="444" y="9"/>
                  </a:lnTo>
                  <a:lnTo>
                    <a:pt x="342" y="26"/>
                  </a:lnTo>
                  <a:lnTo>
                    <a:pt x="257" y="52"/>
                  </a:lnTo>
                  <a:lnTo>
                    <a:pt x="171" y="94"/>
                  </a:lnTo>
                  <a:lnTo>
                    <a:pt x="112" y="145"/>
                  </a:lnTo>
                  <a:lnTo>
                    <a:pt x="61" y="205"/>
                  </a:lnTo>
                  <a:lnTo>
                    <a:pt x="26" y="273"/>
                  </a:lnTo>
                  <a:lnTo>
                    <a:pt x="9" y="359"/>
                  </a:lnTo>
                  <a:lnTo>
                    <a:pt x="1" y="444"/>
                  </a:lnTo>
                  <a:lnTo>
                    <a:pt x="9" y="538"/>
                  </a:lnTo>
                  <a:lnTo>
                    <a:pt x="35" y="632"/>
                  </a:lnTo>
                  <a:lnTo>
                    <a:pt x="78" y="734"/>
                  </a:lnTo>
                  <a:lnTo>
                    <a:pt x="129" y="845"/>
                  </a:lnTo>
                  <a:lnTo>
                    <a:pt x="197" y="947"/>
                  </a:lnTo>
                  <a:lnTo>
                    <a:pt x="274" y="1058"/>
                  </a:lnTo>
                  <a:lnTo>
                    <a:pt x="368" y="1169"/>
                  </a:lnTo>
                  <a:lnTo>
                    <a:pt x="470" y="1280"/>
                  </a:lnTo>
                  <a:lnTo>
                    <a:pt x="581" y="1391"/>
                  </a:lnTo>
                  <a:lnTo>
                    <a:pt x="700" y="1502"/>
                  </a:lnTo>
                  <a:lnTo>
                    <a:pt x="837" y="1612"/>
                  </a:lnTo>
                  <a:lnTo>
                    <a:pt x="973" y="1715"/>
                  </a:lnTo>
                  <a:lnTo>
                    <a:pt x="1127" y="1817"/>
                  </a:lnTo>
                  <a:lnTo>
                    <a:pt x="1280" y="1911"/>
                  </a:lnTo>
                  <a:lnTo>
                    <a:pt x="1434" y="1996"/>
                  </a:lnTo>
                  <a:lnTo>
                    <a:pt x="1587" y="2073"/>
                  </a:lnTo>
                  <a:lnTo>
                    <a:pt x="1741" y="2133"/>
                  </a:lnTo>
                  <a:lnTo>
                    <a:pt x="1886" y="2192"/>
                  </a:lnTo>
                  <a:lnTo>
                    <a:pt x="2031" y="2235"/>
                  </a:lnTo>
                  <a:lnTo>
                    <a:pt x="2167" y="2269"/>
                  </a:lnTo>
                  <a:lnTo>
                    <a:pt x="2304" y="2295"/>
                  </a:lnTo>
                  <a:lnTo>
                    <a:pt x="2432" y="2312"/>
                  </a:lnTo>
                  <a:lnTo>
                    <a:pt x="2543" y="2320"/>
                  </a:lnTo>
                  <a:lnTo>
                    <a:pt x="2653" y="2312"/>
                  </a:lnTo>
                  <a:lnTo>
                    <a:pt x="2756" y="2295"/>
                  </a:lnTo>
                  <a:lnTo>
                    <a:pt x="2841" y="2261"/>
                  </a:lnTo>
                  <a:lnTo>
                    <a:pt x="2918" y="2227"/>
                  </a:lnTo>
                  <a:lnTo>
                    <a:pt x="2986" y="2175"/>
                  </a:lnTo>
                  <a:lnTo>
                    <a:pt x="3037" y="2107"/>
                  </a:lnTo>
                  <a:lnTo>
                    <a:pt x="3071" y="2039"/>
                  </a:lnTo>
                  <a:lnTo>
                    <a:pt x="3088" y="1962"/>
                  </a:lnTo>
                  <a:lnTo>
                    <a:pt x="3097" y="1868"/>
                  </a:lnTo>
                  <a:lnTo>
                    <a:pt x="3080" y="1783"/>
                  </a:lnTo>
                  <a:lnTo>
                    <a:pt x="3054" y="1681"/>
                  </a:lnTo>
                  <a:lnTo>
                    <a:pt x="3020" y="1578"/>
                  </a:lnTo>
                  <a:lnTo>
                    <a:pt x="2969" y="1476"/>
                  </a:lnTo>
                  <a:lnTo>
                    <a:pt x="2901" y="1365"/>
                  </a:lnTo>
                  <a:lnTo>
                    <a:pt x="2824" y="1254"/>
                  </a:lnTo>
                  <a:lnTo>
                    <a:pt x="2730" y="1143"/>
                  </a:lnTo>
                  <a:lnTo>
                    <a:pt x="2628" y="1032"/>
                  </a:lnTo>
                  <a:lnTo>
                    <a:pt x="2517" y="922"/>
                  </a:lnTo>
                  <a:lnTo>
                    <a:pt x="2398" y="811"/>
                  </a:lnTo>
                  <a:lnTo>
                    <a:pt x="2261" y="708"/>
                  </a:lnTo>
                  <a:lnTo>
                    <a:pt x="2125" y="597"/>
                  </a:lnTo>
                  <a:lnTo>
                    <a:pt x="1971" y="495"/>
                  </a:lnTo>
                  <a:lnTo>
                    <a:pt x="1818" y="401"/>
                  </a:lnTo>
                  <a:lnTo>
                    <a:pt x="1664" y="316"/>
                  </a:lnTo>
                  <a:lnTo>
                    <a:pt x="1511" y="248"/>
                  </a:lnTo>
                  <a:lnTo>
                    <a:pt x="1357" y="180"/>
                  </a:lnTo>
                  <a:lnTo>
                    <a:pt x="1212" y="120"/>
                  </a:lnTo>
                  <a:lnTo>
                    <a:pt x="1067" y="77"/>
                  </a:lnTo>
                  <a:lnTo>
                    <a:pt x="931" y="43"/>
                  </a:lnTo>
                  <a:lnTo>
                    <a:pt x="794" y="17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FF7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1115;p26">
              <a:extLst>
                <a:ext uri="{FF2B5EF4-FFF2-40B4-BE49-F238E27FC236}">
                  <a16:creationId xmlns:a16="http://schemas.microsoft.com/office/drawing/2014/main" id="{82D31D0A-BA20-519D-55EF-7EBAB9AB6FAA}"/>
                </a:ext>
              </a:extLst>
            </p:cNvPr>
            <p:cNvSpPr/>
            <p:nvPr/>
          </p:nvSpPr>
          <p:spPr>
            <a:xfrm>
              <a:off x="5860875" y="2287175"/>
              <a:ext cx="84700" cy="69550"/>
            </a:xfrm>
            <a:custGeom>
              <a:avLst/>
              <a:gdLst/>
              <a:ahLst/>
              <a:cxnLst/>
              <a:rect l="l" t="t" r="r" b="b"/>
              <a:pathLst>
                <a:path w="3388" h="2782" extrusionOk="0">
                  <a:moveTo>
                    <a:pt x="325" y="1"/>
                  </a:moveTo>
                  <a:lnTo>
                    <a:pt x="214" y="223"/>
                  </a:lnTo>
                  <a:lnTo>
                    <a:pt x="129" y="436"/>
                  </a:lnTo>
                  <a:lnTo>
                    <a:pt x="69" y="632"/>
                  </a:lnTo>
                  <a:lnTo>
                    <a:pt x="26" y="828"/>
                  </a:lnTo>
                  <a:lnTo>
                    <a:pt x="1" y="1007"/>
                  </a:lnTo>
                  <a:lnTo>
                    <a:pt x="1" y="1178"/>
                  </a:lnTo>
                  <a:lnTo>
                    <a:pt x="18" y="1340"/>
                  </a:lnTo>
                  <a:lnTo>
                    <a:pt x="52" y="1494"/>
                  </a:lnTo>
                  <a:lnTo>
                    <a:pt x="95" y="1639"/>
                  </a:lnTo>
                  <a:lnTo>
                    <a:pt x="163" y="1775"/>
                  </a:lnTo>
                  <a:lnTo>
                    <a:pt x="231" y="1894"/>
                  </a:lnTo>
                  <a:lnTo>
                    <a:pt x="325" y="2014"/>
                  </a:lnTo>
                  <a:lnTo>
                    <a:pt x="419" y="2125"/>
                  </a:lnTo>
                  <a:lnTo>
                    <a:pt x="530" y="2227"/>
                  </a:lnTo>
                  <a:lnTo>
                    <a:pt x="649" y="2312"/>
                  </a:lnTo>
                  <a:lnTo>
                    <a:pt x="769" y="2398"/>
                  </a:lnTo>
                  <a:lnTo>
                    <a:pt x="896" y="2474"/>
                  </a:lnTo>
                  <a:lnTo>
                    <a:pt x="1033" y="2543"/>
                  </a:lnTo>
                  <a:lnTo>
                    <a:pt x="1169" y="2594"/>
                  </a:lnTo>
                  <a:lnTo>
                    <a:pt x="1314" y="2645"/>
                  </a:lnTo>
                  <a:lnTo>
                    <a:pt x="1459" y="2688"/>
                  </a:lnTo>
                  <a:lnTo>
                    <a:pt x="1596" y="2722"/>
                  </a:lnTo>
                  <a:lnTo>
                    <a:pt x="1741" y="2747"/>
                  </a:lnTo>
                  <a:lnTo>
                    <a:pt x="1877" y="2764"/>
                  </a:lnTo>
                  <a:lnTo>
                    <a:pt x="2014" y="2782"/>
                  </a:lnTo>
                  <a:lnTo>
                    <a:pt x="2270" y="2782"/>
                  </a:lnTo>
                  <a:lnTo>
                    <a:pt x="2389" y="2764"/>
                  </a:lnTo>
                  <a:lnTo>
                    <a:pt x="2500" y="2747"/>
                  </a:lnTo>
                  <a:lnTo>
                    <a:pt x="2602" y="2722"/>
                  </a:lnTo>
                  <a:lnTo>
                    <a:pt x="2688" y="2688"/>
                  </a:lnTo>
                  <a:lnTo>
                    <a:pt x="2773" y="2654"/>
                  </a:lnTo>
                  <a:lnTo>
                    <a:pt x="2833" y="2457"/>
                  </a:lnTo>
                  <a:lnTo>
                    <a:pt x="2918" y="2236"/>
                  </a:lnTo>
                  <a:lnTo>
                    <a:pt x="3020" y="2014"/>
                  </a:lnTo>
                  <a:lnTo>
                    <a:pt x="3123" y="1792"/>
                  </a:lnTo>
                  <a:lnTo>
                    <a:pt x="3302" y="1434"/>
                  </a:lnTo>
                  <a:lnTo>
                    <a:pt x="3387" y="1280"/>
                  </a:lnTo>
                  <a:lnTo>
                    <a:pt x="325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1116;p26">
              <a:extLst>
                <a:ext uri="{FF2B5EF4-FFF2-40B4-BE49-F238E27FC236}">
                  <a16:creationId xmlns:a16="http://schemas.microsoft.com/office/drawing/2014/main" id="{A08D8B39-784D-2CA6-F8FB-FB3E9F78A98E}"/>
                </a:ext>
              </a:extLst>
            </p:cNvPr>
            <p:cNvSpPr/>
            <p:nvPr/>
          </p:nvSpPr>
          <p:spPr>
            <a:xfrm>
              <a:off x="5860875" y="2310000"/>
              <a:ext cx="75100" cy="46725"/>
            </a:xfrm>
            <a:custGeom>
              <a:avLst/>
              <a:gdLst/>
              <a:ahLst/>
              <a:cxnLst/>
              <a:rect l="l" t="t" r="r" b="b"/>
              <a:pathLst>
                <a:path w="3004" h="1869" extrusionOk="0">
                  <a:moveTo>
                    <a:pt x="504" y="1"/>
                  </a:moveTo>
                  <a:lnTo>
                    <a:pt x="325" y="9"/>
                  </a:lnTo>
                  <a:lnTo>
                    <a:pt x="240" y="18"/>
                  </a:lnTo>
                  <a:lnTo>
                    <a:pt x="163" y="35"/>
                  </a:lnTo>
                  <a:lnTo>
                    <a:pt x="78" y="52"/>
                  </a:lnTo>
                  <a:lnTo>
                    <a:pt x="1" y="86"/>
                  </a:lnTo>
                  <a:lnTo>
                    <a:pt x="1" y="231"/>
                  </a:lnTo>
                  <a:lnTo>
                    <a:pt x="9" y="367"/>
                  </a:lnTo>
                  <a:lnTo>
                    <a:pt x="26" y="504"/>
                  </a:lnTo>
                  <a:lnTo>
                    <a:pt x="61" y="623"/>
                  </a:lnTo>
                  <a:lnTo>
                    <a:pt x="103" y="751"/>
                  </a:lnTo>
                  <a:lnTo>
                    <a:pt x="163" y="862"/>
                  </a:lnTo>
                  <a:lnTo>
                    <a:pt x="223" y="964"/>
                  </a:lnTo>
                  <a:lnTo>
                    <a:pt x="299" y="1067"/>
                  </a:lnTo>
                  <a:lnTo>
                    <a:pt x="376" y="1161"/>
                  </a:lnTo>
                  <a:lnTo>
                    <a:pt x="461" y="1254"/>
                  </a:lnTo>
                  <a:lnTo>
                    <a:pt x="555" y="1331"/>
                  </a:lnTo>
                  <a:lnTo>
                    <a:pt x="658" y="1408"/>
                  </a:lnTo>
                  <a:lnTo>
                    <a:pt x="760" y="1476"/>
                  </a:lnTo>
                  <a:lnTo>
                    <a:pt x="871" y="1544"/>
                  </a:lnTo>
                  <a:lnTo>
                    <a:pt x="982" y="1604"/>
                  </a:lnTo>
                  <a:lnTo>
                    <a:pt x="1101" y="1655"/>
                  </a:lnTo>
                  <a:lnTo>
                    <a:pt x="1221" y="1698"/>
                  </a:lnTo>
                  <a:lnTo>
                    <a:pt x="1340" y="1741"/>
                  </a:lnTo>
                  <a:lnTo>
                    <a:pt x="1459" y="1775"/>
                  </a:lnTo>
                  <a:lnTo>
                    <a:pt x="1579" y="1809"/>
                  </a:lnTo>
                  <a:lnTo>
                    <a:pt x="1698" y="1826"/>
                  </a:lnTo>
                  <a:lnTo>
                    <a:pt x="1818" y="1851"/>
                  </a:lnTo>
                  <a:lnTo>
                    <a:pt x="1929" y="1860"/>
                  </a:lnTo>
                  <a:lnTo>
                    <a:pt x="2048" y="1869"/>
                  </a:lnTo>
                  <a:lnTo>
                    <a:pt x="2261" y="1869"/>
                  </a:lnTo>
                  <a:lnTo>
                    <a:pt x="2364" y="1860"/>
                  </a:lnTo>
                  <a:lnTo>
                    <a:pt x="2457" y="1843"/>
                  </a:lnTo>
                  <a:lnTo>
                    <a:pt x="2551" y="1826"/>
                  </a:lnTo>
                  <a:lnTo>
                    <a:pt x="2628" y="1800"/>
                  </a:lnTo>
                  <a:lnTo>
                    <a:pt x="2705" y="1775"/>
                  </a:lnTo>
                  <a:lnTo>
                    <a:pt x="2773" y="1741"/>
                  </a:lnTo>
                  <a:lnTo>
                    <a:pt x="2816" y="1604"/>
                  </a:lnTo>
                  <a:lnTo>
                    <a:pt x="2867" y="1451"/>
                  </a:lnTo>
                  <a:lnTo>
                    <a:pt x="3003" y="1135"/>
                  </a:lnTo>
                  <a:lnTo>
                    <a:pt x="2850" y="990"/>
                  </a:lnTo>
                  <a:lnTo>
                    <a:pt x="2679" y="862"/>
                  </a:lnTo>
                  <a:lnTo>
                    <a:pt x="2500" y="726"/>
                  </a:lnTo>
                  <a:lnTo>
                    <a:pt x="2312" y="606"/>
                  </a:lnTo>
                  <a:lnTo>
                    <a:pt x="2116" y="495"/>
                  </a:lnTo>
                  <a:lnTo>
                    <a:pt x="1920" y="384"/>
                  </a:lnTo>
                  <a:lnTo>
                    <a:pt x="1715" y="291"/>
                  </a:lnTo>
                  <a:lnTo>
                    <a:pt x="1502" y="205"/>
                  </a:lnTo>
                  <a:lnTo>
                    <a:pt x="1297" y="137"/>
                  </a:lnTo>
                  <a:lnTo>
                    <a:pt x="1093" y="77"/>
                  </a:lnTo>
                  <a:lnTo>
                    <a:pt x="888" y="35"/>
                  </a:lnTo>
                  <a:lnTo>
                    <a:pt x="692" y="9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rgbClr val="FF36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1117;p26">
              <a:extLst>
                <a:ext uri="{FF2B5EF4-FFF2-40B4-BE49-F238E27FC236}">
                  <a16:creationId xmlns:a16="http://schemas.microsoft.com/office/drawing/2014/main" id="{F8A4A30B-11D1-D12B-742D-F4A3BFA61502}"/>
                </a:ext>
              </a:extLst>
            </p:cNvPr>
            <p:cNvSpPr/>
            <p:nvPr/>
          </p:nvSpPr>
          <p:spPr>
            <a:xfrm>
              <a:off x="5927200" y="2310850"/>
              <a:ext cx="27950" cy="61650"/>
            </a:xfrm>
            <a:custGeom>
              <a:avLst/>
              <a:gdLst/>
              <a:ahLst/>
              <a:cxnLst/>
              <a:rect l="l" t="t" r="r" b="b"/>
              <a:pathLst>
                <a:path w="1118" h="2466" fill="none" extrusionOk="0">
                  <a:moveTo>
                    <a:pt x="1" y="2466"/>
                  </a:moveTo>
                  <a:lnTo>
                    <a:pt x="1" y="2466"/>
                  </a:lnTo>
                  <a:lnTo>
                    <a:pt x="26" y="2295"/>
                  </a:lnTo>
                  <a:lnTo>
                    <a:pt x="52" y="2125"/>
                  </a:lnTo>
                  <a:lnTo>
                    <a:pt x="86" y="1954"/>
                  </a:lnTo>
                  <a:lnTo>
                    <a:pt x="128" y="1792"/>
                  </a:lnTo>
                  <a:lnTo>
                    <a:pt x="180" y="1621"/>
                  </a:lnTo>
                  <a:lnTo>
                    <a:pt x="231" y="1459"/>
                  </a:lnTo>
                  <a:lnTo>
                    <a:pt x="291" y="1297"/>
                  </a:lnTo>
                  <a:lnTo>
                    <a:pt x="359" y="1144"/>
                  </a:lnTo>
                  <a:lnTo>
                    <a:pt x="436" y="990"/>
                  </a:lnTo>
                  <a:lnTo>
                    <a:pt x="512" y="837"/>
                  </a:lnTo>
                  <a:lnTo>
                    <a:pt x="606" y="683"/>
                  </a:lnTo>
                  <a:lnTo>
                    <a:pt x="691" y="538"/>
                  </a:lnTo>
                  <a:lnTo>
                    <a:pt x="794" y="393"/>
                  </a:lnTo>
                  <a:lnTo>
                    <a:pt x="896" y="257"/>
                  </a:lnTo>
                  <a:lnTo>
                    <a:pt x="998" y="129"/>
                  </a:lnTo>
                  <a:lnTo>
                    <a:pt x="1118" y="1"/>
                  </a:lnTo>
                </a:path>
              </a:pathLst>
            </a:custGeom>
            <a:noFill/>
            <a:ln w="10225" cap="rnd" cmpd="sng">
              <a:solidFill>
                <a:srgbClr val="ED71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1118;p26">
              <a:extLst>
                <a:ext uri="{FF2B5EF4-FFF2-40B4-BE49-F238E27FC236}">
                  <a16:creationId xmlns:a16="http://schemas.microsoft.com/office/drawing/2014/main" id="{BBAB1A01-4F01-F109-27CB-41B3CA29533B}"/>
                </a:ext>
              </a:extLst>
            </p:cNvPr>
            <p:cNvSpPr/>
            <p:nvPr/>
          </p:nvSpPr>
          <p:spPr>
            <a:xfrm>
              <a:off x="5872175" y="2142175"/>
              <a:ext cx="36925" cy="37350"/>
            </a:xfrm>
            <a:custGeom>
              <a:avLst/>
              <a:gdLst/>
              <a:ahLst/>
              <a:cxnLst/>
              <a:rect l="l" t="t" r="r" b="b"/>
              <a:pathLst>
                <a:path w="1477" h="1494" extrusionOk="0">
                  <a:moveTo>
                    <a:pt x="692" y="1"/>
                  </a:moveTo>
                  <a:lnTo>
                    <a:pt x="624" y="18"/>
                  </a:lnTo>
                  <a:lnTo>
                    <a:pt x="555" y="35"/>
                  </a:lnTo>
                  <a:lnTo>
                    <a:pt x="487" y="52"/>
                  </a:lnTo>
                  <a:lnTo>
                    <a:pt x="419" y="86"/>
                  </a:lnTo>
                  <a:lnTo>
                    <a:pt x="359" y="120"/>
                  </a:lnTo>
                  <a:lnTo>
                    <a:pt x="299" y="163"/>
                  </a:lnTo>
                  <a:lnTo>
                    <a:pt x="248" y="206"/>
                  </a:lnTo>
                  <a:lnTo>
                    <a:pt x="189" y="265"/>
                  </a:lnTo>
                  <a:lnTo>
                    <a:pt x="146" y="317"/>
                  </a:lnTo>
                  <a:lnTo>
                    <a:pt x="103" y="385"/>
                  </a:lnTo>
                  <a:lnTo>
                    <a:pt x="61" y="444"/>
                  </a:lnTo>
                  <a:lnTo>
                    <a:pt x="35" y="513"/>
                  </a:lnTo>
                  <a:lnTo>
                    <a:pt x="18" y="589"/>
                  </a:lnTo>
                  <a:lnTo>
                    <a:pt x="1" y="658"/>
                  </a:lnTo>
                  <a:lnTo>
                    <a:pt x="1" y="726"/>
                  </a:lnTo>
                  <a:lnTo>
                    <a:pt x="1" y="803"/>
                  </a:lnTo>
                  <a:lnTo>
                    <a:pt x="9" y="871"/>
                  </a:lnTo>
                  <a:lnTo>
                    <a:pt x="27" y="948"/>
                  </a:lnTo>
                  <a:lnTo>
                    <a:pt x="52" y="1016"/>
                  </a:lnTo>
                  <a:lnTo>
                    <a:pt x="78" y="1084"/>
                  </a:lnTo>
                  <a:lnTo>
                    <a:pt x="112" y="1144"/>
                  </a:lnTo>
                  <a:lnTo>
                    <a:pt x="154" y="1204"/>
                  </a:lnTo>
                  <a:lnTo>
                    <a:pt x="197" y="1263"/>
                  </a:lnTo>
                  <a:lnTo>
                    <a:pt x="248" y="1314"/>
                  </a:lnTo>
                  <a:lnTo>
                    <a:pt x="299" y="1357"/>
                  </a:lnTo>
                  <a:lnTo>
                    <a:pt x="368" y="1400"/>
                  </a:lnTo>
                  <a:lnTo>
                    <a:pt x="427" y="1434"/>
                  </a:lnTo>
                  <a:lnTo>
                    <a:pt x="504" y="1459"/>
                  </a:lnTo>
                  <a:lnTo>
                    <a:pt x="572" y="1477"/>
                  </a:lnTo>
                  <a:lnTo>
                    <a:pt x="641" y="1485"/>
                  </a:lnTo>
                  <a:lnTo>
                    <a:pt x="709" y="1494"/>
                  </a:lnTo>
                  <a:lnTo>
                    <a:pt x="786" y="1485"/>
                  </a:lnTo>
                  <a:lnTo>
                    <a:pt x="854" y="1477"/>
                  </a:lnTo>
                  <a:lnTo>
                    <a:pt x="922" y="1459"/>
                  </a:lnTo>
                  <a:lnTo>
                    <a:pt x="990" y="1442"/>
                  </a:lnTo>
                  <a:lnTo>
                    <a:pt x="1050" y="1408"/>
                  </a:lnTo>
                  <a:lnTo>
                    <a:pt x="1118" y="1374"/>
                  </a:lnTo>
                  <a:lnTo>
                    <a:pt x="1178" y="1332"/>
                  </a:lnTo>
                  <a:lnTo>
                    <a:pt x="1229" y="1289"/>
                  </a:lnTo>
                  <a:lnTo>
                    <a:pt x="1280" y="1229"/>
                  </a:lnTo>
                  <a:lnTo>
                    <a:pt x="1332" y="1178"/>
                  </a:lnTo>
                  <a:lnTo>
                    <a:pt x="1374" y="1110"/>
                  </a:lnTo>
                  <a:lnTo>
                    <a:pt x="1408" y="1050"/>
                  </a:lnTo>
                  <a:lnTo>
                    <a:pt x="1442" y="982"/>
                  </a:lnTo>
                  <a:lnTo>
                    <a:pt x="1459" y="905"/>
                  </a:lnTo>
                  <a:lnTo>
                    <a:pt x="1477" y="837"/>
                  </a:lnTo>
                  <a:lnTo>
                    <a:pt x="1477" y="760"/>
                  </a:lnTo>
                  <a:lnTo>
                    <a:pt x="1477" y="692"/>
                  </a:lnTo>
                  <a:lnTo>
                    <a:pt x="1468" y="615"/>
                  </a:lnTo>
                  <a:lnTo>
                    <a:pt x="1451" y="547"/>
                  </a:lnTo>
                  <a:lnTo>
                    <a:pt x="1425" y="479"/>
                  </a:lnTo>
                  <a:lnTo>
                    <a:pt x="1400" y="410"/>
                  </a:lnTo>
                  <a:lnTo>
                    <a:pt x="1366" y="351"/>
                  </a:lnTo>
                  <a:lnTo>
                    <a:pt x="1323" y="291"/>
                  </a:lnTo>
                  <a:lnTo>
                    <a:pt x="1280" y="231"/>
                  </a:lnTo>
                  <a:lnTo>
                    <a:pt x="1229" y="180"/>
                  </a:lnTo>
                  <a:lnTo>
                    <a:pt x="1169" y="137"/>
                  </a:lnTo>
                  <a:lnTo>
                    <a:pt x="1110" y="95"/>
                  </a:lnTo>
                  <a:lnTo>
                    <a:pt x="1042" y="61"/>
                  </a:lnTo>
                  <a:lnTo>
                    <a:pt x="973" y="35"/>
                  </a:lnTo>
                  <a:lnTo>
                    <a:pt x="905" y="18"/>
                  </a:lnTo>
                  <a:lnTo>
                    <a:pt x="837" y="9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119;p26">
              <a:extLst>
                <a:ext uri="{FF2B5EF4-FFF2-40B4-BE49-F238E27FC236}">
                  <a16:creationId xmlns:a16="http://schemas.microsoft.com/office/drawing/2014/main" id="{B1309C6C-F745-B686-1E4D-430D0E58A10B}"/>
                </a:ext>
              </a:extLst>
            </p:cNvPr>
            <p:cNvSpPr/>
            <p:nvPr/>
          </p:nvSpPr>
          <p:spPr>
            <a:xfrm>
              <a:off x="5903750" y="2154125"/>
              <a:ext cx="59725" cy="107500"/>
            </a:xfrm>
            <a:custGeom>
              <a:avLst/>
              <a:gdLst/>
              <a:ahLst/>
              <a:cxnLst/>
              <a:rect l="l" t="t" r="r" b="b"/>
              <a:pathLst>
                <a:path w="2389" h="4300" fill="none" extrusionOk="0">
                  <a:moveTo>
                    <a:pt x="2192" y="1"/>
                  </a:moveTo>
                  <a:lnTo>
                    <a:pt x="2388" y="1297"/>
                  </a:lnTo>
                  <a:lnTo>
                    <a:pt x="0" y="4299"/>
                  </a:lnTo>
                </a:path>
              </a:pathLst>
            </a:custGeom>
            <a:noFill/>
            <a:ln w="10875" cap="rnd" cmpd="sng">
              <a:solidFill>
                <a:srgbClr val="ED71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120;p26">
              <a:extLst>
                <a:ext uri="{FF2B5EF4-FFF2-40B4-BE49-F238E27FC236}">
                  <a16:creationId xmlns:a16="http://schemas.microsoft.com/office/drawing/2014/main" id="{0C570B2B-40C6-B441-3487-B586818BDCE8}"/>
                </a:ext>
              </a:extLst>
            </p:cNvPr>
            <p:cNvSpPr/>
            <p:nvPr/>
          </p:nvSpPr>
          <p:spPr>
            <a:xfrm>
              <a:off x="6033600" y="2185675"/>
              <a:ext cx="381075" cy="948075"/>
            </a:xfrm>
            <a:custGeom>
              <a:avLst/>
              <a:gdLst/>
              <a:ahLst/>
              <a:cxnLst/>
              <a:rect l="l" t="t" r="r" b="b"/>
              <a:pathLst>
                <a:path w="15243" h="37923" extrusionOk="0">
                  <a:moveTo>
                    <a:pt x="6790" y="1"/>
                  </a:moveTo>
                  <a:lnTo>
                    <a:pt x="6713" y="9"/>
                  </a:lnTo>
                  <a:lnTo>
                    <a:pt x="6637" y="27"/>
                  </a:lnTo>
                  <a:lnTo>
                    <a:pt x="6560" y="52"/>
                  </a:lnTo>
                  <a:lnTo>
                    <a:pt x="6483" y="86"/>
                  </a:lnTo>
                  <a:lnTo>
                    <a:pt x="6406" y="120"/>
                  </a:lnTo>
                  <a:lnTo>
                    <a:pt x="6338" y="154"/>
                  </a:lnTo>
                  <a:lnTo>
                    <a:pt x="6270" y="197"/>
                  </a:lnTo>
                  <a:lnTo>
                    <a:pt x="6210" y="248"/>
                  </a:lnTo>
                  <a:lnTo>
                    <a:pt x="6150" y="299"/>
                  </a:lnTo>
                  <a:lnTo>
                    <a:pt x="6091" y="351"/>
                  </a:lnTo>
                  <a:lnTo>
                    <a:pt x="6048" y="402"/>
                  </a:lnTo>
                  <a:lnTo>
                    <a:pt x="6005" y="462"/>
                  </a:lnTo>
                  <a:lnTo>
                    <a:pt x="5971" y="521"/>
                  </a:lnTo>
                  <a:lnTo>
                    <a:pt x="5946" y="572"/>
                  </a:lnTo>
                  <a:lnTo>
                    <a:pt x="5929" y="632"/>
                  </a:lnTo>
                  <a:lnTo>
                    <a:pt x="5920" y="692"/>
                  </a:lnTo>
                  <a:lnTo>
                    <a:pt x="5903" y="837"/>
                  </a:lnTo>
                  <a:lnTo>
                    <a:pt x="5869" y="1059"/>
                  </a:lnTo>
                  <a:lnTo>
                    <a:pt x="5767" y="1647"/>
                  </a:lnTo>
                  <a:lnTo>
                    <a:pt x="5630" y="2381"/>
                  </a:lnTo>
                  <a:lnTo>
                    <a:pt x="5477" y="3174"/>
                  </a:lnTo>
                  <a:lnTo>
                    <a:pt x="5187" y="4590"/>
                  </a:lnTo>
                  <a:lnTo>
                    <a:pt x="5059" y="5212"/>
                  </a:lnTo>
                  <a:lnTo>
                    <a:pt x="4632" y="5528"/>
                  </a:lnTo>
                  <a:lnTo>
                    <a:pt x="4146" y="5903"/>
                  </a:lnTo>
                  <a:lnTo>
                    <a:pt x="3532" y="6398"/>
                  </a:lnTo>
                  <a:lnTo>
                    <a:pt x="3191" y="6679"/>
                  </a:lnTo>
                  <a:lnTo>
                    <a:pt x="2824" y="6987"/>
                  </a:lnTo>
                  <a:lnTo>
                    <a:pt x="2449" y="7311"/>
                  </a:lnTo>
                  <a:lnTo>
                    <a:pt x="2065" y="7660"/>
                  </a:lnTo>
                  <a:lnTo>
                    <a:pt x="1664" y="8027"/>
                  </a:lnTo>
                  <a:lnTo>
                    <a:pt x="1272" y="8402"/>
                  </a:lnTo>
                  <a:lnTo>
                    <a:pt x="879" y="8786"/>
                  </a:lnTo>
                  <a:lnTo>
                    <a:pt x="495" y="9187"/>
                  </a:lnTo>
                  <a:lnTo>
                    <a:pt x="384" y="9315"/>
                  </a:lnTo>
                  <a:lnTo>
                    <a:pt x="291" y="9443"/>
                  </a:lnTo>
                  <a:lnTo>
                    <a:pt x="214" y="9571"/>
                  </a:lnTo>
                  <a:lnTo>
                    <a:pt x="154" y="9707"/>
                  </a:lnTo>
                  <a:lnTo>
                    <a:pt x="94" y="9835"/>
                  </a:lnTo>
                  <a:lnTo>
                    <a:pt x="60" y="9980"/>
                  </a:lnTo>
                  <a:lnTo>
                    <a:pt x="35" y="10117"/>
                  </a:lnTo>
                  <a:lnTo>
                    <a:pt x="9" y="10253"/>
                  </a:lnTo>
                  <a:lnTo>
                    <a:pt x="1" y="10390"/>
                  </a:lnTo>
                  <a:lnTo>
                    <a:pt x="9" y="10526"/>
                  </a:lnTo>
                  <a:lnTo>
                    <a:pt x="18" y="10671"/>
                  </a:lnTo>
                  <a:lnTo>
                    <a:pt x="35" y="10808"/>
                  </a:lnTo>
                  <a:lnTo>
                    <a:pt x="52" y="10936"/>
                  </a:lnTo>
                  <a:lnTo>
                    <a:pt x="86" y="11072"/>
                  </a:lnTo>
                  <a:lnTo>
                    <a:pt x="120" y="11200"/>
                  </a:lnTo>
                  <a:lnTo>
                    <a:pt x="154" y="11328"/>
                  </a:lnTo>
                  <a:lnTo>
                    <a:pt x="239" y="11567"/>
                  </a:lnTo>
                  <a:lnTo>
                    <a:pt x="342" y="11789"/>
                  </a:lnTo>
                  <a:lnTo>
                    <a:pt x="436" y="11985"/>
                  </a:lnTo>
                  <a:lnTo>
                    <a:pt x="529" y="12155"/>
                  </a:lnTo>
                  <a:lnTo>
                    <a:pt x="615" y="12292"/>
                  </a:lnTo>
                  <a:lnTo>
                    <a:pt x="683" y="12394"/>
                  </a:lnTo>
                  <a:lnTo>
                    <a:pt x="743" y="12488"/>
                  </a:lnTo>
                  <a:lnTo>
                    <a:pt x="1050" y="12966"/>
                  </a:lnTo>
                  <a:lnTo>
                    <a:pt x="8249" y="33052"/>
                  </a:lnTo>
                  <a:lnTo>
                    <a:pt x="12650" y="37923"/>
                  </a:lnTo>
                  <a:lnTo>
                    <a:pt x="12820" y="37880"/>
                  </a:lnTo>
                  <a:lnTo>
                    <a:pt x="12974" y="37829"/>
                  </a:lnTo>
                  <a:lnTo>
                    <a:pt x="13136" y="37778"/>
                  </a:lnTo>
                  <a:lnTo>
                    <a:pt x="13289" y="37709"/>
                  </a:lnTo>
                  <a:lnTo>
                    <a:pt x="13434" y="37641"/>
                  </a:lnTo>
                  <a:lnTo>
                    <a:pt x="13579" y="37564"/>
                  </a:lnTo>
                  <a:lnTo>
                    <a:pt x="13716" y="37479"/>
                  </a:lnTo>
                  <a:lnTo>
                    <a:pt x="13852" y="37385"/>
                  </a:lnTo>
                  <a:lnTo>
                    <a:pt x="13980" y="37291"/>
                  </a:lnTo>
                  <a:lnTo>
                    <a:pt x="14100" y="37189"/>
                  </a:lnTo>
                  <a:lnTo>
                    <a:pt x="14219" y="37078"/>
                  </a:lnTo>
                  <a:lnTo>
                    <a:pt x="14339" y="36967"/>
                  </a:lnTo>
                  <a:lnTo>
                    <a:pt x="14441" y="36848"/>
                  </a:lnTo>
                  <a:lnTo>
                    <a:pt x="14543" y="36729"/>
                  </a:lnTo>
                  <a:lnTo>
                    <a:pt x="14637" y="36601"/>
                  </a:lnTo>
                  <a:lnTo>
                    <a:pt x="14722" y="36464"/>
                  </a:lnTo>
                  <a:lnTo>
                    <a:pt x="14808" y="36328"/>
                  </a:lnTo>
                  <a:lnTo>
                    <a:pt x="14884" y="36191"/>
                  </a:lnTo>
                  <a:lnTo>
                    <a:pt x="14953" y="36046"/>
                  </a:lnTo>
                  <a:lnTo>
                    <a:pt x="15012" y="35901"/>
                  </a:lnTo>
                  <a:lnTo>
                    <a:pt x="15064" y="35748"/>
                  </a:lnTo>
                  <a:lnTo>
                    <a:pt x="15115" y="35603"/>
                  </a:lnTo>
                  <a:lnTo>
                    <a:pt x="15157" y="35441"/>
                  </a:lnTo>
                  <a:lnTo>
                    <a:pt x="15191" y="35287"/>
                  </a:lnTo>
                  <a:lnTo>
                    <a:pt x="15217" y="35125"/>
                  </a:lnTo>
                  <a:lnTo>
                    <a:pt x="15234" y="34963"/>
                  </a:lnTo>
                  <a:lnTo>
                    <a:pt x="15243" y="34801"/>
                  </a:lnTo>
                  <a:lnTo>
                    <a:pt x="15243" y="34639"/>
                  </a:lnTo>
                  <a:lnTo>
                    <a:pt x="15234" y="34477"/>
                  </a:lnTo>
                  <a:lnTo>
                    <a:pt x="15217" y="34306"/>
                  </a:lnTo>
                  <a:lnTo>
                    <a:pt x="15191" y="34136"/>
                  </a:lnTo>
                  <a:lnTo>
                    <a:pt x="15166" y="33974"/>
                  </a:lnTo>
                  <a:lnTo>
                    <a:pt x="4453" y="10518"/>
                  </a:lnTo>
                  <a:lnTo>
                    <a:pt x="6927" y="6594"/>
                  </a:lnTo>
                  <a:lnTo>
                    <a:pt x="7148" y="4632"/>
                  </a:lnTo>
                  <a:lnTo>
                    <a:pt x="7336" y="2884"/>
                  </a:lnTo>
                  <a:lnTo>
                    <a:pt x="7430" y="2014"/>
                  </a:lnTo>
                  <a:lnTo>
                    <a:pt x="7507" y="1221"/>
                  </a:lnTo>
                  <a:lnTo>
                    <a:pt x="7515" y="1050"/>
                  </a:lnTo>
                  <a:lnTo>
                    <a:pt x="7515" y="888"/>
                  </a:lnTo>
                  <a:lnTo>
                    <a:pt x="7507" y="752"/>
                  </a:lnTo>
                  <a:lnTo>
                    <a:pt x="7489" y="615"/>
                  </a:lnTo>
                  <a:lnTo>
                    <a:pt x="7464" y="504"/>
                  </a:lnTo>
                  <a:lnTo>
                    <a:pt x="7430" y="402"/>
                  </a:lnTo>
                  <a:lnTo>
                    <a:pt x="7387" y="317"/>
                  </a:lnTo>
                  <a:lnTo>
                    <a:pt x="7336" y="240"/>
                  </a:lnTo>
                  <a:lnTo>
                    <a:pt x="7285" y="172"/>
                  </a:lnTo>
                  <a:lnTo>
                    <a:pt x="7225" y="120"/>
                  </a:lnTo>
                  <a:lnTo>
                    <a:pt x="7157" y="78"/>
                  </a:lnTo>
                  <a:lnTo>
                    <a:pt x="7089" y="44"/>
                  </a:lnTo>
                  <a:lnTo>
                    <a:pt x="7020" y="18"/>
                  </a:lnTo>
                  <a:lnTo>
                    <a:pt x="6944" y="9"/>
                  </a:lnTo>
                  <a:lnTo>
                    <a:pt x="6867" y="1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121;p26">
              <a:extLst>
                <a:ext uri="{FF2B5EF4-FFF2-40B4-BE49-F238E27FC236}">
                  <a16:creationId xmlns:a16="http://schemas.microsoft.com/office/drawing/2014/main" id="{B0473A26-7424-225A-CC1A-BD7BEDDDE840}"/>
                </a:ext>
              </a:extLst>
            </p:cNvPr>
            <p:cNvSpPr/>
            <p:nvPr/>
          </p:nvSpPr>
          <p:spPr>
            <a:xfrm>
              <a:off x="6033600" y="2185675"/>
              <a:ext cx="381075" cy="948075"/>
            </a:xfrm>
            <a:custGeom>
              <a:avLst/>
              <a:gdLst/>
              <a:ahLst/>
              <a:cxnLst/>
              <a:rect l="l" t="t" r="r" b="b"/>
              <a:pathLst>
                <a:path w="15243" h="37923" fill="none" extrusionOk="0">
                  <a:moveTo>
                    <a:pt x="12650" y="37923"/>
                  </a:moveTo>
                  <a:lnTo>
                    <a:pt x="12650" y="37923"/>
                  </a:lnTo>
                  <a:lnTo>
                    <a:pt x="12820" y="37880"/>
                  </a:lnTo>
                  <a:lnTo>
                    <a:pt x="12974" y="37829"/>
                  </a:lnTo>
                  <a:lnTo>
                    <a:pt x="13136" y="37778"/>
                  </a:lnTo>
                  <a:lnTo>
                    <a:pt x="13289" y="37709"/>
                  </a:lnTo>
                  <a:lnTo>
                    <a:pt x="13434" y="37641"/>
                  </a:lnTo>
                  <a:lnTo>
                    <a:pt x="13579" y="37564"/>
                  </a:lnTo>
                  <a:lnTo>
                    <a:pt x="13716" y="37479"/>
                  </a:lnTo>
                  <a:lnTo>
                    <a:pt x="13852" y="37385"/>
                  </a:lnTo>
                  <a:lnTo>
                    <a:pt x="13980" y="37291"/>
                  </a:lnTo>
                  <a:lnTo>
                    <a:pt x="14100" y="37189"/>
                  </a:lnTo>
                  <a:lnTo>
                    <a:pt x="14219" y="37078"/>
                  </a:lnTo>
                  <a:lnTo>
                    <a:pt x="14339" y="36967"/>
                  </a:lnTo>
                  <a:lnTo>
                    <a:pt x="14441" y="36848"/>
                  </a:lnTo>
                  <a:lnTo>
                    <a:pt x="14543" y="36729"/>
                  </a:lnTo>
                  <a:lnTo>
                    <a:pt x="14637" y="36601"/>
                  </a:lnTo>
                  <a:lnTo>
                    <a:pt x="14722" y="36464"/>
                  </a:lnTo>
                  <a:lnTo>
                    <a:pt x="14808" y="36328"/>
                  </a:lnTo>
                  <a:lnTo>
                    <a:pt x="14884" y="36191"/>
                  </a:lnTo>
                  <a:lnTo>
                    <a:pt x="14953" y="36046"/>
                  </a:lnTo>
                  <a:lnTo>
                    <a:pt x="15012" y="35901"/>
                  </a:lnTo>
                  <a:lnTo>
                    <a:pt x="15064" y="35748"/>
                  </a:lnTo>
                  <a:lnTo>
                    <a:pt x="15115" y="35603"/>
                  </a:lnTo>
                  <a:lnTo>
                    <a:pt x="15157" y="35441"/>
                  </a:lnTo>
                  <a:lnTo>
                    <a:pt x="15191" y="35287"/>
                  </a:lnTo>
                  <a:lnTo>
                    <a:pt x="15217" y="35125"/>
                  </a:lnTo>
                  <a:lnTo>
                    <a:pt x="15234" y="34963"/>
                  </a:lnTo>
                  <a:lnTo>
                    <a:pt x="15243" y="34801"/>
                  </a:lnTo>
                  <a:lnTo>
                    <a:pt x="15243" y="34639"/>
                  </a:lnTo>
                  <a:lnTo>
                    <a:pt x="15234" y="34477"/>
                  </a:lnTo>
                  <a:lnTo>
                    <a:pt x="15217" y="34306"/>
                  </a:lnTo>
                  <a:lnTo>
                    <a:pt x="15191" y="34136"/>
                  </a:lnTo>
                  <a:lnTo>
                    <a:pt x="15166" y="33974"/>
                  </a:lnTo>
                  <a:lnTo>
                    <a:pt x="4453" y="10518"/>
                  </a:lnTo>
                  <a:lnTo>
                    <a:pt x="6927" y="6594"/>
                  </a:lnTo>
                  <a:lnTo>
                    <a:pt x="6927" y="6594"/>
                  </a:lnTo>
                  <a:lnTo>
                    <a:pt x="7148" y="4632"/>
                  </a:lnTo>
                  <a:lnTo>
                    <a:pt x="7336" y="2884"/>
                  </a:lnTo>
                  <a:lnTo>
                    <a:pt x="7430" y="2014"/>
                  </a:lnTo>
                  <a:lnTo>
                    <a:pt x="7507" y="1221"/>
                  </a:lnTo>
                  <a:lnTo>
                    <a:pt x="7507" y="1221"/>
                  </a:lnTo>
                  <a:lnTo>
                    <a:pt x="7515" y="1050"/>
                  </a:lnTo>
                  <a:lnTo>
                    <a:pt x="7515" y="888"/>
                  </a:lnTo>
                  <a:lnTo>
                    <a:pt x="7507" y="752"/>
                  </a:lnTo>
                  <a:lnTo>
                    <a:pt x="7489" y="615"/>
                  </a:lnTo>
                  <a:lnTo>
                    <a:pt x="7464" y="504"/>
                  </a:lnTo>
                  <a:lnTo>
                    <a:pt x="7430" y="402"/>
                  </a:lnTo>
                  <a:lnTo>
                    <a:pt x="7387" y="317"/>
                  </a:lnTo>
                  <a:lnTo>
                    <a:pt x="7336" y="240"/>
                  </a:lnTo>
                  <a:lnTo>
                    <a:pt x="7285" y="172"/>
                  </a:lnTo>
                  <a:lnTo>
                    <a:pt x="7225" y="120"/>
                  </a:lnTo>
                  <a:lnTo>
                    <a:pt x="7157" y="78"/>
                  </a:lnTo>
                  <a:lnTo>
                    <a:pt x="7089" y="44"/>
                  </a:lnTo>
                  <a:lnTo>
                    <a:pt x="7020" y="18"/>
                  </a:lnTo>
                  <a:lnTo>
                    <a:pt x="6944" y="9"/>
                  </a:lnTo>
                  <a:lnTo>
                    <a:pt x="6867" y="1"/>
                  </a:lnTo>
                  <a:lnTo>
                    <a:pt x="6790" y="1"/>
                  </a:lnTo>
                  <a:lnTo>
                    <a:pt x="6713" y="9"/>
                  </a:lnTo>
                  <a:lnTo>
                    <a:pt x="6637" y="27"/>
                  </a:lnTo>
                  <a:lnTo>
                    <a:pt x="6560" y="52"/>
                  </a:lnTo>
                  <a:lnTo>
                    <a:pt x="6483" y="86"/>
                  </a:lnTo>
                  <a:lnTo>
                    <a:pt x="6406" y="120"/>
                  </a:lnTo>
                  <a:lnTo>
                    <a:pt x="6338" y="154"/>
                  </a:lnTo>
                  <a:lnTo>
                    <a:pt x="6270" y="197"/>
                  </a:lnTo>
                  <a:lnTo>
                    <a:pt x="6210" y="248"/>
                  </a:lnTo>
                  <a:lnTo>
                    <a:pt x="6150" y="299"/>
                  </a:lnTo>
                  <a:lnTo>
                    <a:pt x="6091" y="351"/>
                  </a:lnTo>
                  <a:lnTo>
                    <a:pt x="6048" y="402"/>
                  </a:lnTo>
                  <a:lnTo>
                    <a:pt x="6005" y="462"/>
                  </a:lnTo>
                  <a:lnTo>
                    <a:pt x="5971" y="521"/>
                  </a:lnTo>
                  <a:lnTo>
                    <a:pt x="5946" y="572"/>
                  </a:lnTo>
                  <a:lnTo>
                    <a:pt x="5929" y="632"/>
                  </a:lnTo>
                  <a:lnTo>
                    <a:pt x="5920" y="692"/>
                  </a:lnTo>
                  <a:lnTo>
                    <a:pt x="5920" y="692"/>
                  </a:lnTo>
                  <a:lnTo>
                    <a:pt x="5903" y="837"/>
                  </a:lnTo>
                  <a:lnTo>
                    <a:pt x="5869" y="1059"/>
                  </a:lnTo>
                  <a:lnTo>
                    <a:pt x="5767" y="1647"/>
                  </a:lnTo>
                  <a:lnTo>
                    <a:pt x="5630" y="2381"/>
                  </a:lnTo>
                  <a:lnTo>
                    <a:pt x="5477" y="3174"/>
                  </a:lnTo>
                  <a:lnTo>
                    <a:pt x="5187" y="4590"/>
                  </a:lnTo>
                  <a:lnTo>
                    <a:pt x="5059" y="5212"/>
                  </a:lnTo>
                  <a:lnTo>
                    <a:pt x="5059" y="5212"/>
                  </a:lnTo>
                  <a:lnTo>
                    <a:pt x="4632" y="5528"/>
                  </a:lnTo>
                  <a:lnTo>
                    <a:pt x="4146" y="5903"/>
                  </a:lnTo>
                  <a:lnTo>
                    <a:pt x="3532" y="6398"/>
                  </a:lnTo>
                  <a:lnTo>
                    <a:pt x="3191" y="6679"/>
                  </a:lnTo>
                  <a:lnTo>
                    <a:pt x="2824" y="6987"/>
                  </a:lnTo>
                  <a:lnTo>
                    <a:pt x="2449" y="7311"/>
                  </a:lnTo>
                  <a:lnTo>
                    <a:pt x="2065" y="7660"/>
                  </a:lnTo>
                  <a:lnTo>
                    <a:pt x="1664" y="8027"/>
                  </a:lnTo>
                  <a:lnTo>
                    <a:pt x="1272" y="8402"/>
                  </a:lnTo>
                  <a:lnTo>
                    <a:pt x="879" y="8786"/>
                  </a:lnTo>
                  <a:lnTo>
                    <a:pt x="495" y="9187"/>
                  </a:lnTo>
                  <a:lnTo>
                    <a:pt x="495" y="9187"/>
                  </a:lnTo>
                  <a:lnTo>
                    <a:pt x="384" y="9315"/>
                  </a:lnTo>
                  <a:lnTo>
                    <a:pt x="291" y="9443"/>
                  </a:lnTo>
                  <a:lnTo>
                    <a:pt x="214" y="9571"/>
                  </a:lnTo>
                  <a:lnTo>
                    <a:pt x="154" y="9707"/>
                  </a:lnTo>
                  <a:lnTo>
                    <a:pt x="94" y="9835"/>
                  </a:lnTo>
                  <a:lnTo>
                    <a:pt x="60" y="9980"/>
                  </a:lnTo>
                  <a:lnTo>
                    <a:pt x="35" y="10117"/>
                  </a:lnTo>
                  <a:lnTo>
                    <a:pt x="9" y="10253"/>
                  </a:lnTo>
                  <a:lnTo>
                    <a:pt x="1" y="10390"/>
                  </a:lnTo>
                  <a:lnTo>
                    <a:pt x="9" y="10526"/>
                  </a:lnTo>
                  <a:lnTo>
                    <a:pt x="18" y="10671"/>
                  </a:lnTo>
                  <a:lnTo>
                    <a:pt x="35" y="10808"/>
                  </a:lnTo>
                  <a:lnTo>
                    <a:pt x="52" y="10936"/>
                  </a:lnTo>
                  <a:lnTo>
                    <a:pt x="86" y="11072"/>
                  </a:lnTo>
                  <a:lnTo>
                    <a:pt x="120" y="11200"/>
                  </a:lnTo>
                  <a:lnTo>
                    <a:pt x="154" y="11328"/>
                  </a:lnTo>
                  <a:lnTo>
                    <a:pt x="239" y="11567"/>
                  </a:lnTo>
                  <a:lnTo>
                    <a:pt x="342" y="11789"/>
                  </a:lnTo>
                  <a:lnTo>
                    <a:pt x="436" y="11985"/>
                  </a:lnTo>
                  <a:lnTo>
                    <a:pt x="529" y="12155"/>
                  </a:lnTo>
                  <a:lnTo>
                    <a:pt x="615" y="12292"/>
                  </a:lnTo>
                  <a:lnTo>
                    <a:pt x="683" y="12394"/>
                  </a:lnTo>
                  <a:lnTo>
                    <a:pt x="743" y="12488"/>
                  </a:lnTo>
                  <a:lnTo>
                    <a:pt x="1050" y="12966"/>
                  </a:lnTo>
                  <a:lnTo>
                    <a:pt x="8249" y="330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122;p26">
              <a:extLst>
                <a:ext uri="{FF2B5EF4-FFF2-40B4-BE49-F238E27FC236}">
                  <a16:creationId xmlns:a16="http://schemas.microsoft.com/office/drawing/2014/main" id="{AD23DBC0-506A-4DC3-DE47-FBA8DDA03537}"/>
                </a:ext>
              </a:extLst>
            </p:cNvPr>
            <p:cNvSpPr/>
            <p:nvPr/>
          </p:nvSpPr>
          <p:spPr>
            <a:xfrm>
              <a:off x="6033600" y="2185675"/>
              <a:ext cx="381075" cy="948075"/>
            </a:xfrm>
            <a:custGeom>
              <a:avLst/>
              <a:gdLst/>
              <a:ahLst/>
              <a:cxnLst/>
              <a:rect l="l" t="t" r="r" b="b"/>
              <a:pathLst>
                <a:path w="15243" h="37923" fill="none" extrusionOk="0">
                  <a:moveTo>
                    <a:pt x="12650" y="37923"/>
                  </a:moveTo>
                  <a:lnTo>
                    <a:pt x="12650" y="37923"/>
                  </a:lnTo>
                  <a:lnTo>
                    <a:pt x="12820" y="37880"/>
                  </a:lnTo>
                  <a:lnTo>
                    <a:pt x="12974" y="37829"/>
                  </a:lnTo>
                  <a:lnTo>
                    <a:pt x="13136" y="37778"/>
                  </a:lnTo>
                  <a:lnTo>
                    <a:pt x="13289" y="37709"/>
                  </a:lnTo>
                  <a:lnTo>
                    <a:pt x="13434" y="37641"/>
                  </a:lnTo>
                  <a:lnTo>
                    <a:pt x="13579" y="37564"/>
                  </a:lnTo>
                  <a:lnTo>
                    <a:pt x="13716" y="37479"/>
                  </a:lnTo>
                  <a:lnTo>
                    <a:pt x="13852" y="37385"/>
                  </a:lnTo>
                  <a:lnTo>
                    <a:pt x="13980" y="37291"/>
                  </a:lnTo>
                  <a:lnTo>
                    <a:pt x="14100" y="37189"/>
                  </a:lnTo>
                  <a:lnTo>
                    <a:pt x="14219" y="37078"/>
                  </a:lnTo>
                  <a:lnTo>
                    <a:pt x="14339" y="36967"/>
                  </a:lnTo>
                  <a:lnTo>
                    <a:pt x="14441" y="36848"/>
                  </a:lnTo>
                  <a:lnTo>
                    <a:pt x="14543" y="36729"/>
                  </a:lnTo>
                  <a:lnTo>
                    <a:pt x="14637" y="36601"/>
                  </a:lnTo>
                  <a:lnTo>
                    <a:pt x="14722" y="36464"/>
                  </a:lnTo>
                  <a:lnTo>
                    <a:pt x="14808" y="36328"/>
                  </a:lnTo>
                  <a:lnTo>
                    <a:pt x="14884" y="36191"/>
                  </a:lnTo>
                  <a:lnTo>
                    <a:pt x="14953" y="36046"/>
                  </a:lnTo>
                  <a:lnTo>
                    <a:pt x="15012" y="35901"/>
                  </a:lnTo>
                  <a:lnTo>
                    <a:pt x="15064" y="35748"/>
                  </a:lnTo>
                  <a:lnTo>
                    <a:pt x="15115" y="35603"/>
                  </a:lnTo>
                  <a:lnTo>
                    <a:pt x="15157" y="35441"/>
                  </a:lnTo>
                  <a:lnTo>
                    <a:pt x="15191" y="35287"/>
                  </a:lnTo>
                  <a:lnTo>
                    <a:pt x="15217" y="35125"/>
                  </a:lnTo>
                  <a:lnTo>
                    <a:pt x="15234" y="34963"/>
                  </a:lnTo>
                  <a:lnTo>
                    <a:pt x="15243" y="34801"/>
                  </a:lnTo>
                  <a:lnTo>
                    <a:pt x="15243" y="34639"/>
                  </a:lnTo>
                  <a:lnTo>
                    <a:pt x="15234" y="34477"/>
                  </a:lnTo>
                  <a:lnTo>
                    <a:pt x="15217" y="34306"/>
                  </a:lnTo>
                  <a:lnTo>
                    <a:pt x="15191" y="34136"/>
                  </a:lnTo>
                  <a:lnTo>
                    <a:pt x="15166" y="33974"/>
                  </a:lnTo>
                  <a:lnTo>
                    <a:pt x="4453" y="10518"/>
                  </a:lnTo>
                  <a:lnTo>
                    <a:pt x="6927" y="6594"/>
                  </a:lnTo>
                  <a:lnTo>
                    <a:pt x="6927" y="6594"/>
                  </a:lnTo>
                  <a:lnTo>
                    <a:pt x="7148" y="4632"/>
                  </a:lnTo>
                  <a:lnTo>
                    <a:pt x="7336" y="2884"/>
                  </a:lnTo>
                  <a:lnTo>
                    <a:pt x="7430" y="2014"/>
                  </a:lnTo>
                  <a:lnTo>
                    <a:pt x="7507" y="1221"/>
                  </a:lnTo>
                  <a:lnTo>
                    <a:pt x="7507" y="1221"/>
                  </a:lnTo>
                  <a:lnTo>
                    <a:pt x="7515" y="1050"/>
                  </a:lnTo>
                  <a:lnTo>
                    <a:pt x="7515" y="888"/>
                  </a:lnTo>
                  <a:lnTo>
                    <a:pt x="7507" y="752"/>
                  </a:lnTo>
                  <a:lnTo>
                    <a:pt x="7489" y="615"/>
                  </a:lnTo>
                  <a:lnTo>
                    <a:pt x="7464" y="504"/>
                  </a:lnTo>
                  <a:lnTo>
                    <a:pt x="7430" y="402"/>
                  </a:lnTo>
                  <a:lnTo>
                    <a:pt x="7387" y="317"/>
                  </a:lnTo>
                  <a:lnTo>
                    <a:pt x="7336" y="240"/>
                  </a:lnTo>
                  <a:lnTo>
                    <a:pt x="7285" y="172"/>
                  </a:lnTo>
                  <a:lnTo>
                    <a:pt x="7225" y="120"/>
                  </a:lnTo>
                  <a:lnTo>
                    <a:pt x="7157" y="78"/>
                  </a:lnTo>
                  <a:lnTo>
                    <a:pt x="7089" y="44"/>
                  </a:lnTo>
                  <a:lnTo>
                    <a:pt x="7020" y="18"/>
                  </a:lnTo>
                  <a:lnTo>
                    <a:pt x="6944" y="9"/>
                  </a:lnTo>
                  <a:lnTo>
                    <a:pt x="6867" y="1"/>
                  </a:lnTo>
                  <a:lnTo>
                    <a:pt x="6790" y="1"/>
                  </a:lnTo>
                  <a:lnTo>
                    <a:pt x="6713" y="9"/>
                  </a:lnTo>
                  <a:lnTo>
                    <a:pt x="6637" y="27"/>
                  </a:lnTo>
                  <a:lnTo>
                    <a:pt x="6560" y="52"/>
                  </a:lnTo>
                  <a:lnTo>
                    <a:pt x="6483" y="86"/>
                  </a:lnTo>
                  <a:lnTo>
                    <a:pt x="6406" y="120"/>
                  </a:lnTo>
                  <a:lnTo>
                    <a:pt x="6338" y="154"/>
                  </a:lnTo>
                  <a:lnTo>
                    <a:pt x="6270" y="197"/>
                  </a:lnTo>
                  <a:lnTo>
                    <a:pt x="6210" y="248"/>
                  </a:lnTo>
                  <a:lnTo>
                    <a:pt x="6150" y="299"/>
                  </a:lnTo>
                  <a:lnTo>
                    <a:pt x="6091" y="351"/>
                  </a:lnTo>
                  <a:lnTo>
                    <a:pt x="6048" y="402"/>
                  </a:lnTo>
                  <a:lnTo>
                    <a:pt x="6005" y="462"/>
                  </a:lnTo>
                  <a:lnTo>
                    <a:pt x="5971" y="521"/>
                  </a:lnTo>
                  <a:lnTo>
                    <a:pt x="5946" y="572"/>
                  </a:lnTo>
                  <a:lnTo>
                    <a:pt x="5929" y="632"/>
                  </a:lnTo>
                  <a:lnTo>
                    <a:pt x="5920" y="692"/>
                  </a:lnTo>
                  <a:lnTo>
                    <a:pt x="5920" y="692"/>
                  </a:lnTo>
                  <a:lnTo>
                    <a:pt x="5903" y="837"/>
                  </a:lnTo>
                  <a:lnTo>
                    <a:pt x="5869" y="1059"/>
                  </a:lnTo>
                  <a:lnTo>
                    <a:pt x="5767" y="1647"/>
                  </a:lnTo>
                  <a:lnTo>
                    <a:pt x="5630" y="2381"/>
                  </a:lnTo>
                  <a:lnTo>
                    <a:pt x="5477" y="3174"/>
                  </a:lnTo>
                  <a:lnTo>
                    <a:pt x="5187" y="4590"/>
                  </a:lnTo>
                  <a:lnTo>
                    <a:pt x="5059" y="5212"/>
                  </a:lnTo>
                  <a:lnTo>
                    <a:pt x="5059" y="5212"/>
                  </a:lnTo>
                  <a:lnTo>
                    <a:pt x="4632" y="5528"/>
                  </a:lnTo>
                  <a:lnTo>
                    <a:pt x="4146" y="5903"/>
                  </a:lnTo>
                  <a:lnTo>
                    <a:pt x="3532" y="6398"/>
                  </a:lnTo>
                  <a:lnTo>
                    <a:pt x="3191" y="6679"/>
                  </a:lnTo>
                  <a:lnTo>
                    <a:pt x="2824" y="6987"/>
                  </a:lnTo>
                  <a:lnTo>
                    <a:pt x="2449" y="7311"/>
                  </a:lnTo>
                  <a:lnTo>
                    <a:pt x="2065" y="7660"/>
                  </a:lnTo>
                  <a:lnTo>
                    <a:pt x="1664" y="8027"/>
                  </a:lnTo>
                  <a:lnTo>
                    <a:pt x="1272" y="8402"/>
                  </a:lnTo>
                  <a:lnTo>
                    <a:pt x="879" y="8786"/>
                  </a:lnTo>
                  <a:lnTo>
                    <a:pt x="495" y="9187"/>
                  </a:lnTo>
                  <a:lnTo>
                    <a:pt x="495" y="9187"/>
                  </a:lnTo>
                  <a:lnTo>
                    <a:pt x="384" y="9315"/>
                  </a:lnTo>
                  <a:lnTo>
                    <a:pt x="291" y="9443"/>
                  </a:lnTo>
                  <a:lnTo>
                    <a:pt x="214" y="9571"/>
                  </a:lnTo>
                  <a:lnTo>
                    <a:pt x="154" y="9707"/>
                  </a:lnTo>
                  <a:lnTo>
                    <a:pt x="94" y="9835"/>
                  </a:lnTo>
                  <a:lnTo>
                    <a:pt x="60" y="9980"/>
                  </a:lnTo>
                  <a:lnTo>
                    <a:pt x="35" y="10117"/>
                  </a:lnTo>
                  <a:lnTo>
                    <a:pt x="9" y="10253"/>
                  </a:lnTo>
                  <a:lnTo>
                    <a:pt x="1" y="10390"/>
                  </a:lnTo>
                  <a:lnTo>
                    <a:pt x="9" y="10526"/>
                  </a:lnTo>
                  <a:lnTo>
                    <a:pt x="18" y="10671"/>
                  </a:lnTo>
                  <a:lnTo>
                    <a:pt x="35" y="10808"/>
                  </a:lnTo>
                  <a:lnTo>
                    <a:pt x="52" y="10936"/>
                  </a:lnTo>
                  <a:lnTo>
                    <a:pt x="86" y="11072"/>
                  </a:lnTo>
                  <a:lnTo>
                    <a:pt x="120" y="11200"/>
                  </a:lnTo>
                  <a:lnTo>
                    <a:pt x="154" y="11328"/>
                  </a:lnTo>
                  <a:lnTo>
                    <a:pt x="239" y="11567"/>
                  </a:lnTo>
                  <a:lnTo>
                    <a:pt x="342" y="11789"/>
                  </a:lnTo>
                  <a:lnTo>
                    <a:pt x="436" y="11985"/>
                  </a:lnTo>
                  <a:lnTo>
                    <a:pt x="529" y="12155"/>
                  </a:lnTo>
                  <a:lnTo>
                    <a:pt x="615" y="12292"/>
                  </a:lnTo>
                  <a:lnTo>
                    <a:pt x="683" y="12394"/>
                  </a:lnTo>
                  <a:lnTo>
                    <a:pt x="743" y="12488"/>
                  </a:lnTo>
                  <a:lnTo>
                    <a:pt x="1050" y="12966"/>
                  </a:lnTo>
                  <a:lnTo>
                    <a:pt x="8249" y="33052"/>
                  </a:lnTo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123;p26">
              <a:extLst>
                <a:ext uri="{FF2B5EF4-FFF2-40B4-BE49-F238E27FC236}">
                  <a16:creationId xmlns:a16="http://schemas.microsoft.com/office/drawing/2014/main" id="{15A1C863-F44E-CF12-A5BC-8C7170CBE616}"/>
                </a:ext>
              </a:extLst>
            </p:cNvPr>
            <p:cNvSpPr/>
            <p:nvPr/>
          </p:nvSpPr>
          <p:spPr>
            <a:xfrm>
              <a:off x="5204125" y="2828800"/>
              <a:ext cx="269125" cy="429275"/>
            </a:xfrm>
            <a:custGeom>
              <a:avLst/>
              <a:gdLst/>
              <a:ahLst/>
              <a:cxnLst/>
              <a:rect l="l" t="t" r="r" b="b"/>
              <a:pathLst>
                <a:path w="10765" h="17171" extrusionOk="0">
                  <a:moveTo>
                    <a:pt x="3088" y="1"/>
                  </a:moveTo>
                  <a:lnTo>
                    <a:pt x="2934" y="9"/>
                  </a:lnTo>
                  <a:lnTo>
                    <a:pt x="2772" y="26"/>
                  </a:lnTo>
                  <a:lnTo>
                    <a:pt x="2619" y="52"/>
                  </a:lnTo>
                  <a:lnTo>
                    <a:pt x="2465" y="86"/>
                  </a:lnTo>
                  <a:lnTo>
                    <a:pt x="2303" y="129"/>
                  </a:lnTo>
                  <a:lnTo>
                    <a:pt x="2150" y="180"/>
                  </a:lnTo>
                  <a:lnTo>
                    <a:pt x="1996" y="239"/>
                  </a:lnTo>
                  <a:lnTo>
                    <a:pt x="1843" y="308"/>
                  </a:lnTo>
                  <a:lnTo>
                    <a:pt x="1698" y="384"/>
                  </a:lnTo>
                  <a:lnTo>
                    <a:pt x="1553" y="461"/>
                  </a:lnTo>
                  <a:lnTo>
                    <a:pt x="1416" y="546"/>
                  </a:lnTo>
                  <a:lnTo>
                    <a:pt x="1288" y="640"/>
                  </a:lnTo>
                  <a:lnTo>
                    <a:pt x="1169" y="734"/>
                  </a:lnTo>
                  <a:lnTo>
                    <a:pt x="1049" y="845"/>
                  </a:lnTo>
                  <a:lnTo>
                    <a:pt x="930" y="947"/>
                  </a:lnTo>
                  <a:lnTo>
                    <a:pt x="828" y="1067"/>
                  </a:lnTo>
                  <a:lnTo>
                    <a:pt x="725" y="1186"/>
                  </a:lnTo>
                  <a:lnTo>
                    <a:pt x="632" y="1306"/>
                  </a:lnTo>
                  <a:lnTo>
                    <a:pt x="538" y="1434"/>
                  </a:lnTo>
                  <a:lnTo>
                    <a:pt x="461" y="1561"/>
                  </a:lnTo>
                  <a:lnTo>
                    <a:pt x="384" y="1698"/>
                  </a:lnTo>
                  <a:lnTo>
                    <a:pt x="316" y="1834"/>
                  </a:lnTo>
                  <a:lnTo>
                    <a:pt x="248" y="1979"/>
                  </a:lnTo>
                  <a:lnTo>
                    <a:pt x="197" y="2124"/>
                  </a:lnTo>
                  <a:lnTo>
                    <a:pt x="145" y="2269"/>
                  </a:lnTo>
                  <a:lnTo>
                    <a:pt x="103" y="2414"/>
                  </a:lnTo>
                  <a:lnTo>
                    <a:pt x="69" y="2568"/>
                  </a:lnTo>
                  <a:lnTo>
                    <a:pt x="43" y="2721"/>
                  </a:lnTo>
                  <a:lnTo>
                    <a:pt x="17" y="2875"/>
                  </a:lnTo>
                  <a:lnTo>
                    <a:pt x="9" y="3029"/>
                  </a:lnTo>
                  <a:lnTo>
                    <a:pt x="0" y="3191"/>
                  </a:lnTo>
                  <a:lnTo>
                    <a:pt x="0" y="3344"/>
                  </a:lnTo>
                  <a:lnTo>
                    <a:pt x="17" y="3498"/>
                  </a:lnTo>
                  <a:lnTo>
                    <a:pt x="34" y="3660"/>
                  </a:lnTo>
                  <a:lnTo>
                    <a:pt x="60" y="3813"/>
                  </a:lnTo>
                  <a:lnTo>
                    <a:pt x="94" y="3975"/>
                  </a:lnTo>
                  <a:lnTo>
                    <a:pt x="137" y="4129"/>
                  </a:lnTo>
                  <a:lnTo>
                    <a:pt x="188" y="4282"/>
                  </a:lnTo>
                  <a:lnTo>
                    <a:pt x="248" y="4444"/>
                  </a:lnTo>
                  <a:lnTo>
                    <a:pt x="4564" y="15183"/>
                  </a:lnTo>
                  <a:lnTo>
                    <a:pt x="4632" y="15336"/>
                  </a:lnTo>
                  <a:lnTo>
                    <a:pt x="4709" y="15481"/>
                  </a:lnTo>
                  <a:lnTo>
                    <a:pt x="4785" y="15618"/>
                  </a:lnTo>
                  <a:lnTo>
                    <a:pt x="4871" y="15754"/>
                  </a:lnTo>
                  <a:lnTo>
                    <a:pt x="4964" y="15882"/>
                  </a:lnTo>
                  <a:lnTo>
                    <a:pt x="5067" y="16010"/>
                  </a:lnTo>
                  <a:lnTo>
                    <a:pt x="5169" y="16130"/>
                  </a:lnTo>
                  <a:lnTo>
                    <a:pt x="5280" y="16241"/>
                  </a:lnTo>
                  <a:lnTo>
                    <a:pt x="5391" y="16351"/>
                  </a:lnTo>
                  <a:lnTo>
                    <a:pt x="5510" y="16454"/>
                  </a:lnTo>
                  <a:lnTo>
                    <a:pt x="5630" y="16548"/>
                  </a:lnTo>
                  <a:lnTo>
                    <a:pt x="5758" y="16633"/>
                  </a:lnTo>
                  <a:lnTo>
                    <a:pt x="5894" y="16718"/>
                  </a:lnTo>
                  <a:lnTo>
                    <a:pt x="6022" y="16795"/>
                  </a:lnTo>
                  <a:lnTo>
                    <a:pt x="6167" y="16863"/>
                  </a:lnTo>
                  <a:lnTo>
                    <a:pt x="6304" y="16923"/>
                  </a:lnTo>
                  <a:lnTo>
                    <a:pt x="6449" y="16983"/>
                  </a:lnTo>
                  <a:lnTo>
                    <a:pt x="6594" y="17034"/>
                  </a:lnTo>
                  <a:lnTo>
                    <a:pt x="6747" y="17076"/>
                  </a:lnTo>
                  <a:lnTo>
                    <a:pt x="6892" y="17111"/>
                  </a:lnTo>
                  <a:lnTo>
                    <a:pt x="7046" y="17136"/>
                  </a:lnTo>
                  <a:lnTo>
                    <a:pt x="7199" y="17153"/>
                  </a:lnTo>
                  <a:lnTo>
                    <a:pt x="7361" y="17170"/>
                  </a:lnTo>
                  <a:lnTo>
                    <a:pt x="7668" y="17170"/>
                  </a:lnTo>
                  <a:lnTo>
                    <a:pt x="7830" y="17162"/>
                  </a:lnTo>
                  <a:lnTo>
                    <a:pt x="7984" y="17145"/>
                  </a:lnTo>
                  <a:lnTo>
                    <a:pt x="8146" y="17119"/>
                  </a:lnTo>
                  <a:lnTo>
                    <a:pt x="8299" y="17085"/>
                  </a:lnTo>
                  <a:lnTo>
                    <a:pt x="8462" y="17042"/>
                  </a:lnTo>
                  <a:lnTo>
                    <a:pt x="8615" y="16991"/>
                  </a:lnTo>
                  <a:lnTo>
                    <a:pt x="8769" y="16931"/>
                  </a:lnTo>
                  <a:lnTo>
                    <a:pt x="8922" y="16863"/>
                  </a:lnTo>
                  <a:lnTo>
                    <a:pt x="9067" y="16786"/>
                  </a:lnTo>
                  <a:lnTo>
                    <a:pt x="9204" y="16710"/>
                  </a:lnTo>
                  <a:lnTo>
                    <a:pt x="9340" y="16624"/>
                  </a:lnTo>
                  <a:lnTo>
                    <a:pt x="9477" y="16531"/>
                  </a:lnTo>
                  <a:lnTo>
                    <a:pt x="9596" y="16428"/>
                  </a:lnTo>
                  <a:lnTo>
                    <a:pt x="9715" y="16326"/>
                  </a:lnTo>
                  <a:lnTo>
                    <a:pt x="9826" y="16215"/>
                  </a:lnTo>
                  <a:lnTo>
                    <a:pt x="9937" y="16104"/>
                  </a:lnTo>
                  <a:lnTo>
                    <a:pt x="10039" y="15985"/>
                  </a:lnTo>
                  <a:lnTo>
                    <a:pt x="10133" y="15865"/>
                  </a:lnTo>
                  <a:lnTo>
                    <a:pt x="10219" y="15737"/>
                  </a:lnTo>
                  <a:lnTo>
                    <a:pt x="10304" y="15609"/>
                  </a:lnTo>
                  <a:lnTo>
                    <a:pt x="10381" y="15473"/>
                  </a:lnTo>
                  <a:lnTo>
                    <a:pt x="10449" y="15336"/>
                  </a:lnTo>
                  <a:lnTo>
                    <a:pt x="10509" y="15191"/>
                  </a:lnTo>
                  <a:lnTo>
                    <a:pt x="10568" y="15046"/>
                  </a:lnTo>
                  <a:lnTo>
                    <a:pt x="10619" y="14901"/>
                  </a:lnTo>
                  <a:lnTo>
                    <a:pt x="10662" y="14756"/>
                  </a:lnTo>
                  <a:lnTo>
                    <a:pt x="10696" y="14603"/>
                  </a:lnTo>
                  <a:lnTo>
                    <a:pt x="10722" y="14449"/>
                  </a:lnTo>
                  <a:lnTo>
                    <a:pt x="10739" y="14296"/>
                  </a:lnTo>
                  <a:lnTo>
                    <a:pt x="10756" y="14142"/>
                  </a:lnTo>
                  <a:lnTo>
                    <a:pt x="10764" y="13980"/>
                  </a:lnTo>
                  <a:lnTo>
                    <a:pt x="10756" y="13827"/>
                  </a:lnTo>
                  <a:lnTo>
                    <a:pt x="10747" y="13665"/>
                  </a:lnTo>
                  <a:lnTo>
                    <a:pt x="10730" y="13511"/>
                  </a:lnTo>
                  <a:lnTo>
                    <a:pt x="10705" y="13358"/>
                  </a:lnTo>
                  <a:lnTo>
                    <a:pt x="10671" y="13196"/>
                  </a:lnTo>
                  <a:lnTo>
                    <a:pt x="10628" y="13042"/>
                  </a:lnTo>
                  <a:lnTo>
                    <a:pt x="10577" y="12880"/>
                  </a:lnTo>
                  <a:lnTo>
                    <a:pt x="10517" y="12726"/>
                  </a:lnTo>
                  <a:lnTo>
                    <a:pt x="6193" y="1988"/>
                  </a:lnTo>
                  <a:lnTo>
                    <a:pt x="6124" y="1834"/>
                  </a:lnTo>
                  <a:lnTo>
                    <a:pt x="6056" y="1689"/>
                  </a:lnTo>
                  <a:lnTo>
                    <a:pt x="5971" y="1553"/>
                  </a:lnTo>
                  <a:lnTo>
                    <a:pt x="5886" y="1416"/>
                  </a:lnTo>
                  <a:lnTo>
                    <a:pt x="5792" y="1280"/>
                  </a:lnTo>
                  <a:lnTo>
                    <a:pt x="5698" y="1161"/>
                  </a:lnTo>
                  <a:lnTo>
                    <a:pt x="5596" y="1041"/>
                  </a:lnTo>
                  <a:lnTo>
                    <a:pt x="5485" y="930"/>
                  </a:lnTo>
                  <a:lnTo>
                    <a:pt x="5374" y="819"/>
                  </a:lnTo>
                  <a:lnTo>
                    <a:pt x="5254" y="717"/>
                  </a:lnTo>
                  <a:lnTo>
                    <a:pt x="5127" y="623"/>
                  </a:lnTo>
                  <a:lnTo>
                    <a:pt x="4999" y="538"/>
                  </a:lnTo>
                  <a:lnTo>
                    <a:pt x="4871" y="453"/>
                  </a:lnTo>
                  <a:lnTo>
                    <a:pt x="4734" y="376"/>
                  </a:lnTo>
                  <a:lnTo>
                    <a:pt x="4598" y="308"/>
                  </a:lnTo>
                  <a:lnTo>
                    <a:pt x="4461" y="248"/>
                  </a:lnTo>
                  <a:lnTo>
                    <a:pt x="4316" y="188"/>
                  </a:lnTo>
                  <a:lnTo>
                    <a:pt x="4163" y="137"/>
                  </a:lnTo>
                  <a:lnTo>
                    <a:pt x="4018" y="94"/>
                  </a:lnTo>
                  <a:lnTo>
                    <a:pt x="3864" y="60"/>
                  </a:lnTo>
                  <a:lnTo>
                    <a:pt x="3711" y="35"/>
                  </a:lnTo>
                  <a:lnTo>
                    <a:pt x="3557" y="18"/>
                  </a:lnTo>
                  <a:lnTo>
                    <a:pt x="3404" y="1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124;p26">
              <a:extLst>
                <a:ext uri="{FF2B5EF4-FFF2-40B4-BE49-F238E27FC236}">
                  <a16:creationId xmlns:a16="http://schemas.microsoft.com/office/drawing/2014/main" id="{2ECF37C8-F219-E8C4-823E-25BD932D20DF}"/>
                </a:ext>
              </a:extLst>
            </p:cNvPr>
            <p:cNvSpPr/>
            <p:nvPr/>
          </p:nvSpPr>
          <p:spPr>
            <a:xfrm>
              <a:off x="5204125" y="2828800"/>
              <a:ext cx="269125" cy="429275"/>
            </a:xfrm>
            <a:custGeom>
              <a:avLst/>
              <a:gdLst/>
              <a:ahLst/>
              <a:cxnLst/>
              <a:rect l="l" t="t" r="r" b="b"/>
              <a:pathLst>
                <a:path w="10765" h="17171" fill="none" extrusionOk="0">
                  <a:moveTo>
                    <a:pt x="8769" y="16931"/>
                  </a:moveTo>
                  <a:lnTo>
                    <a:pt x="8769" y="16931"/>
                  </a:lnTo>
                  <a:lnTo>
                    <a:pt x="8769" y="16931"/>
                  </a:lnTo>
                  <a:lnTo>
                    <a:pt x="8922" y="16863"/>
                  </a:lnTo>
                  <a:lnTo>
                    <a:pt x="9067" y="16786"/>
                  </a:lnTo>
                  <a:lnTo>
                    <a:pt x="9204" y="16710"/>
                  </a:lnTo>
                  <a:lnTo>
                    <a:pt x="9340" y="16624"/>
                  </a:lnTo>
                  <a:lnTo>
                    <a:pt x="9477" y="16531"/>
                  </a:lnTo>
                  <a:lnTo>
                    <a:pt x="9596" y="16428"/>
                  </a:lnTo>
                  <a:lnTo>
                    <a:pt x="9715" y="16326"/>
                  </a:lnTo>
                  <a:lnTo>
                    <a:pt x="9826" y="16215"/>
                  </a:lnTo>
                  <a:lnTo>
                    <a:pt x="9937" y="16104"/>
                  </a:lnTo>
                  <a:lnTo>
                    <a:pt x="10039" y="15985"/>
                  </a:lnTo>
                  <a:lnTo>
                    <a:pt x="10133" y="15865"/>
                  </a:lnTo>
                  <a:lnTo>
                    <a:pt x="10219" y="15737"/>
                  </a:lnTo>
                  <a:lnTo>
                    <a:pt x="10304" y="15609"/>
                  </a:lnTo>
                  <a:lnTo>
                    <a:pt x="10381" y="15473"/>
                  </a:lnTo>
                  <a:lnTo>
                    <a:pt x="10449" y="15336"/>
                  </a:lnTo>
                  <a:lnTo>
                    <a:pt x="10509" y="15191"/>
                  </a:lnTo>
                  <a:lnTo>
                    <a:pt x="10568" y="15046"/>
                  </a:lnTo>
                  <a:lnTo>
                    <a:pt x="10619" y="14901"/>
                  </a:lnTo>
                  <a:lnTo>
                    <a:pt x="10662" y="14756"/>
                  </a:lnTo>
                  <a:lnTo>
                    <a:pt x="10696" y="14603"/>
                  </a:lnTo>
                  <a:lnTo>
                    <a:pt x="10722" y="14449"/>
                  </a:lnTo>
                  <a:lnTo>
                    <a:pt x="10739" y="14296"/>
                  </a:lnTo>
                  <a:lnTo>
                    <a:pt x="10756" y="14142"/>
                  </a:lnTo>
                  <a:lnTo>
                    <a:pt x="10764" y="13980"/>
                  </a:lnTo>
                  <a:lnTo>
                    <a:pt x="10756" y="13827"/>
                  </a:lnTo>
                  <a:lnTo>
                    <a:pt x="10747" y="13665"/>
                  </a:lnTo>
                  <a:lnTo>
                    <a:pt x="10730" y="13511"/>
                  </a:lnTo>
                  <a:lnTo>
                    <a:pt x="10705" y="13358"/>
                  </a:lnTo>
                  <a:lnTo>
                    <a:pt x="10671" y="13196"/>
                  </a:lnTo>
                  <a:lnTo>
                    <a:pt x="10628" y="13042"/>
                  </a:lnTo>
                  <a:lnTo>
                    <a:pt x="10577" y="12880"/>
                  </a:lnTo>
                  <a:lnTo>
                    <a:pt x="10517" y="12726"/>
                  </a:lnTo>
                  <a:lnTo>
                    <a:pt x="6193" y="1988"/>
                  </a:lnTo>
                  <a:lnTo>
                    <a:pt x="6193" y="1988"/>
                  </a:lnTo>
                  <a:lnTo>
                    <a:pt x="6124" y="1834"/>
                  </a:lnTo>
                  <a:lnTo>
                    <a:pt x="6056" y="1689"/>
                  </a:lnTo>
                  <a:lnTo>
                    <a:pt x="5971" y="1553"/>
                  </a:lnTo>
                  <a:lnTo>
                    <a:pt x="5886" y="1416"/>
                  </a:lnTo>
                  <a:lnTo>
                    <a:pt x="5792" y="1280"/>
                  </a:lnTo>
                  <a:lnTo>
                    <a:pt x="5698" y="1161"/>
                  </a:lnTo>
                  <a:lnTo>
                    <a:pt x="5596" y="1041"/>
                  </a:lnTo>
                  <a:lnTo>
                    <a:pt x="5485" y="930"/>
                  </a:lnTo>
                  <a:lnTo>
                    <a:pt x="5374" y="819"/>
                  </a:lnTo>
                  <a:lnTo>
                    <a:pt x="5254" y="717"/>
                  </a:lnTo>
                  <a:lnTo>
                    <a:pt x="5127" y="623"/>
                  </a:lnTo>
                  <a:lnTo>
                    <a:pt x="4999" y="538"/>
                  </a:lnTo>
                  <a:lnTo>
                    <a:pt x="4871" y="453"/>
                  </a:lnTo>
                  <a:lnTo>
                    <a:pt x="4734" y="376"/>
                  </a:lnTo>
                  <a:lnTo>
                    <a:pt x="4598" y="308"/>
                  </a:lnTo>
                  <a:lnTo>
                    <a:pt x="4461" y="248"/>
                  </a:lnTo>
                  <a:lnTo>
                    <a:pt x="4316" y="188"/>
                  </a:lnTo>
                  <a:lnTo>
                    <a:pt x="4163" y="137"/>
                  </a:lnTo>
                  <a:lnTo>
                    <a:pt x="4018" y="94"/>
                  </a:lnTo>
                  <a:lnTo>
                    <a:pt x="3864" y="60"/>
                  </a:lnTo>
                  <a:lnTo>
                    <a:pt x="3711" y="35"/>
                  </a:lnTo>
                  <a:lnTo>
                    <a:pt x="3557" y="18"/>
                  </a:lnTo>
                  <a:lnTo>
                    <a:pt x="3404" y="1"/>
                  </a:lnTo>
                  <a:lnTo>
                    <a:pt x="3250" y="1"/>
                  </a:lnTo>
                  <a:lnTo>
                    <a:pt x="3088" y="1"/>
                  </a:lnTo>
                  <a:lnTo>
                    <a:pt x="2934" y="9"/>
                  </a:lnTo>
                  <a:lnTo>
                    <a:pt x="2772" y="26"/>
                  </a:lnTo>
                  <a:lnTo>
                    <a:pt x="2619" y="52"/>
                  </a:lnTo>
                  <a:lnTo>
                    <a:pt x="2465" y="86"/>
                  </a:lnTo>
                  <a:lnTo>
                    <a:pt x="2303" y="129"/>
                  </a:lnTo>
                  <a:lnTo>
                    <a:pt x="2150" y="180"/>
                  </a:lnTo>
                  <a:lnTo>
                    <a:pt x="1996" y="239"/>
                  </a:lnTo>
                  <a:lnTo>
                    <a:pt x="1996" y="239"/>
                  </a:lnTo>
                  <a:lnTo>
                    <a:pt x="1843" y="308"/>
                  </a:lnTo>
                  <a:lnTo>
                    <a:pt x="1698" y="384"/>
                  </a:lnTo>
                  <a:lnTo>
                    <a:pt x="1553" y="461"/>
                  </a:lnTo>
                  <a:lnTo>
                    <a:pt x="1416" y="546"/>
                  </a:lnTo>
                  <a:lnTo>
                    <a:pt x="1288" y="640"/>
                  </a:lnTo>
                  <a:lnTo>
                    <a:pt x="1169" y="734"/>
                  </a:lnTo>
                  <a:lnTo>
                    <a:pt x="1049" y="845"/>
                  </a:lnTo>
                  <a:lnTo>
                    <a:pt x="930" y="947"/>
                  </a:lnTo>
                  <a:lnTo>
                    <a:pt x="828" y="1067"/>
                  </a:lnTo>
                  <a:lnTo>
                    <a:pt x="725" y="1186"/>
                  </a:lnTo>
                  <a:lnTo>
                    <a:pt x="632" y="1306"/>
                  </a:lnTo>
                  <a:lnTo>
                    <a:pt x="538" y="1434"/>
                  </a:lnTo>
                  <a:lnTo>
                    <a:pt x="461" y="1561"/>
                  </a:lnTo>
                  <a:lnTo>
                    <a:pt x="384" y="1698"/>
                  </a:lnTo>
                  <a:lnTo>
                    <a:pt x="316" y="1834"/>
                  </a:lnTo>
                  <a:lnTo>
                    <a:pt x="248" y="1979"/>
                  </a:lnTo>
                  <a:lnTo>
                    <a:pt x="197" y="2124"/>
                  </a:lnTo>
                  <a:lnTo>
                    <a:pt x="145" y="2269"/>
                  </a:lnTo>
                  <a:lnTo>
                    <a:pt x="103" y="2414"/>
                  </a:lnTo>
                  <a:lnTo>
                    <a:pt x="69" y="2568"/>
                  </a:lnTo>
                  <a:lnTo>
                    <a:pt x="43" y="2721"/>
                  </a:lnTo>
                  <a:lnTo>
                    <a:pt x="17" y="2875"/>
                  </a:lnTo>
                  <a:lnTo>
                    <a:pt x="9" y="3029"/>
                  </a:lnTo>
                  <a:lnTo>
                    <a:pt x="0" y="3191"/>
                  </a:lnTo>
                  <a:lnTo>
                    <a:pt x="0" y="3344"/>
                  </a:lnTo>
                  <a:lnTo>
                    <a:pt x="17" y="3498"/>
                  </a:lnTo>
                  <a:lnTo>
                    <a:pt x="34" y="3660"/>
                  </a:lnTo>
                  <a:lnTo>
                    <a:pt x="60" y="3813"/>
                  </a:lnTo>
                  <a:lnTo>
                    <a:pt x="94" y="3975"/>
                  </a:lnTo>
                  <a:lnTo>
                    <a:pt x="137" y="4129"/>
                  </a:lnTo>
                  <a:lnTo>
                    <a:pt x="188" y="4282"/>
                  </a:lnTo>
                  <a:lnTo>
                    <a:pt x="248" y="4444"/>
                  </a:lnTo>
                  <a:lnTo>
                    <a:pt x="4564" y="15183"/>
                  </a:lnTo>
                  <a:lnTo>
                    <a:pt x="4564" y="15183"/>
                  </a:lnTo>
                  <a:lnTo>
                    <a:pt x="4632" y="15336"/>
                  </a:lnTo>
                  <a:lnTo>
                    <a:pt x="4709" y="15481"/>
                  </a:lnTo>
                  <a:lnTo>
                    <a:pt x="4785" y="15618"/>
                  </a:lnTo>
                  <a:lnTo>
                    <a:pt x="4871" y="15754"/>
                  </a:lnTo>
                  <a:lnTo>
                    <a:pt x="4964" y="15882"/>
                  </a:lnTo>
                  <a:lnTo>
                    <a:pt x="5067" y="16010"/>
                  </a:lnTo>
                  <a:lnTo>
                    <a:pt x="5169" y="16130"/>
                  </a:lnTo>
                  <a:lnTo>
                    <a:pt x="5280" y="16241"/>
                  </a:lnTo>
                  <a:lnTo>
                    <a:pt x="5391" y="16351"/>
                  </a:lnTo>
                  <a:lnTo>
                    <a:pt x="5510" y="16454"/>
                  </a:lnTo>
                  <a:lnTo>
                    <a:pt x="5630" y="16548"/>
                  </a:lnTo>
                  <a:lnTo>
                    <a:pt x="5758" y="16633"/>
                  </a:lnTo>
                  <a:lnTo>
                    <a:pt x="5894" y="16718"/>
                  </a:lnTo>
                  <a:lnTo>
                    <a:pt x="6022" y="16795"/>
                  </a:lnTo>
                  <a:lnTo>
                    <a:pt x="6167" y="16863"/>
                  </a:lnTo>
                  <a:lnTo>
                    <a:pt x="6304" y="16923"/>
                  </a:lnTo>
                  <a:lnTo>
                    <a:pt x="6449" y="16983"/>
                  </a:lnTo>
                  <a:lnTo>
                    <a:pt x="6594" y="17034"/>
                  </a:lnTo>
                  <a:lnTo>
                    <a:pt x="6747" y="17076"/>
                  </a:lnTo>
                  <a:lnTo>
                    <a:pt x="6892" y="17111"/>
                  </a:lnTo>
                  <a:lnTo>
                    <a:pt x="7046" y="17136"/>
                  </a:lnTo>
                  <a:lnTo>
                    <a:pt x="7199" y="17153"/>
                  </a:lnTo>
                  <a:lnTo>
                    <a:pt x="7361" y="17170"/>
                  </a:lnTo>
                  <a:lnTo>
                    <a:pt x="7515" y="17170"/>
                  </a:lnTo>
                  <a:lnTo>
                    <a:pt x="7668" y="17170"/>
                  </a:lnTo>
                  <a:lnTo>
                    <a:pt x="7830" y="17162"/>
                  </a:lnTo>
                  <a:lnTo>
                    <a:pt x="7984" y="17145"/>
                  </a:lnTo>
                  <a:lnTo>
                    <a:pt x="8146" y="17119"/>
                  </a:lnTo>
                  <a:lnTo>
                    <a:pt x="8299" y="17085"/>
                  </a:lnTo>
                  <a:lnTo>
                    <a:pt x="8462" y="17042"/>
                  </a:lnTo>
                  <a:lnTo>
                    <a:pt x="8615" y="16991"/>
                  </a:lnTo>
                  <a:lnTo>
                    <a:pt x="8769" y="16931"/>
                  </a:lnTo>
                  <a:lnTo>
                    <a:pt x="8769" y="16931"/>
                  </a:lnTo>
                  <a:close/>
                </a:path>
              </a:pathLst>
            </a:custGeom>
            <a:noFill/>
            <a:ln w="13850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125;p26">
              <a:extLst>
                <a:ext uri="{FF2B5EF4-FFF2-40B4-BE49-F238E27FC236}">
                  <a16:creationId xmlns:a16="http://schemas.microsoft.com/office/drawing/2014/main" id="{DB444BA8-B19E-7903-3E26-9EA9E768BF73}"/>
                </a:ext>
              </a:extLst>
            </p:cNvPr>
            <p:cNvSpPr/>
            <p:nvPr/>
          </p:nvSpPr>
          <p:spPr>
            <a:xfrm>
              <a:off x="5152100" y="2699800"/>
              <a:ext cx="246525" cy="310075"/>
            </a:xfrm>
            <a:custGeom>
              <a:avLst/>
              <a:gdLst/>
              <a:ahLst/>
              <a:cxnLst/>
              <a:rect l="l" t="t" r="r" b="b"/>
              <a:pathLst>
                <a:path w="9861" h="12403" extrusionOk="0">
                  <a:moveTo>
                    <a:pt x="341" y="0"/>
                  </a:moveTo>
                  <a:lnTo>
                    <a:pt x="290" y="9"/>
                  </a:lnTo>
                  <a:lnTo>
                    <a:pt x="239" y="34"/>
                  </a:lnTo>
                  <a:lnTo>
                    <a:pt x="196" y="77"/>
                  </a:lnTo>
                  <a:lnTo>
                    <a:pt x="154" y="137"/>
                  </a:lnTo>
                  <a:lnTo>
                    <a:pt x="120" y="214"/>
                  </a:lnTo>
                  <a:lnTo>
                    <a:pt x="85" y="299"/>
                  </a:lnTo>
                  <a:lnTo>
                    <a:pt x="60" y="410"/>
                  </a:lnTo>
                  <a:lnTo>
                    <a:pt x="43" y="529"/>
                  </a:lnTo>
                  <a:lnTo>
                    <a:pt x="26" y="657"/>
                  </a:lnTo>
                  <a:lnTo>
                    <a:pt x="9" y="802"/>
                  </a:lnTo>
                  <a:lnTo>
                    <a:pt x="0" y="1135"/>
                  </a:lnTo>
                  <a:lnTo>
                    <a:pt x="0" y="1510"/>
                  </a:lnTo>
                  <a:lnTo>
                    <a:pt x="9" y="1928"/>
                  </a:lnTo>
                  <a:lnTo>
                    <a:pt x="34" y="2380"/>
                  </a:lnTo>
                  <a:lnTo>
                    <a:pt x="77" y="2866"/>
                  </a:lnTo>
                  <a:lnTo>
                    <a:pt x="120" y="3378"/>
                  </a:lnTo>
                  <a:lnTo>
                    <a:pt x="179" y="3907"/>
                  </a:lnTo>
                  <a:lnTo>
                    <a:pt x="239" y="4461"/>
                  </a:lnTo>
                  <a:lnTo>
                    <a:pt x="316" y="5033"/>
                  </a:lnTo>
                  <a:lnTo>
                    <a:pt x="469" y="6184"/>
                  </a:lnTo>
                  <a:lnTo>
                    <a:pt x="640" y="7344"/>
                  </a:lnTo>
                  <a:lnTo>
                    <a:pt x="819" y="8470"/>
                  </a:lnTo>
                  <a:lnTo>
                    <a:pt x="998" y="9519"/>
                  </a:lnTo>
                  <a:lnTo>
                    <a:pt x="1160" y="10457"/>
                  </a:lnTo>
                  <a:lnTo>
                    <a:pt x="1416" y="11865"/>
                  </a:lnTo>
                  <a:lnTo>
                    <a:pt x="1518" y="12402"/>
                  </a:lnTo>
                  <a:lnTo>
                    <a:pt x="9860" y="8956"/>
                  </a:lnTo>
                  <a:lnTo>
                    <a:pt x="8470" y="5579"/>
                  </a:lnTo>
                  <a:lnTo>
                    <a:pt x="8333" y="5271"/>
                  </a:lnTo>
                  <a:lnTo>
                    <a:pt x="8188" y="4964"/>
                  </a:lnTo>
                  <a:lnTo>
                    <a:pt x="8026" y="4666"/>
                  </a:lnTo>
                  <a:lnTo>
                    <a:pt x="7864" y="4376"/>
                  </a:lnTo>
                  <a:lnTo>
                    <a:pt x="7685" y="4086"/>
                  </a:lnTo>
                  <a:lnTo>
                    <a:pt x="7498" y="3813"/>
                  </a:lnTo>
                  <a:lnTo>
                    <a:pt x="7301" y="3549"/>
                  </a:lnTo>
                  <a:lnTo>
                    <a:pt x="7097" y="3293"/>
                  </a:lnTo>
                  <a:lnTo>
                    <a:pt x="6883" y="3045"/>
                  </a:lnTo>
                  <a:lnTo>
                    <a:pt x="6662" y="2806"/>
                  </a:lnTo>
                  <a:lnTo>
                    <a:pt x="6431" y="2568"/>
                  </a:lnTo>
                  <a:lnTo>
                    <a:pt x="6193" y="2346"/>
                  </a:lnTo>
                  <a:lnTo>
                    <a:pt x="5954" y="2133"/>
                  </a:lnTo>
                  <a:lnTo>
                    <a:pt x="5698" y="1936"/>
                  </a:lnTo>
                  <a:lnTo>
                    <a:pt x="5442" y="1740"/>
                  </a:lnTo>
                  <a:lnTo>
                    <a:pt x="5178" y="1553"/>
                  </a:lnTo>
                  <a:lnTo>
                    <a:pt x="4913" y="1382"/>
                  </a:lnTo>
                  <a:lnTo>
                    <a:pt x="4632" y="1211"/>
                  </a:lnTo>
                  <a:lnTo>
                    <a:pt x="4350" y="1058"/>
                  </a:lnTo>
                  <a:lnTo>
                    <a:pt x="4069" y="913"/>
                  </a:lnTo>
                  <a:lnTo>
                    <a:pt x="3779" y="776"/>
                  </a:lnTo>
                  <a:lnTo>
                    <a:pt x="3480" y="657"/>
                  </a:lnTo>
                  <a:lnTo>
                    <a:pt x="3182" y="538"/>
                  </a:lnTo>
                  <a:lnTo>
                    <a:pt x="2875" y="435"/>
                  </a:lnTo>
                  <a:lnTo>
                    <a:pt x="2568" y="341"/>
                  </a:lnTo>
                  <a:lnTo>
                    <a:pt x="2260" y="265"/>
                  </a:lnTo>
                  <a:lnTo>
                    <a:pt x="1945" y="188"/>
                  </a:lnTo>
                  <a:lnTo>
                    <a:pt x="1629" y="128"/>
                  </a:lnTo>
                  <a:lnTo>
                    <a:pt x="1314" y="77"/>
                  </a:lnTo>
                  <a:lnTo>
                    <a:pt x="990" y="43"/>
                  </a:lnTo>
                  <a:lnTo>
                    <a:pt x="665" y="17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1126;p26">
              <a:extLst>
                <a:ext uri="{FF2B5EF4-FFF2-40B4-BE49-F238E27FC236}">
                  <a16:creationId xmlns:a16="http://schemas.microsoft.com/office/drawing/2014/main" id="{D7C3BDA2-FDA3-BB6A-4233-8BEDF687A5A8}"/>
                </a:ext>
              </a:extLst>
            </p:cNvPr>
            <p:cNvSpPr/>
            <p:nvPr/>
          </p:nvSpPr>
          <p:spPr>
            <a:xfrm>
              <a:off x="4840125" y="2474400"/>
              <a:ext cx="423300" cy="480225"/>
            </a:xfrm>
            <a:custGeom>
              <a:avLst/>
              <a:gdLst/>
              <a:ahLst/>
              <a:cxnLst/>
              <a:rect l="l" t="t" r="r" b="b"/>
              <a:pathLst>
                <a:path w="16932" h="19209" extrusionOk="0">
                  <a:moveTo>
                    <a:pt x="11080" y="1"/>
                  </a:moveTo>
                  <a:lnTo>
                    <a:pt x="6892" y="5741"/>
                  </a:lnTo>
                  <a:lnTo>
                    <a:pt x="2338" y="5784"/>
                  </a:lnTo>
                  <a:lnTo>
                    <a:pt x="2227" y="5946"/>
                  </a:lnTo>
                  <a:lnTo>
                    <a:pt x="2107" y="6142"/>
                  </a:lnTo>
                  <a:lnTo>
                    <a:pt x="1988" y="6364"/>
                  </a:lnTo>
                  <a:lnTo>
                    <a:pt x="1860" y="6603"/>
                  </a:lnTo>
                  <a:lnTo>
                    <a:pt x="1732" y="6867"/>
                  </a:lnTo>
                  <a:lnTo>
                    <a:pt x="1596" y="7148"/>
                  </a:lnTo>
                  <a:lnTo>
                    <a:pt x="1468" y="7455"/>
                  </a:lnTo>
                  <a:lnTo>
                    <a:pt x="1340" y="7771"/>
                  </a:lnTo>
                  <a:lnTo>
                    <a:pt x="1212" y="8104"/>
                  </a:lnTo>
                  <a:lnTo>
                    <a:pt x="1084" y="8445"/>
                  </a:lnTo>
                  <a:lnTo>
                    <a:pt x="956" y="8795"/>
                  </a:lnTo>
                  <a:lnTo>
                    <a:pt x="837" y="9161"/>
                  </a:lnTo>
                  <a:lnTo>
                    <a:pt x="717" y="9528"/>
                  </a:lnTo>
                  <a:lnTo>
                    <a:pt x="606" y="9903"/>
                  </a:lnTo>
                  <a:lnTo>
                    <a:pt x="504" y="10270"/>
                  </a:lnTo>
                  <a:lnTo>
                    <a:pt x="410" y="10654"/>
                  </a:lnTo>
                  <a:lnTo>
                    <a:pt x="316" y="11021"/>
                  </a:lnTo>
                  <a:lnTo>
                    <a:pt x="240" y="11396"/>
                  </a:lnTo>
                  <a:lnTo>
                    <a:pt x="171" y="11763"/>
                  </a:lnTo>
                  <a:lnTo>
                    <a:pt x="112" y="12121"/>
                  </a:lnTo>
                  <a:lnTo>
                    <a:pt x="60" y="12471"/>
                  </a:lnTo>
                  <a:lnTo>
                    <a:pt x="26" y="12812"/>
                  </a:lnTo>
                  <a:lnTo>
                    <a:pt x="9" y="13136"/>
                  </a:lnTo>
                  <a:lnTo>
                    <a:pt x="1" y="13452"/>
                  </a:lnTo>
                  <a:lnTo>
                    <a:pt x="9" y="13742"/>
                  </a:lnTo>
                  <a:lnTo>
                    <a:pt x="35" y="14023"/>
                  </a:lnTo>
                  <a:lnTo>
                    <a:pt x="52" y="14151"/>
                  </a:lnTo>
                  <a:lnTo>
                    <a:pt x="77" y="14279"/>
                  </a:lnTo>
                  <a:lnTo>
                    <a:pt x="103" y="14398"/>
                  </a:lnTo>
                  <a:lnTo>
                    <a:pt x="137" y="14509"/>
                  </a:lnTo>
                  <a:lnTo>
                    <a:pt x="171" y="14620"/>
                  </a:lnTo>
                  <a:lnTo>
                    <a:pt x="214" y="14722"/>
                  </a:lnTo>
                  <a:lnTo>
                    <a:pt x="257" y="14816"/>
                  </a:lnTo>
                  <a:lnTo>
                    <a:pt x="316" y="14902"/>
                  </a:lnTo>
                  <a:lnTo>
                    <a:pt x="367" y="14987"/>
                  </a:lnTo>
                  <a:lnTo>
                    <a:pt x="436" y="15064"/>
                  </a:lnTo>
                  <a:lnTo>
                    <a:pt x="495" y="15132"/>
                  </a:lnTo>
                  <a:lnTo>
                    <a:pt x="572" y="15192"/>
                  </a:lnTo>
                  <a:lnTo>
                    <a:pt x="6193" y="19107"/>
                  </a:lnTo>
                  <a:lnTo>
                    <a:pt x="6270" y="19158"/>
                  </a:lnTo>
                  <a:lnTo>
                    <a:pt x="6364" y="19192"/>
                  </a:lnTo>
                  <a:lnTo>
                    <a:pt x="6466" y="19209"/>
                  </a:lnTo>
                  <a:lnTo>
                    <a:pt x="6577" y="19209"/>
                  </a:lnTo>
                  <a:lnTo>
                    <a:pt x="6696" y="19200"/>
                  </a:lnTo>
                  <a:lnTo>
                    <a:pt x="6824" y="19175"/>
                  </a:lnTo>
                  <a:lnTo>
                    <a:pt x="6969" y="19141"/>
                  </a:lnTo>
                  <a:lnTo>
                    <a:pt x="7114" y="19090"/>
                  </a:lnTo>
                  <a:lnTo>
                    <a:pt x="7268" y="19030"/>
                  </a:lnTo>
                  <a:lnTo>
                    <a:pt x="7430" y="18953"/>
                  </a:lnTo>
                  <a:lnTo>
                    <a:pt x="7600" y="18868"/>
                  </a:lnTo>
                  <a:lnTo>
                    <a:pt x="7780" y="18774"/>
                  </a:lnTo>
                  <a:lnTo>
                    <a:pt x="7959" y="18672"/>
                  </a:lnTo>
                  <a:lnTo>
                    <a:pt x="8146" y="18561"/>
                  </a:lnTo>
                  <a:lnTo>
                    <a:pt x="8539" y="18305"/>
                  </a:lnTo>
                  <a:lnTo>
                    <a:pt x="8957" y="18015"/>
                  </a:lnTo>
                  <a:lnTo>
                    <a:pt x="9383" y="17699"/>
                  </a:lnTo>
                  <a:lnTo>
                    <a:pt x="9827" y="17358"/>
                  </a:lnTo>
                  <a:lnTo>
                    <a:pt x="10287" y="16991"/>
                  </a:lnTo>
                  <a:lnTo>
                    <a:pt x="10748" y="16607"/>
                  </a:lnTo>
                  <a:lnTo>
                    <a:pt x="11208" y="16207"/>
                  </a:lnTo>
                  <a:lnTo>
                    <a:pt x="11677" y="15797"/>
                  </a:lnTo>
                  <a:lnTo>
                    <a:pt x="12138" y="15388"/>
                  </a:lnTo>
                  <a:lnTo>
                    <a:pt x="12599" y="14961"/>
                  </a:lnTo>
                  <a:lnTo>
                    <a:pt x="13051" y="14543"/>
                  </a:lnTo>
                  <a:lnTo>
                    <a:pt x="13921" y="13725"/>
                  </a:lnTo>
                  <a:lnTo>
                    <a:pt x="14722" y="12948"/>
                  </a:lnTo>
                  <a:lnTo>
                    <a:pt x="15439" y="12240"/>
                  </a:lnTo>
                  <a:lnTo>
                    <a:pt x="16027" y="11643"/>
                  </a:lnTo>
                  <a:lnTo>
                    <a:pt x="16488" y="11183"/>
                  </a:lnTo>
                  <a:lnTo>
                    <a:pt x="16880" y="10773"/>
                  </a:lnTo>
                  <a:lnTo>
                    <a:pt x="13520" y="9178"/>
                  </a:lnTo>
                  <a:lnTo>
                    <a:pt x="16932" y="4265"/>
                  </a:lnTo>
                  <a:lnTo>
                    <a:pt x="11080" y="1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127;p26">
              <a:extLst>
                <a:ext uri="{FF2B5EF4-FFF2-40B4-BE49-F238E27FC236}">
                  <a16:creationId xmlns:a16="http://schemas.microsoft.com/office/drawing/2014/main" id="{8434FAC9-0D5F-F248-61D8-2ED30A372D02}"/>
                </a:ext>
              </a:extLst>
            </p:cNvPr>
            <p:cNvSpPr/>
            <p:nvPr/>
          </p:nvSpPr>
          <p:spPr>
            <a:xfrm>
              <a:off x="4840125" y="2474400"/>
              <a:ext cx="423300" cy="480225"/>
            </a:xfrm>
            <a:custGeom>
              <a:avLst/>
              <a:gdLst/>
              <a:ahLst/>
              <a:cxnLst/>
              <a:rect l="l" t="t" r="r" b="b"/>
              <a:pathLst>
                <a:path w="16932" h="19209" fill="none" extrusionOk="0">
                  <a:moveTo>
                    <a:pt x="6193" y="19107"/>
                  </a:moveTo>
                  <a:lnTo>
                    <a:pt x="572" y="15192"/>
                  </a:lnTo>
                  <a:lnTo>
                    <a:pt x="572" y="15192"/>
                  </a:lnTo>
                  <a:lnTo>
                    <a:pt x="495" y="15132"/>
                  </a:lnTo>
                  <a:lnTo>
                    <a:pt x="436" y="15064"/>
                  </a:lnTo>
                  <a:lnTo>
                    <a:pt x="367" y="14987"/>
                  </a:lnTo>
                  <a:lnTo>
                    <a:pt x="316" y="14902"/>
                  </a:lnTo>
                  <a:lnTo>
                    <a:pt x="257" y="14816"/>
                  </a:lnTo>
                  <a:lnTo>
                    <a:pt x="214" y="14722"/>
                  </a:lnTo>
                  <a:lnTo>
                    <a:pt x="171" y="14620"/>
                  </a:lnTo>
                  <a:lnTo>
                    <a:pt x="137" y="14509"/>
                  </a:lnTo>
                  <a:lnTo>
                    <a:pt x="103" y="14398"/>
                  </a:lnTo>
                  <a:lnTo>
                    <a:pt x="77" y="14279"/>
                  </a:lnTo>
                  <a:lnTo>
                    <a:pt x="52" y="14151"/>
                  </a:lnTo>
                  <a:lnTo>
                    <a:pt x="35" y="14023"/>
                  </a:lnTo>
                  <a:lnTo>
                    <a:pt x="9" y="13742"/>
                  </a:lnTo>
                  <a:lnTo>
                    <a:pt x="1" y="13452"/>
                  </a:lnTo>
                  <a:lnTo>
                    <a:pt x="9" y="13136"/>
                  </a:lnTo>
                  <a:lnTo>
                    <a:pt x="26" y="12812"/>
                  </a:lnTo>
                  <a:lnTo>
                    <a:pt x="60" y="12471"/>
                  </a:lnTo>
                  <a:lnTo>
                    <a:pt x="112" y="12121"/>
                  </a:lnTo>
                  <a:lnTo>
                    <a:pt x="171" y="11763"/>
                  </a:lnTo>
                  <a:lnTo>
                    <a:pt x="240" y="11396"/>
                  </a:lnTo>
                  <a:lnTo>
                    <a:pt x="316" y="11021"/>
                  </a:lnTo>
                  <a:lnTo>
                    <a:pt x="410" y="10654"/>
                  </a:lnTo>
                  <a:lnTo>
                    <a:pt x="504" y="10270"/>
                  </a:lnTo>
                  <a:lnTo>
                    <a:pt x="606" y="9903"/>
                  </a:lnTo>
                  <a:lnTo>
                    <a:pt x="717" y="9528"/>
                  </a:lnTo>
                  <a:lnTo>
                    <a:pt x="837" y="9161"/>
                  </a:lnTo>
                  <a:lnTo>
                    <a:pt x="956" y="8795"/>
                  </a:lnTo>
                  <a:lnTo>
                    <a:pt x="1084" y="8445"/>
                  </a:lnTo>
                  <a:lnTo>
                    <a:pt x="1212" y="8104"/>
                  </a:lnTo>
                  <a:lnTo>
                    <a:pt x="1340" y="7771"/>
                  </a:lnTo>
                  <a:lnTo>
                    <a:pt x="1468" y="7455"/>
                  </a:lnTo>
                  <a:lnTo>
                    <a:pt x="1596" y="7148"/>
                  </a:lnTo>
                  <a:lnTo>
                    <a:pt x="1732" y="6867"/>
                  </a:lnTo>
                  <a:lnTo>
                    <a:pt x="1860" y="6603"/>
                  </a:lnTo>
                  <a:lnTo>
                    <a:pt x="1988" y="6364"/>
                  </a:lnTo>
                  <a:lnTo>
                    <a:pt x="2107" y="6142"/>
                  </a:lnTo>
                  <a:lnTo>
                    <a:pt x="2227" y="5946"/>
                  </a:lnTo>
                  <a:lnTo>
                    <a:pt x="2338" y="5784"/>
                  </a:lnTo>
                  <a:lnTo>
                    <a:pt x="6892" y="5741"/>
                  </a:lnTo>
                  <a:lnTo>
                    <a:pt x="11080" y="1"/>
                  </a:lnTo>
                  <a:lnTo>
                    <a:pt x="16932" y="4265"/>
                  </a:lnTo>
                  <a:lnTo>
                    <a:pt x="13520" y="9178"/>
                  </a:lnTo>
                  <a:lnTo>
                    <a:pt x="16880" y="10773"/>
                  </a:lnTo>
                  <a:lnTo>
                    <a:pt x="16880" y="10773"/>
                  </a:lnTo>
                  <a:lnTo>
                    <a:pt x="16488" y="11183"/>
                  </a:lnTo>
                  <a:lnTo>
                    <a:pt x="16027" y="11643"/>
                  </a:lnTo>
                  <a:lnTo>
                    <a:pt x="15439" y="12240"/>
                  </a:lnTo>
                  <a:lnTo>
                    <a:pt x="14722" y="12948"/>
                  </a:lnTo>
                  <a:lnTo>
                    <a:pt x="13921" y="13725"/>
                  </a:lnTo>
                  <a:lnTo>
                    <a:pt x="13051" y="14543"/>
                  </a:lnTo>
                  <a:lnTo>
                    <a:pt x="12599" y="14961"/>
                  </a:lnTo>
                  <a:lnTo>
                    <a:pt x="12138" y="15388"/>
                  </a:lnTo>
                  <a:lnTo>
                    <a:pt x="11677" y="15797"/>
                  </a:lnTo>
                  <a:lnTo>
                    <a:pt x="11208" y="16207"/>
                  </a:lnTo>
                  <a:lnTo>
                    <a:pt x="10748" y="16607"/>
                  </a:lnTo>
                  <a:lnTo>
                    <a:pt x="10287" y="16991"/>
                  </a:lnTo>
                  <a:lnTo>
                    <a:pt x="9827" y="17358"/>
                  </a:lnTo>
                  <a:lnTo>
                    <a:pt x="9383" y="17699"/>
                  </a:lnTo>
                  <a:lnTo>
                    <a:pt x="8957" y="18015"/>
                  </a:lnTo>
                  <a:lnTo>
                    <a:pt x="8539" y="18305"/>
                  </a:lnTo>
                  <a:lnTo>
                    <a:pt x="8146" y="18561"/>
                  </a:lnTo>
                  <a:lnTo>
                    <a:pt x="7959" y="18672"/>
                  </a:lnTo>
                  <a:lnTo>
                    <a:pt x="7780" y="18774"/>
                  </a:lnTo>
                  <a:lnTo>
                    <a:pt x="7600" y="18868"/>
                  </a:lnTo>
                  <a:lnTo>
                    <a:pt x="7430" y="18953"/>
                  </a:lnTo>
                  <a:lnTo>
                    <a:pt x="7268" y="19030"/>
                  </a:lnTo>
                  <a:lnTo>
                    <a:pt x="7114" y="19090"/>
                  </a:lnTo>
                  <a:lnTo>
                    <a:pt x="6969" y="19141"/>
                  </a:lnTo>
                  <a:lnTo>
                    <a:pt x="6824" y="19175"/>
                  </a:lnTo>
                  <a:lnTo>
                    <a:pt x="6696" y="19200"/>
                  </a:lnTo>
                  <a:lnTo>
                    <a:pt x="6577" y="19209"/>
                  </a:lnTo>
                  <a:lnTo>
                    <a:pt x="6466" y="19209"/>
                  </a:lnTo>
                  <a:lnTo>
                    <a:pt x="6364" y="19192"/>
                  </a:lnTo>
                  <a:lnTo>
                    <a:pt x="6270" y="19158"/>
                  </a:lnTo>
                  <a:lnTo>
                    <a:pt x="6193" y="19107"/>
                  </a:lnTo>
                  <a:lnTo>
                    <a:pt x="6193" y="19107"/>
                  </a:lnTo>
                  <a:close/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128;p26">
              <a:extLst>
                <a:ext uri="{FF2B5EF4-FFF2-40B4-BE49-F238E27FC236}">
                  <a16:creationId xmlns:a16="http://schemas.microsoft.com/office/drawing/2014/main" id="{C6A02B5A-C740-7734-7CCC-44E9AE368D4F}"/>
                </a:ext>
              </a:extLst>
            </p:cNvPr>
            <p:cNvSpPr/>
            <p:nvPr/>
          </p:nvSpPr>
          <p:spPr>
            <a:xfrm>
              <a:off x="5031625" y="2498500"/>
              <a:ext cx="214750" cy="203450"/>
            </a:xfrm>
            <a:custGeom>
              <a:avLst/>
              <a:gdLst/>
              <a:ahLst/>
              <a:cxnLst/>
              <a:rect l="l" t="t" r="r" b="b"/>
              <a:pathLst>
                <a:path w="8590" h="8138" extrusionOk="0">
                  <a:moveTo>
                    <a:pt x="2729" y="1"/>
                  </a:moveTo>
                  <a:lnTo>
                    <a:pt x="111" y="3600"/>
                  </a:lnTo>
                  <a:lnTo>
                    <a:pt x="68" y="3754"/>
                  </a:lnTo>
                  <a:lnTo>
                    <a:pt x="43" y="3907"/>
                  </a:lnTo>
                  <a:lnTo>
                    <a:pt x="17" y="4061"/>
                  </a:lnTo>
                  <a:lnTo>
                    <a:pt x="9" y="4197"/>
                  </a:lnTo>
                  <a:lnTo>
                    <a:pt x="0" y="4342"/>
                  </a:lnTo>
                  <a:lnTo>
                    <a:pt x="0" y="4479"/>
                  </a:lnTo>
                  <a:lnTo>
                    <a:pt x="9" y="4615"/>
                  </a:lnTo>
                  <a:lnTo>
                    <a:pt x="26" y="4743"/>
                  </a:lnTo>
                  <a:lnTo>
                    <a:pt x="51" y="4879"/>
                  </a:lnTo>
                  <a:lnTo>
                    <a:pt x="85" y="5007"/>
                  </a:lnTo>
                  <a:lnTo>
                    <a:pt x="128" y="5144"/>
                  </a:lnTo>
                  <a:lnTo>
                    <a:pt x="179" y="5272"/>
                  </a:lnTo>
                  <a:lnTo>
                    <a:pt x="239" y="5408"/>
                  </a:lnTo>
                  <a:lnTo>
                    <a:pt x="299" y="5545"/>
                  </a:lnTo>
                  <a:lnTo>
                    <a:pt x="375" y="5690"/>
                  </a:lnTo>
                  <a:lnTo>
                    <a:pt x="461" y="5835"/>
                  </a:lnTo>
                  <a:lnTo>
                    <a:pt x="623" y="6091"/>
                  </a:lnTo>
                  <a:lnTo>
                    <a:pt x="793" y="6321"/>
                  </a:lnTo>
                  <a:lnTo>
                    <a:pt x="972" y="6543"/>
                  </a:lnTo>
                  <a:lnTo>
                    <a:pt x="1169" y="6747"/>
                  </a:lnTo>
                  <a:lnTo>
                    <a:pt x="1365" y="6926"/>
                  </a:lnTo>
                  <a:lnTo>
                    <a:pt x="1569" y="7097"/>
                  </a:lnTo>
                  <a:lnTo>
                    <a:pt x="1774" y="7251"/>
                  </a:lnTo>
                  <a:lnTo>
                    <a:pt x="1987" y="7387"/>
                  </a:lnTo>
                  <a:lnTo>
                    <a:pt x="2209" y="7515"/>
                  </a:lnTo>
                  <a:lnTo>
                    <a:pt x="2422" y="7626"/>
                  </a:lnTo>
                  <a:lnTo>
                    <a:pt x="2644" y="7728"/>
                  </a:lnTo>
                  <a:lnTo>
                    <a:pt x="2866" y="7813"/>
                  </a:lnTo>
                  <a:lnTo>
                    <a:pt x="3088" y="7890"/>
                  </a:lnTo>
                  <a:lnTo>
                    <a:pt x="3309" y="7950"/>
                  </a:lnTo>
                  <a:lnTo>
                    <a:pt x="3523" y="8001"/>
                  </a:lnTo>
                  <a:lnTo>
                    <a:pt x="3736" y="8044"/>
                  </a:lnTo>
                  <a:lnTo>
                    <a:pt x="3949" y="8078"/>
                  </a:lnTo>
                  <a:lnTo>
                    <a:pt x="4154" y="8103"/>
                  </a:lnTo>
                  <a:lnTo>
                    <a:pt x="4350" y="8129"/>
                  </a:lnTo>
                  <a:lnTo>
                    <a:pt x="4538" y="8138"/>
                  </a:lnTo>
                  <a:lnTo>
                    <a:pt x="4896" y="8138"/>
                  </a:lnTo>
                  <a:lnTo>
                    <a:pt x="5058" y="8129"/>
                  </a:lnTo>
                  <a:lnTo>
                    <a:pt x="5212" y="8121"/>
                  </a:lnTo>
                  <a:lnTo>
                    <a:pt x="5357" y="8103"/>
                  </a:lnTo>
                  <a:lnTo>
                    <a:pt x="5484" y="8086"/>
                  </a:lnTo>
                  <a:lnTo>
                    <a:pt x="5595" y="8061"/>
                  </a:lnTo>
                  <a:lnTo>
                    <a:pt x="5698" y="8035"/>
                  </a:lnTo>
                  <a:lnTo>
                    <a:pt x="5774" y="8010"/>
                  </a:lnTo>
                  <a:lnTo>
                    <a:pt x="5843" y="7984"/>
                  </a:lnTo>
                  <a:lnTo>
                    <a:pt x="5894" y="7958"/>
                  </a:lnTo>
                  <a:lnTo>
                    <a:pt x="5919" y="7924"/>
                  </a:lnTo>
                  <a:lnTo>
                    <a:pt x="8589" y="4265"/>
                  </a:lnTo>
                  <a:lnTo>
                    <a:pt x="2729" y="1"/>
                  </a:lnTo>
                  <a:close/>
                </a:path>
              </a:pathLst>
            </a:custGeom>
            <a:solidFill>
              <a:srgbClr val="FF90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129;p26">
              <a:extLst>
                <a:ext uri="{FF2B5EF4-FFF2-40B4-BE49-F238E27FC236}">
                  <a16:creationId xmlns:a16="http://schemas.microsoft.com/office/drawing/2014/main" id="{353DF918-1AAF-E76A-D470-B1F22D184E99}"/>
                </a:ext>
              </a:extLst>
            </p:cNvPr>
            <p:cNvSpPr/>
            <p:nvPr/>
          </p:nvSpPr>
          <p:spPr>
            <a:xfrm>
              <a:off x="4005525" y="2957175"/>
              <a:ext cx="761075" cy="666600"/>
            </a:xfrm>
            <a:custGeom>
              <a:avLst/>
              <a:gdLst/>
              <a:ahLst/>
              <a:cxnLst/>
              <a:rect l="l" t="t" r="r" b="b"/>
              <a:pathLst>
                <a:path w="30443" h="26664" extrusionOk="0">
                  <a:moveTo>
                    <a:pt x="19089" y="0"/>
                  </a:moveTo>
                  <a:lnTo>
                    <a:pt x="18748" y="9"/>
                  </a:lnTo>
                  <a:lnTo>
                    <a:pt x="18407" y="26"/>
                  </a:lnTo>
                  <a:lnTo>
                    <a:pt x="18057" y="43"/>
                  </a:lnTo>
                  <a:lnTo>
                    <a:pt x="17699" y="69"/>
                  </a:lnTo>
                  <a:lnTo>
                    <a:pt x="17332" y="103"/>
                  </a:lnTo>
                  <a:lnTo>
                    <a:pt x="16966" y="145"/>
                  </a:lnTo>
                  <a:lnTo>
                    <a:pt x="16590" y="188"/>
                  </a:lnTo>
                  <a:lnTo>
                    <a:pt x="16207" y="248"/>
                  </a:lnTo>
                  <a:lnTo>
                    <a:pt x="15823" y="307"/>
                  </a:lnTo>
                  <a:lnTo>
                    <a:pt x="15430" y="376"/>
                  </a:lnTo>
                  <a:lnTo>
                    <a:pt x="15029" y="452"/>
                  </a:lnTo>
                  <a:lnTo>
                    <a:pt x="14620" y="538"/>
                  </a:lnTo>
                  <a:lnTo>
                    <a:pt x="14211" y="623"/>
                  </a:lnTo>
                  <a:lnTo>
                    <a:pt x="13801" y="725"/>
                  </a:lnTo>
                  <a:lnTo>
                    <a:pt x="13375" y="836"/>
                  </a:lnTo>
                  <a:lnTo>
                    <a:pt x="12948" y="956"/>
                  </a:lnTo>
                  <a:lnTo>
                    <a:pt x="12522" y="1084"/>
                  </a:lnTo>
                  <a:lnTo>
                    <a:pt x="12087" y="1229"/>
                  </a:lnTo>
                  <a:lnTo>
                    <a:pt x="11643" y="1374"/>
                  </a:lnTo>
                  <a:lnTo>
                    <a:pt x="11191" y="1536"/>
                  </a:lnTo>
                  <a:lnTo>
                    <a:pt x="10748" y="1706"/>
                  </a:lnTo>
                  <a:lnTo>
                    <a:pt x="10287" y="1885"/>
                  </a:lnTo>
                  <a:lnTo>
                    <a:pt x="9827" y="2073"/>
                  </a:lnTo>
                  <a:lnTo>
                    <a:pt x="9357" y="2278"/>
                  </a:lnTo>
                  <a:lnTo>
                    <a:pt x="8974" y="2457"/>
                  </a:lnTo>
                  <a:lnTo>
                    <a:pt x="8573" y="2653"/>
                  </a:lnTo>
                  <a:lnTo>
                    <a:pt x="8146" y="2883"/>
                  </a:lnTo>
                  <a:lnTo>
                    <a:pt x="7720" y="3131"/>
                  </a:lnTo>
                  <a:lnTo>
                    <a:pt x="7276" y="3404"/>
                  </a:lnTo>
                  <a:lnTo>
                    <a:pt x="6824" y="3694"/>
                  </a:lnTo>
                  <a:lnTo>
                    <a:pt x="6364" y="4009"/>
                  </a:lnTo>
                  <a:lnTo>
                    <a:pt x="5903" y="4342"/>
                  </a:lnTo>
                  <a:lnTo>
                    <a:pt x="5442" y="4691"/>
                  </a:lnTo>
                  <a:lnTo>
                    <a:pt x="4990" y="5067"/>
                  </a:lnTo>
                  <a:lnTo>
                    <a:pt x="4530" y="5459"/>
                  </a:lnTo>
                  <a:lnTo>
                    <a:pt x="4086" y="5869"/>
                  </a:lnTo>
                  <a:lnTo>
                    <a:pt x="3651" y="6295"/>
                  </a:lnTo>
                  <a:lnTo>
                    <a:pt x="3438" y="6517"/>
                  </a:lnTo>
                  <a:lnTo>
                    <a:pt x="3225" y="6739"/>
                  </a:lnTo>
                  <a:lnTo>
                    <a:pt x="3020" y="6969"/>
                  </a:lnTo>
                  <a:lnTo>
                    <a:pt x="2815" y="7199"/>
                  </a:lnTo>
                  <a:lnTo>
                    <a:pt x="2619" y="7438"/>
                  </a:lnTo>
                  <a:lnTo>
                    <a:pt x="2432" y="7677"/>
                  </a:lnTo>
                  <a:lnTo>
                    <a:pt x="2235" y="7916"/>
                  </a:lnTo>
                  <a:lnTo>
                    <a:pt x="2056" y="8163"/>
                  </a:lnTo>
                  <a:lnTo>
                    <a:pt x="1877" y="8419"/>
                  </a:lnTo>
                  <a:lnTo>
                    <a:pt x="1707" y="8675"/>
                  </a:lnTo>
                  <a:lnTo>
                    <a:pt x="1545" y="8931"/>
                  </a:lnTo>
                  <a:lnTo>
                    <a:pt x="1382" y="9195"/>
                  </a:lnTo>
                  <a:lnTo>
                    <a:pt x="1229" y="9459"/>
                  </a:lnTo>
                  <a:lnTo>
                    <a:pt x="1084" y="9724"/>
                  </a:lnTo>
                  <a:lnTo>
                    <a:pt x="947" y="9997"/>
                  </a:lnTo>
                  <a:lnTo>
                    <a:pt x="820" y="10278"/>
                  </a:lnTo>
                  <a:lnTo>
                    <a:pt x="700" y="10551"/>
                  </a:lnTo>
                  <a:lnTo>
                    <a:pt x="589" y="10833"/>
                  </a:lnTo>
                  <a:lnTo>
                    <a:pt x="487" y="11114"/>
                  </a:lnTo>
                  <a:lnTo>
                    <a:pt x="393" y="11404"/>
                  </a:lnTo>
                  <a:lnTo>
                    <a:pt x="308" y="11694"/>
                  </a:lnTo>
                  <a:lnTo>
                    <a:pt x="231" y="11984"/>
                  </a:lnTo>
                  <a:lnTo>
                    <a:pt x="163" y="12283"/>
                  </a:lnTo>
                  <a:lnTo>
                    <a:pt x="112" y="12581"/>
                  </a:lnTo>
                  <a:lnTo>
                    <a:pt x="60" y="12880"/>
                  </a:lnTo>
                  <a:lnTo>
                    <a:pt x="35" y="13187"/>
                  </a:lnTo>
                  <a:lnTo>
                    <a:pt x="9" y="13494"/>
                  </a:lnTo>
                  <a:lnTo>
                    <a:pt x="1" y="13801"/>
                  </a:lnTo>
                  <a:lnTo>
                    <a:pt x="1" y="14108"/>
                  </a:lnTo>
                  <a:lnTo>
                    <a:pt x="18" y="14423"/>
                  </a:lnTo>
                  <a:lnTo>
                    <a:pt x="43" y="14731"/>
                  </a:lnTo>
                  <a:lnTo>
                    <a:pt x="77" y="15055"/>
                  </a:lnTo>
                  <a:lnTo>
                    <a:pt x="129" y="15370"/>
                  </a:lnTo>
                  <a:lnTo>
                    <a:pt x="197" y="15686"/>
                  </a:lnTo>
                  <a:lnTo>
                    <a:pt x="282" y="16010"/>
                  </a:lnTo>
                  <a:lnTo>
                    <a:pt x="376" y="16334"/>
                  </a:lnTo>
                  <a:lnTo>
                    <a:pt x="478" y="16658"/>
                  </a:lnTo>
                  <a:lnTo>
                    <a:pt x="606" y="16991"/>
                  </a:lnTo>
                  <a:lnTo>
                    <a:pt x="743" y="17332"/>
                  </a:lnTo>
                  <a:lnTo>
                    <a:pt x="888" y="17665"/>
                  </a:lnTo>
                  <a:lnTo>
                    <a:pt x="1033" y="17989"/>
                  </a:lnTo>
                  <a:lnTo>
                    <a:pt x="1186" y="18304"/>
                  </a:lnTo>
                  <a:lnTo>
                    <a:pt x="1340" y="18620"/>
                  </a:lnTo>
                  <a:lnTo>
                    <a:pt x="1493" y="18918"/>
                  </a:lnTo>
                  <a:lnTo>
                    <a:pt x="1655" y="19217"/>
                  </a:lnTo>
                  <a:lnTo>
                    <a:pt x="1817" y="19507"/>
                  </a:lnTo>
                  <a:lnTo>
                    <a:pt x="1980" y="19788"/>
                  </a:lnTo>
                  <a:lnTo>
                    <a:pt x="2150" y="20061"/>
                  </a:lnTo>
                  <a:lnTo>
                    <a:pt x="2321" y="20326"/>
                  </a:lnTo>
                  <a:lnTo>
                    <a:pt x="2491" y="20590"/>
                  </a:lnTo>
                  <a:lnTo>
                    <a:pt x="2670" y="20846"/>
                  </a:lnTo>
                  <a:lnTo>
                    <a:pt x="2850" y="21093"/>
                  </a:lnTo>
                  <a:lnTo>
                    <a:pt x="3029" y="21332"/>
                  </a:lnTo>
                  <a:lnTo>
                    <a:pt x="3208" y="21571"/>
                  </a:lnTo>
                  <a:lnTo>
                    <a:pt x="3395" y="21793"/>
                  </a:lnTo>
                  <a:lnTo>
                    <a:pt x="3583" y="22015"/>
                  </a:lnTo>
                  <a:lnTo>
                    <a:pt x="3779" y="22228"/>
                  </a:lnTo>
                  <a:lnTo>
                    <a:pt x="3967" y="22441"/>
                  </a:lnTo>
                  <a:lnTo>
                    <a:pt x="4163" y="22646"/>
                  </a:lnTo>
                  <a:lnTo>
                    <a:pt x="4359" y="22842"/>
                  </a:lnTo>
                  <a:lnTo>
                    <a:pt x="4555" y="23030"/>
                  </a:lnTo>
                  <a:lnTo>
                    <a:pt x="4760" y="23217"/>
                  </a:lnTo>
                  <a:lnTo>
                    <a:pt x="4965" y="23396"/>
                  </a:lnTo>
                  <a:lnTo>
                    <a:pt x="5170" y="23567"/>
                  </a:lnTo>
                  <a:lnTo>
                    <a:pt x="5374" y="23729"/>
                  </a:lnTo>
                  <a:lnTo>
                    <a:pt x="5579" y="23891"/>
                  </a:lnTo>
                  <a:lnTo>
                    <a:pt x="5784" y="24053"/>
                  </a:lnTo>
                  <a:lnTo>
                    <a:pt x="5997" y="24198"/>
                  </a:lnTo>
                  <a:lnTo>
                    <a:pt x="6210" y="24343"/>
                  </a:lnTo>
                  <a:lnTo>
                    <a:pt x="6423" y="24488"/>
                  </a:lnTo>
                  <a:lnTo>
                    <a:pt x="6850" y="24753"/>
                  </a:lnTo>
                  <a:lnTo>
                    <a:pt x="7285" y="24991"/>
                  </a:lnTo>
                  <a:lnTo>
                    <a:pt x="7720" y="25222"/>
                  </a:lnTo>
                  <a:lnTo>
                    <a:pt x="8163" y="25426"/>
                  </a:lnTo>
                  <a:lnTo>
                    <a:pt x="8607" y="25614"/>
                  </a:lnTo>
                  <a:lnTo>
                    <a:pt x="9050" y="25776"/>
                  </a:lnTo>
                  <a:lnTo>
                    <a:pt x="9494" y="25930"/>
                  </a:lnTo>
                  <a:lnTo>
                    <a:pt x="9946" y="26066"/>
                  </a:lnTo>
                  <a:lnTo>
                    <a:pt x="10389" y="26186"/>
                  </a:lnTo>
                  <a:lnTo>
                    <a:pt x="10842" y="26296"/>
                  </a:lnTo>
                  <a:lnTo>
                    <a:pt x="11285" y="26382"/>
                  </a:lnTo>
                  <a:lnTo>
                    <a:pt x="11729" y="26458"/>
                  </a:lnTo>
                  <a:lnTo>
                    <a:pt x="12172" y="26518"/>
                  </a:lnTo>
                  <a:lnTo>
                    <a:pt x="12616" y="26569"/>
                  </a:lnTo>
                  <a:lnTo>
                    <a:pt x="13051" y="26612"/>
                  </a:lnTo>
                  <a:lnTo>
                    <a:pt x="13486" y="26638"/>
                  </a:lnTo>
                  <a:lnTo>
                    <a:pt x="13912" y="26655"/>
                  </a:lnTo>
                  <a:lnTo>
                    <a:pt x="14339" y="26663"/>
                  </a:lnTo>
                  <a:lnTo>
                    <a:pt x="14757" y="26655"/>
                  </a:lnTo>
                  <a:lnTo>
                    <a:pt x="15166" y="26646"/>
                  </a:lnTo>
                  <a:lnTo>
                    <a:pt x="15575" y="26621"/>
                  </a:lnTo>
                  <a:lnTo>
                    <a:pt x="15976" y="26595"/>
                  </a:lnTo>
                  <a:lnTo>
                    <a:pt x="16369" y="26561"/>
                  </a:lnTo>
                  <a:lnTo>
                    <a:pt x="16744" y="26518"/>
                  </a:lnTo>
                  <a:lnTo>
                    <a:pt x="17119" y="26467"/>
                  </a:lnTo>
                  <a:lnTo>
                    <a:pt x="17486" y="26416"/>
                  </a:lnTo>
                  <a:lnTo>
                    <a:pt x="17844" y="26365"/>
                  </a:lnTo>
                  <a:lnTo>
                    <a:pt x="18185" y="26296"/>
                  </a:lnTo>
                  <a:lnTo>
                    <a:pt x="18842" y="26168"/>
                  </a:lnTo>
                  <a:lnTo>
                    <a:pt x="19439" y="26032"/>
                  </a:lnTo>
                  <a:lnTo>
                    <a:pt x="19994" y="25887"/>
                  </a:lnTo>
                  <a:lnTo>
                    <a:pt x="20488" y="25751"/>
                  </a:lnTo>
                  <a:lnTo>
                    <a:pt x="20915" y="25623"/>
                  </a:lnTo>
                  <a:lnTo>
                    <a:pt x="21273" y="25503"/>
                  </a:lnTo>
                  <a:lnTo>
                    <a:pt x="21563" y="25401"/>
                  </a:lnTo>
                  <a:lnTo>
                    <a:pt x="21776" y="25324"/>
                  </a:lnTo>
                  <a:lnTo>
                    <a:pt x="21947" y="25256"/>
                  </a:lnTo>
                  <a:lnTo>
                    <a:pt x="30442" y="16624"/>
                  </a:lnTo>
                  <a:lnTo>
                    <a:pt x="26246" y="1237"/>
                  </a:lnTo>
                  <a:lnTo>
                    <a:pt x="26160" y="1203"/>
                  </a:lnTo>
                  <a:lnTo>
                    <a:pt x="25930" y="1101"/>
                  </a:lnTo>
                  <a:lnTo>
                    <a:pt x="25538" y="956"/>
                  </a:lnTo>
                  <a:lnTo>
                    <a:pt x="25290" y="870"/>
                  </a:lnTo>
                  <a:lnTo>
                    <a:pt x="25009" y="776"/>
                  </a:lnTo>
                  <a:lnTo>
                    <a:pt x="24693" y="683"/>
                  </a:lnTo>
                  <a:lnTo>
                    <a:pt x="24335" y="589"/>
                  </a:lnTo>
                  <a:lnTo>
                    <a:pt x="23951" y="486"/>
                  </a:lnTo>
                  <a:lnTo>
                    <a:pt x="23533" y="401"/>
                  </a:lnTo>
                  <a:lnTo>
                    <a:pt x="23081" y="307"/>
                  </a:lnTo>
                  <a:lnTo>
                    <a:pt x="22604" y="231"/>
                  </a:lnTo>
                  <a:lnTo>
                    <a:pt x="22083" y="154"/>
                  </a:lnTo>
                  <a:lnTo>
                    <a:pt x="21546" y="94"/>
                  </a:lnTo>
                  <a:lnTo>
                    <a:pt x="20974" y="43"/>
                  </a:lnTo>
                  <a:lnTo>
                    <a:pt x="20369" y="17"/>
                  </a:lnTo>
                  <a:lnTo>
                    <a:pt x="19746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1130;p26">
              <a:extLst>
                <a:ext uri="{FF2B5EF4-FFF2-40B4-BE49-F238E27FC236}">
                  <a16:creationId xmlns:a16="http://schemas.microsoft.com/office/drawing/2014/main" id="{75C95FB6-3A2E-9DAB-D101-8D26E3947E52}"/>
                </a:ext>
              </a:extLst>
            </p:cNvPr>
            <p:cNvSpPr/>
            <p:nvPr/>
          </p:nvSpPr>
          <p:spPr>
            <a:xfrm>
              <a:off x="4370600" y="2595300"/>
              <a:ext cx="928650" cy="957250"/>
            </a:xfrm>
            <a:custGeom>
              <a:avLst/>
              <a:gdLst/>
              <a:ahLst/>
              <a:cxnLst/>
              <a:rect l="l" t="t" r="r" b="b"/>
              <a:pathLst>
                <a:path w="37146" h="38290" extrusionOk="0">
                  <a:moveTo>
                    <a:pt x="20488" y="1"/>
                  </a:moveTo>
                  <a:lnTo>
                    <a:pt x="19754" y="700"/>
                  </a:lnTo>
                  <a:lnTo>
                    <a:pt x="18006" y="2321"/>
                  </a:lnTo>
                  <a:lnTo>
                    <a:pt x="16973" y="3268"/>
                  </a:lnTo>
                  <a:lnTo>
                    <a:pt x="15958" y="4189"/>
                  </a:lnTo>
                  <a:lnTo>
                    <a:pt x="15481" y="4615"/>
                  </a:lnTo>
                  <a:lnTo>
                    <a:pt x="15037" y="4999"/>
                  </a:lnTo>
                  <a:lnTo>
                    <a:pt x="14645" y="5340"/>
                  </a:lnTo>
                  <a:lnTo>
                    <a:pt x="14304" y="5622"/>
                  </a:lnTo>
                  <a:lnTo>
                    <a:pt x="14261" y="5656"/>
                  </a:lnTo>
                  <a:lnTo>
                    <a:pt x="13698" y="6099"/>
                  </a:lnTo>
                  <a:lnTo>
                    <a:pt x="13186" y="6483"/>
                  </a:lnTo>
                  <a:lnTo>
                    <a:pt x="12956" y="6671"/>
                  </a:lnTo>
                  <a:lnTo>
                    <a:pt x="12734" y="6841"/>
                  </a:lnTo>
                  <a:lnTo>
                    <a:pt x="12530" y="7021"/>
                  </a:lnTo>
                  <a:lnTo>
                    <a:pt x="12342" y="7200"/>
                  </a:lnTo>
                  <a:lnTo>
                    <a:pt x="12154" y="7387"/>
                  </a:lnTo>
                  <a:lnTo>
                    <a:pt x="11984" y="7575"/>
                  </a:lnTo>
                  <a:lnTo>
                    <a:pt x="11822" y="7780"/>
                  </a:lnTo>
                  <a:lnTo>
                    <a:pt x="11668" y="7993"/>
                  </a:lnTo>
                  <a:lnTo>
                    <a:pt x="11532" y="8232"/>
                  </a:lnTo>
                  <a:lnTo>
                    <a:pt x="11395" y="8479"/>
                  </a:lnTo>
                  <a:lnTo>
                    <a:pt x="11267" y="8761"/>
                  </a:lnTo>
                  <a:lnTo>
                    <a:pt x="11148" y="9068"/>
                  </a:lnTo>
                  <a:lnTo>
                    <a:pt x="11131" y="9204"/>
                  </a:lnTo>
                  <a:lnTo>
                    <a:pt x="11105" y="9341"/>
                  </a:lnTo>
                  <a:lnTo>
                    <a:pt x="11080" y="9486"/>
                  </a:lnTo>
                  <a:lnTo>
                    <a:pt x="11046" y="9639"/>
                  </a:lnTo>
                  <a:lnTo>
                    <a:pt x="10952" y="9963"/>
                  </a:lnTo>
                  <a:lnTo>
                    <a:pt x="10841" y="10296"/>
                  </a:lnTo>
                  <a:lnTo>
                    <a:pt x="10713" y="10637"/>
                  </a:lnTo>
                  <a:lnTo>
                    <a:pt x="10576" y="10978"/>
                  </a:lnTo>
                  <a:lnTo>
                    <a:pt x="10423" y="11319"/>
                  </a:lnTo>
                  <a:lnTo>
                    <a:pt x="10278" y="11644"/>
                  </a:lnTo>
                  <a:lnTo>
                    <a:pt x="10124" y="11959"/>
                  </a:lnTo>
                  <a:lnTo>
                    <a:pt x="9979" y="12241"/>
                  </a:lnTo>
                  <a:lnTo>
                    <a:pt x="9732" y="12735"/>
                  </a:lnTo>
                  <a:lnTo>
                    <a:pt x="9553" y="13059"/>
                  </a:lnTo>
                  <a:lnTo>
                    <a:pt x="9485" y="13179"/>
                  </a:lnTo>
                  <a:lnTo>
                    <a:pt x="341" y="14612"/>
                  </a:lnTo>
                  <a:lnTo>
                    <a:pt x="273" y="15013"/>
                  </a:lnTo>
                  <a:lnTo>
                    <a:pt x="213" y="15448"/>
                  </a:lnTo>
                  <a:lnTo>
                    <a:pt x="162" y="15908"/>
                  </a:lnTo>
                  <a:lnTo>
                    <a:pt x="119" y="16403"/>
                  </a:lnTo>
                  <a:lnTo>
                    <a:pt x="77" y="16923"/>
                  </a:lnTo>
                  <a:lnTo>
                    <a:pt x="51" y="17469"/>
                  </a:lnTo>
                  <a:lnTo>
                    <a:pt x="26" y="18032"/>
                  </a:lnTo>
                  <a:lnTo>
                    <a:pt x="9" y="18612"/>
                  </a:lnTo>
                  <a:lnTo>
                    <a:pt x="0" y="19209"/>
                  </a:lnTo>
                  <a:lnTo>
                    <a:pt x="0" y="19823"/>
                  </a:lnTo>
                  <a:lnTo>
                    <a:pt x="9" y="20446"/>
                  </a:lnTo>
                  <a:lnTo>
                    <a:pt x="34" y="21077"/>
                  </a:lnTo>
                  <a:lnTo>
                    <a:pt x="60" y="21717"/>
                  </a:lnTo>
                  <a:lnTo>
                    <a:pt x="94" y="22365"/>
                  </a:lnTo>
                  <a:lnTo>
                    <a:pt x="136" y="23005"/>
                  </a:lnTo>
                  <a:lnTo>
                    <a:pt x="188" y="23653"/>
                  </a:lnTo>
                  <a:lnTo>
                    <a:pt x="247" y="24293"/>
                  </a:lnTo>
                  <a:lnTo>
                    <a:pt x="324" y="24924"/>
                  </a:lnTo>
                  <a:lnTo>
                    <a:pt x="401" y="25555"/>
                  </a:lnTo>
                  <a:lnTo>
                    <a:pt x="495" y="26169"/>
                  </a:lnTo>
                  <a:lnTo>
                    <a:pt x="597" y="26766"/>
                  </a:lnTo>
                  <a:lnTo>
                    <a:pt x="708" y="27355"/>
                  </a:lnTo>
                  <a:lnTo>
                    <a:pt x="827" y="27926"/>
                  </a:lnTo>
                  <a:lnTo>
                    <a:pt x="964" y="28481"/>
                  </a:lnTo>
                  <a:lnTo>
                    <a:pt x="1100" y="29001"/>
                  </a:lnTo>
                  <a:lnTo>
                    <a:pt x="1254" y="29504"/>
                  </a:lnTo>
                  <a:lnTo>
                    <a:pt x="1416" y="29982"/>
                  </a:lnTo>
                  <a:lnTo>
                    <a:pt x="1510" y="30212"/>
                  </a:lnTo>
                  <a:lnTo>
                    <a:pt x="1595" y="30425"/>
                  </a:lnTo>
                  <a:lnTo>
                    <a:pt x="1689" y="30638"/>
                  </a:lnTo>
                  <a:lnTo>
                    <a:pt x="1783" y="30835"/>
                  </a:lnTo>
                  <a:lnTo>
                    <a:pt x="1876" y="31031"/>
                  </a:lnTo>
                  <a:lnTo>
                    <a:pt x="1979" y="31218"/>
                  </a:lnTo>
                  <a:lnTo>
                    <a:pt x="2081" y="31389"/>
                  </a:lnTo>
                  <a:lnTo>
                    <a:pt x="2192" y="31560"/>
                  </a:lnTo>
                  <a:lnTo>
                    <a:pt x="2294" y="31713"/>
                  </a:lnTo>
                  <a:lnTo>
                    <a:pt x="2405" y="31858"/>
                  </a:lnTo>
                  <a:lnTo>
                    <a:pt x="2627" y="32123"/>
                  </a:lnTo>
                  <a:lnTo>
                    <a:pt x="2866" y="32378"/>
                  </a:lnTo>
                  <a:lnTo>
                    <a:pt x="3105" y="32634"/>
                  </a:lnTo>
                  <a:lnTo>
                    <a:pt x="3361" y="32882"/>
                  </a:lnTo>
                  <a:lnTo>
                    <a:pt x="3634" y="33121"/>
                  </a:lnTo>
                  <a:lnTo>
                    <a:pt x="3906" y="33359"/>
                  </a:lnTo>
                  <a:lnTo>
                    <a:pt x="4188" y="33590"/>
                  </a:lnTo>
                  <a:lnTo>
                    <a:pt x="4478" y="33820"/>
                  </a:lnTo>
                  <a:lnTo>
                    <a:pt x="4776" y="34042"/>
                  </a:lnTo>
                  <a:lnTo>
                    <a:pt x="5084" y="34263"/>
                  </a:lnTo>
                  <a:lnTo>
                    <a:pt x="5399" y="34477"/>
                  </a:lnTo>
                  <a:lnTo>
                    <a:pt x="5715" y="34690"/>
                  </a:lnTo>
                  <a:lnTo>
                    <a:pt x="6047" y="34895"/>
                  </a:lnTo>
                  <a:lnTo>
                    <a:pt x="6371" y="35099"/>
                  </a:lnTo>
                  <a:lnTo>
                    <a:pt x="7045" y="35500"/>
                  </a:lnTo>
                  <a:lnTo>
                    <a:pt x="7728" y="35884"/>
                  </a:lnTo>
                  <a:lnTo>
                    <a:pt x="8419" y="36251"/>
                  </a:lnTo>
                  <a:lnTo>
                    <a:pt x="9109" y="36609"/>
                  </a:lnTo>
                  <a:lnTo>
                    <a:pt x="9800" y="36959"/>
                  </a:lnTo>
                  <a:lnTo>
                    <a:pt x="11165" y="37641"/>
                  </a:lnTo>
                  <a:lnTo>
                    <a:pt x="11822" y="37965"/>
                  </a:lnTo>
                  <a:lnTo>
                    <a:pt x="12461" y="38289"/>
                  </a:lnTo>
                  <a:lnTo>
                    <a:pt x="12913" y="37453"/>
                  </a:lnTo>
                  <a:lnTo>
                    <a:pt x="13400" y="36583"/>
                  </a:lnTo>
                  <a:lnTo>
                    <a:pt x="13911" y="35696"/>
                  </a:lnTo>
                  <a:lnTo>
                    <a:pt x="14440" y="34809"/>
                  </a:lnTo>
                  <a:lnTo>
                    <a:pt x="14978" y="33914"/>
                  </a:lnTo>
                  <a:lnTo>
                    <a:pt x="15515" y="33044"/>
                  </a:lnTo>
                  <a:lnTo>
                    <a:pt x="16044" y="32199"/>
                  </a:lnTo>
                  <a:lnTo>
                    <a:pt x="16547" y="31398"/>
                  </a:lnTo>
                  <a:lnTo>
                    <a:pt x="17477" y="29948"/>
                  </a:lnTo>
                  <a:lnTo>
                    <a:pt x="18227" y="28805"/>
                  </a:lnTo>
                  <a:lnTo>
                    <a:pt x="18910" y="27773"/>
                  </a:lnTo>
                  <a:lnTo>
                    <a:pt x="19933" y="27269"/>
                  </a:lnTo>
                  <a:lnTo>
                    <a:pt x="21008" y="26732"/>
                  </a:lnTo>
                  <a:lnTo>
                    <a:pt x="22270" y="26092"/>
                  </a:lnTo>
                  <a:lnTo>
                    <a:pt x="23584" y="25418"/>
                  </a:lnTo>
                  <a:lnTo>
                    <a:pt x="24812" y="24779"/>
                  </a:lnTo>
                  <a:lnTo>
                    <a:pt x="25349" y="24489"/>
                  </a:lnTo>
                  <a:lnTo>
                    <a:pt x="25818" y="24233"/>
                  </a:lnTo>
                  <a:lnTo>
                    <a:pt x="26194" y="24011"/>
                  </a:lnTo>
                  <a:lnTo>
                    <a:pt x="26467" y="23849"/>
                  </a:lnTo>
                  <a:lnTo>
                    <a:pt x="27149" y="23380"/>
                  </a:lnTo>
                  <a:lnTo>
                    <a:pt x="27780" y="22945"/>
                  </a:lnTo>
                  <a:lnTo>
                    <a:pt x="28360" y="22536"/>
                  </a:lnTo>
                  <a:lnTo>
                    <a:pt x="28889" y="22143"/>
                  </a:lnTo>
                  <a:lnTo>
                    <a:pt x="29136" y="21947"/>
                  </a:lnTo>
                  <a:lnTo>
                    <a:pt x="29375" y="21751"/>
                  </a:lnTo>
                  <a:lnTo>
                    <a:pt x="29597" y="21563"/>
                  </a:lnTo>
                  <a:lnTo>
                    <a:pt x="29819" y="21367"/>
                  </a:lnTo>
                  <a:lnTo>
                    <a:pt x="30023" y="21171"/>
                  </a:lnTo>
                  <a:lnTo>
                    <a:pt x="30228" y="20975"/>
                  </a:lnTo>
                  <a:lnTo>
                    <a:pt x="30416" y="20770"/>
                  </a:lnTo>
                  <a:lnTo>
                    <a:pt x="30603" y="20565"/>
                  </a:lnTo>
                  <a:lnTo>
                    <a:pt x="30783" y="20352"/>
                  </a:lnTo>
                  <a:lnTo>
                    <a:pt x="30945" y="20130"/>
                  </a:lnTo>
                  <a:lnTo>
                    <a:pt x="31115" y="19909"/>
                  </a:lnTo>
                  <a:lnTo>
                    <a:pt x="31269" y="19670"/>
                  </a:lnTo>
                  <a:lnTo>
                    <a:pt x="31422" y="19431"/>
                  </a:lnTo>
                  <a:lnTo>
                    <a:pt x="31576" y="19175"/>
                  </a:lnTo>
                  <a:lnTo>
                    <a:pt x="31721" y="18919"/>
                  </a:lnTo>
                  <a:lnTo>
                    <a:pt x="31857" y="18638"/>
                  </a:lnTo>
                  <a:lnTo>
                    <a:pt x="31994" y="18356"/>
                  </a:lnTo>
                  <a:lnTo>
                    <a:pt x="32130" y="18049"/>
                  </a:lnTo>
                  <a:lnTo>
                    <a:pt x="32267" y="17734"/>
                  </a:lnTo>
                  <a:lnTo>
                    <a:pt x="32395" y="17409"/>
                  </a:lnTo>
                  <a:lnTo>
                    <a:pt x="32523" y="17060"/>
                  </a:lnTo>
                  <a:lnTo>
                    <a:pt x="32650" y="16693"/>
                  </a:lnTo>
                  <a:lnTo>
                    <a:pt x="32778" y="16309"/>
                  </a:lnTo>
                  <a:lnTo>
                    <a:pt x="32906" y="15908"/>
                  </a:lnTo>
                  <a:lnTo>
                    <a:pt x="32923" y="15857"/>
                  </a:lnTo>
                  <a:lnTo>
                    <a:pt x="32992" y="15652"/>
                  </a:lnTo>
                  <a:lnTo>
                    <a:pt x="33077" y="15422"/>
                  </a:lnTo>
                  <a:lnTo>
                    <a:pt x="33290" y="14876"/>
                  </a:lnTo>
                  <a:lnTo>
                    <a:pt x="33546" y="14236"/>
                  </a:lnTo>
                  <a:lnTo>
                    <a:pt x="33845" y="13529"/>
                  </a:lnTo>
                  <a:lnTo>
                    <a:pt x="34177" y="12769"/>
                  </a:lnTo>
                  <a:lnTo>
                    <a:pt x="34527" y="11968"/>
                  </a:lnTo>
                  <a:lnTo>
                    <a:pt x="35260" y="10347"/>
                  </a:lnTo>
                  <a:lnTo>
                    <a:pt x="35951" y="8820"/>
                  </a:lnTo>
                  <a:lnTo>
                    <a:pt x="36548" y="7541"/>
                  </a:lnTo>
                  <a:lnTo>
                    <a:pt x="37111" y="6330"/>
                  </a:lnTo>
                  <a:lnTo>
                    <a:pt x="37137" y="6304"/>
                  </a:lnTo>
                  <a:lnTo>
                    <a:pt x="37145" y="6270"/>
                  </a:lnTo>
                  <a:lnTo>
                    <a:pt x="37137" y="6236"/>
                  </a:lnTo>
                  <a:lnTo>
                    <a:pt x="37120" y="6193"/>
                  </a:lnTo>
                  <a:lnTo>
                    <a:pt x="37086" y="6151"/>
                  </a:lnTo>
                  <a:lnTo>
                    <a:pt x="37043" y="6099"/>
                  </a:lnTo>
                  <a:lnTo>
                    <a:pt x="36924" y="5997"/>
                  </a:lnTo>
                  <a:lnTo>
                    <a:pt x="36753" y="5878"/>
                  </a:lnTo>
                  <a:lnTo>
                    <a:pt x="36557" y="5750"/>
                  </a:lnTo>
                  <a:lnTo>
                    <a:pt x="36327" y="5622"/>
                  </a:lnTo>
                  <a:lnTo>
                    <a:pt x="36071" y="5485"/>
                  </a:lnTo>
                  <a:lnTo>
                    <a:pt x="35798" y="5349"/>
                  </a:lnTo>
                  <a:lnTo>
                    <a:pt x="35508" y="5204"/>
                  </a:lnTo>
                  <a:lnTo>
                    <a:pt x="35209" y="5067"/>
                  </a:lnTo>
                  <a:lnTo>
                    <a:pt x="34902" y="4939"/>
                  </a:lnTo>
                  <a:lnTo>
                    <a:pt x="34604" y="4811"/>
                  </a:lnTo>
                  <a:lnTo>
                    <a:pt x="34314" y="4701"/>
                  </a:lnTo>
                  <a:lnTo>
                    <a:pt x="34024" y="4590"/>
                  </a:lnTo>
                  <a:lnTo>
                    <a:pt x="33759" y="4496"/>
                  </a:lnTo>
                  <a:lnTo>
                    <a:pt x="33555" y="4880"/>
                  </a:lnTo>
                  <a:lnTo>
                    <a:pt x="33341" y="5229"/>
                  </a:lnTo>
                  <a:lnTo>
                    <a:pt x="33120" y="5571"/>
                  </a:lnTo>
                  <a:lnTo>
                    <a:pt x="32889" y="5895"/>
                  </a:lnTo>
                  <a:lnTo>
                    <a:pt x="32650" y="6193"/>
                  </a:lnTo>
                  <a:lnTo>
                    <a:pt x="32403" y="6475"/>
                  </a:lnTo>
                  <a:lnTo>
                    <a:pt x="32156" y="6739"/>
                  </a:lnTo>
                  <a:lnTo>
                    <a:pt x="31900" y="6986"/>
                  </a:lnTo>
                  <a:lnTo>
                    <a:pt x="31635" y="7208"/>
                  </a:lnTo>
                  <a:lnTo>
                    <a:pt x="31371" y="7421"/>
                  </a:lnTo>
                  <a:lnTo>
                    <a:pt x="31107" y="7609"/>
                  </a:lnTo>
                  <a:lnTo>
                    <a:pt x="30834" y="7788"/>
                  </a:lnTo>
                  <a:lnTo>
                    <a:pt x="30561" y="7942"/>
                  </a:lnTo>
                  <a:lnTo>
                    <a:pt x="30279" y="8087"/>
                  </a:lnTo>
                  <a:lnTo>
                    <a:pt x="30006" y="8206"/>
                  </a:lnTo>
                  <a:lnTo>
                    <a:pt x="29725" y="8317"/>
                  </a:lnTo>
                  <a:lnTo>
                    <a:pt x="29443" y="8402"/>
                  </a:lnTo>
                  <a:lnTo>
                    <a:pt x="29162" y="8479"/>
                  </a:lnTo>
                  <a:lnTo>
                    <a:pt x="28880" y="8539"/>
                  </a:lnTo>
                  <a:lnTo>
                    <a:pt x="28608" y="8573"/>
                  </a:lnTo>
                  <a:lnTo>
                    <a:pt x="28326" y="8599"/>
                  </a:lnTo>
                  <a:lnTo>
                    <a:pt x="28053" y="8616"/>
                  </a:lnTo>
                  <a:lnTo>
                    <a:pt x="27789" y="8607"/>
                  </a:lnTo>
                  <a:lnTo>
                    <a:pt x="27516" y="8590"/>
                  </a:lnTo>
                  <a:lnTo>
                    <a:pt x="27251" y="8556"/>
                  </a:lnTo>
                  <a:lnTo>
                    <a:pt x="26996" y="8505"/>
                  </a:lnTo>
                  <a:lnTo>
                    <a:pt x="26740" y="8436"/>
                  </a:lnTo>
                  <a:lnTo>
                    <a:pt x="26492" y="8360"/>
                  </a:lnTo>
                  <a:lnTo>
                    <a:pt x="26253" y="8266"/>
                  </a:lnTo>
                  <a:lnTo>
                    <a:pt x="26015" y="8155"/>
                  </a:lnTo>
                  <a:lnTo>
                    <a:pt x="25784" y="8036"/>
                  </a:lnTo>
                  <a:lnTo>
                    <a:pt x="25571" y="7899"/>
                  </a:lnTo>
                  <a:lnTo>
                    <a:pt x="25358" y="7746"/>
                  </a:lnTo>
                  <a:lnTo>
                    <a:pt x="25162" y="7584"/>
                  </a:lnTo>
                  <a:lnTo>
                    <a:pt x="24966" y="7404"/>
                  </a:lnTo>
                  <a:lnTo>
                    <a:pt x="24778" y="7217"/>
                  </a:lnTo>
                  <a:lnTo>
                    <a:pt x="24590" y="7021"/>
                  </a:lnTo>
                  <a:lnTo>
                    <a:pt x="24420" y="6807"/>
                  </a:lnTo>
                  <a:lnTo>
                    <a:pt x="24249" y="6594"/>
                  </a:lnTo>
                  <a:lnTo>
                    <a:pt x="24087" y="6372"/>
                  </a:lnTo>
                  <a:lnTo>
                    <a:pt x="23933" y="6142"/>
                  </a:lnTo>
                  <a:lnTo>
                    <a:pt x="23788" y="5912"/>
                  </a:lnTo>
                  <a:lnTo>
                    <a:pt x="23652" y="5664"/>
                  </a:lnTo>
                  <a:lnTo>
                    <a:pt x="23524" y="5417"/>
                  </a:lnTo>
                  <a:lnTo>
                    <a:pt x="23405" y="5170"/>
                  </a:lnTo>
                  <a:lnTo>
                    <a:pt x="23302" y="4914"/>
                  </a:lnTo>
                  <a:lnTo>
                    <a:pt x="23200" y="4649"/>
                  </a:lnTo>
                  <a:lnTo>
                    <a:pt x="23106" y="4394"/>
                  </a:lnTo>
                  <a:lnTo>
                    <a:pt x="23029" y="4121"/>
                  </a:lnTo>
                  <a:lnTo>
                    <a:pt x="22953" y="3856"/>
                  </a:lnTo>
                  <a:lnTo>
                    <a:pt x="22901" y="3592"/>
                  </a:lnTo>
                  <a:lnTo>
                    <a:pt x="22850" y="3319"/>
                  </a:lnTo>
                  <a:lnTo>
                    <a:pt x="22808" y="3046"/>
                  </a:lnTo>
                  <a:lnTo>
                    <a:pt x="22782" y="2781"/>
                  </a:lnTo>
                  <a:lnTo>
                    <a:pt x="22773" y="2509"/>
                  </a:lnTo>
                  <a:lnTo>
                    <a:pt x="22773" y="2244"/>
                  </a:lnTo>
                  <a:lnTo>
                    <a:pt x="22782" y="1980"/>
                  </a:lnTo>
                  <a:lnTo>
                    <a:pt x="22808" y="1715"/>
                  </a:lnTo>
                  <a:lnTo>
                    <a:pt x="22842" y="1459"/>
                  </a:lnTo>
                  <a:lnTo>
                    <a:pt x="22893" y="1204"/>
                  </a:lnTo>
                  <a:lnTo>
                    <a:pt x="22953" y="956"/>
                  </a:lnTo>
                  <a:lnTo>
                    <a:pt x="23029" y="709"/>
                  </a:lnTo>
                  <a:lnTo>
                    <a:pt x="23123" y="470"/>
                  </a:lnTo>
                  <a:lnTo>
                    <a:pt x="23226" y="231"/>
                  </a:lnTo>
                  <a:lnTo>
                    <a:pt x="22518" y="197"/>
                  </a:lnTo>
                  <a:lnTo>
                    <a:pt x="21938" y="163"/>
                  </a:lnTo>
                  <a:lnTo>
                    <a:pt x="21460" y="129"/>
                  </a:lnTo>
                  <a:lnTo>
                    <a:pt x="21093" y="86"/>
                  </a:lnTo>
                  <a:lnTo>
                    <a:pt x="20812" y="52"/>
                  </a:lnTo>
                  <a:lnTo>
                    <a:pt x="20624" y="27"/>
                  </a:lnTo>
                  <a:lnTo>
                    <a:pt x="204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1131;p26">
              <a:extLst>
                <a:ext uri="{FF2B5EF4-FFF2-40B4-BE49-F238E27FC236}">
                  <a16:creationId xmlns:a16="http://schemas.microsoft.com/office/drawing/2014/main" id="{994E6FBE-2B75-E91E-1AEC-4AAB312BB1DE}"/>
                </a:ext>
              </a:extLst>
            </p:cNvPr>
            <p:cNvSpPr/>
            <p:nvPr/>
          </p:nvSpPr>
          <p:spPr>
            <a:xfrm>
              <a:off x="4660575" y="2659500"/>
              <a:ext cx="160825" cy="136275"/>
            </a:xfrm>
            <a:custGeom>
              <a:avLst/>
              <a:gdLst/>
              <a:ahLst/>
              <a:cxnLst/>
              <a:rect l="l" t="t" r="r" b="b"/>
              <a:pathLst>
                <a:path w="6433" h="5451" fill="none" extrusionOk="0">
                  <a:moveTo>
                    <a:pt x="6432" y="0"/>
                  </a:moveTo>
                  <a:lnTo>
                    <a:pt x="6432" y="0"/>
                  </a:lnTo>
                  <a:lnTo>
                    <a:pt x="5639" y="691"/>
                  </a:lnTo>
                  <a:lnTo>
                    <a:pt x="4846" y="1382"/>
                  </a:lnTo>
                  <a:lnTo>
                    <a:pt x="3234" y="2747"/>
                  </a:lnTo>
                  <a:lnTo>
                    <a:pt x="1622" y="4103"/>
                  </a:lnTo>
                  <a:lnTo>
                    <a:pt x="1" y="5451"/>
                  </a:lnTo>
                </a:path>
              </a:pathLst>
            </a:custGeom>
            <a:noFill/>
            <a:ln w="10875" cap="rnd" cmpd="sng">
              <a:solidFill>
                <a:srgbClr val="3838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1132;p26">
              <a:extLst>
                <a:ext uri="{FF2B5EF4-FFF2-40B4-BE49-F238E27FC236}">
                  <a16:creationId xmlns:a16="http://schemas.microsoft.com/office/drawing/2014/main" id="{657F9A79-7707-34A3-3225-6B8B42C712EC}"/>
                </a:ext>
              </a:extLst>
            </p:cNvPr>
            <p:cNvSpPr/>
            <p:nvPr/>
          </p:nvSpPr>
          <p:spPr>
            <a:xfrm>
              <a:off x="4769550" y="2687650"/>
              <a:ext cx="57600" cy="17500"/>
            </a:xfrm>
            <a:custGeom>
              <a:avLst/>
              <a:gdLst/>
              <a:ahLst/>
              <a:cxnLst/>
              <a:rect l="l" t="t" r="r" b="b"/>
              <a:pathLst>
                <a:path w="2304" h="700" fill="none" extrusionOk="0">
                  <a:moveTo>
                    <a:pt x="2303" y="0"/>
                  </a:moveTo>
                  <a:lnTo>
                    <a:pt x="2303" y="0"/>
                  </a:lnTo>
                  <a:lnTo>
                    <a:pt x="0" y="700"/>
                  </a:lnTo>
                </a:path>
              </a:pathLst>
            </a:custGeom>
            <a:noFill/>
            <a:ln w="10875" cap="rnd" cmpd="sng">
              <a:solidFill>
                <a:srgbClr val="3838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1133;p26">
              <a:extLst>
                <a:ext uri="{FF2B5EF4-FFF2-40B4-BE49-F238E27FC236}">
                  <a16:creationId xmlns:a16="http://schemas.microsoft.com/office/drawing/2014/main" id="{4768BEA9-AEE9-3DB7-9BDD-EFD681974372}"/>
                </a:ext>
              </a:extLst>
            </p:cNvPr>
            <p:cNvSpPr/>
            <p:nvPr/>
          </p:nvSpPr>
          <p:spPr>
            <a:xfrm>
              <a:off x="4542250" y="3026675"/>
              <a:ext cx="43300" cy="339500"/>
            </a:xfrm>
            <a:custGeom>
              <a:avLst/>
              <a:gdLst/>
              <a:ahLst/>
              <a:cxnLst/>
              <a:rect l="l" t="t" r="r" b="b"/>
              <a:pathLst>
                <a:path w="1732" h="13580" fill="none" extrusionOk="0">
                  <a:moveTo>
                    <a:pt x="1732" y="1"/>
                  </a:moveTo>
                  <a:lnTo>
                    <a:pt x="1732" y="1"/>
                  </a:lnTo>
                  <a:lnTo>
                    <a:pt x="1561" y="402"/>
                  </a:lnTo>
                  <a:lnTo>
                    <a:pt x="1399" y="803"/>
                  </a:lnTo>
                  <a:lnTo>
                    <a:pt x="1245" y="1204"/>
                  </a:lnTo>
                  <a:lnTo>
                    <a:pt x="1109" y="1613"/>
                  </a:lnTo>
                  <a:lnTo>
                    <a:pt x="973" y="2031"/>
                  </a:lnTo>
                  <a:lnTo>
                    <a:pt x="845" y="2440"/>
                  </a:lnTo>
                  <a:lnTo>
                    <a:pt x="725" y="2858"/>
                  </a:lnTo>
                  <a:lnTo>
                    <a:pt x="614" y="3276"/>
                  </a:lnTo>
                  <a:lnTo>
                    <a:pt x="512" y="3703"/>
                  </a:lnTo>
                  <a:lnTo>
                    <a:pt x="427" y="4121"/>
                  </a:lnTo>
                  <a:lnTo>
                    <a:pt x="341" y="4547"/>
                  </a:lnTo>
                  <a:lnTo>
                    <a:pt x="265" y="4982"/>
                  </a:lnTo>
                  <a:lnTo>
                    <a:pt x="205" y="5409"/>
                  </a:lnTo>
                  <a:lnTo>
                    <a:pt x="145" y="5835"/>
                  </a:lnTo>
                  <a:lnTo>
                    <a:pt x="103" y="6270"/>
                  </a:lnTo>
                  <a:lnTo>
                    <a:pt x="60" y="6696"/>
                  </a:lnTo>
                  <a:lnTo>
                    <a:pt x="34" y="7131"/>
                  </a:lnTo>
                  <a:lnTo>
                    <a:pt x="9" y="7566"/>
                  </a:lnTo>
                  <a:lnTo>
                    <a:pt x="0" y="8001"/>
                  </a:lnTo>
                  <a:lnTo>
                    <a:pt x="0" y="8436"/>
                  </a:lnTo>
                  <a:lnTo>
                    <a:pt x="9" y="8871"/>
                  </a:lnTo>
                  <a:lnTo>
                    <a:pt x="17" y="9298"/>
                  </a:lnTo>
                  <a:lnTo>
                    <a:pt x="43" y="9733"/>
                  </a:lnTo>
                  <a:lnTo>
                    <a:pt x="77" y="10168"/>
                  </a:lnTo>
                  <a:lnTo>
                    <a:pt x="120" y="10594"/>
                  </a:lnTo>
                  <a:lnTo>
                    <a:pt x="171" y="11029"/>
                  </a:lnTo>
                  <a:lnTo>
                    <a:pt x="230" y="11456"/>
                  </a:lnTo>
                  <a:lnTo>
                    <a:pt x="307" y="11882"/>
                  </a:lnTo>
                  <a:lnTo>
                    <a:pt x="384" y="12309"/>
                  </a:lnTo>
                  <a:lnTo>
                    <a:pt x="469" y="12735"/>
                  </a:lnTo>
                  <a:lnTo>
                    <a:pt x="572" y="13162"/>
                  </a:lnTo>
                  <a:lnTo>
                    <a:pt x="674" y="13580"/>
                  </a:lnTo>
                </a:path>
              </a:pathLst>
            </a:custGeom>
            <a:noFill/>
            <a:ln w="10875" cap="rnd" cmpd="sng">
              <a:solidFill>
                <a:srgbClr val="3838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1134;p26">
              <a:extLst>
                <a:ext uri="{FF2B5EF4-FFF2-40B4-BE49-F238E27FC236}">
                  <a16:creationId xmlns:a16="http://schemas.microsoft.com/office/drawing/2014/main" id="{247D1E90-5F2A-885A-4853-B1C52493F09A}"/>
                </a:ext>
              </a:extLst>
            </p:cNvPr>
            <p:cNvSpPr/>
            <p:nvPr/>
          </p:nvSpPr>
          <p:spPr>
            <a:xfrm>
              <a:off x="4432850" y="2730725"/>
              <a:ext cx="329675" cy="539500"/>
            </a:xfrm>
            <a:custGeom>
              <a:avLst/>
              <a:gdLst/>
              <a:ahLst/>
              <a:cxnLst/>
              <a:rect l="l" t="t" r="r" b="b"/>
              <a:pathLst>
                <a:path w="13187" h="21580" extrusionOk="0">
                  <a:moveTo>
                    <a:pt x="9895" y="0"/>
                  </a:moveTo>
                  <a:lnTo>
                    <a:pt x="9733" y="9"/>
                  </a:lnTo>
                  <a:lnTo>
                    <a:pt x="9579" y="26"/>
                  </a:lnTo>
                  <a:lnTo>
                    <a:pt x="9426" y="43"/>
                  </a:lnTo>
                  <a:lnTo>
                    <a:pt x="9272" y="77"/>
                  </a:lnTo>
                  <a:lnTo>
                    <a:pt x="9127" y="111"/>
                  </a:lnTo>
                  <a:lnTo>
                    <a:pt x="8973" y="154"/>
                  </a:lnTo>
                  <a:lnTo>
                    <a:pt x="8828" y="205"/>
                  </a:lnTo>
                  <a:lnTo>
                    <a:pt x="8692" y="264"/>
                  </a:lnTo>
                  <a:lnTo>
                    <a:pt x="8547" y="333"/>
                  </a:lnTo>
                  <a:lnTo>
                    <a:pt x="8411" y="401"/>
                  </a:lnTo>
                  <a:lnTo>
                    <a:pt x="8274" y="478"/>
                  </a:lnTo>
                  <a:lnTo>
                    <a:pt x="8146" y="563"/>
                  </a:lnTo>
                  <a:lnTo>
                    <a:pt x="8018" y="657"/>
                  </a:lnTo>
                  <a:lnTo>
                    <a:pt x="7899" y="751"/>
                  </a:lnTo>
                  <a:lnTo>
                    <a:pt x="7779" y="862"/>
                  </a:lnTo>
                  <a:lnTo>
                    <a:pt x="7669" y="964"/>
                  </a:lnTo>
                  <a:lnTo>
                    <a:pt x="7566" y="1083"/>
                  </a:lnTo>
                  <a:lnTo>
                    <a:pt x="7464" y="1203"/>
                  </a:lnTo>
                  <a:lnTo>
                    <a:pt x="7361" y="1331"/>
                  </a:lnTo>
                  <a:lnTo>
                    <a:pt x="7276" y="1467"/>
                  </a:lnTo>
                  <a:lnTo>
                    <a:pt x="7191" y="1604"/>
                  </a:lnTo>
                  <a:lnTo>
                    <a:pt x="7106" y="1749"/>
                  </a:lnTo>
                  <a:lnTo>
                    <a:pt x="7037" y="1894"/>
                  </a:lnTo>
                  <a:lnTo>
                    <a:pt x="282" y="17042"/>
                  </a:lnTo>
                  <a:lnTo>
                    <a:pt x="222" y="17195"/>
                  </a:lnTo>
                  <a:lnTo>
                    <a:pt x="163" y="17349"/>
                  </a:lnTo>
                  <a:lnTo>
                    <a:pt x="111" y="17502"/>
                  </a:lnTo>
                  <a:lnTo>
                    <a:pt x="77" y="17664"/>
                  </a:lnTo>
                  <a:lnTo>
                    <a:pt x="43" y="17818"/>
                  </a:lnTo>
                  <a:lnTo>
                    <a:pt x="26" y="17972"/>
                  </a:lnTo>
                  <a:lnTo>
                    <a:pt x="9" y="18134"/>
                  </a:lnTo>
                  <a:lnTo>
                    <a:pt x="1" y="18287"/>
                  </a:lnTo>
                  <a:lnTo>
                    <a:pt x="1" y="18449"/>
                  </a:lnTo>
                  <a:lnTo>
                    <a:pt x="9" y="18603"/>
                  </a:lnTo>
                  <a:lnTo>
                    <a:pt x="26" y="18756"/>
                  </a:lnTo>
                  <a:lnTo>
                    <a:pt x="43" y="18910"/>
                  </a:lnTo>
                  <a:lnTo>
                    <a:pt x="77" y="19063"/>
                  </a:lnTo>
                  <a:lnTo>
                    <a:pt x="111" y="19208"/>
                  </a:lnTo>
                  <a:lnTo>
                    <a:pt x="154" y="19362"/>
                  </a:lnTo>
                  <a:lnTo>
                    <a:pt x="205" y="19507"/>
                  </a:lnTo>
                  <a:lnTo>
                    <a:pt x="265" y="19643"/>
                  </a:lnTo>
                  <a:lnTo>
                    <a:pt x="333" y="19788"/>
                  </a:lnTo>
                  <a:lnTo>
                    <a:pt x="401" y="19925"/>
                  </a:lnTo>
                  <a:lnTo>
                    <a:pt x="478" y="20061"/>
                  </a:lnTo>
                  <a:lnTo>
                    <a:pt x="564" y="20189"/>
                  </a:lnTo>
                  <a:lnTo>
                    <a:pt x="657" y="20317"/>
                  </a:lnTo>
                  <a:lnTo>
                    <a:pt x="751" y="20436"/>
                  </a:lnTo>
                  <a:lnTo>
                    <a:pt x="854" y="20556"/>
                  </a:lnTo>
                  <a:lnTo>
                    <a:pt x="964" y="20667"/>
                  </a:lnTo>
                  <a:lnTo>
                    <a:pt x="1084" y="20769"/>
                  </a:lnTo>
                  <a:lnTo>
                    <a:pt x="1203" y="20871"/>
                  </a:lnTo>
                  <a:lnTo>
                    <a:pt x="1331" y="20974"/>
                  </a:lnTo>
                  <a:lnTo>
                    <a:pt x="1468" y="21059"/>
                  </a:lnTo>
                  <a:lnTo>
                    <a:pt x="1604" y="21144"/>
                  </a:lnTo>
                  <a:lnTo>
                    <a:pt x="1749" y="21230"/>
                  </a:lnTo>
                  <a:lnTo>
                    <a:pt x="1894" y="21298"/>
                  </a:lnTo>
                  <a:lnTo>
                    <a:pt x="2048" y="21366"/>
                  </a:lnTo>
                  <a:lnTo>
                    <a:pt x="2201" y="21417"/>
                  </a:lnTo>
                  <a:lnTo>
                    <a:pt x="2355" y="21469"/>
                  </a:lnTo>
                  <a:lnTo>
                    <a:pt x="2517" y="21503"/>
                  </a:lnTo>
                  <a:lnTo>
                    <a:pt x="2670" y="21537"/>
                  </a:lnTo>
                  <a:lnTo>
                    <a:pt x="2824" y="21562"/>
                  </a:lnTo>
                  <a:lnTo>
                    <a:pt x="2986" y="21571"/>
                  </a:lnTo>
                  <a:lnTo>
                    <a:pt x="3139" y="21579"/>
                  </a:lnTo>
                  <a:lnTo>
                    <a:pt x="3301" y="21579"/>
                  </a:lnTo>
                  <a:lnTo>
                    <a:pt x="3455" y="21571"/>
                  </a:lnTo>
                  <a:lnTo>
                    <a:pt x="3609" y="21562"/>
                  </a:lnTo>
                  <a:lnTo>
                    <a:pt x="3762" y="21537"/>
                  </a:lnTo>
                  <a:lnTo>
                    <a:pt x="3916" y="21503"/>
                  </a:lnTo>
                  <a:lnTo>
                    <a:pt x="4061" y="21469"/>
                  </a:lnTo>
                  <a:lnTo>
                    <a:pt x="4214" y="21426"/>
                  </a:lnTo>
                  <a:lnTo>
                    <a:pt x="4359" y="21375"/>
                  </a:lnTo>
                  <a:lnTo>
                    <a:pt x="4496" y="21315"/>
                  </a:lnTo>
                  <a:lnTo>
                    <a:pt x="4641" y="21247"/>
                  </a:lnTo>
                  <a:lnTo>
                    <a:pt x="4777" y="21179"/>
                  </a:lnTo>
                  <a:lnTo>
                    <a:pt x="4914" y="21102"/>
                  </a:lnTo>
                  <a:lnTo>
                    <a:pt x="5041" y="21016"/>
                  </a:lnTo>
                  <a:lnTo>
                    <a:pt x="5169" y="20923"/>
                  </a:lnTo>
                  <a:lnTo>
                    <a:pt x="5289" y="20829"/>
                  </a:lnTo>
                  <a:lnTo>
                    <a:pt x="5408" y="20726"/>
                  </a:lnTo>
                  <a:lnTo>
                    <a:pt x="5519" y="20616"/>
                  </a:lnTo>
                  <a:lnTo>
                    <a:pt x="5621" y="20496"/>
                  </a:lnTo>
                  <a:lnTo>
                    <a:pt x="5724" y="20377"/>
                  </a:lnTo>
                  <a:lnTo>
                    <a:pt x="5826" y="20249"/>
                  </a:lnTo>
                  <a:lnTo>
                    <a:pt x="5911" y="20121"/>
                  </a:lnTo>
                  <a:lnTo>
                    <a:pt x="5997" y="19976"/>
                  </a:lnTo>
                  <a:lnTo>
                    <a:pt x="6082" y="19839"/>
                  </a:lnTo>
                  <a:lnTo>
                    <a:pt x="6150" y="19686"/>
                  </a:lnTo>
                  <a:lnTo>
                    <a:pt x="12906" y="4538"/>
                  </a:lnTo>
                  <a:lnTo>
                    <a:pt x="12965" y="4384"/>
                  </a:lnTo>
                  <a:lnTo>
                    <a:pt x="13025" y="4231"/>
                  </a:lnTo>
                  <a:lnTo>
                    <a:pt x="13076" y="4077"/>
                  </a:lnTo>
                  <a:lnTo>
                    <a:pt x="13110" y="3924"/>
                  </a:lnTo>
                  <a:lnTo>
                    <a:pt x="13144" y="3762"/>
                  </a:lnTo>
                  <a:lnTo>
                    <a:pt x="13170" y="3608"/>
                  </a:lnTo>
                  <a:lnTo>
                    <a:pt x="13178" y="3454"/>
                  </a:lnTo>
                  <a:lnTo>
                    <a:pt x="13187" y="3292"/>
                  </a:lnTo>
                  <a:lnTo>
                    <a:pt x="13187" y="3139"/>
                  </a:lnTo>
                  <a:lnTo>
                    <a:pt x="13178" y="2985"/>
                  </a:lnTo>
                  <a:lnTo>
                    <a:pt x="13170" y="2823"/>
                  </a:lnTo>
                  <a:lnTo>
                    <a:pt x="13144" y="2670"/>
                  </a:lnTo>
                  <a:lnTo>
                    <a:pt x="13110" y="2525"/>
                  </a:lnTo>
                  <a:lnTo>
                    <a:pt x="13076" y="2371"/>
                  </a:lnTo>
                  <a:lnTo>
                    <a:pt x="13033" y="2226"/>
                  </a:lnTo>
                  <a:lnTo>
                    <a:pt x="12982" y="2081"/>
                  </a:lnTo>
                  <a:lnTo>
                    <a:pt x="12923" y="1936"/>
                  </a:lnTo>
                  <a:lnTo>
                    <a:pt x="12854" y="1791"/>
                  </a:lnTo>
                  <a:lnTo>
                    <a:pt x="12786" y="1655"/>
                  </a:lnTo>
                  <a:lnTo>
                    <a:pt x="12709" y="1527"/>
                  </a:lnTo>
                  <a:lnTo>
                    <a:pt x="12624" y="1390"/>
                  </a:lnTo>
                  <a:lnTo>
                    <a:pt x="12530" y="1271"/>
                  </a:lnTo>
                  <a:lnTo>
                    <a:pt x="12436" y="1143"/>
                  </a:lnTo>
                  <a:lnTo>
                    <a:pt x="12334" y="1032"/>
                  </a:lnTo>
                  <a:lnTo>
                    <a:pt x="12223" y="913"/>
                  </a:lnTo>
                  <a:lnTo>
                    <a:pt x="12104" y="810"/>
                  </a:lnTo>
                  <a:lnTo>
                    <a:pt x="11984" y="708"/>
                  </a:lnTo>
                  <a:lnTo>
                    <a:pt x="11856" y="606"/>
                  </a:lnTo>
                  <a:lnTo>
                    <a:pt x="11728" y="520"/>
                  </a:lnTo>
                  <a:lnTo>
                    <a:pt x="11583" y="435"/>
                  </a:lnTo>
                  <a:lnTo>
                    <a:pt x="11438" y="358"/>
                  </a:lnTo>
                  <a:lnTo>
                    <a:pt x="11293" y="282"/>
                  </a:lnTo>
                  <a:lnTo>
                    <a:pt x="11140" y="222"/>
                  </a:lnTo>
                  <a:lnTo>
                    <a:pt x="10986" y="162"/>
                  </a:lnTo>
                  <a:lnTo>
                    <a:pt x="10833" y="119"/>
                  </a:lnTo>
                  <a:lnTo>
                    <a:pt x="10679" y="77"/>
                  </a:lnTo>
                  <a:lnTo>
                    <a:pt x="10517" y="43"/>
                  </a:lnTo>
                  <a:lnTo>
                    <a:pt x="10364" y="26"/>
                  </a:lnTo>
                  <a:lnTo>
                    <a:pt x="10202" y="9"/>
                  </a:lnTo>
                  <a:lnTo>
                    <a:pt x="10048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1135;p26">
              <a:extLst>
                <a:ext uri="{FF2B5EF4-FFF2-40B4-BE49-F238E27FC236}">
                  <a16:creationId xmlns:a16="http://schemas.microsoft.com/office/drawing/2014/main" id="{07AFCEC0-E055-4213-9C4A-668A9911B58B}"/>
                </a:ext>
              </a:extLst>
            </p:cNvPr>
            <p:cNvSpPr/>
            <p:nvPr/>
          </p:nvSpPr>
          <p:spPr>
            <a:xfrm>
              <a:off x="4432850" y="2730725"/>
              <a:ext cx="329675" cy="539500"/>
            </a:xfrm>
            <a:custGeom>
              <a:avLst/>
              <a:gdLst/>
              <a:ahLst/>
              <a:cxnLst/>
              <a:rect l="l" t="t" r="r" b="b"/>
              <a:pathLst>
                <a:path w="13187" h="21580" fill="none" extrusionOk="0">
                  <a:moveTo>
                    <a:pt x="1894" y="21298"/>
                  </a:moveTo>
                  <a:lnTo>
                    <a:pt x="1894" y="21298"/>
                  </a:lnTo>
                  <a:lnTo>
                    <a:pt x="1894" y="21298"/>
                  </a:lnTo>
                  <a:lnTo>
                    <a:pt x="1749" y="21230"/>
                  </a:lnTo>
                  <a:lnTo>
                    <a:pt x="1604" y="21144"/>
                  </a:lnTo>
                  <a:lnTo>
                    <a:pt x="1468" y="21059"/>
                  </a:lnTo>
                  <a:lnTo>
                    <a:pt x="1331" y="20974"/>
                  </a:lnTo>
                  <a:lnTo>
                    <a:pt x="1203" y="20871"/>
                  </a:lnTo>
                  <a:lnTo>
                    <a:pt x="1084" y="20769"/>
                  </a:lnTo>
                  <a:lnTo>
                    <a:pt x="964" y="20667"/>
                  </a:lnTo>
                  <a:lnTo>
                    <a:pt x="854" y="20556"/>
                  </a:lnTo>
                  <a:lnTo>
                    <a:pt x="751" y="20436"/>
                  </a:lnTo>
                  <a:lnTo>
                    <a:pt x="657" y="20317"/>
                  </a:lnTo>
                  <a:lnTo>
                    <a:pt x="564" y="20189"/>
                  </a:lnTo>
                  <a:lnTo>
                    <a:pt x="478" y="20061"/>
                  </a:lnTo>
                  <a:lnTo>
                    <a:pt x="401" y="19925"/>
                  </a:lnTo>
                  <a:lnTo>
                    <a:pt x="333" y="19788"/>
                  </a:lnTo>
                  <a:lnTo>
                    <a:pt x="265" y="19643"/>
                  </a:lnTo>
                  <a:lnTo>
                    <a:pt x="205" y="19507"/>
                  </a:lnTo>
                  <a:lnTo>
                    <a:pt x="154" y="19362"/>
                  </a:lnTo>
                  <a:lnTo>
                    <a:pt x="111" y="19208"/>
                  </a:lnTo>
                  <a:lnTo>
                    <a:pt x="77" y="19063"/>
                  </a:lnTo>
                  <a:lnTo>
                    <a:pt x="43" y="18910"/>
                  </a:lnTo>
                  <a:lnTo>
                    <a:pt x="26" y="18756"/>
                  </a:lnTo>
                  <a:lnTo>
                    <a:pt x="9" y="18603"/>
                  </a:lnTo>
                  <a:lnTo>
                    <a:pt x="1" y="18449"/>
                  </a:lnTo>
                  <a:lnTo>
                    <a:pt x="1" y="18287"/>
                  </a:lnTo>
                  <a:lnTo>
                    <a:pt x="9" y="18134"/>
                  </a:lnTo>
                  <a:lnTo>
                    <a:pt x="26" y="17972"/>
                  </a:lnTo>
                  <a:lnTo>
                    <a:pt x="43" y="17818"/>
                  </a:lnTo>
                  <a:lnTo>
                    <a:pt x="77" y="17664"/>
                  </a:lnTo>
                  <a:lnTo>
                    <a:pt x="111" y="17502"/>
                  </a:lnTo>
                  <a:lnTo>
                    <a:pt x="163" y="17349"/>
                  </a:lnTo>
                  <a:lnTo>
                    <a:pt x="222" y="17195"/>
                  </a:lnTo>
                  <a:lnTo>
                    <a:pt x="282" y="17042"/>
                  </a:lnTo>
                  <a:lnTo>
                    <a:pt x="7037" y="1894"/>
                  </a:lnTo>
                  <a:lnTo>
                    <a:pt x="7037" y="1894"/>
                  </a:lnTo>
                  <a:lnTo>
                    <a:pt x="7106" y="1749"/>
                  </a:lnTo>
                  <a:lnTo>
                    <a:pt x="7191" y="1604"/>
                  </a:lnTo>
                  <a:lnTo>
                    <a:pt x="7276" y="1467"/>
                  </a:lnTo>
                  <a:lnTo>
                    <a:pt x="7361" y="1331"/>
                  </a:lnTo>
                  <a:lnTo>
                    <a:pt x="7464" y="1203"/>
                  </a:lnTo>
                  <a:lnTo>
                    <a:pt x="7566" y="1083"/>
                  </a:lnTo>
                  <a:lnTo>
                    <a:pt x="7669" y="964"/>
                  </a:lnTo>
                  <a:lnTo>
                    <a:pt x="7779" y="862"/>
                  </a:lnTo>
                  <a:lnTo>
                    <a:pt x="7899" y="751"/>
                  </a:lnTo>
                  <a:lnTo>
                    <a:pt x="8018" y="657"/>
                  </a:lnTo>
                  <a:lnTo>
                    <a:pt x="8146" y="563"/>
                  </a:lnTo>
                  <a:lnTo>
                    <a:pt x="8274" y="478"/>
                  </a:lnTo>
                  <a:lnTo>
                    <a:pt x="8411" y="401"/>
                  </a:lnTo>
                  <a:lnTo>
                    <a:pt x="8547" y="333"/>
                  </a:lnTo>
                  <a:lnTo>
                    <a:pt x="8692" y="264"/>
                  </a:lnTo>
                  <a:lnTo>
                    <a:pt x="8828" y="205"/>
                  </a:lnTo>
                  <a:lnTo>
                    <a:pt x="8973" y="154"/>
                  </a:lnTo>
                  <a:lnTo>
                    <a:pt x="9127" y="111"/>
                  </a:lnTo>
                  <a:lnTo>
                    <a:pt x="9272" y="77"/>
                  </a:lnTo>
                  <a:lnTo>
                    <a:pt x="9426" y="43"/>
                  </a:lnTo>
                  <a:lnTo>
                    <a:pt x="9579" y="26"/>
                  </a:lnTo>
                  <a:lnTo>
                    <a:pt x="9733" y="9"/>
                  </a:lnTo>
                  <a:lnTo>
                    <a:pt x="9895" y="0"/>
                  </a:lnTo>
                  <a:lnTo>
                    <a:pt x="10048" y="0"/>
                  </a:lnTo>
                  <a:lnTo>
                    <a:pt x="10202" y="9"/>
                  </a:lnTo>
                  <a:lnTo>
                    <a:pt x="10364" y="26"/>
                  </a:lnTo>
                  <a:lnTo>
                    <a:pt x="10517" y="43"/>
                  </a:lnTo>
                  <a:lnTo>
                    <a:pt x="10679" y="77"/>
                  </a:lnTo>
                  <a:lnTo>
                    <a:pt x="10833" y="119"/>
                  </a:lnTo>
                  <a:lnTo>
                    <a:pt x="10986" y="162"/>
                  </a:lnTo>
                  <a:lnTo>
                    <a:pt x="11140" y="222"/>
                  </a:lnTo>
                  <a:lnTo>
                    <a:pt x="11293" y="282"/>
                  </a:lnTo>
                  <a:lnTo>
                    <a:pt x="11293" y="282"/>
                  </a:lnTo>
                  <a:lnTo>
                    <a:pt x="11438" y="358"/>
                  </a:lnTo>
                  <a:lnTo>
                    <a:pt x="11583" y="435"/>
                  </a:lnTo>
                  <a:lnTo>
                    <a:pt x="11728" y="520"/>
                  </a:lnTo>
                  <a:lnTo>
                    <a:pt x="11856" y="606"/>
                  </a:lnTo>
                  <a:lnTo>
                    <a:pt x="11984" y="708"/>
                  </a:lnTo>
                  <a:lnTo>
                    <a:pt x="12104" y="810"/>
                  </a:lnTo>
                  <a:lnTo>
                    <a:pt x="12223" y="913"/>
                  </a:lnTo>
                  <a:lnTo>
                    <a:pt x="12334" y="1032"/>
                  </a:lnTo>
                  <a:lnTo>
                    <a:pt x="12436" y="1143"/>
                  </a:lnTo>
                  <a:lnTo>
                    <a:pt x="12530" y="1271"/>
                  </a:lnTo>
                  <a:lnTo>
                    <a:pt x="12624" y="1390"/>
                  </a:lnTo>
                  <a:lnTo>
                    <a:pt x="12709" y="1527"/>
                  </a:lnTo>
                  <a:lnTo>
                    <a:pt x="12786" y="1655"/>
                  </a:lnTo>
                  <a:lnTo>
                    <a:pt x="12854" y="1791"/>
                  </a:lnTo>
                  <a:lnTo>
                    <a:pt x="12923" y="1936"/>
                  </a:lnTo>
                  <a:lnTo>
                    <a:pt x="12982" y="2081"/>
                  </a:lnTo>
                  <a:lnTo>
                    <a:pt x="13033" y="2226"/>
                  </a:lnTo>
                  <a:lnTo>
                    <a:pt x="13076" y="2371"/>
                  </a:lnTo>
                  <a:lnTo>
                    <a:pt x="13110" y="2525"/>
                  </a:lnTo>
                  <a:lnTo>
                    <a:pt x="13144" y="2670"/>
                  </a:lnTo>
                  <a:lnTo>
                    <a:pt x="13170" y="2823"/>
                  </a:lnTo>
                  <a:lnTo>
                    <a:pt x="13178" y="2985"/>
                  </a:lnTo>
                  <a:lnTo>
                    <a:pt x="13187" y="3139"/>
                  </a:lnTo>
                  <a:lnTo>
                    <a:pt x="13187" y="3292"/>
                  </a:lnTo>
                  <a:lnTo>
                    <a:pt x="13178" y="3454"/>
                  </a:lnTo>
                  <a:lnTo>
                    <a:pt x="13170" y="3608"/>
                  </a:lnTo>
                  <a:lnTo>
                    <a:pt x="13144" y="3762"/>
                  </a:lnTo>
                  <a:lnTo>
                    <a:pt x="13110" y="3924"/>
                  </a:lnTo>
                  <a:lnTo>
                    <a:pt x="13076" y="4077"/>
                  </a:lnTo>
                  <a:lnTo>
                    <a:pt x="13025" y="4231"/>
                  </a:lnTo>
                  <a:lnTo>
                    <a:pt x="12965" y="4384"/>
                  </a:lnTo>
                  <a:lnTo>
                    <a:pt x="12906" y="4538"/>
                  </a:lnTo>
                  <a:lnTo>
                    <a:pt x="6150" y="19686"/>
                  </a:lnTo>
                  <a:lnTo>
                    <a:pt x="6150" y="19686"/>
                  </a:lnTo>
                  <a:lnTo>
                    <a:pt x="6082" y="19839"/>
                  </a:lnTo>
                  <a:lnTo>
                    <a:pt x="5997" y="19976"/>
                  </a:lnTo>
                  <a:lnTo>
                    <a:pt x="5911" y="20121"/>
                  </a:lnTo>
                  <a:lnTo>
                    <a:pt x="5826" y="20249"/>
                  </a:lnTo>
                  <a:lnTo>
                    <a:pt x="5724" y="20377"/>
                  </a:lnTo>
                  <a:lnTo>
                    <a:pt x="5621" y="20496"/>
                  </a:lnTo>
                  <a:lnTo>
                    <a:pt x="5519" y="20616"/>
                  </a:lnTo>
                  <a:lnTo>
                    <a:pt x="5408" y="20726"/>
                  </a:lnTo>
                  <a:lnTo>
                    <a:pt x="5289" y="20829"/>
                  </a:lnTo>
                  <a:lnTo>
                    <a:pt x="5169" y="20923"/>
                  </a:lnTo>
                  <a:lnTo>
                    <a:pt x="5041" y="21016"/>
                  </a:lnTo>
                  <a:lnTo>
                    <a:pt x="4914" y="21102"/>
                  </a:lnTo>
                  <a:lnTo>
                    <a:pt x="4777" y="21179"/>
                  </a:lnTo>
                  <a:lnTo>
                    <a:pt x="4641" y="21247"/>
                  </a:lnTo>
                  <a:lnTo>
                    <a:pt x="4496" y="21315"/>
                  </a:lnTo>
                  <a:lnTo>
                    <a:pt x="4359" y="21375"/>
                  </a:lnTo>
                  <a:lnTo>
                    <a:pt x="4214" y="21426"/>
                  </a:lnTo>
                  <a:lnTo>
                    <a:pt x="4061" y="21469"/>
                  </a:lnTo>
                  <a:lnTo>
                    <a:pt x="3916" y="21503"/>
                  </a:lnTo>
                  <a:lnTo>
                    <a:pt x="3762" y="21537"/>
                  </a:lnTo>
                  <a:lnTo>
                    <a:pt x="3609" y="21562"/>
                  </a:lnTo>
                  <a:lnTo>
                    <a:pt x="3455" y="21571"/>
                  </a:lnTo>
                  <a:lnTo>
                    <a:pt x="3301" y="21579"/>
                  </a:lnTo>
                  <a:lnTo>
                    <a:pt x="3139" y="21579"/>
                  </a:lnTo>
                  <a:lnTo>
                    <a:pt x="2986" y="21571"/>
                  </a:lnTo>
                  <a:lnTo>
                    <a:pt x="2824" y="21562"/>
                  </a:lnTo>
                  <a:lnTo>
                    <a:pt x="2670" y="21537"/>
                  </a:lnTo>
                  <a:lnTo>
                    <a:pt x="2517" y="21503"/>
                  </a:lnTo>
                  <a:lnTo>
                    <a:pt x="2355" y="21469"/>
                  </a:lnTo>
                  <a:lnTo>
                    <a:pt x="2201" y="21417"/>
                  </a:lnTo>
                  <a:lnTo>
                    <a:pt x="2048" y="21366"/>
                  </a:lnTo>
                  <a:lnTo>
                    <a:pt x="1894" y="21298"/>
                  </a:lnTo>
                  <a:lnTo>
                    <a:pt x="1894" y="21298"/>
                  </a:lnTo>
                  <a:close/>
                </a:path>
              </a:pathLst>
            </a:custGeom>
            <a:noFill/>
            <a:ln w="13850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1136;p26">
              <a:extLst>
                <a:ext uri="{FF2B5EF4-FFF2-40B4-BE49-F238E27FC236}">
                  <a16:creationId xmlns:a16="http://schemas.microsoft.com/office/drawing/2014/main" id="{61BF7ED8-5F83-E3B9-847C-D5DA29BC8EF1}"/>
                </a:ext>
              </a:extLst>
            </p:cNvPr>
            <p:cNvSpPr/>
            <p:nvPr/>
          </p:nvSpPr>
          <p:spPr>
            <a:xfrm>
              <a:off x="4567625" y="2605550"/>
              <a:ext cx="336075" cy="309200"/>
            </a:xfrm>
            <a:custGeom>
              <a:avLst/>
              <a:gdLst/>
              <a:ahLst/>
              <a:cxnLst/>
              <a:rect l="l" t="t" r="r" b="b"/>
              <a:pathLst>
                <a:path w="13443" h="12368" extrusionOk="0">
                  <a:moveTo>
                    <a:pt x="10159" y="0"/>
                  </a:moveTo>
                  <a:lnTo>
                    <a:pt x="9945" y="9"/>
                  </a:lnTo>
                  <a:lnTo>
                    <a:pt x="9724" y="17"/>
                  </a:lnTo>
                  <a:lnTo>
                    <a:pt x="9510" y="34"/>
                  </a:lnTo>
                  <a:lnTo>
                    <a:pt x="9297" y="60"/>
                  </a:lnTo>
                  <a:lnTo>
                    <a:pt x="9075" y="94"/>
                  </a:lnTo>
                  <a:lnTo>
                    <a:pt x="8862" y="128"/>
                  </a:lnTo>
                  <a:lnTo>
                    <a:pt x="8649" y="171"/>
                  </a:lnTo>
                  <a:lnTo>
                    <a:pt x="8436" y="222"/>
                  </a:lnTo>
                  <a:lnTo>
                    <a:pt x="8214" y="273"/>
                  </a:lnTo>
                  <a:lnTo>
                    <a:pt x="8001" y="333"/>
                  </a:lnTo>
                  <a:lnTo>
                    <a:pt x="7787" y="393"/>
                  </a:lnTo>
                  <a:lnTo>
                    <a:pt x="7574" y="461"/>
                  </a:lnTo>
                  <a:lnTo>
                    <a:pt x="7361" y="538"/>
                  </a:lnTo>
                  <a:lnTo>
                    <a:pt x="6943" y="700"/>
                  </a:lnTo>
                  <a:lnTo>
                    <a:pt x="6525" y="887"/>
                  </a:lnTo>
                  <a:lnTo>
                    <a:pt x="6116" y="1092"/>
                  </a:lnTo>
                  <a:lnTo>
                    <a:pt x="5706" y="1314"/>
                  </a:lnTo>
                  <a:lnTo>
                    <a:pt x="5314" y="1544"/>
                  </a:lnTo>
                  <a:lnTo>
                    <a:pt x="4922" y="1800"/>
                  </a:lnTo>
                  <a:lnTo>
                    <a:pt x="4546" y="2073"/>
                  </a:lnTo>
                  <a:lnTo>
                    <a:pt x="4180" y="2354"/>
                  </a:lnTo>
                  <a:lnTo>
                    <a:pt x="3821" y="2653"/>
                  </a:lnTo>
                  <a:lnTo>
                    <a:pt x="3480" y="2969"/>
                  </a:lnTo>
                  <a:lnTo>
                    <a:pt x="3147" y="3293"/>
                  </a:lnTo>
                  <a:lnTo>
                    <a:pt x="2832" y="3625"/>
                  </a:lnTo>
                  <a:lnTo>
                    <a:pt x="2533" y="3975"/>
                  </a:lnTo>
                  <a:lnTo>
                    <a:pt x="2243" y="4325"/>
                  </a:lnTo>
                  <a:lnTo>
                    <a:pt x="1979" y="4691"/>
                  </a:lnTo>
                  <a:lnTo>
                    <a:pt x="1732" y="5067"/>
                  </a:lnTo>
                  <a:lnTo>
                    <a:pt x="1501" y="5451"/>
                  </a:lnTo>
                  <a:lnTo>
                    <a:pt x="1390" y="5638"/>
                  </a:lnTo>
                  <a:lnTo>
                    <a:pt x="1288" y="5834"/>
                  </a:lnTo>
                  <a:lnTo>
                    <a:pt x="1194" y="6031"/>
                  </a:lnTo>
                  <a:lnTo>
                    <a:pt x="1100" y="6227"/>
                  </a:lnTo>
                  <a:lnTo>
                    <a:pt x="0" y="8658"/>
                  </a:lnTo>
                  <a:lnTo>
                    <a:pt x="8240" y="12368"/>
                  </a:lnTo>
                  <a:lnTo>
                    <a:pt x="13442" y="811"/>
                  </a:lnTo>
                  <a:lnTo>
                    <a:pt x="12862" y="546"/>
                  </a:lnTo>
                  <a:lnTo>
                    <a:pt x="12666" y="461"/>
                  </a:lnTo>
                  <a:lnTo>
                    <a:pt x="12462" y="384"/>
                  </a:lnTo>
                  <a:lnTo>
                    <a:pt x="12265" y="316"/>
                  </a:lnTo>
                  <a:lnTo>
                    <a:pt x="12061" y="248"/>
                  </a:lnTo>
                  <a:lnTo>
                    <a:pt x="11847" y="197"/>
                  </a:lnTo>
                  <a:lnTo>
                    <a:pt x="11643" y="145"/>
                  </a:lnTo>
                  <a:lnTo>
                    <a:pt x="11438" y="103"/>
                  </a:lnTo>
                  <a:lnTo>
                    <a:pt x="11225" y="69"/>
                  </a:lnTo>
                  <a:lnTo>
                    <a:pt x="11012" y="43"/>
                  </a:lnTo>
                  <a:lnTo>
                    <a:pt x="10798" y="26"/>
                  </a:lnTo>
                  <a:lnTo>
                    <a:pt x="10585" y="9"/>
                  </a:lnTo>
                  <a:lnTo>
                    <a:pt x="103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1137;p26">
              <a:extLst>
                <a:ext uri="{FF2B5EF4-FFF2-40B4-BE49-F238E27FC236}">
                  <a16:creationId xmlns:a16="http://schemas.microsoft.com/office/drawing/2014/main" id="{61C86B50-E50C-6C3B-5EEC-CA6C5A76528F}"/>
                </a:ext>
              </a:extLst>
            </p:cNvPr>
            <p:cNvSpPr/>
            <p:nvPr/>
          </p:nvSpPr>
          <p:spPr>
            <a:xfrm>
              <a:off x="5091950" y="4401400"/>
              <a:ext cx="209650" cy="252725"/>
            </a:xfrm>
            <a:custGeom>
              <a:avLst/>
              <a:gdLst/>
              <a:ahLst/>
              <a:cxnLst/>
              <a:rect l="l" t="t" r="r" b="b"/>
              <a:pathLst>
                <a:path w="8386" h="10109" extrusionOk="0">
                  <a:moveTo>
                    <a:pt x="4445" y="1"/>
                  </a:moveTo>
                  <a:lnTo>
                    <a:pt x="4138" y="18"/>
                  </a:lnTo>
                  <a:lnTo>
                    <a:pt x="3822" y="35"/>
                  </a:lnTo>
                  <a:lnTo>
                    <a:pt x="3515" y="69"/>
                  </a:lnTo>
                  <a:lnTo>
                    <a:pt x="3208" y="112"/>
                  </a:lnTo>
                  <a:lnTo>
                    <a:pt x="2901" y="171"/>
                  </a:lnTo>
                  <a:lnTo>
                    <a:pt x="2594" y="240"/>
                  </a:lnTo>
                  <a:lnTo>
                    <a:pt x="2295" y="316"/>
                  </a:lnTo>
                  <a:lnTo>
                    <a:pt x="1997" y="402"/>
                  </a:lnTo>
                  <a:lnTo>
                    <a:pt x="1698" y="496"/>
                  </a:lnTo>
                  <a:lnTo>
                    <a:pt x="1408" y="606"/>
                  </a:lnTo>
                  <a:lnTo>
                    <a:pt x="1383" y="1169"/>
                  </a:lnTo>
                  <a:lnTo>
                    <a:pt x="1374" y="1732"/>
                  </a:lnTo>
                  <a:lnTo>
                    <a:pt x="1349" y="2875"/>
                  </a:lnTo>
                  <a:lnTo>
                    <a:pt x="1331" y="3447"/>
                  </a:lnTo>
                  <a:lnTo>
                    <a:pt x="1314" y="4018"/>
                  </a:lnTo>
                  <a:lnTo>
                    <a:pt x="1280" y="4581"/>
                  </a:lnTo>
                  <a:lnTo>
                    <a:pt x="1238" y="5136"/>
                  </a:lnTo>
                  <a:lnTo>
                    <a:pt x="1221" y="5246"/>
                  </a:lnTo>
                  <a:lnTo>
                    <a:pt x="1178" y="5426"/>
                  </a:lnTo>
                  <a:lnTo>
                    <a:pt x="1059" y="5954"/>
                  </a:lnTo>
                  <a:lnTo>
                    <a:pt x="888" y="6637"/>
                  </a:lnTo>
                  <a:lnTo>
                    <a:pt x="692" y="7387"/>
                  </a:lnTo>
                  <a:lnTo>
                    <a:pt x="479" y="8112"/>
                  </a:lnTo>
                  <a:lnTo>
                    <a:pt x="376" y="8445"/>
                  </a:lnTo>
                  <a:lnTo>
                    <a:pt x="282" y="8735"/>
                  </a:lnTo>
                  <a:lnTo>
                    <a:pt x="197" y="8974"/>
                  </a:lnTo>
                  <a:lnTo>
                    <a:pt x="120" y="9161"/>
                  </a:lnTo>
                  <a:lnTo>
                    <a:pt x="86" y="9230"/>
                  </a:lnTo>
                  <a:lnTo>
                    <a:pt x="52" y="9272"/>
                  </a:lnTo>
                  <a:lnTo>
                    <a:pt x="26" y="9298"/>
                  </a:lnTo>
                  <a:lnTo>
                    <a:pt x="9" y="9306"/>
                  </a:lnTo>
                  <a:lnTo>
                    <a:pt x="1" y="9306"/>
                  </a:lnTo>
                  <a:lnTo>
                    <a:pt x="470" y="9417"/>
                  </a:lnTo>
                  <a:lnTo>
                    <a:pt x="939" y="9520"/>
                  </a:lnTo>
                  <a:lnTo>
                    <a:pt x="1408" y="9622"/>
                  </a:lnTo>
                  <a:lnTo>
                    <a:pt x="1886" y="9707"/>
                  </a:lnTo>
                  <a:lnTo>
                    <a:pt x="2364" y="9784"/>
                  </a:lnTo>
                  <a:lnTo>
                    <a:pt x="2841" y="9852"/>
                  </a:lnTo>
                  <a:lnTo>
                    <a:pt x="3319" y="9921"/>
                  </a:lnTo>
                  <a:lnTo>
                    <a:pt x="3796" y="9972"/>
                  </a:lnTo>
                  <a:lnTo>
                    <a:pt x="4274" y="10014"/>
                  </a:lnTo>
                  <a:lnTo>
                    <a:pt x="4752" y="10048"/>
                  </a:lnTo>
                  <a:lnTo>
                    <a:pt x="5238" y="10083"/>
                  </a:lnTo>
                  <a:lnTo>
                    <a:pt x="5716" y="10100"/>
                  </a:lnTo>
                  <a:lnTo>
                    <a:pt x="6202" y="10108"/>
                  </a:lnTo>
                  <a:lnTo>
                    <a:pt x="6679" y="10108"/>
                  </a:lnTo>
                  <a:lnTo>
                    <a:pt x="7166" y="10100"/>
                  </a:lnTo>
                  <a:lnTo>
                    <a:pt x="7643" y="10091"/>
                  </a:lnTo>
                  <a:lnTo>
                    <a:pt x="7763" y="10083"/>
                  </a:lnTo>
                  <a:lnTo>
                    <a:pt x="7891" y="10066"/>
                  </a:lnTo>
                  <a:lnTo>
                    <a:pt x="8001" y="10040"/>
                  </a:lnTo>
                  <a:lnTo>
                    <a:pt x="8061" y="10014"/>
                  </a:lnTo>
                  <a:lnTo>
                    <a:pt x="8112" y="9989"/>
                  </a:lnTo>
                  <a:lnTo>
                    <a:pt x="8181" y="9938"/>
                  </a:lnTo>
                  <a:lnTo>
                    <a:pt x="8240" y="9878"/>
                  </a:lnTo>
                  <a:lnTo>
                    <a:pt x="8291" y="9818"/>
                  </a:lnTo>
                  <a:lnTo>
                    <a:pt x="8326" y="9750"/>
                  </a:lnTo>
                  <a:lnTo>
                    <a:pt x="8351" y="9673"/>
                  </a:lnTo>
                  <a:lnTo>
                    <a:pt x="8377" y="9596"/>
                  </a:lnTo>
                  <a:lnTo>
                    <a:pt x="8385" y="9511"/>
                  </a:lnTo>
                  <a:lnTo>
                    <a:pt x="8385" y="9426"/>
                  </a:lnTo>
                  <a:lnTo>
                    <a:pt x="8385" y="9341"/>
                  </a:lnTo>
                  <a:lnTo>
                    <a:pt x="8377" y="9247"/>
                  </a:lnTo>
                  <a:lnTo>
                    <a:pt x="8351" y="9068"/>
                  </a:lnTo>
                  <a:lnTo>
                    <a:pt x="8309" y="8888"/>
                  </a:lnTo>
                  <a:lnTo>
                    <a:pt x="8257" y="8709"/>
                  </a:lnTo>
                  <a:lnTo>
                    <a:pt x="8172" y="8445"/>
                  </a:lnTo>
                  <a:lnTo>
                    <a:pt x="8095" y="8172"/>
                  </a:lnTo>
                  <a:lnTo>
                    <a:pt x="8019" y="7899"/>
                  </a:lnTo>
                  <a:lnTo>
                    <a:pt x="7950" y="7618"/>
                  </a:lnTo>
                  <a:lnTo>
                    <a:pt x="7882" y="7345"/>
                  </a:lnTo>
                  <a:lnTo>
                    <a:pt x="7822" y="7072"/>
                  </a:lnTo>
                  <a:lnTo>
                    <a:pt x="7771" y="6790"/>
                  </a:lnTo>
                  <a:lnTo>
                    <a:pt x="7729" y="6509"/>
                  </a:lnTo>
                  <a:lnTo>
                    <a:pt x="7686" y="6227"/>
                  </a:lnTo>
                  <a:lnTo>
                    <a:pt x="7643" y="5946"/>
                  </a:lnTo>
                  <a:lnTo>
                    <a:pt x="7618" y="5664"/>
                  </a:lnTo>
                  <a:lnTo>
                    <a:pt x="7592" y="5383"/>
                  </a:lnTo>
                  <a:lnTo>
                    <a:pt x="7566" y="5101"/>
                  </a:lnTo>
                  <a:lnTo>
                    <a:pt x="7549" y="4820"/>
                  </a:lnTo>
                  <a:lnTo>
                    <a:pt x="7541" y="4530"/>
                  </a:lnTo>
                  <a:lnTo>
                    <a:pt x="7541" y="4248"/>
                  </a:lnTo>
                  <a:lnTo>
                    <a:pt x="7549" y="4052"/>
                  </a:lnTo>
                  <a:lnTo>
                    <a:pt x="7566" y="3839"/>
                  </a:lnTo>
                  <a:lnTo>
                    <a:pt x="7601" y="3617"/>
                  </a:lnTo>
                  <a:lnTo>
                    <a:pt x="7643" y="3387"/>
                  </a:lnTo>
                  <a:lnTo>
                    <a:pt x="7729" y="2909"/>
                  </a:lnTo>
                  <a:lnTo>
                    <a:pt x="7780" y="2671"/>
                  </a:lnTo>
                  <a:lnTo>
                    <a:pt x="7814" y="2423"/>
                  </a:lnTo>
                  <a:lnTo>
                    <a:pt x="7848" y="2184"/>
                  </a:lnTo>
                  <a:lnTo>
                    <a:pt x="7865" y="1946"/>
                  </a:lnTo>
                  <a:lnTo>
                    <a:pt x="7865" y="1715"/>
                  </a:lnTo>
                  <a:lnTo>
                    <a:pt x="7856" y="1604"/>
                  </a:lnTo>
                  <a:lnTo>
                    <a:pt x="7848" y="1493"/>
                  </a:lnTo>
                  <a:lnTo>
                    <a:pt x="7831" y="1383"/>
                  </a:lnTo>
                  <a:lnTo>
                    <a:pt x="7814" y="1280"/>
                  </a:lnTo>
                  <a:lnTo>
                    <a:pt x="7780" y="1178"/>
                  </a:lnTo>
                  <a:lnTo>
                    <a:pt x="7746" y="1084"/>
                  </a:lnTo>
                  <a:lnTo>
                    <a:pt x="7711" y="982"/>
                  </a:lnTo>
                  <a:lnTo>
                    <a:pt x="7660" y="896"/>
                  </a:lnTo>
                  <a:lnTo>
                    <a:pt x="7601" y="811"/>
                  </a:lnTo>
                  <a:lnTo>
                    <a:pt x="7541" y="726"/>
                  </a:lnTo>
                  <a:lnTo>
                    <a:pt x="7481" y="666"/>
                  </a:lnTo>
                  <a:lnTo>
                    <a:pt x="7413" y="606"/>
                  </a:lnTo>
                  <a:lnTo>
                    <a:pt x="7353" y="547"/>
                  </a:lnTo>
                  <a:lnTo>
                    <a:pt x="7285" y="504"/>
                  </a:lnTo>
                  <a:lnTo>
                    <a:pt x="7131" y="410"/>
                  </a:lnTo>
                  <a:lnTo>
                    <a:pt x="6978" y="342"/>
                  </a:lnTo>
                  <a:lnTo>
                    <a:pt x="6816" y="282"/>
                  </a:lnTo>
                  <a:lnTo>
                    <a:pt x="6645" y="231"/>
                  </a:lnTo>
                  <a:lnTo>
                    <a:pt x="6475" y="188"/>
                  </a:lnTo>
                  <a:lnTo>
                    <a:pt x="6304" y="154"/>
                  </a:lnTo>
                  <a:lnTo>
                    <a:pt x="5997" y="103"/>
                  </a:lnTo>
                  <a:lnTo>
                    <a:pt x="5690" y="61"/>
                  </a:lnTo>
                  <a:lnTo>
                    <a:pt x="5383" y="26"/>
                  </a:lnTo>
                  <a:lnTo>
                    <a:pt x="5067" y="9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1138;p26">
              <a:extLst>
                <a:ext uri="{FF2B5EF4-FFF2-40B4-BE49-F238E27FC236}">
                  <a16:creationId xmlns:a16="http://schemas.microsoft.com/office/drawing/2014/main" id="{EE3D276E-9B2F-0635-28EE-72BF0C1C98DA}"/>
                </a:ext>
              </a:extLst>
            </p:cNvPr>
            <p:cNvSpPr/>
            <p:nvPr/>
          </p:nvSpPr>
          <p:spPr>
            <a:xfrm>
              <a:off x="5091950" y="4401400"/>
              <a:ext cx="209650" cy="252725"/>
            </a:xfrm>
            <a:custGeom>
              <a:avLst/>
              <a:gdLst/>
              <a:ahLst/>
              <a:cxnLst/>
              <a:rect l="l" t="t" r="r" b="b"/>
              <a:pathLst>
                <a:path w="8386" h="10109" fill="none" extrusionOk="0">
                  <a:moveTo>
                    <a:pt x="1" y="9306"/>
                  </a:moveTo>
                  <a:lnTo>
                    <a:pt x="1" y="9306"/>
                  </a:lnTo>
                  <a:lnTo>
                    <a:pt x="470" y="9417"/>
                  </a:lnTo>
                  <a:lnTo>
                    <a:pt x="939" y="9520"/>
                  </a:lnTo>
                  <a:lnTo>
                    <a:pt x="1408" y="9622"/>
                  </a:lnTo>
                  <a:lnTo>
                    <a:pt x="1886" y="9707"/>
                  </a:lnTo>
                  <a:lnTo>
                    <a:pt x="2364" y="9784"/>
                  </a:lnTo>
                  <a:lnTo>
                    <a:pt x="2841" y="9852"/>
                  </a:lnTo>
                  <a:lnTo>
                    <a:pt x="3319" y="9921"/>
                  </a:lnTo>
                  <a:lnTo>
                    <a:pt x="3796" y="9972"/>
                  </a:lnTo>
                  <a:lnTo>
                    <a:pt x="4274" y="10014"/>
                  </a:lnTo>
                  <a:lnTo>
                    <a:pt x="4752" y="10048"/>
                  </a:lnTo>
                  <a:lnTo>
                    <a:pt x="5238" y="10083"/>
                  </a:lnTo>
                  <a:lnTo>
                    <a:pt x="5716" y="10100"/>
                  </a:lnTo>
                  <a:lnTo>
                    <a:pt x="6202" y="10108"/>
                  </a:lnTo>
                  <a:lnTo>
                    <a:pt x="6679" y="10108"/>
                  </a:lnTo>
                  <a:lnTo>
                    <a:pt x="7166" y="10100"/>
                  </a:lnTo>
                  <a:lnTo>
                    <a:pt x="7643" y="10091"/>
                  </a:lnTo>
                  <a:lnTo>
                    <a:pt x="7643" y="10091"/>
                  </a:lnTo>
                  <a:lnTo>
                    <a:pt x="7763" y="10083"/>
                  </a:lnTo>
                  <a:lnTo>
                    <a:pt x="7891" y="10066"/>
                  </a:lnTo>
                  <a:lnTo>
                    <a:pt x="8001" y="10040"/>
                  </a:lnTo>
                  <a:lnTo>
                    <a:pt x="8061" y="10014"/>
                  </a:lnTo>
                  <a:lnTo>
                    <a:pt x="8112" y="9989"/>
                  </a:lnTo>
                  <a:lnTo>
                    <a:pt x="8112" y="9989"/>
                  </a:lnTo>
                  <a:lnTo>
                    <a:pt x="8181" y="9938"/>
                  </a:lnTo>
                  <a:lnTo>
                    <a:pt x="8240" y="9878"/>
                  </a:lnTo>
                  <a:lnTo>
                    <a:pt x="8291" y="9818"/>
                  </a:lnTo>
                  <a:lnTo>
                    <a:pt x="8326" y="9750"/>
                  </a:lnTo>
                  <a:lnTo>
                    <a:pt x="8351" y="9673"/>
                  </a:lnTo>
                  <a:lnTo>
                    <a:pt x="8377" y="9596"/>
                  </a:lnTo>
                  <a:lnTo>
                    <a:pt x="8385" y="9511"/>
                  </a:lnTo>
                  <a:lnTo>
                    <a:pt x="8385" y="9426"/>
                  </a:lnTo>
                  <a:lnTo>
                    <a:pt x="8385" y="9341"/>
                  </a:lnTo>
                  <a:lnTo>
                    <a:pt x="8377" y="9247"/>
                  </a:lnTo>
                  <a:lnTo>
                    <a:pt x="8351" y="9068"/>
                  </a:lnTo>
                  <a:lnTo>
                    <a:pt x="8309" y="8888"/>
                  </a:lnTo>
                  <a:lnTo>
                    <a:pt x="8257" y="8709"/>
                  </a:lnTo>
                  <a:lnTo>
                    <a:pt x="8257" y="8709"/>
                  </a:lnTo>
                  <a:lnTo>
                    <a:pt x="8172" y="8445"/>
                  </a:lnTo>
                  <a:lnTo>
                    <a:pt x="8095" y="8172"/>
                  </a:lnTo>
                  <a:lnTo>
                    <a:pt x="8019" y="7899"/>
                  </a:lnTo>
                  <a:lnTo>
                    <a:pt x="7950" y="7618"/>
                  </a:lnTo>
                  <a:lnTo>
                    <a:pt x="7882" y="7345"/>
                  </a:lnTo>
                  <a:lnTo>
                    <a:pt x="7822" y="7072"/>
                  </a:lnTo>
                  <a:lnTo>
                    <a:pt x="7771" y="6790"/>
                  </a:lnTo>
                  <a:lnTo>
                    <a:pt x="7729" y="6509"/>
                  </a:lnTo>
                  <a:lnTo>
                    <a:pt x="7686" y="6227"/>
                  </a:lnTo>
                  <a:lnTo>
                    <a:pt x="7643" y="5946"/>
                  </a:lnTo>
                  <a:lnTo>
                    <a:pt x="7618" y="5664"/>
                  </a:lnTo>
                  <a:lnTo>
                    <a:pt x="7592" y="5383"/>
                  </a:lnTo>
                  <a:lnTo>
                    <a:pt x="7566" y="5101"/>
                  </a:lnTo>
                  <a:lnTo>
                    <a:pt x="7549" y="4820"/>
                  </a:lnTo>
                  <a:lnTo>
                    <a:pt x="7541" y="4530"/>
                  </a:lnTo>
                  <a:lnTo>
                    <a:pt x="7541" y="4248"/>
                  </a:lnTo>
                  <a:lnTo>
                    <a:pt x="7541" y="4248"/>
                  </a:lnTo>
                  <a:lnTo>
                    <a:pt x="7549" y="4052"/>
                  </a:lnTo>
                  <a:lnTo>
                    <a:pt x="7566" y="3839"/>
                  </a:lnTo>
                  <a:lnTo>
                    <a:pt x="7601" y="3617"/>
                  </a:lnTo>
                  <a:lnTo>
                    <a:pt x="7643" y="3387"/>
                  </a:lnTo>
                  <a:lnTo>
                    <a:pt x="7729" y="2909"/>
                  </a:lnTo>
                  <a:lnTo>
                    <a:pt x="7780" y="2671"/>
                  </a:lnTo>
                  <a:lnTo>
                    <a:pt x="7814" y="2423"/>
                  </a:lnTo>
                  <a:lnTo>
                    <a:pt x="7848" y="2184"/>
                  </a:lnTo>
                  <a:lnTo>
                    <a:pt x="7865" y="1946"/>
                  </a:lnTo>
                  <a:lnTo>
                    <a:pt x="7865" y="1715"/>
                  </a:lnTo>
                  <a:lnTo>
                    <a:pt x="7856" y="1604"/>
                  </a:lnTo>
                  <a:lnTo>
                    <a:pt x="7848" y="1493"/>
                  </a:lnTo>
                  <a:lnTo>
                    <a:pt x="7831" y="1383"/>
                  </a:lnTo>
                  <a:lnTo>
                    <a:pt x="7814" y="1280"/>
                  </a:lnTo>
                  <a:lnTo>
                    <a:pt x="7780" y="1178"/>
                  </a:lnTo>
                  <a:lnTo>
                    <a:pt x="7746" y="1084"/>
                  </a:lnTo>
                  <a:lnTo>
                    <a:pt x="7711" y="982"/>
                  </a:lnTo>
                  <a:lnTo>
                    <a:pt x="7660" y="896"/>
                  </a:lnTo>
                  <a:lnTo>
                    <a:pt x="7601" y="811"/>
                  </a:lnTo>
                  <a:lnTo>
                    <a:pt x="7541" y="726"/>
                  </a:lnTo>
                  <a:lnTo>
                    <a:pt x="7541" y="726"/>
                  </a:lnTo>
                  <a:lnTo>
                    <a:pt x="7481" y="666"/>
                  </a:lnTo>
                  <a:lnTo>
                    <a:pt x="7413" y="606"/>
                  </a:lnTo>
                  <a:lnTo>
                    <a:pt x="7353" y="547"/>
                  </a:lnTo>
                  <a:lnTo>
                    <a:pt x="7285" y="504"/>
                  </a:lnTo>
                  <a:lnTo>
                    <a:pt x="7131" y="410"/>
                  </a:lnTo>
                  <a:lnTo>
                    <a:pt x="6978" y="342"/>
                  </a:lnTo>
                  <a:lnTo>
                    <a:pt x="6816" y="282"/>
                  </a:lnTo>
                  <a:lnTo>
                    <a:pt x="6645" y="231"/>
                  </a:lnTo>
                  <a:lnTo>
                    <a:pt x="6475" y="188"/>
                  </a:lnTo>
                  <a:lnTo>
                    <a:pt x="6304" y="154"/>
                  </a:lnTo>
                  <a:lnTo>
                    <a:pt x="6304" y="154"/>
                  </a:lnTo>
                  <a:lnTo>
                    <a:pt x="5997" y="103"/>
                  </a:lnTo>
                  <a:lnTo>
                    <a:pt x="5690" y="61"/>
                  </a:lnTo>
                  <a:lnTo>
                    <a:pt x="5383" y="26"/>
                  </a:lnTo>
                  <a:lnTo>
                    <a:pt x="5067" y="9"/>
                  </a:lnTo>
                  <a:lnTo>
                    <a:pt x="4760" y="1"/>
                  </a:lnTo>
                  <a:lnTo>
                    <a:pt x="4445" y="1"/>
                  </a:lnTo>
                  <a:lnTo>
                    <a:pt x="4138" y="18"/>
                  </a:lnTo>
                  <a:lnTo>
                    <a:pt x="3822" y="35"/>
                  </a:lnTo>
                  <a:lnTo>
                    <a:pt x="3515" y="69"/>
                  </a:lnTo>
                  <a:lnTo>
                    <a:pt x="3208" y="112"/>
                  </a:lnTo>
                  <a:lnTo>
                    <a:pt x="2901" y="171"/>
                  </a:lnTo>
                  <a:lnTo>
                    <a:pt x="2594" y="240"/>
                  </a:lnTo>
                  <a:lnTo>
                    <a:pt x="2295" y="316"/>
                  </a:lnTo>
                  <a:lnTo>
                    <a:pt x="1997" y="402"/>
                  </a:lnTo>
                  <a:lnTo>
                    <a:pt x="1698" y="496"/>
                  </a:lnTo>
                  <a:lnTo>
                    <a:pt x="1408" y="606"/>
                  </a:lnTo>
                  <a:lnTo>
                    <a:pt x="1408" y="606"/>
                  </a:lnTo>
                  <a:lnTo>
                    <a:pt x="1383" y="1169"/>
                  </a:lnTo>
                  <a:lnTo>
                    <a:pt x="1374" y="1732"/>
                  </a:lnTo>
                  <a:lnTo>
                    <a:pt x="1349" y="2875"/>
                  </a:lnTo>
                  <a:lnTo>
                    <a:pt x="1331" y="3447"/>
                  </a:lnTo>
                  <a:lnTo>
                    <a:pt x="1314" y="4018"/>
                  </a:lnTo>
                  <a:lnTo>
                    <a:pt x="1280" y="4581"/>
                  </a:lnTo>
                  <a:lnTo>
                    <a:pt x="1238" y="5136"/>
                  </a:lnTo>
                  <a:lnTo>
                    <a:pt x="1238" y="5136"/>
                  </a:lnTo>
                  <a:lnTo>
                    <a:pt x="1221" y="5246"/>
                  </a:lnTo>
                  <a:lnTo>
                    <a:pt x="1178" y="5426"/>
                  </a:lnTo>
                  <a:lnTo>
                    <a:pt x="1059" y="5954"/>
                  </a:lnTo>
                  <a:lnTo>
                    <a:pt x="888" y="6637"/>
                  </a:lnTo>
                  <a:lnTo>
                    <a:pt x="692" y="7387"/>
                  </a:lnTo>
                  <a:lnTo>
                    <a:pt x="479" y="8112"/>
                  </a:lnTo>
                  <a:lnTo>
                    <a:pt x="376" y="8445"/>
                  </a:lnTo>
                  <a:lnTo>
                    <a:pt x="282" y="8735"/>
                  </a:lnTo>
                  <a:lnTo>
                    <a:pt x="197" y="8974"/>
                  </a:lnTo>
                  <a:lnTo>
                    <a:pt x="120" y="9161"/>
                  </a:lnTo>
                  <a:lnTo>
                    <a:pt x="86" y="9230"/>
                  </a:lnTo>
                  <a:lnTo>
                    <a:pt x="52" y="9272"/>
                  </a:lnTo>
                  <a:lnTo>
                    <a:pt x="26" y="9298"/>
                  </a:lnTo>
                  <a:lnTo>
                    <a:pt x="9" y="9306"/>
                  </a:lnTo>
                  <a:lnTo>
                    <a:pt x="1" y="93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1139;p26">
              <a:extLst>
                <a:ext uri="{FF2B5EF4-FFF2-40B4-BE49-F238E27FC236}">
                  <a16:creationId xmlns:a16="http://schemas.microsoft.com/office/drawing/2014/main" id="{DAA5FE5A-9C06-0369-3323-06B12280CC10}"/>
                </a:ext>
              </a:extLst>
            </p:cNvPr>
            <p:cNvSpPr/>
            <p:nvPr/>
          </p:nvSpPr>
          <p:spPr>
            <a:xfrm>
              <a:off x="5125000" y="4401400"/>
              <a:ext cx="163575" cy="117525"/>
            </a:xfrm>
            <a:custGeom>
              <a:avLst/>
              <a:gdLst/>
              <a:ahLst/>
              <a:cxnLst/>
              <a:rect l="l" t="t" r="r" b="b"/>
              <a:pathLst>
                <a:path w="6543" h="4701" extrusionOk="0">
                  <a:moveTo>
                    <a:pt x="3123" y="1"/>
                  </a:moveTo>
                  <a:lnTo>
                    <a:pt x="2816" y="18"/>
                  </a:lnTo>
                  <a:lnTo>
                    <a:pt x="2500" y="35"/>
                  </a:lnTo>
                  <a:lnTo>
                    <a:pt x="2193" y="69"/>
                  </a:lnTo>
                  <a:lnTo>
                    <a:pt x="1886" y="112"/>
                  </a:lnTo>
                  <a:lnTo>
                    <a:pt x="1579" y="171"/>
                  </a:lnTo>
                  <a:lnTo>
                    <a:pt x="1272" y="240"/>
                  </a:lnTo>
                  <a:lnTo>
                    <a:pt x="973" y="316"/>
                  </a:lnTo>
                  <a:lnTo>
                    <a:pt x="675" y="402"/>
                  </a:lnTo>
                  <a:lnTo>
                    <a:pt x="376" y="496"/>
                  </a:lnTo>
                  <a:lnTo>
                    <a:pt x="86" y="606"/>
                  </a:lnTo>
                  <a:lnTo>
                    <a:pt x="61" y="1374"/>
                  </a:lnTo>
                  <a:lnTo>
                    <a:pt x="35" y="2142"/>
                  </a:lnTo>
                  <a:lnTo>
                    <a:pt x="27" y="2918"/>
                  </a:lnTo>
                  <a:lnTo>
                    <a:pt x="1" y="3686"/>
                  </a:lnTo>
                  <a:lnTo>
                    <a:pt x="359" y="3856"/>
                  </a:lnTo>
                  <a:lnTo>
                    <a:pt x="717" y="4010"/>
                  </a:lnTo>
                  <a:lnTo>
                    <a:pt x="1084" y="4146"/>
                  </a:lnTo>
                  <a:lnTo>
                    <a:pt x="1459" y="4266"/>
                  </a:lnTo>
                  <a:lnTo>
                    <a:pt x="1843" y="4368"/>
                  </a:lnTo>
                  <a:lnTo>
                    <a:pt x="2227" y="4453"/>
                  </a:lnTo>
                  <a:lnTo>
                    <a:pt x="2619" y="4530"/>
                  </a:lnTo>
                  <a:lnTo>
                    <a:pt x="3012" y="4590"/>
                  </a:lnTo>
                  <a:lnTo>
                    <a:pt x="3413" y="4632"/>
                  </a:lnTo>
                  <a:lnTo>
                    <a:pt x="3814" y="4666"/>
                  </a:lnTo>
                  <a:lnTo>
                    <a:pt x="4214" y="4692"/>
                  </a:lnTo>
                  <a:lnTo>
                    <a:pt x="4615" y="4701"/>
                  </a:lnTo>
                  <a:lnTo>
                    <a:pt x="5025" y="4692"/>
                  </a:lnTo>
                  <a:lnTo>
                    <a:pt x="5426" y="4683"/>
                  </a:lnTo>
                  <a:lnTo>
                    <a:pt x="5827" y="4658"/>
                  </a:lnTo>
                  <a:lnTo>
                    <a:pt x="6236" y="4632"/>
                  </a:lnTo>
                  <a:lnTo>
                    <a:pt x="6227" y="4436"/>
                  </a:lnTo>
                  <a:lnTo>
                    <a:pt x="6219" y="4248"/>
                  </a:lnTo>
                  <a:lnTo>
                    <a:pt x="6227" y="4052"/>
                  </a:lnTo>
                  <a:lnTo>
                    <a:pt x="6244" y="3839"/>
                  </a:lnTo>
                  <a:lnTo>
                    <a:pt x="6279" y="3617"/>
                  </a:lnTo>
                  <a:lnTo>
                    <a:pt x="6321" y="3387"/>
                  </a:lnTo>
                  <a:lnTo>
                    <a:pt x="6407" y="2909"/>
                  </a:lnTo>
                  <a:lnTo>
                    <a:pt x="6458" y="2671"/>
                  </a:lnTo>
                  <a:lnTo>
                    <a:pt x="6492" y="2423"/>
                  </a:lnTo>
                  <a:lnTo>
                    <a:pt x="6526" y="2184"/>
                  </a:lnTo>
                  <a:lnTo>
                    <a:pt x="6543" y="1946"/>
                  </a:lnTo>
                  <a:lnTo>
                    <a:pt x="6543" y="1715"/>
                  </a:lnTo>
                  <a:lnTo>
                    <a:pt x="6534" y="1604"/>
                  </a:lnTo>
                  <a:lnTo>
                    <a:pt x="6526" y="1493"/>
                  </a:lnTo>
                  <a:lnTo>
                    <a:pt x="6509" y="1383"/>
                  </a:lnTo>
                  <a:lnTo>
                    <a:pt x="6492" y="1280"/>
                  </a:lnTo>
                  <a:lnTo>
                    <a:pt x="6458" y="1178"/>
                  </a:lnTo>
                  <a:lnTo>
                    <a:pt x="6424" y="1084"/>
                  </a:lnTo>
                  <a:lnTo>
                    <a:pt x="6389" y="982"/>
                  </a:lnTo>
                  <a:lnTo>
                    <a:pt x="6338" y="896"/>
                  </a:lnTo>
                  <a:lnTo>
                    <a:pt x="6279" y="811"/>
                  </a:lnTo>
                  <a:lnTo>
                    <a:pt x="6219" y="726"/>
                  </a:lnTo>
                  <a:lnTo>
                    <a:pt x="6159" y="666"/>
                  </a:lnTo>
                  <a:lnTo>
                    <a:pt x="6091" y="606"/>
                  </a:lnTo>
                  <a:lnTo>
                    <a:pt x="6031" y="547"/>
                  </a:lnTo>
                  <a:lnTo>
                    <a:pt x="5963" y="504"/>
                  </a:lnTo>
                  <a:lnTo>
                    <a:pt x="5809" y="410"/>
                  </a:lnTo>
                  <a:lnTo>
                    <a:pt x="5656" y="342"/>
                  </a:lnTo>
                  <a:lnTo>
                    <a:pt x="5494" y="282"/>
                  </a:lnTo>
                  <a:lnTo>
                    <a:pt x="5323" y="231"/>
                  </a:lnTo>
                  <a:lnTo>
                    <a:pt x="5153" y="188"/>
                  </a:lnTo>
                  <a:lnTo>
                    <a:pt x="4982" y="154"/>
                  </a:lnTo>
                  <a:lnTo>
                    <a:pt x="4675" y="103"/>
                  </a:lnTo>
                  <a:lnTo>
                    <a:pt x="4368" y="61"/>
                  </a:lnTo>
                  <a:lnTo>
                    <a:pt x="4061" y="26"/>
                  </a:lnTo>
                  <a:lnTo>
                    <a:pt x="3745" y="9"/>
                  </a:lnTo>
                  <a:lnTo>
                    <a:pt x="3438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140;p26">
              <a:extLst>
                <a:ext uri="{FF2B5EF4-FFF2-40B4-BE49-F238E27FC236}">
                  <a16:creationId xmlns:a16="http://schemas.microsoft.com/office/drawing/2014/main" id="{155B791C-45CE-880C-DF4D-E2E3C953EB12}"/>
                </a:ext>
              </a:extLst>
            </p:cNvPr>
            <p:cNvSpPr/>
            <p:nvPr/>
          </p:nvSpPr>
          <p:spPr>
            <a:xfrm>
              <a:off x="5125000" y="4401400"/>
              <a:ext cx="163575" cy="117525"/>
            </a:xfrm>
            <a:custGeom>
              <a:avLst/>
              <a:gdLst/>
              <a:ahLst/>
              <a:cxnLst/>
              <a:rect l="l" t="t" r="r" b="b"/>
              <a:pathLst>
                <a:path w="6543" h="4701" fill="none" extrusionOk="0">
                  <a:moveTo>
                    <a:pt x="6236" y="4632"/>
                  </a:moveTo>
                  <a:lnTo>
                    <a:pt x="6236" y="4632"/>
                  </a:lnTo>
                  <a:lnTo>
                    <a:pt x="6227" y="4436"/>
                  </a:lnTo>
                  <a:lnTo>
                    <a:pt x="6219" y="4248"/>
                  </a:lnTo>
                  <a:lnTo>
                    <a:pt x="6219" y="4248"/>
                  </a:lnTo>
                  <a:lnTo>
                    <a:pt x="6227" y="4052"/>
                  </a:lnTo>
                  <a:lnTo>
                    <a:pt x="6244" y="3839"/>
                  </a:lnTo>
                  <a:lnTo>
                    <a:pt x="6279" y="3617"/>
                  </a:lnTo>
                  <a:lnTo>
                    <a:pt x="6321" y="3387"/>
                  </a:lnTo>
                  <a:lnTo>
                    <a:pt x="6407" y="2909"/>
                  </a:lnTo>
                  <a:lnTo>
                    <a:pt x="6458" y="2671"/>
                  </a:lnTo>
                  <a:lnTo>
                    <a:pt x="6492" y="2423"/>
                  </a:lnTo>
                  <a:lnTo>
                    <a:pt x="6526" y="2184"/>
                  </a:lnTo>
                  <a:lnTo>
                    <a:pt x="6543" y="1946"/>
                  </a:lnTo>
                  <a:lnTo>
                    <a:pt x="6543" y="1715"/>
                  </a:lnTo>
                  <a:lnTo>
                    <a:pt x="6534" y="1604"/>
                  </a:lnTo>
                  <a:lnTo>
                    <a:pt x="6526" y="1493"/>
                  </a:lnTo>
                  <a:lnTo>
                    <a:pt x="6509" y="1383"/>
                  </a:lnTo>
                  <a:lnTo>
                    <a:pt x="6492" y="1280"/>
                  </a:lnTo>
                  <a:lnTo>
                    <a:pt x="6458" y="1178"/>
                  </a:lnTo>
                  <a:lnTo>
                    <a:pt x="6424" y="1084"/>
                  </a:lnTo>
                  <a:lnTo>
                    <a:pt x="6389" y="982"/>
                  </a:lnTo>
                  <a:lnTo>
                    <a:pt x="6338" y="896"/>
                  </a:lnTo>
                  <a:lnTo>
                    <a:pt x="6279" y="811"/>
                  </a:lnTo>
                  <a:lnTo>
                    <a:pt x="6219" y="726"/>
                  </a:lnTo>
                  <a:lnTo>
                    <a:pt x="6219" y="726"/>
                  </a:lnTo>
                  <a:lnTo>
                    <a:pt x="6159" y="666"/>
                  </a:lnTo>
                  <a:lnTo>
                    <a:pt x="6091" y="606"/>
                  </a:lnTo>
                  <a:lnTo>
                    <a:pt x="6031" y="547"/>
                  </a:lnTo>
                  <a:lnTo>
                    <a:pt x="5963" y="504"/>
                  </a:lnTo>
                  <a:lnTo>
                    <a:pt x="5809" y="410"/>
                  </a:lnTo>
                  <a:lnTo>
                    <a:pt x="5656" y="342"/>
                  </a:lnTo>
                  <a:lnTo>
                    <a:pt x="5494" y="282"/>
                  </a:lnTo>
                  <a:lnTo>
                    <a:pt x="5323" y="231"/>
                  </a:lnTo>
                  <a:lnTo>
                    <a:pt x="5153" y="188"/>
                  </a:lnTo>
                  <a:lnTo>
                    <a:pt x="4982" y="154"/>
                  </a:lnTo>
                  <a:lnTo>
                    <a:pt x="4982" y="154"/>
                  </a:lnTo>
                  <a:lnTo>
                    <a:pt x="4675" y="103"/>
                  </a:lnTo>
                  <a:lnTo>
                    <a:pt x="4368" y="61"/>
                  </a:lnTo>
                  <a:lnTo>
                    <a:pt x="4061" y="26"/>
                  </a:lnTo>
                  <a:lnTo>
                    <a:pt x="3745" y="9"/>
                  </a:lnTo>
                  <a:lnTo>
                    <a:pt x="3438" y="1"/>
                  </a:lnTo>
                  <a:lnTo>
                    <a:pt x="3123" y="1"/>
                  </a:lnTo>
                  <a:lnTo>
                    <a:pt x="2816" y="18"/>
                  </a:lnTo>
                  <a:lnTo>
                    <a:pt x="2500" y="35"/>
                  </a:lnTo>
                  <a:lnTo>
                    <a:pt x="2193" y="69"/>
                  </a:lnTo>
                  <a:lnTo>
                    <a:pt x="1886" y="112"/>
                  </a:lnTo>
                  <a:lnTo>
                    <a:pt x="1579" y="171"/>
                  </a:lnTo>
                  <a:lnTo>
                    <a:pt x="1272" y="240"/>
                  </a:lnTo>
                  <a:lnTo>
                    <a:pt x="973" y="316"/>
                  </a:lnTo>
                  <a:lnTo>
                    <a:pt x="675" y="402"/>
                  </a:lnTo>
                  <a:lnTo>
                    <a:pt x="376" y="496"/>
                  </a:lnTo>
                  <a:lnTo>
                    <a:pt x="86" y="606"/>
                  </a:lnTo>
                  <a:lnTo>
                    <a:pt x="86" y="606"/>
                  </a:lnTo>
                  <a:lnTo>
                    <a:pt x="61" y="1374"/>
                  </a:lnTo>
                  <a:lnTo>
                    <a:pt x="35" y="2142"/>
                  </a:lnTo>
                  <a:lnTo>
                    <a:pt x="27" y="2918"/>
                  </a:lnTo>
                  <a:lnTo>
                    <a:pt x="1" y="3686"/>
                  </a:lnTo>
                  <a:lnTo>
                    <a:pt x="1" y="3686"/>
                  </a:lnTo>
                  <a:lnTo>
                    <a:pt x="359" y="3856"/>
                  </a:lnTo>
                  <a:lnTo>
                    <a:pt x="717" y="4010"/>
                  </a:lnTo>
                  <a:lnTo>
                    <a:pt x="1084" y="4146"/>
                  </a:lnTo>
                  <a:lnTo>
                    <a:pt x="1459" y="4266"/>
                  </a:lnTo>
                  <a:lnTo>
                    <a:pt x="1843" y="4368"/>
                  </a:lnTo>
                  <a:lnTo>
                    <a:pt x="2227" y="4453"/>
                  </a:lnTo>
                  <a:lnTo>
                    <a:pt x="2619" y="4530"/>
                  </a:lnTo>
                  <a:lnTo>
                    <a:pt x="3012" y="4590"/>
                  </a:lnTo>
                  <a:lnTo>
                    <a:pt x="3413" y="4632"/>
                  </a:lnTo>
                  <a:lnTo>
                    <a:pt x="3814" y="4666"/>
                  </a:lnTo>
                  <a:lnTo>
                    <a:pt x="4214" y="4692"/>
                  </a:lnTo>
                  <a:lnTo>
                    <a:pt x="4615" y="4701"/>
                  </a:lnTo>
                  <a:lnTo>
                    <a:pt x="5025" y="4692"/>
                  </a:lnTo>
                  <a:lnTo>
                    <a:pt x="5426" y="4683"/>
                  </a:lnTo>
                  <a:lnTo>
                    <a:pt x="5827" y="4658"/>
                  </a:lnTo>
                  <a:lnTo>
                    <a:pt x="6236" y="463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141;p26">
              <a:extLst>
                <a:ext uri="{FF2B5EF4-FFF2-40B4-BE49-F238E27FC236}">
                  <a16:creationId xmlns:a16="http://schemas.microsoft.com/office/drawing/2014/main" id="{D2C8E8F3-D5D5-0745-27C1-F6105500B271}"/>
                </a:ext>
              </a:extLst>
            </p:cNvPr>
            <p:cNvSpPr/>
            <p:nvPr/>
          </p:nvSpPr>
          <p:spPr>
            <a:xfrm>
              <a:off x="5068300" y="4547250"/>
              <a:ext cx="272525" cy="136725"/>
            </a:xfrm>
            <a:custGeom>
              <a:avLst/>
              <a:gdLst/>
              <a:ahLst/>
              <a:cxnLst/>
              <a:rect l="l" t="t" r="r" b="b"/>
              <a:pathLst>
                <a:path w="10901" h="5469" extrusionOk="0">
                  <a:moveTo>
                    <a:pt x="5450" y="1"/>
                  </a:moveTo>
                  <a:lnTo>
                    <a:pt x="5169" y="9"/>
                  </a:lnTo>
                  <a:lnTo>
                    <a:pt x="4896" y="27"/>
                  </a:lnTo>
                  <a:lnTo>
                    <a:pt x="4623" y="61"/>
                  </a:lnTo>
                  <a:lnTo>
                    <a:pt x="4350" y="112"/>
                  </a:lnTo>
                  <a:lnTo>
                    <a:pt x="4086" y="172"/>
                  </a:lnTo>
                  <a:lnTo>
                    <a:pt x="3830" y="248"/>
                  </a:lnTo>
                  <a:lnTo>
                    <a:pt x="3574" y="334"/>
                  </a:lnTo>
                  <a:lnTo>
                    <a:pt x="3327" y="427"/>
                  </a:lnTo>
                  <a:lnTo>
                    <a:pt x="3088" y="538"/>
                  </a:lnTo>
                  <a:lnTo>
                    <a:pt x="2849" y="658"/>
                  </a:lnTo>
                  <a:lnTo>
                    <a:pt x="2627" y="794"/>
                  </a:lnTo>
                  <a:lnTo>
                    <a:pt x="2405" y="931"/>
                  </a:lnTo>
                  <a:lnTo>
                    <a:pt x="2192" y="1084"/>
                  </a:lnTo>
                  <a:lnTo>
                    <a:pt x="1987" y="1246"/>
                  </a:lnTo>
                  <a:lnTo>
                    <a:pt x="1783" y="1417"/>
                  </a:lnTo>
                  <a:lnTo>
                    <a:pt x="1595" y="1604"/>
                  </a:lnTo>
                  <a:lnTo>
                    <a:pt x="1416" y="1792"/>
                  </a:lnTo>
                  <a:lnTo>
                    <a:pt x="1245" y="1988"/>
                  </a:lnTo>
                  <a:lnTo>
                    <a:pt x="1083" y="2193"/>
                  </a:lnTo>
                  <a:lnTo>
                    <a:pt x="930" y="2406"/>
                  </a:lnTo>
                  <a:lnTo>
                    <a:pt x="793" y="2628"/>
                  </a:lnTo>
                  <a:lnTo>
                    <a:pt x="657" y="2858"/>
                  </a:lnTo>
                  <a:lnTo>
                    <a:pt x="537" y="3097"/>
                  </a:lnTo>
                  <a:lnTo>
                    <a:pt x="427" y="3336"/>
                  </a:lnTo>
                  <a:lnTo>
                    <a:pt x="333" y="3583"/>
                  </a:lnTo>
                  <a:lnTo>
                    <a:pt x="247" y="3839"/>
                  </a:lnTo>
                  <a:lnTo>
                    <a:pt x="171" y="4104"/>
                  </a:lnTo>
                  <a:lnTo>
                    <a:pt x="111" y="4368"/>
                  </a:lnTo>
                  <a:lnTo>
                    <a:pt x="60" y="4632"/>
                  </a:lnTo>
                  <a:lnTo>
                    <a:pt x="26" y="4905"/>
                  </a:lnTo>
                  <a:lnTo>
                    <a:pt x="9" y="5187"/>
                  </a:lnTo>
                  <a:lnTo>
                    <a:pt x="0" y="5468"/>
                  </a:lnTo>
                  <a:lnTo>
                    <a:pt x="10901" y="5468"/>
                  </a:lnTo>
                  <a:lnTo>
                    <a:pt x="10892" y="5187"/>
                  </a:lnTo>
                  <a:lnTo>
                    <a:pt x="10875" y="4905"/>
                  </a:lnTo>
                  <a:lnTo>
                    <a:pt x="10841" y="4632"/>
                  </a:lnTo>
                  <a:lnTo>
                    <a:pt x="10790" y="4368"/>
                  </a:lnTo>
                  <a:lnTo>
                    <a:pt x="10730" y="4104"/>
                  </a:lnTo>
                  <a:lnTo>
                    <a:pt x="10653" y="3839"/>
                  </a:lnTo>
                  <a:lnTo>
                    <a:pt x="10568" y="3583"/>
                  </a:lnTo>
                  <a:lnTo>
                    <a:pt x="10474" y="3336"/>
                  </a:lnTo>
                  <a:lnTo>
                    <a:pt x="10363" y="3097"/>
                  </a:lnTo>
                  <a:lnTo>
                    <a:pt x="10244" y="2858"/>
                  </a:lnTo>
                  <a:lnTo>
                    <a:pt x="10116" y="2628"/>
                  </a:lnTo>
                  <a:lnTo>
                    <a:pt x="9971" y="2406"/>
                  </a:lnTo>
                  <a:lnTo>
                    <a:pt x="9817" y="2193"/>
                  </a:lnTo>
                  <a:lnTo>
                    <a:pt x="9655" y="1988"/>
                  </a:lnTo>
                  <a:lnTo>
                    <a:pt x="9485" y="1792"/>
                  </a:lnTo>
                  <a:lnTo>
                    <a:pt x="9306" y="1604"/>
                  </a:lnTo>
                  <a:lnTo>
                    <a:pt x="9118" y="1417"/>
                  </a:lnTo>
                  <a:lnTo>
                    <a:pt x="8922" y="1246"/>
                  </a:lnTo>
                  <a:lnTo>
                    <a:pt x="8709" y="1084"/>
                  </a:lnTo>
                  <a:lnTo>
                    <a:pt x="8495" y="931"/>
                  </a:lnTo>
                  <a:lnTo>
                    <a:pt x="8274" y="794"/>
                  </a:lnTo>
                  <a:lnTo>
                    <a:pt x="8052" y="658"/>
                  </a:lnTo>
                  <a:lnTo>
                    <a:pt x="7813" y="538"/>
                  </a:lnTo>
                  <a:lnTo>
                    <a:pt x="7574" y="427"/>
                  </a:lnTo>
                  <a:lnTo>
                    <a:pt x="7327" y="334"/>
                  </a:lnTo>
                  <a:lnTo>
                    <a:pt x="7071" y="248"/>
                  </a:lnTo>
                  <a:lnTo>
                    <a:pt x="6815" y="172"/>
                  </a:lnTo>
                  <a:lnTo>
                    <a:pt x="6551" y="112"/>
                  </a:lnTo>
                  <a:lnTo>
                    <a:pt x="6278" y="61"/>
                  </a:lnTo>
                  <a:lnTo>
                    <a:pt x="6005" y="27"/>
                  </a:lnTo>
                  <a:lnTo>
                    <a:pt x="5732" y="9"/>
                  </a:lnTo>
                  <a:lnTo>
                    <a:pt x="5450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142;p26">
              <a:extLst>
                <a:ext uri="{FF2B5EF4-FFF2-40B4-BE49-F238E27FC236}">
                  <a16:creationId xmlns:a16="http://schemas.microsoft.com/office/drawing/2014/main" id="{BE88B740-3669-5807-E244-97230E25C284}"/>
                </a:ext>
              </a:extLst>
            </p:cNvPr>
            <p:cNvSpPr/>
            <p:nvPr/>
          </p:nvSpPr>
          <p:spPr>
            <a:xfrm>
              <a:off x="5068300" y="4547250"/>
              <a:ext cx="272525" cy="136725"/>
            </a:xfrm>
            <a:custGeom>
              <a:avLst/>
              <a:gdLst/>
              <a:ahLst/>
              <a:cxnLst/>
              <a:rect l="l" t="t" r="r" b="b"/>
              <a:pathLst>
                <a:path w="10901" h="5469" fill="none" extrusionOk="0">
                  <a:moveTo>
                    <a:pt x="5450" y="1"/>
                  </a:moveTo>
                  <a:lnTo>
                    <a:pt x="5450" y="1"/>
                  </a:lnTo>
                  <a:lnTo>
                    <a:pt x="5169" y="9"/>
                  </a:lnTo>
                  <a:lnTo>
                    <a:pt x="4896" y="27"/>
                  </a:lnTo>
                  <a:lnTo>
                    <a:pt x="4623" y="61"/>
                  </a:lnTo>
                  <a:lnTo>
                    <a:pt x="4350" y="112"/>
                  </a:lnTo>
                  <a:lnTo>
                    <a:pt x="4086" y="172"/>
                  </a:lnTo>
                  <a:lnTo>
                    <a:pt x="3830" y="248"/>
                  </a:lnTo>
                  <a:lnTo>
                    <a:pt x="3574" y="334"/>
                  </a:lnTo>
                  <a:lnTo>
                    <a:pt x="3327" y="427"/>
                  </a:lnTo>
                  <a:lnTo>
                    <a:pt x="3088" y="538"/>
                  </a:lnTo>
                  <a:lnTo>
                    <a:pt x="2849" y="658"/>
                  </a:lnTo>
                  <a:lnTo>
                    <a:pt x="2627" y="794"/>
                  </a:lnTo>
                  <a:lnTo>
                    <a:pt x="2405" y="931"/>
                  </a:lnTo>
                  <a:lnTo>
                    <a:pt x="2192" y="1084"/>
                  </a:lnTo>
                  <a:lnTo>
                    <a:pt x="1987" y="1246"/>
                  </a:lnTo>
                  <a:lnTo>
                    <a:pt x="1783" y="1417"/>
                  </a:lnTo>
                  <a:lnTo>
                    <a:pt x="1595" y="1604"/>
                  </a:lnTo>
                  <a:lnTo>
                    <a:pt x="1416" y="1792"/>
                  </a:lnTo>
                  <a:lnTo>
                    <a:pt x="1245" y="1988"/>
                  </a:lnTo>
                  <a:lnTo>
                    <a:pt x="1083" y="2193"/>
                  </a:lnTo>
                  <a:lnTo>
                    <a:pt x="930" y="2406"/>
                  </a:lnTo>
                  <a:lnTo>
                    <a:pt x="793" y="2628"/>
                  </a:lnTo>
                  <a:lnTo>
                    <a:pt x="657" y="2858"/>
                  </a:lnTo>
                  <a:lnTo>
                    <a:pt x="537" y="3097"/>
                  </a:lnTo>
                  <a:lnTo>
                    <a:pt x="427" y="3336"/>
                  </a:lnTo>
                  <a:lnTo>
                    <a:pt x="333" y="3583"/>
                  </a:lnTo>
                  <a:lnTo>
                    <a:pt x="247" y="3839"/>
                  </a:lnTo>
                  <a:lnTo>
                    <a:pt x="171" y="4104"/>
                  </a:lnTo>
                  <a:lnTo>
                    <a:pt x="111" y="4368"/>
                  </a:lnTo>
                  <a:lnTo>
                    <a:pt x="60" y="4632"/>
                  </a:lnTo>
                  <a:lnTo>
                    <a:pt x="26" y="4905"/>
                  </a:lnTo>
                  <a:lnTo>
                    <a:pt x="9" y="5187"/>
                  </a:lnTo>
                  <a:lnTo>
                    <a:pt x="0" y="5468"/>
                  </a:lnTo>
                  <a:lnTo>
                    <a:pt x="10901" y="5468"/>
                  </a:lnTo>
                  <a:lnTo>
                    <a:pt x="10901" y="5468"/>
                  </a:lnTo>
                  <a:lnTo>
                    <a:pt x="10892" y="5187"/>
                  </a:lnTo>
                  <a:lnTo>
                    <a:pt x="10875" y="4905"/>
                  </a:lnTo>
                  <a:lnTo>
                    <a:pt x="10841" y="4632"/>
                  </a:lnTo>
                  <a:lnTo>
                    <a:pt x="10790" y="4368"/>
                  </a:lnTo>
                  <a:lnTo>
                    <a:pt x="10730" y="4104"/>
                  </a:lnTo>
                  <a:lnTo>
                    <a:pt x="10653" y="3839"/>
                  </a:lnTo>
                  <a:lnTo>
                    <a:pt x="10568" y="3583"/>
                  </a:lnTo>
                  <a:lnTo>
                    <a:pt x="10474" y="3336"/>
                  </a:lnTo>
                  <a:lnTo>
                    <a:pt x="10363" y="3097"/>
                  </a:lnTo>
                  <a:lnTo>
                    <a:pt x="10244" y="2858"/>
                  </a:lnTo>
                  <a:lnTo>
                    <a:pt x="10116" y="2628"/>
                  </a:lnTo>
                  <a:lnTo>
                    <a:pt x="9971" y="2406"/>
                  </a:lnTo>
                  <a:lnTo>
                    <a:pt x="9817" y="2193"/>
                  </a:lnTo>
                  <a:lnTo>
                    <a:pt x="9655" y="1988"/>
                  </a:lnTo>
                  <a:lnTo>
                    <a:pt x="9485" y="1792"/>
                  </a:lnTo>
                  <a:lnTo>
                    <a:pt x="9306" y="1604"/>
                  </a:lnTo>
                  <a:lnTo>
                    <a:pt x="9118" y="1417"/>
                  </a:lnTo>
                  <a:lnTo>
                    <a:pt x="8922" y="1246"/>
                  </a:lnTo>
                  <a:lnTo>
                    <a:pt x="8709" y="1084"/>
                  </a:lnTo>
                  <a:lnTo>
                    <a:pt x="8495" y="931"/>
                  </a:lnTo>
                  <a:lnTo>
                    <a:pt x="8274" y="794"/>
                  </a:lnTo>
                  <a:lnTo>
                    <a:pt x="8052" y="658"/>
                  </a:lnTo>
                  <a:lnTo>
                    <a:pt x="7813" y="538"/>
                  </a:lnTo>
                  <a:lnTo>
                    <a:pt x="7574" y="427"/>
                  </a:lnTo>
                  <a:lnTo>
                    <a:pt x="7327" y="334"/>
                  </a:lnTo>
                  <a:lnTo>
                    <a:pt x="7071" y="248"/>
                  </a:lnTo>
                  <a:lnTo>
                    <a:pt x="6815" y="172"/>
                  </a:lnTo>
                  <a:lnTo>
                    <a:pt x="6551" y="112"/>
                  </a:lnTo>
                  <a:lnTo>
                    <a:pt x="6278" y="61"/>
                  </a:lnTo>
                  <a:lnTo>
                    <a:pt x="6005" y="27"/>
                  </a:lnTo>
                  <a:lnTo>
                    <a:pt x="5732" y="9"/>
                  </a:lnTo>
                  <a:lnTo>
                    <a:pt x="545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143;p26">
              <a:extLst>
                <a:ext uri="{FF2B5EF4-FFF2-40B4-BE49-F238E27FC236}">
                  <a16:creationId xmlns:a16="http://schemas.microsoft.com/office/drawing/2014/main" id="{78552288-5A4F-9758-CEA0-F3EA25A0B949}"/>
                </a:ext>
              </a:extLst>
            </p:cNvPr>
            <p:cNvSpPr/>
            <p:nvPr/>
          </p:nvSpPr>
          <p:spPr>
            <a:xfrm>
              <a:off x="5047175" y="4681375"/>
              <a:ext cx="310925" cy="46300"/>
            </a:xfrm>
            <a:custGeom>
              <a:avLst/>
              <a:gdLst/>
              <a:ahLst/>
              <a:cxnLst/>
              <a:rect l="l" t="t" r="r" b="b"/>
              <a:pathLst>
                <a:path w="12437" h="1852" extrusionOk="0">
                  <a:moveTo>
                    <a:pt x="922" y="1"/>
                  </a:moveTo>
                  <a:lnTo>
                    <a:pt x="828" y="9"/>
                  </a:lnTo>
                  <a:lnTo>
                    <a:pt x="743" y="27"/>
                  </a:lnTo>
                  <a:lnTo>
                    <a:pt x="649" y="44"/>
                  </a:lnTo>
                  <a:lnTo>
                    <a:pt x="564" y="78"/>
                  </a:lnTo>
                  <a:lnTo>
                    <a:pt x="487" y="112"/>
                  </a:lnTo>
                  <a:lnTo>
                    <a:pt x="410" y="163"/>
                  </a:lnTo>
                  <a:lnTo>
                    <a:pt x="342" y="214"/>
                  </a:lnTo>
                  <a:lnTo>
                    <a:pt x="274" y="274"/>
                  </a:lnTo>
                  <a:lnTo>
                    <a:pt x="214" y="342"/>
                  </a:lnTo>
                  <a:lnTo>
                    <a:pt x="163" y="410"/>
                  </a:lnTo>
                  <a:lnTo>
                    <a:pt x="112" y="487"/>
                  </a:lnTo>
                  <a:lnTo>
                    <a:pt x="78" y="564"/>
                  </a:lnTo>
                  <a:lnTo>
                    <a:pt x="43" y="649"/>
                  </a:lnTo>
                  <a:lnTo>
                    <a:pt x="18" y="743"/>
                  </a:lnTo>
                  <a:lnTo>
                    <a:pt x="9" y="828"/>
                  </a:lnTo>
                  <a:lnTo>
                    <a:pt x="1" y="922"/>
                  </a:lnTo>
                  <a:lnTo>
                    <a:pt x="9" y="1024"/>
                  </a:lnTo>
                  <a:lnTo>
                    <a:pt x="18" y="1110"/>
                  </a:lnTo>
                  <a:lnTo>
                    <a:pt x="43" y="1204"/>
                  </a:lnTo>
                  <a:lnTo>
                    <a:pt x="78" y="1289"/>
                  </a:lnTo>
                  <a:lnTo>
                    <a:pt x="112" y="1366"/>
                  </a:lnTo>
                  <a:lnTo>
                    <a:pt x="163" y="1442"/>
                  </a:lnTo>
                  <a:lnTo>
                    <a:pt x="214" y="1511"/>
                  </a:lnTo>
                  <a:lnTo>
                    <a:pt x="274" y="1579"/>
                  </a:lnTo>
                  <a:lnTo>
                    <a:pt x="342" y="1639"/>
                  </a:lnTo>
                  <a:lnTo>
                    <a:pt x="410" y="1690"/>
                  </a:lnTo>
                  <a:lnTo>
                    <a:pt x="487" y="1732"/>
                  </a:lnTo>
                  <a:lnTo>
                    <a:pt x="564" y="1775"/>
                  </a:lnTo>
                  <a:lnTo>
                    <a:pt x="649" y="1809"/>
                  </a:lnTo>
                  <a:lnTo>
                    <a:pt x="743" y="1826"/>
                  </a:lnTo>
                  <a:lnTo>
                    <a:pt x="828" y="1843"/>
                  </a:lnTo>
                  <a:lnTo>
                    <a:pt x="922" y="1852"/>
                  </a:lnTo>
                  <a:lnTo>
                    <a:pt x="11515" y="1852"/>
                  </a:lnTo>
                  <a:lnTo>
                    <a:pt x="11609" y="1843"/>
                  </a:lnTo>
                  <a:lnTo>
                    <a:pt x="11695" y="1826"/>
                  </a:lnTo>
                  <a:lnTo>
                    <a:pt x="11788" y="1809"/>
                  </a:lnTo>
                  <a:lnTo>
                    <a:pt x="11874" y="1775"/>
                  </a:lnTo>
                  <a:lnTo>
                    <a:pt x="11950" y="1732"/>
                  </a:lnTo>
                  <a:lnTo>
                    <a:pt x="12027" y="1690"/>
                  </a:lnTo>
                  <a:lnTo>
                    <a:pt x="12095" y="1639"/>
                  </a:lnTo>
                  <a:lnTo>
                    <a:pt x="12164" y="1579"/>
                  </a:lnTo>
                  <a:lnTo>
                    <a:pt x="12223" y="1511"/>
                  </a:lnTo>
                  <a:lnTo>
                    <a:pt x="12275" y="1442"/>
                  </a:lnTo>
                  <a:lnTo>
                    <a:pt x="12326" y="1366"/>
                  </a:lnTo>
                  <a:lnTo>
                    <a:pt x="12360" y="1289"/>
                  </a:lnTo>
                  <a:lnTo>
                    <a:pt x="12394" y="1204"/>
                  </a:lnTo>
                  <a:lnTo>
                    <a:pt x="12420" y="1110"/>
                  </a:lnTo>
                  <a:lnTo>
                    <a:pt x="12428" y="1024"/>
                  </a:lnTo>
                  <a:lnTo>
                    <a:pt x="12437" y="922"/>
                  </a:lnTo>
                  <a:lnTo>
                    <a:pt x="12428" y="828"/>
                  </a:lnTo>
                  <a:lnTo>
                    <a:pt x="12420" y="743"/>
                  </a:lnTo>
                  <a:lnTo>
                    <a:pt x="12394" y="649"/>
                  </a:lnTo>
                  <a:lnTo>
                    <a:pt x="12360" y="564"/>
                  </a:lnTo>
                  <a:lnTo>
                    <a:pt x="12326" y="487"/>
                  </a:lnTo>
                  <a:lnTo>
                    <a:pt x="12275" y="410"/>
                  </a:lnTo>
                  <a:lnTo>
                    <a:pt x="12223" y="342"/>
                  </a:lnTo>
                  <a:lnTo>
                    <a:pt x="12164" y="274"/>
                  </a:lnTo>
                  <a:lnTo>
                    <a:pt x="12095" y="214"/>
                  </a:lnTo>
                  <a:lnTo>
                    <a:pt x="12027" y="163"/>
                  </a:lnTo>
                  <a:lnTo>
                    <a:pt x="11950" y="112"/>
                  </a:lnTo>
                  <a:lnTo>
                    <a:pt x="11874" y="78"/>
                  </a:lnTo>
                  <a:lnTo>
                    <a:pt x="11788" y="44"/>
                  </a:lnTo>
                  <a:lnTo>
                    <a:pt x="11695" y="27"/>
                  </a:lnTo>
                  <a:lnTo>
                    <a:pt x="11609" y="9"/>
                  </a:lnTo>
                  <a:lnTo>
                    <a:pt x="11515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144;p26">
              <a:extLst>
                <a:ext uri="{FF2B5EF4-FFF2-40B4-BE49-F238E27FC236}">
                  <a16:creationId xmlns:a16="http://schemas.microsoft.com/office/drawing/2014/main" id="{0F5B4E7A-9F1F-852F-F332-F4A975C53488}"/>
                </a:ext>
              </a:extLst>
            </p:cNvPr>
            <p:cNvSpPr/>
            <p:nvPr/>
          </p:nvSpPr>
          <p:spPr>
            <a:xfrm>
              <a:off x="5047175" y="4681375"/>
              <a:ext cx="310925" cy="46300"/>
            </a:xfrm>
            <a:custGeom>
              <a:avLst/>
              <a:gdLst/>
              <a:ahLst/>
              <a:cxnLst/>
              <a:rect l="l" t="t" r="r" b="b"/>
              <a:pathLst>
                <a:path w="12437" h="1852" fill="none" extrusionOk="0">
                  <a:moveTo>
                    <a:pt x="11515" y="1852"/>
                  </a:moveTo>
                  <a:lnTo>
                    <a:pt x="922" y="1852"/>
                  </a:lnTo>
                  <a:lnTo>
                    <a:pt x="922" y="1852"/>
                  </a:lnTo>
                  <a:lnTo>
                    <a:pt x="828" y="1843"/>
                  </a:lnTo>
                  <a:lnTo>
                    <a:pt x="743" y="1826"/>
                  </a:lnTo>
                  <a:lnTo>
                    <a:pt x="649" y="1809"/>
                  </a:lnTo>
                  <a:lnTo>
                    <a:pt x="564" y="1775"/>
                  </a:lnTo>
                  <a:lnTo>
                    <a:pt x="487" y="1732"/>
                  </a:lnTo>
                  <a:lnTo>
                    <a:pt x="410" y="1690"/>
                  </a:lnTo>
                  <a:lnTo>
                    <a:pt x="342" y="1639"/>
                  </a:lnTo>
                  <a:lnTo>
                    <a:pt x="274" y="1579"/>
                  </a:lnTo>
                  <a:lnTo>
                    <a:pt x="214" y="1511"/>
                  </a:lnTo>
                  <a:lnTo>
                    <a:pt x="163" y="1442"/>
                  </a:lnTo>
                  <a:lnTo>
                    <a:pt x="112" y="1366"/>
                  </a:lnTo>
                  <a:lnTo>
                    <a:pt x="78" y="1289"/>
                  </a:lnTo>
                  <a:lnTo>
                    <a:pt x="43" y="1204"/>
                  </a:lnTo>
                  <a:lnTo>
                    <a:pt x="18" y="1110"/>
                  </a:lnTo>
                  <a:lnTo>
                    <a:pt x="9" y="1024"/>
                  </a:lnTo>
                  <a:lnTo>
                    <a:pt x="1" y="922"/>
                  </a:lnTo>
                  <a:lnTo>
                    <a:pt x="1" y="922"/>
                  </a:lnTo>
                  <a:lnTo>
                    <a:pt x="9" y="828"/>
                  </a:lnTo>
                  <a:lnTo>
                    <a:pt x="18" y="743"/>
                  </a:lnTo>
                  <a:lnTo>
                    <a:pt x="43" y="649"/>
                  </a:lnTo>
                  <a:lnTo>
                    <a:pt x="78" y="564"/>
                  </a:lnTo>
                  <a:lnTo>
                    <a:pt x="112" y="487"/>
                  </a:lnTo>
                  <a:lnTo>
                    <a:pt x="163" y="410"/>
                  </a:lnTo>
                  <a:lnTo>
                    <a:pt x="214" y="342"/>
                  </a:lnTo>
                  <a:lnTo>
                    <a:pt x="274" y="274"/>
                  </a:lnTo>
                  <a:lnTo>
                    <a:pt x="342" y="214"/>
                  </a:lnTo>
                  <a:lnTo>
                    <a:pt x="410" y="163"/>
                  </a:lnTo>
                  <a:lnTo>
                    <a:pt x="487" y="112"/>
                  </a:lnTo>
                  <a:lnTo>
                    <a:pt x="564" y="78"/>
                  </a:lnTo>
                  <a:lnTo>
                    <a:pt x="649" y="44"/>
                  </a:lnTo>
                  <a:lnTo>
                    <a:pt x="743" y="27"/>
                  </a:lnTo>
                  <a:lnTo>
                    <a:pt x="828" y="9"/>
                  </a:lnTo>
                  <a:lnTo>
                    <a:pt x="922" y="1"/>
                  </a:lnTo>
                  <a:lnTo>
                    <a:pt x="11515" y="1"/>
                  </a:lnTo>
                  <a:lnTo>
                    <a:pt x="11515" y="1"/>
                  </a:lnTo>
                  <a:lnTo>
                    <a:pt x="11609" y="9"/>
                  </a:lnTo>
                  <a:lnTo>
                    <a:pt x="11695" y="27"/>
                  </a:lnTo>
                  <a:lnTo>
                    <a:pt x="11788" y="44"/>
                  </a:lnTo>
                  <a:lnTo>
                    <a:pt x="11874" y="78"/>
                  </a:lnTo>
                  <a:lnTo>
                    <a:pt x="11950" y="112"/>
                  </a:lnTo>
                  <a:lnTo>
                    <a:pt x="12027" y="163"/>
                  </a:lnTo>
                  <a:lnTo>
                    <a:pt x="12095" y="214"/>
                  </a:lnTo>
                  <a:lnTo>
                    <a:pt x="12164" y="274"/>
                  </a:lnTo>
                  <a:lnTo>
                    <a:pt x="12223" y="342"/>
                  </a:lnTo>
                  <a:lnTo>
                    <a:pt x="12275" y="410"/>
                  </a:lnTo>
                  <a:lnTo>
                    <a:pt x="12326" y="487"/>
                  </a:lnTo>
                  <a:lnTo>
                    <a:pt x="12360" y="564"/>
                  </a:lnTo>
                  <a:lnTo>
                    <a:pt x="12394" y="649"/>
                  </a:lnTo>
                  <a:lnTo>
                    <a:pt x="12420" y="743"/>
                  </a:lnTo>
                  <a:lnTo>
                    <a:pt x="12428" y="828"/>
                  </a:lnTo>
                  <a:lnTo>
                    <a:pt x="12437" y="922"/>
                  </a:lnTo>
                  <a:lnTo>
                    <a:pt x="12437" y="922"/>
                  </a:lnTo>
                  <a:lnTo>
                    <a:pt x="12428" y="1024"/>
                  </a:lnTo>
                  <a:lnTo>
                    <a:pt x="12420" y="1110"/>
                  </a:lnTo>
                  <a:lnTo>
                    <a:pt x="12394" y="1204"/>
                  </a:lnTo>
                  <a:lnTo>
                    <a:pt x="12360" y="1289"/>
                  </a:lnTo>
                  <a:lnTo>
                    <a:pt x="12326" y="1366"/>
                  </a:lnTo>
                  <a:lnTo>
                    <a:pt x="12275" y="1442"/>
                  </a:lnTo>
                  <a:lnTo>
                    <a:pt x="12223" y="1511"/>
                  </a:lnTo>
                  <a:lnTo>
                    <a:pt x="12164" y="1579"/>
                  </a:lnTo>
                  <a:lnTo>
                    <a:pt x="12095" y="1639"/>
                  </a:lnTo>
                  <a:lnTo>
                    <a:pt x="12027" y="1690"/>
                  </a:lnTo>
                  <a:lnTo>
                    <a:pt x="11950" y="1732"/>
                  </a:lnTo>
                  <a:lnTo>
                    <a:pt x="11874" y="1775"/>
                  </a:lnTo>
                  <a:lnTo>
                    <a:pt x="11788" y="1809"/>
                  </a:lnTo>
                  <a:lnTo>
                    <a:pt x="11695" y="1826"/>
                  </a:lnTo>
                  <a:lnTo>
                    <a:pt x="11609" y="1843"/>
                  </a:lnTo>
                  <a:lnTo>
                    <a:pt x="11515" y="18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1145;p26">
              <a:extLst>
                <a:ext uri="{FF2B5EF4-FFF2-40B4-BE49-F238E27FC236}">
                  <a16:creationId xmlns:a16="http://schemas.microsoft.com/office/drawing/2014/main" id="{96225FDE-83C7-D837-D027-B8B17E199595}"/>
                </a:ext>
              </a:extLst>
            </p:cNvPr>
            <p:cNvSpPr/>
            <p:nvPr/>
          </p:nvSpPr>
          <p:spPr>
            <a:xfrm>
              <a:off x="5086000" y="3174675"/>
              <a:ext cx="462300" cy="1295850"/>
            </a:xfrm>
            <a:custGeom>
              <a:avLst/>
              <a:gdLst/>
              <a:ahLst/>
              <a:cxnLst/>
              <a:rect l="l" t="t" r="r" b="b"/>
              <a:pathLst>
                <a:path w="18492" h="51834" extrusionOk="0">
                  <a:moveTo>
                    <a:pt x="9800" y="0"/>
                  </a:moveTo>
                  <a:lnTo>
                    <a:pt x="9553" y="17"/>
                  </a:lnTo>
                  <a:lnTo>
                    <a:pt x="9314" y="34"/>
                  </a:lnTo>
                  <a:lnTo>
                    <a:pt x="9084" y="60"/>
                  </a:lnTo>
                  <a:lnTo>
                    <a:pt x="8854" y="94"/>
                  </a:lnTo>
                  <a:lnTo>
                    <a:pt x="8623" y="128"/>
                  </a:lnTo>
                  <a:lnTo>
                    <a:pt x="8393" y="171"/>
                  </a:lnTo>
                  <a:lnTo>
                    <a:pt x="8180" y="222"/>
                  </a:lnTo>
                  <a:lnTo>
                    <a:pt x="7958" y="282"/>
                  </a:lnTo>
                  <a:lnTo>
                    <a:pt x="7745" y="341"/>
                  </a:lnTo>
                  <a:lnTo>
                    <a:pt x="7532" y="410"/>
                  </a:lnTo>
                  <a:lnTo>
                    <a:pt x="7327" y="486"/>
                  </a:lnTo>
                  <a:lnTo>
                    <a:pt x="7122" y="572"/>
                  </a:lnTo>
                  <a:lnTo>
                    <a:pt x="6926" y="657"/>
                  </a:lnTo>
                  <a:lnTo>
                    <a:pt x="6730" y="751"/>
                  </a:lnTo>
                  <a:lnTo>
                    <a:pt x="6534" y="845"/>
                  </a:lnTo>
                  <a:lnTo>
                    <a:pt x="6346" y="947"/>
                  </a:lnTo>
                  <a:lnTo>
                    <a:pt x="6158" y="1058"/>
                  </a:lnTo>
                  <a:lnTo>
                    <a:pt x="5979" y="1177"/>
                  </a:lnTo>
                  <a:lnTo>
                    <a:pt x="5800" y="1297"/>
                  </a:lnTo>
                  <a:lnTo>
                    <a:pt x="5621" y="1416"/>
                  </a:lnTo>
                  <a:lnTo>
                    <a:pt x="5450" y="1544"/>
                  </a:lnTo>
                  <a:lnTo>
                    <a:pt x="5288" y="1681"/>
                  </a:lnTo>
                  <a:lnTo>
                    <a:pt x="5118" y="1817"/>
                  </a:lnTo>
                  <a:lnTo>
                    <a:pt x="4964" y="1962"/>
                  </a:lnTo>
                  <a:lnTo>
                    <a:pt x="4802" y="2116"/>
                  </a:lnTo>
                  <a:lnTo>
                    <a:pt x="4649" y="2261"/>
                  </a:lnTo>
                  <a:lnTo>
                    <a:pt x="4504" y="2423"/>
                  </a:lnTo>
                  <a:lnTo>
                    <a:pt x="4359" y="2585"/>
                  </a:lnTo>
                  <a:lnTo>
                    <a:pt x="4222" y="2747"/>
                  </a:lnTo>
                  <a:lnTo>
                    <a:pt x="4077" y="2917"/>
                  </a:lnTo>
                  <a:lnTo>
                    <a:pt x="3949" y="3096"/>
                  </a:lnTo>
                  <a:lnTo>
                    <a:pt x="3821" y="3267"/>
                  </a:lnTo>
                  <a:lnTo>
                    <a:pt x="3693" y="3455"/>
                  </a:lnTo>
                  <a:lnTo>
                    <a:pt x="3574" y="3634"/>
                  </a:lnTo>
                  <a:lnTo>
                    <a:pt x="3454" y="3821"/>
                  </a:lnTo>
                  <a:lnTo>
                    <a:pt x="3344" y="4018"/>
                  </a:lnTo>
                  <a:lnTo>
                    <a:pt x="3122" y="4410"/>
                  </a:lnTo>
                  <a:lnTo>
                    <a:pt x="2926" y="4819"/>
                  </a:lnTo>
                  <a:lnTo>
                    <a:pt x="2747" y="5237"/>
                  </a:lnTo>
                  <a:lnTo>
                    <a:pt x="2576" y="5672"/>
                  </a:lnTo>
                  <a:lnTo>
                    <a:pt x="2431" y="6116"/>
                  </a:lnTo>
                  <a:lnTo>
                    <a:pt x="2294" y="6559"/>
                  </a:lnTo>
                  <a:lnTo>
                    <a:pt x="2175" y="7020"/>
                  </a:lnTo>
                  <a:lnTo>
                    <a:pt x="2081" y="7489"/>
                  </a:lnTo>
                  <a:lnTo>
                    <a:pt x="1996" y="7967"/>
                  </a:lnTo>
                  <a:lnTo>
                    <a:pt x="1928" y="8453"/>
                  </a:lnTo>
                  <a:lnTo>
                    <a:pt x="1877" y="8939"/>
                  </a:lnTo>
                  <a:lnTo>
                    <a:pt x="1851" y="9434"/>
                  </a:lnTo>
                  <a:lnTo>
                    <a:pt x="1834" y="9928"/>
                  </a:lnTo>
                  <a:lnTo>
                    <a:pt x="1825" y="10636"/>
                  </a:lnTo>
                  <a:lnTo>
                    <a:pt x="1808" y="11455"/>
                  </a:lnTo>
                  <a:lnTo>
                    <a:pt x="1757" y="13400"/>
                  </a:lnTo>
                  <a:lnTo>
                    <a:pt x="1680" y="15703"/>
                  </a:lnTo>
                  <a:lnTo>
                    <a:pt x="1578" y="18313"/>
                  </a:lnTo>
                  <a:lnTo>
                    <a:pt x="1467" y="21153"/>
                  </a:lnTo>
                  <a:lnTo>
                    <a:pt x="1339" y="24173"/>
                  </a:lnTo>
                  <a:lnTo>
                    <a:pt x="1203" y="27303"/>
                  </a:lnTo>
                  <a:lnTo>
                    <a:pt x="1049" y="30476"/>
                  </a:lnTo>
                  <a:lnTo>
                    <a:pt x="751" y="36719"/>
                  </a:lnTo>
                  <a:lnTo>
                    <a:pt x="452" y="42408"/>
                  </a:lnTo>
                  <a:lnTo>
                    <a:pt x="324" y="44882"/>
                  </a:lnTo>
                  <a:lnTo>
                    <a:pt x="196" y="47031"/>
                  </a:lnTo>
                  <a:lnTo>
                    <a:pt x="85" y="48780"/>
                  </a:lnTo>
                  <a:lnTo>
                    <a:pt x="0" y="50085"/>
                  </a:lnTo>
                  <a:lnTo>
                    <a:pt x="657" y="50375"/>
                  </a:lnTo>
                  <a:lnTo>
                    <a:pt x="1314" y="50639"/>
                  </a:lnTo>
                  <a:lnTo>
                    <a:pt x="1638" y="50759"/>
                  </a:lnTo>
                  <a:lnTo>
                    <a:pt x="1953" y="50878"/>
                  </a:lnTo>
                  <a:lnTo>
                    <a:pt x="2277" y="50989"/>
                  </a:lnTo>
                  <a:lnTo>
                    <a:pt x="2593" y="51100"/>
                  </a:lnTo>
                  <a:lnTo>
                    <a:pt x="2917" y="51194"/>
                  </a:lnTo>
                  <a:lnTo>
                    <a:pt x="3233" y="51287"/>
                  </a:lnTo>
                  <a:lnTo>
                    <a:pt x="3557" y="51373"/>
                  </a:lnTo>
                  <a:lnTo>
                    <a:pt x="3872" y="51450"/>
                  </a:lnTo>
                  <a:lnTo>
                    <a:pt x="4188" y="51526"/>
                  </a:lnTo>
                  <a:lnTo>
                    <a:pt x="4512" y="51586"/>
                  </a:lnTo>
                  <a:lnTo>
                    <a:pt x="4828" y="51646"/>
                  </a:lnTo>
                  <a:lnTo>
                    <a:pt x="5143" y="51697"/>
                  </a:lnTo>
                  <a:lnTo>
                    <a:pt x="5467" y="51740"/>
                  </a:lnTo>
                  <a:lnTo>
                    <a:pt x="5792" y="51774"/>
                  </a:lnTo>
                  <a:lnTo>
                    <a:pt x="6107" y="51799"/>
                  </a:lnTo>
                  <a:lnTo>
                    <a:pt x="6431" y="51816"/>
                  </a:lnTo>
                  <a:lnTo>
                    <a:pt x="6755" y="51825"/>
                  </a:lnTo>
                  <a:lnTo>
                    <a:pt x="7088" y="51833"/>
                  </a:lnTo>
                  <a:lnTo>
                    <a:pt x="7412" y="51825"/>
                  </a:lnTo>
                  <a:lnTo>
                    <a:pt x="7745" y="51816"/>
                  </a:lnTo>
                  <a:lnTo>
                    <a:pt x="8077" y="51791"/>
                  </a:lnTo>
                  <a:lnTo>
                    <a:pt x="8410" y="51757"/>
                  </a:lnTo>
                  <a:lnTo>
                    <a:pt x="8751" y="51722"/>
                  </a:lnTo>
                  <a:lnTo>
                    <a:pt x="9092" y="51671"/>
                  </a:lnTo>
                  <a:lnTo>
                    <a:pt x="9434" y="51620"/>
                  </a:lnTo>
                  <a:lnTo>
                    <a:pt x="9783" y="51552"/>
                  </a:lnTo>
                  <a:lnTo>
                    <a:pt x="10133" y="51475"/>
                  </a:lnTo>
                  <a:lnTo>
                    <a:pt x="10483" y="51390"/>
                  </a:lnTo>
                  <a:lnTo>
                    <a:pt x="10730" y="50085"/>
                  </a:lnTo>
                  <a:lnTo>
                    <a:pt x="11063" y="48294"/>
                  </a:lnTo>
                  <a:lnTo>
                    <a:pt x="11924" y="43492"/>
                  </a:lnTo>
                  <a:lnTo>
                    <a:pt x="12990" y="37555"/>
                  </a:lnTo>
                  <a:lnTo>
                    <a:pt x="14176" y="31047"/>
                  </a:lnTo>
                  <a:lnTo>
                    <a:pt x="14782" y="27755"/>
                  </a:lnTo>
                  <a:lnTo>
                    <a:pt x="15379" y="24531"/>
                  </a:lnTo>
                  <a:lnTo>
                    <a:pt x="15959" y="21443"/>
                  </a:lnTo>
                  <a:lnTo>
                    <a:pt x="16513" y="18560"/>
                  </a:lnTo>
                  <a:lnTo>
                    <a:pt x="17025" y="15959"/>
                  </a:lnTo>
                  <a:lnTo>
                    <a:pt x="17264" y="14790"/>
                  </a:lnTo>
                  <a:lnTo>
                    <a:pt x="17485" y="13707"/>
                  </a:lnTo>
                  <a:lnTo>
                    <a:pt x="17690" y="12735"/>
                  </a:lnTo>
                  <a:lnTo>
                    <a:pt x="17886" y="11882"/>
                  </a:lnTo>
                  <a:lnTo>
                    <a:pt x="18057" y="11140"/>
                  </a:lnTo>
                  <a:lnTo>
                    <a:pt x="18210" y="10543"/>
                  </a:lnTo>
                  <a:lnTo>
                    <a:pt x="18270" y="10295"/>
                  </a:lnTo>
                  <a:lnTo>
                    <a:pt x="18321" y="10048"/>
                  </a:lnTo>
                  <a:lnTo>
                    <a:pt x="18364" y="9801"/>
                  </a:lnTo>
                  <a:lnTo>
                    <a:pt x="18406" y="9553"/>
                  </a:lnTo>
                  <a:lnTo>
                    <a:pt x="18441" y="9314"/>
                  </a:lnTo>
                  <a:lnTo>
                    <a:pt x="18458" y="9067"/>
                  </a:lnTo>
                  <a:lnTo>
                    <a:pt x="18475" y="8828"/>
                  </a:lnTo>
                  <a:lnTo>
                    <a:pt x="18483" y="8581"/>
                  </a:lnTo>
                  <a:lnTo>
                    <a:pt x="18492" y="8342"/>
                  </a:lnTo>
                  <a:lnTo>
                    <a:pt x="18483" y="8103"/>
                  </a:lnTo>
                  <a:lnTo>
                    <a:pt x="18475" y="7864"/>
                  </a:lnTo>
                  <a:lnTo>
                    <a:pt x="18458" y="7626"/>
                  </a:lnTo>
                  <a:lnTo>
                    <a:pt x="18432" y="7395"/>
                  </a:lnTo>
                  <a:lnTo>
                    <a:pt x="18398" y="7156"/>
                  </a:lnTo>
                  <a:lnTo>
                    <a:pt x="18364" y="6926"/>
                  </a:lnTo>
                  <a:lnTo>
                    <a:pt x="18313" y="6696"/>
                  </a:lnTo>
                  <a:lnTo>
                    <a:pt x="18270" y="6466"/>
                  </a:lnTo>
                  <a:lnTo>
                    <a:pt x="18210" y="6244"/>
                  </a:lnTo>
                  <a:lnTo>
                    <a:pt x="18142" y="6022"/>
                  </a:lnTo>
                  <a:lnTo>
                    <a:pt x="18074" y="5800"/>
                  </a:lnTo>
                  <a:lnTo>
                    <a:pt x="18006" y="5578"/>
                  </a:lnTo>
                  <a:lnTo>
                    <a:pt x="17920" y="5357"/>
                  </a:lnTo>
                  <a:lnTo>
                    <a:pt x="17835" y="5143"/>
                  </a:lnTo>
                  <a:lnTo>
                    <a:pt x="17741" y="4930"/>
                  </a:lnTo>
                  <a:lnTo>
                    <a:pt x="17639" y="4726"/>
                  </a:lnTo>
                  <a:lnTo>
                    <a:pt x="17536" y="4521"/>
                  </a:lnTo>
                  <a:lnTo>
                    <a:pt x="17426" y="4316"/>
                  </a:lnTo>
                  <a:lnTo>
                    <a:pt x="17315" y="4120"/>
                  </a:lnTo>
                  <a:lnTo>
                    <a:pt x="17195" y="3924"/>
                  </a:lnTo>
                  <a:lnTo>
                    <a:pt x="17067" y="3728"/>
                  </a:lnTo>
                  <a:lnTo>
                    <a:pt x="16939" y="3540"/>
                  </a:lnTo>
                  <a:lnTo>
                    <a:pt x="16803" y="3352"/>
                  </a:lnTo>
                  <a:lnTo>
                    <a:pt x="16658" y="3173"/>
                  </a:lnTo>
                  <a:lnTo>
                    <a:pt x="16513" y="2994"/>
                  </a:lnTo>
                  <a:lnTo>
                    <a:pt x="16368" y="2815"/>
                  </a:lnTo>
                  <a:lnTo>
                    <a:pt x="16206" y="2644"/>
                  </a:lnTo>
                  <a:lnTo>
                    <a:pt x="16052" y="2482"/>
                  </a:lnTo>
                  <a:lnTo>
                    <a:pt x="15882" y="2320"/>
                  </a:lnTo>
                  <a:lnTo>
                    <a:pt x="15720" y="2158"/>
                  </a:lnTo>
                  <a:lnTo>
                    <a:pt x="15541" y="2013"/>
                  </a:lnTo>
                  <a:lnTo>
                    <a:pt x="15370" y="1860"/>
                  </a:lnTo>
                  <a:lnTo>
                    <a:pt x="15182" y="1715"/>
                  </a:lnTo>
                  <a:lnTo>
                    <a:pt x="14995" y="1578"/>
                  </a:lnTo>
                  <a:lnTo>
                    <a:pt x="14807" y="1450"/>
                  </a:lnTo>
                  <a:lnTo>
                    <a:pt x="14611" y="1322"/>
                  </a:lnTo>
                  <a:lnTo>
                    <a:pt x="14415" y="1194"/>
                  </a:lnTo>
                  <a:lnTo>
                    <a:pt x="14219" y="1075"/>
                  </a:lnTo>
                  <a:lnTo>
                    <a:pt x="14014" y="964"/>
                  </a:lnTo>
                  <a:lnTo>
                    <a:pt x="13801" y="862"/>
                  </a:lnTo>
                  <a:lnTo>
                    <a:pt x="13587" y="759"/>
                  </a:lnTo>
                  <a:lnTo>
                    <a:pt x="13374" y="666"/>
                  </a:lnTo>
                  <a:lnTo>
                    <a:pt x="13152" y="572"/>
                  </a:lnTo>
                  <a:lnTo>
                    <a:pt x="12931" y="486"/>
                  </a:lnTo>
                  <a:lnTo>
                    <a:pt x="12709" y="410"/>
                  </a:lnTo>
                  <a:lnTo>
                    <a:pt x="12479" y="341"/>
                  </a:lnTo>
                  <a:lnTo>
                    <a:pt x="12240" y="273"/>
                  </a:lnTo>
                  <a:lnTo>
                    <a:pt x="12009" y="222"/>
                  </a:lnTo>
                  <a:lnTo>
                    <a:pt x="11771" y="171"/>
                  </a:lnTo>
                  <a:lnTo>
                    <a:pt x="11532" y="120"/>
                  </a:lnTo>
                  <a:lnTo>
                    <a:pt x="11284" y="86"/>
                  </a:lnTo>
                  <a:lnTo>
                    <a:pt x="11046" y="51"/>
                  </a:lnTo>
                  <a:lnTo>
                    <a:pt x="10790" y="26"/>
                  </a:lnTo>
                  <a:lnTo>
                    <a:pt x="10542" y="9"/>
                  </a:lnTo>
                  <a:lnTo>
                    <a:pt x="10287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1146;p26">
              <a:extLst>
                <a:ext uri="{FF2B5EF4-FFF2-40B4-BE49-F238E27FC236}">
                  <a16:creationId xmlns:a16="http://schemas.microsoft.com/office/drawing/2014/main" id="{08E25800-D3ED-901A-2FFC-9A5BA75029D9}"/>
                </a:ext>
              </a:extLst>
            </p:cNvPr>
            <p:cNvSpPr/>
            <p:nvPr/>
          </p:nvSpPr>
          <p:spPr>
            <a:xfrm>
              <a:off x="5086000" y="3174675"/>
              <a:ext cx="462300" cy="1295850"/>
            </a:xfrm>
            <a:custGeom>
              <a:avLst/>
              <a:gdLst/>
              <a:ahLst/>
              <a:cxnLst/>
              <a:rect l="l" t="t" r="r" b="b"/>
              <a:pathLst>
                <a:path w="18492" h="51834" fill="none" extrusionOk="0">
                  <a:moveTo>
                    <a:pt x="10483" y="51390"/>
                  </a:moveTo>
                  <a:lnTo>
                    <a:pt x="10483" y="51390"/>
                  </a:lnTo>
                  <a:lnTo>
                    <a:pt x="10730" y="50085"/>
                  </a:lnTo>
                  <a:lnTo>
                    <a:pt x="11063" y="48294"/>
                  </a:lnTo>
                  <a:lnTo>
                    <a:pt x="11924" y="43492"/>
                  </a:lnTo>
                  <a:lnTo>
                    <a:pt x="12990" y="37555"/>
                  </a:lnTo>
                  <a:lnTo>
                    <a:pt x="14176" y="31047"/>
                  </a:lnTo>
                  <a:lnTo>
                    <a:pt x="14782" y="27755"/>
                  </a:lnTo>
                  <a:lnTo>
                    <a:pt x="15379" y="24531"/>
                  </a:lnTo>
                  <a:lnTo>
                    <a:pt x="15959" y="21443"/>
                  </a:lnTo>
                  <a:lnTo>
                    <a:pt x="16513" y="18560"/>
                  </a:lnTo>
                  <a:lnTo>
                    <a:pt x="17025" y="15959"/>
                  </a:lnTo>
                  <a:lnTo>
                    <a:pt x="17264" y="14790"/>
                  </a:lnTo>
                  <a:lnTo>
                    <a:pt x="17485" y="13707"/>
                  </a:lnTo>
                  <a:lnTo>
                    <a:pt x="17690" y="12735"/>
                  </a:lnTo>
                  <a:lnTo>
                    <a:pt x="17886" y="11882"/>
                  </a:lnTo>
                  <a:lnTo>
                    <a:pt x="18057" y="11140"/>
                  </a:lnTo>
                  <a:lnTo>
                    <a:pt x="18210" y="10543"/>
                  </a:lnTo>
                  <a:lnTo>
                    <a:pt x="18210" y="10543"/>
                  </a:lnTo>
                  <a:lnTo>
                    <a:pt x="18270" y="10295"/>
                  </a:lnTo>
                  <a:lnTo>
                    <a:pt x="18321" y="10048"/>
                  </a:lnTo>
                  <a:lnTo>
                    <a:pt x="18364" y="9801"/>
                  </a:lnTo>
                  <a:lnTo>
                    <a:pt x="18406" y="9553"/>
                  </a:lnTo>
                  <a:lnTo>
                    <a:pt x="18441" y="9314"/>
                  </a:lnTo>
                  <a:lnTo>
                    <a:pt x="18458" y="9067"/>
                  </a:lnTo>
                  <a:lnTo>
                    <a:pt x="18475" y="8828"/>
                  </a:lnTo>
                  <a:lnTo>
                    <a:pt x="18483" y="8581"/>
                  </a:lnTo>
                  <a:lnTo>
                    <a:pt x="18492" y="8342"/>
                  </a:lnTo>
                  <a:lnTo>
                    <a:pt x="18483" y="8103"/>
                  </a:lnTo>
                  <a:lnTo>
                    <a:pt x="18475" y="7864"/>
                  </a:lnTo>
                  <a:lnTo>
                    <a:pt x="18458" y="7626"/>
                  </a:lnTo>
                  <a:lnTo>
                    <a:pt x="18432" y="7395"/>
                  </a:lnTo>
                  <a:lnTo>
                    <a:pt x="18398" y="7156"/>
                  </a:lnTo>
                  <a:lnTo>
                    <a:pt x="18364" y="6926"/>
                  </a:lnTo>
                  <a:lnTo>
                    <a:pt x="18313" y="6696"/>
                  </a:lnTo>
                  <a:lnTo>
                    <a:pt x="18270" y="6466"/>
                  </a:lnTo>
                  <a:lnTo>
                    <a:pt x="18210" y="6244"/>
                  </a:lnTo>
                  <a:lnTo>
                    <a:pt x="18142" y="6022"/>
                  </a:lnTo>
                  <a:lnTo>
                    <a:pt x="18074" y="5800"/>
                  </a:lnTo>
                  <a:lnTo>
                    <a:pt x="18006" y="5578"/>
                  </a:lnTo>
                  <a:lnTo>
                    <a:pt x="17920" y="5357"/>
                  </a:lnTo>
                  <a:lnTo>
                    <a:pt x="17835" y="5143"/>
                  </a:lnTo>
                  <a:lnTo>
                    <a:pt x="17741" y="4930"/>
                  </a:lnTo>
                  <a:lnTo>
                    <a:pt x="17639" y="4726"/>
                  </a:lnTo>
                  <a:lnTo>
                    <a:pt x="17536" y="4521"/>
                  </a:lnTo>
                  <a:lnTo>
                    <a:pt x="17426" y="4316"/>
                  </a:lnTo>
                  <a:lnTo>
                    <a:pt x="17315" y="4120"/>
                  </a:lnTo>
                  <a:lnTo>
                    <a:pt x="17195" y="3924"/>
                  </a:lnTo>
                  <a:lnTo>
                    <a:pt x="17067" y="3728"/>
                  </a:lnTo>
                  <a:lnTo>
                    <a:pt x="16939" y="3540"/>
                  </a:lnTo>
                  <a:lnTo>
                    <a:pt x="16803" y="3352"/>
                  </a:lnTo>
                  <a:lnTo>
                    <a:pt x="16658" y="3173"/>
                  </a:lnTo>
                  <a:lnTo>
                    <a:pt x="16513" y="2994"/>
                  </a:lnTo>
                  <a:lnTo>
                    <a:pt x="16368" y="2815"/>
                  </a:lnTo>
                  <a:lnTo>
                    <a:pt x="16206" y="2644"/>
                  </a:lnTo>
                  <a:lnTo>
                    <a:pt x="16052" y="2482"/>
                  </a:lnTo>
                  <a:lnTo>
                    <a:pt x="15882" y="2320"/>
                  </a:lnTo>
                  <a:lnTo>
                    <a:pt x="15720" y="2158"/>
                  </a:lnTo>
                  <a:lnTo>
                    <a:pt x="15541" y="2013"/>
                  </a:lnTo>
                  <a:lnTo>
                    <a:pt x="15370" y="1860"/>
                  </a:lnTo>
                  <a:lnTo>
                    <a:pt x="15182" y="1715"/>
                  </a:lnTo>
                  <a:lnTo>
                    <a:pt x="14995" y="1578"/>
                  </a:lnTo>
                  <a:lnTo>
                    <a:pt x="14807" y="1450"/>
                  </a:lnTo>
                  <a:lnTo>
                    <a:pt x="14611" y="1322"/>
                  </a:lnTo>
                  <a:lnTo>
                    <a:pt x="14415" y="1194"/>
                  </a:lnTo>
                  <a:lnTo>
                    <a:pt x="14219" y="1075"/>
                  </a:lnTo>
                  <a:lnTo>
                    <a:pt x="14014" y="964"/>
                  </a:lnTo>
                  <a:lnTo>
                    <a:pt x="13801" y="862"/>
                  </a:lnTo>
                  <a:lnTo>
                    <a:pt x="13587" y="759"/>
                  </a:lnTo>
                  <a:lnTo>
                    <a:pt x="13374" y="666"/>
                  </a:lnTo>
                  <a:lnTo>
                    <a:pt x="13152" y="572"/>
                  </a:lnTo>
                  <a:lnTo>
                    <a:pt x="12931" y="486"/>
                  </a:lnTo>
                  <a:lnTo>
                    <a:pt x="12709" y="410"/>
                  </a:lnTo>
                  <a:lnTo>
                    <a:pt x="12479" y="341"/>
                  </a:lnTo>
                  <a:lnTo>
                    <a:pt x="12240" y="273"/>
                  </a:lnTo>
                  <a:lnTo>
                    <a:pt x="12009" y="222"/>
                  </a:lnTo>
                  <a:lnTo>
                    <a:pt x="11771" y="171"/>
                  </a:lnTo>
                  <a:lnTo>
                    <a:pt x="11532" y="120"/>
                  </a:lnTo>
                  <a:lnTo>
                    <a:pt x="11284" y="86"/>
                  </a:lnTo>
                  <a:lnTo>
                    <a:pt x="11046" y="51"/>
                  </a:lnTo>
                  <a:lnTo>
                    <a:pt x="10790" y="26"/>
                  </a:lnTo>
                  <a:lnTo>
                    <a:pt x="10542" y="9"/>
                  </a:lnTo>
                  <a:lnTo>
                    <a:pt x="10287" y="0"/>
                  </a:lnTo>
                  <a:lnTo>
                    <a:pt x="10287" y="0"/>
                  </a:lnTo>
                  <a:lnTo>
                    <a:pt x="10287" y="0"/>
                  </a:lnTo>
                  <a:lnTo>
                    <a:pt x="10039" y="0"/>
                  </a:lnTo>
                  <a:lnTo>
                    <a:pt x="9800" y="0"/>
                  </a:lnTo>
                  <a:lnTo>
                    <a:pt x="9553" y="17"/>
                  </a:lnTo>
                  <a:lnTo>
                    <a:pt x="9314" y="34"/>
                  </a:lnTo>
                  <a:lnTo>
                    <a:pt x="9084" y="60"/>
                  </a:lnTo>
                  <a:lnTo>
                    <a:pt x="8854" y="94"/>
                  </a:lnTo>
                  <a:lnTo>
                    <a:pt x="8623" y="128"/>
                  </a:lnTo>
                  <a:lnTo>
                    <a:pt x="8393" y="171"/>
                  </a:lnTo>
                  <a:lnTo>
                    <a:pt x="8180" y="222"/>
                  </a:lnTo>
                  <a:lnTo>
                    <a:pt x="7958" y="282"/>
                  </a:lnTo>
                  <a:lnTo>
                    <a:pt x="7745" y="341"/>
                  </a:lnTo>
                  <a:lnTo>
                    <a:pt x="7532" y="410"/>
                  </a:lnTo>
                  <a:lnTo>
                    <a:pt x="7327" y="486"/>
                  </a:lnTo>
                  <a:lnTo>
                    <a:pt x="7122" y="572"/>
                  </a:lnTo>
                  <a:lnTo>
                    <a:pt x="6926" y="657"/>
                  </a:lnTo>
                  <a:lnTo>
                    <a:pt x="6730" y="751"/>
                  </a:lnTo>
                  <a:lnTo>
                    <a:pt x="6534" y="845"/>
                  </a:lnTo>
                  <a:lnTo>
                    <a:pt x="6346" y="947"/>
                  </a:lnTo>
                  <a:lnTo>
                    <a:pt x="6158" y="1058"/>
                  </a:lnTo>
                  <a:lnTo>
                    <a:pt x="5979" y="1177"/>
                  </a:lnTo>
                  <a:lnTo>
                    <a:pt x="5800" y="1297"/>
                  </a:lnTo>
                  <a:lnTo>
                    <a:pt x="5621" y="1416"/>
                  </a:lnTo>
                  <a:lnTo>
                    <a:pt x="5450" y="1544"/>
                  </a:lnTo>
                  <a:lnTo>
                    <a:pt x="5288" y="1681"/>
                  </a:lnTo>
                  <a:lnTo>
                    <a:pt x="5118" y="1817"/>
                  </a:lnTo>
                  <a:lnTo>
                    <a:pt x="4964" y="1962"/>
                  </a:lnTo>
                  <a:lnTo>
                    <a:pt x="4802" y="2116"/>
                  </a:lnTo>
                  <a:lnTo>
                    <a:pt x="4649" y="2261"/>
                  </a:lnTo>
                  <a:lnTo>
                    <a:pt x="4504" y="2423"/>
                  </a:lnTo>
                  <a:lnTo>
                    <a:pt x="4359" y="2585"/>
                  </a:lnTo>
                  <a:lnTo>
                    <a:pt x="4222" y="2747"/>
                  </a:lnTo>
                  <a:lnTo>
                    <a:pt x="4077" y="2917"/>
                  </a:lnTo>
                  <a:lnTo>
                    <a:pt x="3949" y="3096"/>
                  </a:lnTo>
                  <a:lnTo>
                    <a:pt x="3821" y="3267"/>
                  </a:lnTo>
                  <a:lnTo>
                    <a:pt x="3693" y="3455"/>
                  </a:lnTo>
                  <a:lnTo>
                    <a:pt x="3574" y="3634"/>
                  </a:lnTo>
                  <a:lnTo>
                    <a:pt x="3454" y="3821"/>
                  </a:lnTo>
                  <a:lnTo>
                    <a:pt x="3344" y="4018"/>
                  </a:lnTo>
                  <a:lnTo>
                    <a:pt x="3122" y="4410"/>
                  </a:lnTo>
                  <a:lnTo>
                    <a:pt x="2926" y="4819"/>
                  </a:lnTo>
                  <a:lnTo>
                    <a:pt x="2747" y="5237"/>
                  </a:lnTo>
                  <a:lnTo>
                    <a:pt x="2576" y="5672"/>
                  </a:lnTo>
                  <a:lnTo>
                    <a:pt x="2431" y="6116"/>
                  </a:lnTo>
                  <a:lnTo>
                    <a:pt x="2294" y="6559"/>
                  </a:lnTo>
                  <a:lnTo>
                    <a:pt x="2175" y="7020"/>
                  </a:lnTo>
                  <a:lnTo>
                    <a:pt x="2081" y="7489"/>
                  </a:lnTo>
                  <a:lnTo>
                    <a:pt x="1996" y="7967"/>
                  </a:lnTo>
                  <a:lnTo>
                    <a:pt x="1928" y="8453"/>
                  </a:lnTo>
                  <a:lnTo>
                    <a:pt x="1877" y="8939"/>
                  </a:lnTo>
                  <a:lnTo>
                    <a:pt x="1851" y="9434"/>
                  </a:lnTo>
                  <a:lnTo>
                    <a:pt x="1834" y="9928"/>
                  </a:lnTo>
                  <a:lnTo>
                    <a:pt x="1834" y="9928"/>
                  </a:lnTo>
                  <a:lnTo>
                    <a:pt x="1825" y="10636"/>
                  </a:lnTo>
                  <a:lnTo>
                    <a:pt x="1808" y="11455"/>
                  </a:lnTo>
                  <a:lnTo>
                    <a:pt x="1757" y="13400"/>
                  </a:lnTo>
                  <a:lnTo>
                    <a:pt x="1680" y="15703"/>
                  </a:lnTo>
                  <a:lnTo>
                    <a:pt x="1578" y="18313"/>
                  </a:lnTo>
                  <a:lnTo>
                    <a:pt x="1467" y="21153"/>
                  </a:lnTo>
                  <a:lnTo>
                    <a:pt x="1339" y="24173"/>
                  </a:lnTo>
                  <a:lnTo>
                    <a:pt x="1203" y="27303"/>
                  </a:lnTo>
                  <a:lnTo>
                    <a:pt x="1049" y="30476"/>
                  </a:lnTo>
                  <a:lnTo>
                    <a:pt x="751" y="36719"/>
                  </a:lnTo>
                  <a:lnTo>
                    <a:pt x="452" y="42408"/>
                  </a:lnTo>
                  <a:lnTo>
                    <a:pt x="324" y="44882"/>
                  </a:lnTo>
                  <a:lnTo>
                    <a:pt x="196" y="47031"/>
                  </a:lnTo>
                  <a:lnTo>
                    <a:pt x="85" y="48780"/>
                  </a:lnTo>
                  <a:lnTo>
                    <a:pt x="0" y="50085"/>
                  </a:lnTo>
                  <a:lnTo>
                    <a:pt x="0" y="50085"/>
                  </a:lnTo>
                  <a:lnTo>
                    <a:pt x="657" y="50375"/>
                  </a:lnTo>
                  <a:lnTo>
                    <a:pt x="1314" y="50639"/>
                  </a:lnTo>
                  <a:lnTo>
                    <a:pt x="1638" y="50759"/>
                  </a:lnTo>
                  <a:lnTo>
                    <a:pt x="1953" y="50878"/>
                  </a:lnTo>
                  <a:lnTo>
                    <a:pt x="2277" y="50989"/>
                  </a:lnTo>
                  <a:lnTo>
                    <a:pt x="2593" y="51100"/>
                  </a:lnTo>
                  <a:lnTo>
                    <a:pt x="2917" y="51194"/>
                  </a:lnTo>
                  <a:lnTo>
                    <a:pt x="3233" y="51287"/>
                  </a:lnTo>
                  <a:lnTo>
                    <a:pt x="3557" y="51373"/>
                  </a:lnTo>
                  <a:lnTo>
                    <a:pt x="3872" y="51450"/>
                  </a:lnTo>
                  <a:lnTo>
                    <a:pt x="4188" y="51526"/>
                  </a:lnTo>
                  <a:lnTo>
                    <a:pt x="4512" y="51586"/>
                  </a:lnTo>
                  <a:lnTo>
                    <a:pt x="4828" y="51646"/>
                  </a:lnTo>
                  <a:lnTo>
                    <a:pt x="5143" y="51697"/>
                  </a:lnTo>
                  <a:lnTo>
                    <a:pt x="5467" y="51740"/>
                  </a:lnTo>
                  <a:lnTo>
                    <a:pt x="5792" y="51774"/>
                  </a:lnTo>
                  <a:lnTo>
                    <a:pt x="6107" y="51799"/>
                  </a:lnTo>
                  <a:lnTo>
                    <a:pt x="6431" y="51816"/>
                  </a:lnTo>
                  <a:lnTo>
                    <a:pt x="6755" y="51825"/>
                  </a:lnTo>
                  <a:lnTo>
                    <a:pt x="7088" y="51833"/>
                  </a:lnTo>
                  <a:lnTo>
                    <a:pt x="7412" y="51825"/>
                  </a:lnTo>
                  <a:lnTo>
                    <a:pt x="7745" y="51816"/>
                  </a:lnTo>
                  <a:lnTo>
                    <a:pt x="8077" y="51791"/>
                  </a:lnTo>
                  <a:lnTo>
                    <a:pt x="8410" y="51757"/>
                  </a:lnTo>
                  <a:lnTo>
                    <a:pt x="8751" y="51722"/>
                  </a:lnTo>
                  <a:lnTo>
                    <a:pt x="9092" y="51671"/>
                  </a:lnTo>
                  <a:lnTo>
                    <a:pt x="9434" y="51620"/>
                  </a:lnTo>
                  <a:lnTo>
                    <a:pt x="9783" y="51552"/>
                  </a:lnTo>
                  <a:lnTo>
                    <a:pt x="10133" y="51475"/>
                  </a:lnTo>
                  <a:lnTo>
                    <a:pt x="10483" y="5139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1147;p26">
              <a:extLst>
                <a:ext uri="{FF2B5EF4-FFF2-40B4-BE49-F238E27FC236}">
                  <a16:creationId xmlns:a16="http://schemas.microsoft.com/office/drawing/2014/main" id="{9F165A59-37C5-281A-7B97-B122302B88E2}"/>
                </a:ext>
              </a:extLst>
            </p:cNvPr>
            <p:cNvSpPr/>
            <p:nvPr/>
          </p:nvSpPr>
          <p:spPr>
            <a:xfrm>
              <a:off x="3248750" y="3201750"/>
              <a:ext cx="1082200" cy="339700"/>
            </a:xfrm>
            <a:custGeom>
              <a:avLst/>
              <a:gdLst/>
              <a:ahLst/>
              <a:cxnLst/>
              <a:rect l="l" t="t" r="r" b="b"/>
              <a:pathLst>
                <a:path w="43288" h="13588" extrusionOk="0">
                  <a:moveTo>
                    <a:pt x="37010" y="0"/>
                  </a:moveTo>
                  <a:lnTo>
                    <a:pt x="36711" y="26"/>
                  </a:lnTo>
                  <a:lnTo>
                    <a:pt x="36404" y="60"/>
                  </a:lnTo>
                  <a:lnTo>
                    <a:pt x="32506" y="811"/>
                  </a:lnTo>
                  <a:lnTo>
                    <a:pt x="1" y="9280"/>
                  </a:lnTo>
                  <a:lnTo>
                    <a:pt x="410" y="13588"/>
                  </a:lnTo>
                  <a:lnTo>
                    <a:pt x="38178" y="10313"/>
                  </a:lnTo>
                  <a:lnTo>
                    <a:pt x="38477" y="10261"/>
                  </a:lnTo>
                  <a:lnTo>
                    <a:pt x="38775" y="10202"/>
                  </a:lnTo>
                  <a:lnTo>
                    <a:pt x="39065" y="10133"/>
                  </a:lnTo>
                  <a:lnTo>
                    <a:pt x="39355" y="10048"/>
                  </a:lnTo>
                  <a:lnTo>
                    <a:pt x="39628" y="9954"/>
                  </a:lnTo>
                  <a:lnTo>
                    <a:pt x="39901" y="9852"/>
                  </a:lnTo>
                  <a:lnTo>
                    <a:pt x="40157" y="9733"/>
                  </a:lnTo>
                  <a:lnTo>
                    <a:pt x="40413" y="9605"/>
                  </a:lnTo>
                  <a:lnTo>
                    <a:pt x="40660" y="9468"/>
                  </a:lnTo>
                  <a:lnTo>
                    <a:pt x="40899" y="9323"/>
                  </a:lnTo>
                  <a:lnTo>
                    <a:pt x="41121" y="9170"/>
                  </a:lnTo>
                  <a:lnTo>
                    <a:pt x="41343" y="9008"/>
                  </a:lnTo>
                  <a:lnTo>
                    <a:pt x="41548" y="8828"/>
                  </a:lnTo>
                  <a:lnTo>
                    <a:pt x="41744" y="8649"/>
                  </a:lnTo>
                  <a:lnTo>
                    <a:pt x="41931" y="8462"/>
                  </a:lnTo>
                  <a:lnTo>
                    <a:pt x="42110" y="8265"/>
                  </a:lnTo>
                  <a:lnTo>
                    <a:pt x="42273" y="8061"/>
                  </a:lnTo>
                  <a:lnTo>
                    <a:pt x="42426" y="7856"/>
                  </a:lnTo>
                  <a:lnTo>
                    <a:pt x="42571" y="7634"/>
                  </a:lnTo>
                  <a:lnTo>
                    <a:pt x="42699" y="7413"/>
                  </a:lnTo>
                  <a:lnTo>
                    <a:pt x="42818" y="7182"/>
                  </a:lnTo>
                  <a:lnTo>
                    <a:pt x="42921" y="6952"/>
                  </a:lnTo>
                  <a:lnTo>
                    <a:pt x="43015" y="6713"/>
                  </a:lnTo>
                  <a:lnTo>
                    <a:pt x="43100" y="6474"/>
                  </a:lnTo>
                  <a:lnTo>
                    <a:pt x="43160" y="6227"/>
                  </a:lnTo>
                  <a:lnTo>
                    <a:pt x="43211" y="5971"/>
                  </a:lnTo>
                  <a:lnTo>
                    <a:pt x="43253" y="5724"/>
                  </a:lnTo>
                  <a:lnTo>
                    <a:pt x="43279" y="5468"/>
                  </a:lnTo>
                  <a:lnTo>
                    <a:pt x="43288" y="5203"/>
                  </a:lnTo>
                  <a:lnTo>
                    <a:pt x="43279" y="4948"/>
                  </a:lnTo>
                  <a:lnTo>
                    <a:pt x="43253" y="4683"/>
                  </a:lnTo>
                  <a:lnTo>
                    <a:pt x="43219" y="4419"/>
                  </a:lnTo>
                  <a:lnTo>
                    <a:pt x="43168" y="4154"/>
                  </a:lnTo>
                  <a:lnTo>
                    <a:pt x="43100" y="3898"/>
                  </a:lnTo>
                  <a:lnTo>
                    <a:pt x="43015" y="3643"/>
                  </a:lnTo>
                  <a:lnTo>
                    <a:pt x="42921" y="3395"/>
                  </a:lnTo>
                  <a:lnTo>
                    <a:pt x="42810" y="3156"/>
                  </a:lnTo>
                  <a:lnTo>
                    <a:pt x="42690" y="2926"/>
                  </a:lnTo>
                  <a:lnTo>
                    <a:pt x="42554" y="2696"/>
                  </a:lnTo>
                  <a:lnTo>
                    <a:pt x="42409" y="2483"/>
                  </a:lnTo>
                  <a:lnTo>
                    <a:pt x="42247" y="2269"/>
                  </a:lnTo>
                  <a:lnTo>
                    <a:pt x="42076" y="2065"/>
                  </a:lnTo>
                  <a:lnTo>
                    <a:pt x="41897" y="1868"/>
                  </a:lnTo>
                  <a:lnTo>
                    <a:pt x="41710" y="1681"/>
                  </a:lnTo>
                  <a:lnTo>
                    <a:pt x="41513" y="1502"/>
                  </a:lnTo>
                  <a:lnTo>
                    <a:pt x="41300" y="1331"/>
                  </a:lnTo>
                  <a:lnTo>
                    <a:pt x="41078" y="1169"/>
                  </a:lnTo>
                  <a:lnTo>
                    <a:pt x="40857" y="1015"/>
                  </a:lnTo>
                  <a:lnTo>
                    <a:pt x="40618" y="870"/>
                  </a:lnTo>
                  <a:lnTo>
                    <a:pt x="40379" y="743"/>
                  </a:lnTo>
                  <a:lnTo>
                    <a:pt x="40123" y="615"/>
                  </a:lnTo>
                  <a:lnTo>
                    <a:pt x="39867" y="504"/>
                  </a:lnTo>
                  <a:lnTo>
                    <a:pt x="39603" y="401"/>
                  </a:lnTo>
                  <a:lnTo>
                    <a:pt x="39338" y="308"/>
                  </a:lnTo>
                  <a:lnTo>
                    <a:pt x="39057" y="231"/>
                  </a:lnTo>
                  <a:lnTo>
                    <a:pt x="38784" y="163"/>
                  </a:lnTo>
                  <a:lnTo>
                    <a:pt x="38494" y="103"/>
                  </a:lnTo>
                  <a:lnTo>
                    <a:pt x="38204" y="60"/>
                  </a:lnTo>
                  <a:lnTo>
                    <a:pt x="37914" y="26"/>
                  </a:lnTo>
                  <a:lnTo>
                    <a:pt x="37616" y="9"/>
                  </a:lnTo>
                  <a:lnTo>
                    <a:pt x="37317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1148;p26">
              <a:extLst>
                <a:ext uri="{FF2B5EF4-FFF2-40B4-BE49-F238E27FC236}">
                  <a16:creationId xmlns:a16="http://schemas.microsoft.com/office/drawing/2014/main" id="{1882373F-E3EC-21C1-902D-C4E006333DE7}"/>
                </a:ext>
              </a:extLst>
            </p:cNvPr>
            <p:cNvSpPr/>
            <p:nvPr/>
          </p:nvSpPr>
          <p:spPr>
            <a:xfrm>
              <a:off x="3248750" y="3201750"/>
              <a:ext cx="1082200" cy="339700"/>
            </a:xfrm>
            <a:custGeom>
              <a:avLst/>
              <a:gdLst/>
              <a:ahLst/>
              <a:cxnLst/>
              <a:rect l="l" t="t" r="r" b="b"/>
              <a:pathLst>
                <a:path w="43288" h="13588" fill="none" extrusionOk="0">
                  <a:moveTo>
                    <a:pt x="1" y="9280"/>
                  </a:moveTo>
                  <a:lnTo>
                    <a:pt x="32506" y="811"/>
                  </a:lnTo>
                  <a:lnTo>
                    <a:pt x="36404" y="60"/>
                  </a:lnTo>
                  <a:lnTo>
                    <a:pt x="36404" y="60"/>
                  </a:lnTo>
                  <a:lnTo>
                    <a:pt x="36711" y="26"/>
                  </a:lnTo>
                  <a:lnTo>
                    <a:pt x="37010" y="0"/>
                  </a:lnTo>
                  <a:lnTo>
                    <a:pt x="37317" y="0"/>
                  </a:lnTo>
                  <a:lnTo>
                    <a:pt x="37616" y="9"/>
                  </a:lnTo>
                  <a:lnTo>
                    <a:pt x="37914" y="26"/>
                  </a:lnTo>
                  <a:lnTo>
                    <a:pt x="38204" y="60"/>
                  </a:lnTo>
                  <a:lnTo>
                    <a:pt x="38494" y="103"/>
                  </a:lnTo>
                  <a:lnTo>
                    <a:pt x="38784" y="163"/>
                  </a:lnTo>
                  <a:lnTo>
                    <a:pt x="39057" y="231"/>
                  </a:lnTo>
                  <a:lnTo>
                    <a:pt x="39338" y="308"/>
                  </a:lnTo>
                  <a:lnTo>
                    <a:pt x="39603" y="401"/>
                  </a:lnTo>
                  <a:lnTo>
                    <a:pt x="39867" y="504"/>
                  </a:lnTo>
                  <a:lnTo>
                    <a:pt x="40123" y="615"/>
                  </a:lnTo>
                  <a:lnTo>
                    <a:pt x="40379" y="743"/>
                  </a:lnTo>
                  <a:lnTo>
                    <a:pt x="40618" y="870"/>
                  </a:lnTo>
                  <a:lnTo>
                    <a:pt x="40857" y="1015"/>
                  </a:lnTo>
                  <a:lnTo>
                    <a:pt x="41078" y="1169"/>
                  </a:lnTo>
                  <a:lnTo>
                    <a:pt x="41300" y="1331"/>
                  </a:lnTo>
                  <a:lnTo>
                    <a:pt x="41513" y="1502"/>
                  </a:lnTo>
                  <a:lnTo>
                    <a:pt x="41710" y="1681"/>
                  </a:lnTo>
                  <a:lnTo>
                    <a:pt x="41897" y="1868"/>
                  </a:lnTo>
                  <a:lnTo>
                    <a:pt x="42076" y="2065"/>
                  </a:lnTo>
                  <a:lnTo>
                    <a:pt x="42247" y="2269"/>
                  </a:lnTo>
                  <a:lnTo>
                    <a:pt x="42409" y="2483"/>
                  </a:lnTo>
                  <a:lnTo>
                    <a:pt x="42554" y="2696"/>
                  </a:lnTo>
                  <a:lnTo>
                    <a:pt x="42690" y="2926"/>
                  </a:lnTo>
                  <a:lnTo>
                    <a:pt x="42810" y="3156"/>
                  </a:lnTo>
                  <a:lnTo>
                    <a:pt x="42921" y="3395"/>
                  </a:lnTo>
                  <a:lnTo>
                    <a:pt x="43015" y="3643"/>
                  </a:lnTo>
                  <a:lnTo>
                    <a:pt x="43100" y="3898"/>
                  </a:lnTo>
                  <a:lnTo>
                    <a:pt x="43168" y="4154"/>
                  </a:lnTo>
                  <a:lnTo>
                    <a:pt x="43219" y="4419"/>
                  </a:lnTo>
                  <a:lnTo>
                    <a:pt x="43219" y="4419"/>
                  </a:lnTo>
                  <a:lnTo>
                    <a:pt x="43253" y="4683"/>
                  </a:lnTo>
                  <a:lnTo>
                    <a:pt x="43279" y="4948"/>
                  </a:lnTo>
                  <a:lnTo>
                    <a:pt x="43288" y="5203"/>
                  </a:lnTo>
                  <a:lnTo>
                    <a:pt x="43279" y="5468"/>
                  </a:lnTo>
                  <a:lnTo>
                    <a:pt x="43253" y="5724"/>
                  </a:lnTo>
                  <a:lnTo>
                    <a:pt x="43211" y="5971"/>
                  </a:lnTo>
                  <a:lnTo>
                    <a:pt x="43160" y="6227"/>
                  </a:lnTo>
                  <a:lnTo>
                    <a:pt x="43100" y="6474"/>
                  </a:lnTo>
                  <a:lnTo>
                    <a:pt x="43015" y="6713"/>
                  </a:lnTo>
                  <a:lnTo>
                    <a:pt x="42921" y="6952"/>
                  </a:lnTo>
                  <a:lnTo>
                    <a:pt x="42818" y="7182"/>
                  </a:lnTo>
                  <a:lnTo>
                    <a:pt x="42699" y="7413"/>
                  </a:lnTo>
                  <a:lnTo>
                    <a:pt x="42571" y="7634"/>
                  </a:lnTo>
                  <a:lnTo>
                    <a:pt x="42426" y="7856"/>
                  </a:lnTo>
                  <a:lnTo>
                    <a:pt x="42273" y="8061"/>
                  </a:lnTo>
                  <a:lnTo>
                    <a:pt x="42110" y="8265"/>
                  </a:lnTo>
                  <a:lnTo>
                    <a:pt x="41931" y="8462"/>
                  </a:lnTo>
                  <a:lnTo>
                    <a:pt x="41744" y="8649"/>
                  </a:lnTo>
                  <a:lnTo>
                    <a:pt x="41548" y="8828"/>
                  </a:lnTo>
                  <a:lnTo>
                    <a:pt x="41343" y="9008"/>
                  </a:lnTo>
                  <a:lnTo>
                    <a:pt x="41121" y="9170"/>
                  </a:lnTo>
                  <a:lnTo>
                    <a:pt x="40899" y="9323"/>
                  </a:lnTo>
                  <a:lnTo>
                    <a:pt x="40660" y="9468"/>
                  </a:lnTo>
                  <a:lnTo>
                    <a:pt x="40413" y="9605"/>
                  </a:lnTo>
                  <a:lnTo>
                    <a:pt x="40157" y="9733"/>
                  </a:lnTo>
                  <a:lnTo>
                    <a:pt x="39901" y="9852"/>
                  </a:lnTo>
                  <a:lnTo>
                    <a:pt x="39628" y="9954"/>
                  </a:lnTo>
                  <a:lnTo>
                    <a:pt x="39355" y="10048"/>
                  </a:lnTo>
                  <a:lnTo>
                    <a:pt x="39065" y="10133"/>
                  </a:lnTo>
                  <a:lnTo>
                    <a:pt x="38775" y="10202"/>
                  </a:lnTo>
                  <a:lnTo>
                    <a:pt x="38477" y="10261"/>
                  </a:lnTo>
                  <a:lnTo>
                    <a:pt x="38178" y="10313"/>
                  </a:lnTo>
                  <a:lnTo>
                    <a:pt x="410" y="13588"/>
                  </a:lnTo>
                  <a:lnTo>
                    <a:pt x="1" y="9280"/>
                  </a:lnTo>
                  <a:close/>
                </a:path>
              </a:pathLst>
            </a:custGeom>
            <a:noFill/>
            <a:ln w="12150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1149;p26">
              <a:extLst>
                <a:ext uri="{FF2B5EF4-FFF2-40B4-BE49-F238E27FC236}">
                  <a16:creationId xmlns:a16="http://schemas.microsoft.com/office/drawing/2014/main" id="{7E9C10F6-BB97-3B5E-982B-308ADB3DC18D}"/>
                </a:ext>
              </a:extLst>
            </p:cNvPr>
            <p:cNvSpPr/>
            <p:nvPr/>
          </p:nvSpPr>
          <p:spPr>
            <a:xfrm>
              <a:off x="3043425" y="3394525"/>
              <a:ext cx="347600" cy="235000"/>
            </a:xfrm>
            <a:custGeom>
              <a:avLst/>
              <a:gdLst/>
              <a:ahLst/>
              <a:cxnLst/>
              <a:rect l="l" t="t" r="r" b="b"/>
              <a:pathLst>
                <a:path w="13904" h="9400" extrusionOk="0">
                  <a:moveTo>
                    <a:pt x="12982" y="0"/>
                  </a:moveTo>
                  <a:lnTo>
                    <a:pt x="12973" y="17"/>
                  </a:lnTo>
                  <a:lnTo>
                    <a:pt x="12956" y="34"/>
                  </a:lnTo>
                  <a:lnTo>
                    <a:pt x="12879" y="77"/>
                  </a:lnTo>
                  <a:lnTo>
                    <a:pt x="12760" y="111"/>
                  </a:lnTo>
                  <a:lnTo>
                    <a:pt x="12615" y="154"/>
                  </a:lnTo>
                  <a:lnTo>
                    <a:pt x="12436" y="188"/>
                  </a:lnTo>
                  <a:lnTo>
                    <a:pt x="12240" y="230"/>
                  </a:lnTo>
                  <a:lnTo>
                    <a:pt x="11813" y="299"/>
                  </a:lnTo>
                  <a:lnTo>
                    <a:pt x="11370" y="358"/>
                  </a:lnTo>
                  <a:lnTo>
                    <a:pt x="10969" y="409"/>
                  </a:lnTo>
                  <a:lnTo>
                    <a:pt x="10466" y="461"/>
                  </a:lnTo>
                  <a:lnTo>
                    <a:pt x="10124" y="503"/>
                  </a:lnTo>
                  <a:lnTo>
                    <a:pt x="9775" y="537"/>
                  </a:lnTo>
                  <a:lnTo>
                    <a:pt x="9425" y="563"/>
                  </a:lnTo>
                  <a:lnTo>
                    <a:pt x="9084" y="589"/>
                  </a:lnTo>
                  <a:lnTo>
                    <a:pt x="8734" y="606"/>
                  </a:lnTo>
                  <a:lnTo>
                    <a:pt x="8385" y="614"/>
                  </a:lnTo>
                  <a:lnTo>
                    <a:pt x="8035" y="623"/>
                  </a:lnTo>
                  <a:lnTo>
                    <a:pt x="7685" y="623"/>
                  </a:lnTo>
                  <a:lnTo>
                    <a:pt x="7037" y="614"/>
                  </a:lnTo>
                  <a:lnTo>
                    <a:pt x="6397" y="606"/>
                  </a:lnTo>
                  <a:lnTo>
                    <a:pt x="6082" y="606"/>
                  </a:lnTo>
                  <a:lnTo>
                    <a:pt x="5766" y="614"/>
                  </a:lnTo>
                  <a:lnTo>
                    <a:pt x="5459" y="631"/>
                  </a:lnTo>
                  <a:lnTo>
                    <a:pt x="5143" y="665"/>
                  </a:lnTo>
                  <a:lnTo>
                    <a:pt x="4905" y="699"/>
                  </a:lnTo>
                  <a:lnTo>
                    <a:pt x="4657" y="751"/>
                  </a:lnTo>
                  <a:lnTo>
                    <a:pt x="4418" y="810"/>
                  </a:lnTo>
                  <a:lnTo>
                    <a:pt x="4171" y="879"/>
                  </a:lnTo>
                  <a:lnTo>
                    <a:pt x="3932" y="964"/>
                  </a:lnTo>
                  <a:lnTo>
                    <a:pt x="3693" y="1066"/>
                  </a:lnTo>
                  <a:lnTo>
                    <a:pt x="3455" y="1186"/>
                  </a:lnTo>
                  <a:lnTo>
                    <a:pt x="3216" y="1322"/>
                  </a:lnTo>
                  <a:lnTo>
                    <a:pt x="3037" y="1433"/>
                  </a:lnTo>
                  <a:lnTo>
                    <a:pt x="2866" y="1552"/>
                  </a:lnTo>
                  <a:lnTo>
                    <a:pt x="2695" y="1672"/>
                  </a:lnTo>
                  <a:lnTo>
                    <a:pt x="2533" y="1808"/>
                  </a:lnTo>
                  <a:lnTo>
                    <a:pt x="2371" y="1945"/>
                  </a:lnTo>
                  <a:lnTo>
                    <a:pt x="2218" y="2081"/>
                  </a:lnTo>
                  <a:lnTo>
                    <a:pt x="2064" y="2226"/>
                  </a:lnTo>
                  <a:lnTo>
                    <a:pt x="1911" y="2371"/>
                  </a:lnTo>
                  <a:lnTo>
                    <a:pt x="1766" y="2525"/>
                  </a:lnTo>
                  <a:lnTo>
                    <a:pt x="1629" y="2687"/>
                  </a:lnTo>
                  <a:lnTo>
                    <a:pt x="1356" y="3011"/>
                  </a:lnTo>
                  <a:lnTo>
                    <a:pt x="1100" y="3344"/>
                  </a:lnTo>
                  <a:lnTo>
                    <a:pt x="862" y="3685"/>
                  </a:lnTo>
                  <a:lnTo>
                    <a:pt x="700" y="3941"/>
                  </a:lnTo>
                  <a:lnTo>
                    <a:pt x="546" y="4197"/>
                  </a:lnTo>
                  <a:lnTo>
                    <a:pt x="401" y="4461"/>
                  </a:lnTo>
                  <a:lnTo>
                    <a:pt x="273" y="4734"/>
                  </a:lnTo>
                  <a:lnTo>
                    <a:pt x="222" y="4870"/>
                  </a:lnTo>
                  <a:lnTo>
                    <a:pt x="171" y="5007"/>
                  </a:lnTo>
                  <a:lnTo>
                    <a:pt x="128" y="5152"/>
                  </a:lnTo>
                  <a:lnTo>
                    <a:pt x="85" y="5297"/>
                  </a:lnTo>
                  <a:lnTo>
                    <a:pt x="51" y="5442"/>
                  </a:lnTo>
                  <a:lnTo>
                    <a:pt x="26" y="5587"/>
                  </a:lnTo>
                  <a:lnTo>
                    <a:pt x="17" y="5732"/>
                  </a:lnTo>
                  <a:lnTo>
                    <a:pt x="0" y="5877"/>
                  </a:lnTo>
                  <a:lnTo>
                    <a:pt x="0" y="6022"/>
                  </a:lnTo>
                  <a:lnTo>
                    <a:pt x="9" y="6167"/>
                  </a:lnTo>
                  <a:lnTo>
                    <a:pt x="26" y="6303"/>
                  </a:lnTo>
                  <a:lnTo>
                    <a:pt x="51" y="6448"/>
                  </a:lnTo>
                  <a:lnTo>
                    <a:pt x="77" y="6585"/>
                  </a:lnTo>
                  <a:lnTo>
                    <a:pt x="111" y="6721"/>
                  </a:lnTo>
                  <a:lnTo>
                    <a:pt x="154" y="6858"/>
                  </a:lnTo>
                  <a:lnTo>
                    <a:pt x="205" y="6994"/>
                  </a:lnTo>
                  <a:lnTo>
                    <a:pt x="256" y="7122"/>
                  </a:lnTo>
                  <a:lnTo>
                    <a:pt x="316" y="7250"/>
                  </a:lnTo>
                  <a:lnTo>
                    <a:pt x="384" y="7378"/>
                  </a:lnTo>
                  <a:lnTo>
                    <a:pt x="452" y="7506"/>
                  </a:lnTo>
                  <a:lnTo>
                    <a:pt x="529" y="7625"/>
                  </a:lnTo>
                  <a:lnTo>
                    <a:pt x="614" y="7745"/>
                  </a:lnTo>
                  <a:lnTo>
                    <a:pt x="700" y="7856"/>
                  </a:lnTo>
                  <a:lnTo>
                    <a:pt x="785" y="7967"/>
                  </a:lnTo>
                  <a:lnTo>
                    <a:pt x="921" y="8120"/>
                  </a:lnTo>
                  <a:lnTo>
                    <a:pt x="1066" y="8274"/>
                  </a:lnTo>
                  <a:lnTo>
                    <a:pt x="1220" y="8410"/>
                  </a:lnTo>
                  <a:lnTo>
                    <a:pt x="1373" y="8538"/>
                  </a:lnTo>
                  <a:lnTo>
                    <a:pt x="1544" y="8657"/>
                  </a:lnTo>
                  <a:lnTo>
                    <a:pt x="1715" y="8777"/>
                  </a:lnTo>
                  <a:lnTo>
                    <a:pt x="1885" y="8879"/>
                  </a:lnTo>
                  <a:lnTo>
                    <a:pt x="2064" y="8973"/>
                  </a:lnTo>
                  <a:lnTo>
                    <a:pt x="2252" y="9067"/>
                  </a:lnTo>
                  <a:lnTo>
                    <a:pt x="2440" y="9144"/>
                  </a:lnTo>
                  <a:lnTo>
                    <a:pt x="2636" y="9212"/>
                  </a:lnTo>
                  <a:lnTo>
                    <a:pt x="2832" y="9263"/>
                  </a:lnTo>
                  <a:lnTo>
                    <a:pt x="3037" y="9314"/>
                  </a:lnTo>
                  <a:lnTo>
                    <a:pt x="3233" y="9348"/>
                  </a:lnTo>
                  <a:lnTo>
                    <a:pt x="3437" y="9382"/>
                  </a:lnTo>
                  <a:lnTo>
                    <a:pt x="3642" y="9399"/>
                  </a:lnTo>
                  <a:lnTo>
                    <a:pt x="3983" y="9399"/>
                  </a:lnTo>
                  <a:lnTo>
                    <a:pt x="4145" y="9391"/>
                  </a:lnTo>
                  <a:lnTo>
                    <a:pt x="4316" y="9374"/>
                  </a:lnTo>
                  <a:lnTo>
                    <a:pt x="4487" y="9348"/>
                  </a:lnTo>
                  <a:lnTo>
                    <a:pt x="4649" y="9314"/>
                  </a:lnTo>
                  <a:lnTo>
                    <a:pt x="4819" y="9280"/>
                  </a:lnTo>
                  <a:lnTo>
                    <a:pt x="4981" y="9237"/>
                  </a:lnTo>
                  <a:lnTo>
                    <a:pt x="5143" y="9186"/>
                  </a:lnTo>
                  <a:lnTo>
                    <a:pt x="5305" y="9127"/>
                  </a:lnTo>
                  <a:lnTo>
                    <a:pt x="5459" y="9058"/>
                  </a:lnTo>
                  <a:lnTo>
                    <a:pt x="5612" y="8990"/>
                  </a:lnTo>
                  <a:lnTo>
                    <a:pt x="5766" y="8905"/>
                  </a:lnTo>
                  <a:lnTo>
                    <a:pt x="5911" y="8828"/>
                  </a:lnTo>
                  <a:lnTo>
                    <a:pt x="6056" y="8734"/>
                  </a:lnTo>
                  <a:lnTo>
                    <a:pt x="6192" y="8640"/>
                  </a:lnTo>
                  <a:lnTo>
                    <a:pt x="6500" y="8419"/>
                  </a:lnTo>
                  <a:lnTo>
                    <a:pt x="6807" y="8231"/>
                  </a:lnTo>
                  <a:lnTo>
                    <a:pt x="7122" y="8052"/>
                  </a:lnTo>
                  <a:lnTo>
                    <a:pt x="7438" y="7898"/>
                  </a:lnTo>
                  <a:lnTo>
                    <a:pt x="7762" y="7745"/>
                  </a:lnTo>
                  <a:lnTo>
                    <a:pt x="8095" y="7608"/>
                  </a:lnTo>
                  <a:lnTo>
                    <a:pt x="8794" y="7327"/>
                  </a:lnTo>
                  <a:lnTo>
                    <a:pt x="9425" y="7088"/>
                  </a:lnTo>
                  <a:lnTo>
                    <a:pt x="10056" y="6858"/>
                  </a:lnTo>
                  <a:lnTo>
                    <a:pt x="10687" y="6627"/>
                  </a:lnTo>
                  <a:lnTo>
                    <a:pt x="11327" y="6414"/>
                  </a:lnTo>
                  <a:lnTo>
                    <a:pt x="11967" y="6201"/>
                  </a:lnTo>
                  <a:lnTo>
                    <a:pt x="12607" y="5996"/>
                  </a:lnTo>
                  <a:lnTo>
                    <a:pt x="13255" y="5809"/>
                  </a:lnTo>
                  <a:lnTo>
                    <a:pt x="13903" y="5621"/>
                  </a:lnTo>
                  <a:lnTo>
                    <a:pt x="13741" y="5297"/>
                  </a:lnTo>
                  <a:lnTo>
                    <a:pt x="13587" y="4964"/>
                  </a:lnTo>
                  <a:lnTo>
                    <a:pt x="13451" y="4632"/>
                  </a:lnTo>
                  <a:lnTo>
                    <a:pt x="13332" y="4290"/>
                  </a:lnTo>
                  <a:lnTo>
                    <a:pt x="13229" y="3941"/>
                  </a:lnTo>
                  <a:lnTo>
                    <a:pt x="13135" y="3591"/>
                  </a:lnTo>
                  <a:lnTo>
                    <a:pt x="13050" y="3241"/>
                  </a:lnTo>
                  <a:lnTo>
                    <a:pt x="12990" y="2883"/>
                  </a:lnTo>
                  <a:lnTo>
                    <a:pt x="12939" y="2525"/>
                  </a:lnTo>
                  <a:lnTo>
                    <a:pt x="12897" y="2167"/>
                  </a:lnTo>
                  <a:lnTo>
                    <a:pt x="12879" y="1800"/>
                  </a:lnTo>
                  <a:lnTo>
                    <a:pt x="12871" y="1442"/>
                  </a:lnTo>
                  <a:lnTo>
                    <a:pt x="12879" y="1075"/>
                  </a:lnTo>
                  <a:lnTo>
                    <a:pt x="12897" y="717"/>
                  </a:lnTo>
                  <a:lnTo>
                    <a:pt x="12931" y="358"/>
                  </a:lnTo>
                  <a:lnTo>
                    <a:pt x="129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1150;p26">
              <a:extLst>
                <a:ext uri="{FF2B5EF4-FFF2-40B4-BE49-F238E27FC236}">
                  <a16:creationId xmlns:a16="http://schemas.microsoft.com/office/drawing/2014/main" id="{A266A04B-8056-4438-15AC-BC94B1F0ABCA}"/>
                </a:ext>
              </a:extLst>
            </p:cNvPr>
            <p:cNvSpPr/>
            <p:nvPr/>
          </p:nvSpPr>
          <p:spPr>
            <a:xfrm>
              <a:off x="3043425" y="3435675"/>
              <a:ext cx="106425" cy="193850"/>
            </a:xfrm>
            <a:custGeom>
              <a:avLst/>
              <a:gdLst/>
              <a:ahLst/>
              <a:cxnLst/>
              <a:rect l="l" t="t" r="r" b="b"/>
              <a:pathLst>
                <a:path w="4257" h="7754" extrusionOk="0">
                  <a:moveTo>
                    <a:pt x="2738" y="0"/>
                  </a:moveTo>
                  <a:lnTo>
                    <a:pt x="2465" y="213"/>
                  </a:lnTo>
                  <a:lnTo>
                    <a:pt x="2209" y="444"/>
                  </a:lnTo>
                  <a:lnTo>
                    <a:pt x="1953" y="691"/>
                  </a:lnTo>
                  <a:lnTo>
                    <a:pt x="1715" y="938"/>
                  </a:lnTo>
                  <a:lnTo>
                    <a:pt x="1484" y="1203"/>
                  </a:lnTo>
                  <a:lnTo>
                    <a:pt x="1271" y="1476"/>
                  </a:lnTo>
                  <a:lnTo>
                    <a:pt x="1058" y="1757"/>
                  </a:lnTo>
                  <a:lnTo>
                    <a:pt x="862" y="2039"/>
                  </a:lnTo>
                  <a:lnTo>
                    <a:pt x="700" y="2295"/>
                  </a:lnTo>
                  <a:lnTo>
                    <a:pt x="546" y="2551"/>
                  </a:lnTo>
                  <a:lnTo>
                    <a:pt x="401" y="2815"/>
                  </a:lnTo>
                  <a:lnTo>
                    <a:pt x="273" y="3088"/>
                  </a:lnTo>
                  <a:lnTo>
                    <a:pt x="222" y="3224"/>
                  </a:lnTo>
                  <a:lnTo>
                    <a:pt x="171" y="3361"/>
                  </a:lnTo>
                  <a:lnTo>
                    <a:pt x="128" y="3506"/>
                  </a:lnTo>
                  <a:lnTo>
                    <a:pt x="85" y="3651"/>
                  </a:lnTo>
                  <a:lnTo>
                    <a:pt x="51" y="3796"/>
                  </a:lnTo>
                  <a:lnTo>
                    <a:pt x="26" y="3941"/>
                  </a:lnTo>
                  <a:lnTo>
                    <a:pt x="17" y="4086"/>
                  </a:lnTo>
                  <a:lnTo>
                    <a:pt x="0" y="4231"/>
                  </a:lnTo>
                  <a:lnTo>
                    <a:pt x="0" y="4376"/>
                  </a:lnTo>
                  <a:lnTo>
                    <a:pt x="9" y="4521"/>
                  </a:lnTo>
                  <a:lnTo>
                    <a:pt x="26" y="4657"/>
                  </a:lnTo>
                  <a:lnTo>
                    <a:pt x="51" y="4802"/>
                  </a:lnTo>
                  <a:lnTo>
                    <a:pt x="77" y="4939"/>
                  </a:lnTo>
                  <a:lnTo>
                    <a:pt x="111" y="5075"/>
                  </a:lnTo>
                  <a:lnTo>
                    <a:pt x="154" y="5212"/>
                  </a:lnTo>
                  <a:lnTo>
                    <a:pt x="205" y="5348"/>
                  </a:lnTo>
                  <a:lnTo>
                    <a:pt x="256" y="5476"/>
                  </a:lnTo>
                  <a:lnTo>
                    <a:pt x="316" y="5604"/>
                  </a:lnTo>
                  <a:lnTo>
                    <a:pt x="384" y="5732"/>
                  </a:lnTo>
                  <a:lnTo>
                    <a:pt x="452" y="5860"/>
                  </a:lnTo>
                  <a:lnTo>
                    <a:pt x="529" y="5979"/>
                  </a:lnTo>
                  <a:lnTo>
                    <a:pt x="614" y="6099"/>
                  </a:lnTo>
                  <a:lnTo>
                    <a:pt x="700" y="6210"/>
                  </a:lnTo>
                  <a:lnTo>
                    <a:pt x="785" y="6321"/>
                  </a:lnTo>
                  <a:lnTo>
                    <a:pt x="921" y="6474"/>
                  </a:lnTo>
                  <a:lnTo>
                    <a:pt x="1066" y="6628"/>
                  </a:lnTo>
                  <a:lnTo>
                    <a:pt x="1220" y="6764"/>
                  </a:lnTo>
                  <a:lnTo>
                    <a:pt x="1373" y="6892"/>
                  </a:lnTo>
                  <a:lnTo>
                    <a:pt x="1544" y="7011"/>
                  </a:lnTo>
                  <a:lnTo>
                    <a:pt x="1715" y="7131"/>
                  </a:lnTo>
                  <a:lnTo>
                    <a:pt x="1885" y="7233"/>
                  </a:lnTo>
                  <a:lnTo>
                    <a:pt x="2064" y="7327"/>
                  </a:lnTo>
                  <a:lnTo>
                    <a:pt x="2252" y="7421"/>
                  </a:lnTo>
                  <a:lnTo>
                    <a:pt x="2440" y="7498"/>
                  </a:lnTo>
                  <a:lnTo>
                    <a:pt x="2636" y="7566"/>
                  </a:lnTo>
                  <a:lnTo>
                    <a:pt x="2832" y="7617"/>
                  </a:lnTo>
                  <a:lnTo>
                    <a:pt x="3037" y="7668"/>
                  </a:lnTo>
                  <a:lnTo>
                    <a:pt x="3233" y="7702"/>
                  </a:lnTo>
                  <a:lnTo>
                    <a:pt x="3437" y="7736"/>
                  </a:lnTo>
                  <a:lnTo>
                    <a:pt x="3642" y="7753"/>
                  </a:lnTo>
                  <a:lnTo>
                    <a:pt x="3949" y="7753"/>
                  </a:lnTo>
                  <a:lnTo>
                    <a:pt x="4103" y="7745"/>
                  </a:lnTo>
                  <a:lnTo>
                    <a:pt x="4256" y="7728"/>
                  </a:lnTo>
                  <a:lnTo>
                    <a:pt x="4069" y="7276"/>
                  </a:lnTo>
                  <a:lnTo>
                    <a:pt x="3898" y="6815"/>
                  </a:lnTo>
                  <a:lnTo>
                    <a:pt x="3745" y="6346"/>
                  </a:lnTo>
                  <a:lnTo>
                    <a:pt x="3591" y="5868"/>
                  </a:lnTo>
                  <a:lnTo>
                    <a:pt x="3463" y="5399"/>
                  </a:lnTo>
                  <a:lnTo>
                    <a:pt x="3344" y="4913"/>
                  </a:lnTo>
                  <a:lnTo>
                    <a:pt x="3233" y="4436"/>
                  </a:lnTo>
                  <a:lnTo>
                    <a:pt x="3130" y="3949"/>
                  </a:lnTo>
                  <a:lnTo>
                    <a:pt x="3045" y="3455"/>
                  </a:lnTo>
                  <a:lnTo>
                    <a:pt x="2968" y="2968"/>
                  </a:lnTo>
                  <a:lnTo>
                    <a:pt x="2909" y="2474"/>
                  </a:lnTo>
                  <a:lnTo>
                    <a:pt x="2849" y="1979"/>
                  </a:lnTo>
                  <a:lnTo>
                    <a:pt x="2806" y="1484"/>
                  </a:lnTo>
                  <a:lnTo>
                    <a:pt x="2772" y="990"/>
                  </a:lnTo>
                  <a:lnTo>
                    <a:pt x="2755" y="495"/>
                  </a:lnTo>
                  <a:lnTo>
                    <a:pt x="27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151;p26">
              <a:extLst>
                <a:ext uri="{FF2B5EF4-FFF2-40B4-BE49-F238E27FC236}">
                  <a16:creationId xmlns:a16="http://schemas.microsoft.com/office/drawing/2014/main" id="{A3B3669E-76AC-41D0-90B7-4DDBC83AFFFD}"/>
                </a:ext>
              </a:extLst>
            </p:cNvPr>
            <p:cNvSpPr/>
            <p:nvPr/>
          </p:nvSpPr>
          <p:spPr>
            <a:xfrm>
              <a:off x="3422125" y="3450600"/>
              <a:ext cx="1154900" cy="261225"/>
            </a:xfrm>
            <a:custGeom>
              <a:avLst/>
              <a:gdLst/>
              <a:ahLst/>
              <a:cxnLst/>
              <a:rect l="l" t="t" r="r" b="b"/>
              <a:pathLst>
                <a:path w="46196" h="10449" extrusionOk="0">
                  <a:moveTo>
                    <a:pt x="39995" y="0"/>
                  </a:moveTo>
                  <a:lnTo>
                    <a:pt x="521" y="3361"/>
                  </a:lnTo>
                  <a:lnTo>
                    <a:pt x="0" y="7353"/>
                  </a:lnTo>
                  <a:lnTo>
                    <a:pt x="40327" y="10449"/>
                  </a:lnTo>
                  <a:lnTo>
                    <a:pt x="40634" y="10432"/>
                  </a:lnTo>
                  <a:lnTo>
                    <a:pt x="40941" y="10406"/>
                  </a:lnTo>
                  <a:lnTo>
                    <a:pt x="41240" y="10364"/>
                  </a:lnTo>
                  <a:lnTo>
                    <a:pt x="41538" y="10312"/>
                  </a:lnTo>
                  <a:lnTo>
                    <a:pt x="41828" y="10244"/>
                  </a:lnTo>
                  <a:lnTo>
                    <a:pt x="42110" y="10167"/>
                  </a:lnTo>
                  <a:lnTo>
                    <a:pt x="42391" y="10082"/>
                  </a:lnTo>
                  <a:lnTo>
                    <a:pt x="42664" y="9980"/>
                  </a:lnTo>
                  <a:lnTo>
                    <a:pt x="42929" y="9869"/>
                  </a:lnTo>
                  <a:lnTo>
                    <a:pt x="43185" y="9749"/>
                  </a:lnTo>
                  <a:lnTo>
                    <a:pt x="43432" y="9613"/>
                  </a:lnTo>
                  <a:lnTo>
                    <a:pt x="43671" y="9476"/>
                  </a:lnTo>
                  <a:lnTo>
                    <a:pt x="43901" y="9323"/>
                  </a:lnTo>
                  <a:lnTo>
                    <a:pt x="44131" y="9161"/>
                  </a:lnTo>
                  <a:lnTo>
                    <a:pt x="44345" y="8990"/>
                  </a:lnTo>
                  <a:lnTo>
                    <a:pt x="44549" y="8820"/>
                  </a:lnTo>
                  <a:lnTo>
                    <a:pt x="44737" y="8632"/>
                  </a:lnTo>
                  <a:lnTo>
                    <a:pt x="44925" y="8436"/>
                  </a:lnTo>
                  <a:lnTo>
                    <a:pt x="45095" y="8231"/>
                  </a:lnTo>
                  <a:lnTo>
                    <a:pt x="45257" y="8026"/>
                  </a:lnTo>
                  <a:lnTo>
                    <a:pt x="45411" y="7813"/>
                  </a:lnTo>
                  <a:lnTo>
                    <a:pt x="45547" y="7591"/>
                  </a:lnTo>
                  <a:lnTo>
                    <a:pt x="45675" y="7361"/>
                  </a:lnTo>
                  <a:lnTo>
                    <a:pt x="45786" y="7122"/>
                  </a:lnTo>
                  <a:lnTo>
                    <a:pt x="45888" y="6884"/>
                  </a:lnTo>
                  <a:lnTo>
                    <a:pt x="45974" y="6636"/>
                  </a:lnTo>
                  <a:lnTo>
                    <a:pt x="46050" y="6389"/>
                  </a:lnTo>
                  <a:lnTo>
                    <a:pt x="46110" y="6133"/>
                  </a:lnTo>
                  <a:lnTo>
                    <a:pt x="46153" y="5877"/>
                  </a:lnTo>
                  <a:lnTo>
                    <a:pt x="46178" y="5613"/>
                  </a:lnTo>
                  <a:lnTo>
                    <a:pt x="46195" y="5348"/>
                  </a:lnTo>
                  <a:lnTo>
                    <a:pt x="46195" y="5084"/>
                  </a:lnTo>
                  <a:lnTo>
                    <a:pt x="46178" y="4811"/>
                  </a:lnTo>
                  <a:lnTo>
                    <a:pt x="46144" y="4546"/>
                  </a:lnTo>
                  <a:lnTo>
                    <a:pt x="46102" y="4291"/>
                  </a:lnTo>
                  <a:lnTo>
                    <a:pt x="46042" y="4035"/>
                  </a:lnTo>
                  <a:lnTo>
                    <a:pt x="45965" y="3779"/>
                  </a:lnTo>
                  <a:lnTo>
                    <a:pt x="45880" y="3531"/>
                  </a:lnTo>
                  <a:lnTo>
                    <a:pt x="45769" y="3293"/>
                  </a:lnTo>
                  <a:lnTo>
                    <a:pt x="45658" y="3062"/>
                  </a:lnTo>
                  <a:lnTo>
                    <a:pt x="45530" y="2832"/>
                  </a:lnTo>
                  <a:lnTo>
                    <a:pt x="45385" y="2610"/>
                  </a:lnTo>
                  <a:lnTo>
                    <a:pt x="45240" y="2397"/>
                  </a:lnTo>
                  <a:lnTo>
                    <a:pt x="45070" y="2184"/>
                  </a:lnTo>
                  <a:lnTo>
                    <a:pt x="44899" y="1988"/>
                  </a:lnTo>
                  <a:lnTo>
                    <a:pt x="44711" y="1791"/>
                  </a:lnTo>
                  <a:lnTo>
                    <a:pt x="44515" y="1604"/>
                  </a:lnTo>
                  <a:lnTo>
                    <a:pt x="44310" y="1433"/>
                  </a:lnTo>
                  <a:lnTo>
                    <a:pt x="44097" y="1263"/>
                  </a:lnTo>
                  <a:lnTo>
                    <a:pt x="43867" y="1101"/>
                  </a:lnTo>
                  <a:lnTo>
                    <a:pt x="43637" y="956"/>
                  </a:lnTo>
                  <a:lnTo>
                    <a:pt x="43398" y="811"/>
                  </a:lnTo>
                  <a:lnTo>
                    <a:pt x="43150" y="683"/>
                  </a:lnTo>
                  <a:lnTo>
                    <a:pt x="42895" y="563"/>
                  </a:lnTo>
                  <a:lnTo>
                    <a:pt x="42630" y="452"/>
                  </a:lnTo>
                  <a:lnTo>
                    <a:pt x="42357" y="359"/>
                  </a:lnTo>
                  <a:lnTo>
                    <a:pt x="42076" y="273"/>
                  </a:lnTo>
                  <a:lnTo>
                    <a:pt x="41794" y="196"/>
                  </a:lnTo>
                  <a:lnTo>
                    <a:pt x="41504" y="128"/>
                  </a:lnTo>
                  <a:lnTo>
                    <a:pt x="41214" y="77"/>
                  </a:lnTo>
                  <a:lnTo>
                    <a:pt x="40916" y="43"/>
                  </a:lnTo>
                  <a:lnTo>
                    <a:pt x="40609" y="17"/>
                  </a:lnTo>
                  <a:lnTo>
                    <a:pt x="40302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1152;p26">
              <a:extLst>
                <a:ext uri="{FF2B5EF4-FFF2-40B4-BE49-F238E27FC236}">
                  <a16:creationId xmlns:a16="http://schemas.microsoft.com/office/drawing/2014/main" id="{77539B25-10EF-033B-EF93-298A75FF8056}"/>
                </a:ext>
              </a:extLst>
            </p:cNvPr>
            <p:cNvSpPr/>
            <p:nvPr/>
          </p:nvSpPr>
          <p:spPr>
            <a:xfrm>
              <a:off x="3422125" y="3450600"/>
              <a:ext cx="1154900" cy="261225"/>
            </a:xfrm>
            <a:custGeom>
              <a:avLst/>
              <a:gdLst/>
              <a:ahLst/>
              <a:cxnLst/>
              <a:rect l="l" t="t" r="r" b="b"/>
              <a:pathLst>
                <a:path w="46196" h="10449" fill="none" extrusionOk="0">
                  <a:moveTo>
                    <a:pt x="521" y="3361"/>
                  </a:moveTo>
                  <a:lnTo>
                    <a:pt x="39995" y="0"/>
                  </a:lnTo>
                  <a:lnTo>
                    <a:pt x="39995" y="0"/>
                  </a:lnTo>
                  <a:lnTo>
                    <a:pt x="40302" y="0"/>
                  </a:lnTo>
                  <a:lnTo>
                    <a:pt x="40609" y="17"/>
                  </a:lnTo>
                  <a:lnTo>
                    <a:pt x="40916" y="43"/>
                  </a:lnTo>
                  <a:lnTo>
                    <a:pt x="41214" y="77"/>
                  </a:lnTo>
                  <a:lnTo>
                    <a:pt x="41504" y="128"/>
                  </a:lnTo>
                  <a:lnTo>
                    <a:pt x="41794" y="196"/>
                  </a:lnTo>
                  <a:lnTo>
                    <a:pt x="42076" y="273"/>
                  </a:lnTo>
                  <a:lnTo>
                    <a:pt x="42357" y="359"/>
                  </a:lnTo>
                  <a:lnTo>
                    <a:pt x="42630" y="452"/>
                  </a:lnTo>
                  <a:lnTo>
                    <a:pt x="42895" y="563"/>
                  </a:lnTo>
                  <a:lnTo>
                    <a:pt x="43150" y="683"/>
                  </a:lnTo>
                  <a:lnTo>
                    <a:pt x="43398" y="811"/>
                  </a:lnTo>
                  <a:lnTo>
                    <a:pt x="43637" y="956"/>
                  </a:lnTo>
                  <a:lnTo>
                    <a:pt x="43867" y="1101"/>
                  </a:lnTo>
                  <a:lnTo>
                    <a:pt x="44097" y="1263"/>
                  </a:lnTo>
                  <a:lnTo>
                    <a:pt x="44310" y="1433"/>
                  </a:lnTo>
                  <a:lnTo>
                    <a:pt x="44515" y="1604"/>
                  </a:lnTo>
                  <a:lnTo>
                    <a:pt x="44711" y="1791"/>
                  </a:lnTo>
                  <a:lnTo>
                    <a:pt x="44899" y="1988"/>
                  </a:lnTo>
                  <a:lnTo>
                    <a:pt x="45070" y="2184"/>
                  </a:lnTo>
                  <a:lnTo>
                    <a:pt x="45240" y="2397"/>
                  </a:lnTo>
                  <a:lnTo>
                    <a:pt x="45385" y="2610"/>
                  </a:lnTo>
                  <a:lnTo>
                    <a:pt x="45530" y="2832"/>
                  </a:lnTo>
                  <a:lnTo>
                    <a:pt x="45658" y="3062"/>
                  </a:lnTo>
                  <a:lnTo>
                    <a:pt x="45769" y="3293"/>
                  </a:lnTo>
                  <a:lnTo>
                    <a:pt x="45880" y="3531"/>
                  </a:lnTo>
                  <a:lnTo>
                    <a:pt x="45965" y="3779"/>
                  </a:lnTo>
                  <a:lnTo>
                    <a:pt x="46042" y="4035"/>
                  </a:lnTo>
                  <a:lnTo>
                    <a:pt x="46102" y="4291"/>
                  </a:lnTo>
                  <a:lnTo>
                    <a:pt x="46144" y="4546"/>
                  </a:lnTo>
                  <a:lnTo>
                    <a:pt x="46178" y="4811"/>
                  </a:lnTo>
                  <a:lnTo>
                    <a:pt x="46195" y="5084"/>
                  </a:lnTo>
                  <a:lnTo>
                    <a:pt x="46195" y="5084"/>
                  </a:lnTo>
                  <a:lnTo>
                    <a:pt x="46195" y="5348"/>
                  </a:lnTo>
                  <a:lnTo>
                    <a:pt x="46178" y="5613"/>
                  </a:lnTo>
                  <a:lnTo>
                    <a:pt x="46153" y="5877"/>
                  </a:lnTo>
                  <a:lnTo>
                    <a:pt x="46110" y="6133"/>
                  </a:lnTo>
                  <a:lnTo>
                    <a:pt x="46050" y="6389"/>
                  </a:lnTo>
                  <a:lnTo>
                    <a:pt x="45974" y="6636"/>
                  </a:lnTo>
                  <a:lnTo>
                    <a:pt x="45888" y="6884"/>
                  </a:lnTo>
                  <a:lnTo>
                    <a:pt x="45786" y="7122"/>
                  </a:lnTo>
                  <a:lnTo>
                    <a:pt x="45675" y="7361"/>
                  </a:lnTo>
                  <a:lnTo>
                    <a:pt x="45547" y="7591"/>
                  </a:lnTo>
                  <a:lnTo>
                    <a:pt x="45411" y="7813"/>
                  </a:lnTo>
                  <a:lnTo>
                    <a:pt x="45257" y="8026"/>
                  </a:lnTo>
                  <a:lnTo>
                    <a:pt x="45095" y="8231"/>
                  </a:lnTo>
                  <a:lnTo>
                    <a:pt x="44925" y="8436"/>
                  </a:lnTo>
                  <a:lnTo>
                    <a:pt x="44737" y="8632"/>
                  </a:lnTo>
                  <a:lnTo>
                    <a:pt x="44549" y="8820"/>
                  </a:lnTo>
                  <a:lnTo>
                    <a:pt x="44345" y="8990"/>
                  </a:lnTo>
                  <a:lnTo>
                    <a:pt x="44131" y="9161"/>
                  </a:lnTo>
                  <a:lnTo>
                    <a:pt x="43901" y="9323"/>
                  </a:lnTo>
                  <a:lnTo>
                    <a:pt x="43671" y="9476"/>
                  </a:lnTo>
                  <a:lnTo>
                    <a:pt x="43432" y="9613"/>
                  </a:lnTo>
                  <a:lnTo>
                    <a:pt x="43185" y="9749"/>
                  </a:lnTo>
                  <a:lnTo>
                    <a:pt x="42929" y="9869"/>
                  </a:lnTo>
                  <a:lnTo>
                    <a:pt x="42664" y="9980"/>
                  </a:lnTo>
                  <a:lnTo>
                    <a:pt x="42391" y="10082"/>
                  </a:lnTo>
                  <a:lnTo>
                    <a:pt x="42110" y="10167"/>
                  </a:lnTo>
                  <a:lnTo>
                    <a:pt x="41828" y="10244"/>
                  </a:lnTo>
                  <a:lnTo>
                    <a:pt x="41538" y="10312"/>
                  </a:lnTo>
                  <a:lnTo>
                    <a:pt x="41240" y="10364"/>
                  </a:lnTo>
                  <a:lnTo>
                    <a:pt x="40941" y="10406"/>
                  </a:lnTo>
                  <a:lnTo>
                    <a:pt x="40634" y="10432"/>
                  </a:lnTo>
                  <a:lnTo>
                    <a:pt x="40327" y="10449"/>
                  </a:lnTo>
                  <a:lnTo>
                    <a:pt x="0" y="7353"/>
                  </a:lnTo>
                  <a:lnTo>
                    <a:pt x="521" y="3361"/>
                  </a:lnTo>
                  <a:close/>
                </a:path>
              </a:pathLst>
            </a:custGeom>
            <a:noFill/>
            <a:ln w="12150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1153;p26">
              <a:extLst>
                <a:ext uri="{FF2B5EF4-FFF2-40B4-BE49-F238E27FC236}">
                  <a16:creationId xmlns:a16="http://schemas.microsoft.com/office/drawing/2014/main" id="{BC74A233-BCEF-116D-C741-1300D3C90C73}"/>
                </a:ext>
              </a:extLst>
            </p:cNvPr>
            <p:cNvSpPr/>
            <p:nvPr/>
          </p:nvSpPr>
          <p:spPr>
            <a:xfrm>
              <a:off x="3192475" y="3504750"/>
              <a:ext cx="298750" cy="270425"/>
            </a:xfrm>
            <a:custGeom>
              <a:avLst/>
              <a:gdLst/>
              <a:ahLst/>
              <a:cxnLst/>
              <a:rect l="l" t="t" r="r" b="b"/>
              <a:pathLst>
                <a:path w="11950" h="10817" extrusionOk="0">
                  <a:moveTo>
                    <a:pt x="6730" y="1"/>
                  </a:moveTo>
                  <a:lnTo>
                    <a:pt x="6576" y="9"/>
                  </a:lnTo>
                  <a:lnTo>
                    <a:pt x="6414" y="35"/>
                  </a:lnTo>
                  <a:lnTo>
                    <a:pt x="6269" y="69"/>
                  </a:lnTo>
                  <a:lnTo>
                    <a:pt x="6116" y="112"/>
                  </a:lnTo>
                  <a:lnTo>
                    <a:pt x="5979" y="171"/>
                  </a:lnTo>
                  <a:lnTo>
                    <a:pt x="5843" y="257"/>
                  </a:lnTo>
                  <a:lnTo>
                    <a:pt x="5783" y="299"/>
                  </a:lnTo>
                  <a:lnTo>
                    <a:pt x="5723" y="350"/>
                  </a:lnTo>
                  <a:lnTo>
                    <a:pt x="5664" y="410"/>
                  </a:lnTo>
                  <a:lnTo>
                    <a:pt x="5604" y="470"/>
                  </a:lnTo>
                  <a:lnTo>
                    <a:pt x="5510" y="598"/>
                  </a:lnTo>
                  <a:lnTo>
                    <a:pt x="5425" y="743"/>
                  </a:lnTo>
                  <a:lnTo>
                    <a:pt x="5348" y="888"/>
                  </a:lnTo>
                  <a:lnTo>
                    <a:pt x="5195" y="1178"/>
                  </a:lnTo>
                  <a:lnTo>
                    <a:pt x="5118" y="1331"/>
                  </a:lnTo>
                  <a:lnTo>
                    <a:pt x="5024" y="1468"/>
                  </a:lnTo>
                  <a:lnTo>
                    <a:pt x="4939" y="1579"/>
                  </a:lnTo>
                  <a:lnTo>
                    <a:pt x="4845" y="1690"/>
                  </a:lnTo>
                  <a:lnTo>
                    <a:pt x="4742" y="1783"/>
                  </a:lnTo>
                  <a:lnTo>
                    <a:pt x="4632" y="1877"/>
                  </a:lnTo>
                  <a:lnTo>
                    <a:pt x="4521" y="1954"/>
                  </a:lnTo>
                  <a:lnTo>
                    <a:pt x="4401" y="2031"/>
                  </a:lnTo>
                  <a:lnTo>
                    <a:pt x="4273" y="2090"/>
                  </a:lnTo>
                  <a:lnTo>
                    <a:pt x="4145" y="2150"/>
                  </a:lnTo>
                  <a:lnTo>
                    <a:pt x="4009" y="2210"/>
                  </a:lnTo>
                  <a:lnTo>
                    <a:pt x="3872" y="2261"/>
                  </a:lnTo>
                  <a:lnTo>
                    <a:pt x="3591" y="2346"/>
                  </a:lnTo>
                  <a:lnTo>
                    <a:pt x="3301" y="2423"/>
                  </a:lnTo>
                  <a:lnTo>
                    <a:pt x="3003" y="2483"/>
                  </a:lnTo>
                  <a:lnTo>
                    <a:pt x="2405" y="2619"/>
                  </a:lnTo>
                  <a:lnTo>
                    <a:pt x="2107" y="2688"/>
                  </a:lnTo>
                  <a:lnTo>
                    <a:pt x="1817" y="2773"/>
                  </a:lnTo>
                  <a:lnTo>
                    <a:pt x="1672" y="2824"/>
                  </a:lnTo>
                  <a:lnTo>
                    <a:pt x="1535" y="2875"/>
                  </a:lnTo>
                  <a:lnTo>
                    <a:pt x="1399" y="2926"/>
                  </a:lnTo>
                  <a:lnTo>
                    <a:pt x="1263" y="2995"/>
                  </a:lnTo>
                  <a:lnTo>
                    <a:pt x="1135" y="3063"/>
                  </a:lnTo>
                  <a:lnTo>
                    <a:pt x="1015" y="3140"/>
                  </a:lnTo>
                  <a:lnTo>
                    <a:pt x="896" y="3225"/>
                  </a:lnTo>
                  <a:lnTo>
                    <a:pt x="776" y="3319"/>
                  </a:lnTo>
                  <a:lnTo>
                    <a:pt x="657" y="3438"/>
                  </a:lnTo>
                  <a:lnTo>
                    <a:pt x="555" y="3558"/>
                  </a:lnTo>
                  <a:lnTo>
                    <a:pt x="452" y="3694"/>
                  </a:lnTo>
                  <a:lnTo>
                    <a:pt x="367" y="3830"/>
                  </a:lnTo>
                  <a:lnTo>
                    <a:pt x="290" y="3975"/>
                  </a:lnTo>
                  <a:lnTo>
                    <a:pt x="222" y="4120"/>
                  </a:lnTo>
                  <a:lnTo>
                    <a:pt x="162" y="4274"/>
                  </a:lnTo>
                  <a:lnTo>
                    <a:pt x="111" y="4436"/>
                  </a:lnTo>
                  <a:lnTo>
                    <a:pt x="68" y="4598"/>
                  </a:lnTo>
                  <a:lnTo>
                    <a:pt x="43" y="4760"/>
                  </a:lnTo>
                  <a:lnTo>
                    <a:pt x="17" y="4931"/>
                  </a:lnTo>
                  <a:lnTo>
                    <a:pt x="0" y="5093"/>
                  </a:lnTo>
                  <a:lnTo>
                    <a:pt x="0" y="5263"/>
                  </a:lnTo>
                  <a:lnTo>
                    <a:pt x="0" y="5434"/>
                  </a:lnTo>
                  <a:lnTo>
                    <a:pt x="17" y="5596"/>
                  </a:lnTo>
                  <a:lnTo>
                    <a:pt x="34" y="5767"/>
                  </a:lnTo>
                  <a:lnTo>
                    <a:pt x="60" y="5929"/>
                  </a:lnTo>
                  <a:lnTo>
                    <a:pt x="94" y="6091"/>
                  </a:lnTo>
                  <a:lnTo>
                    <a:pt x="128" y="6253"/>
                  </a:lnTo>
                  <a:lnTo>
                    <a:pt x="179" y="6415"/>
                  </a:lnTo>
                  <a:lnTo>
                    <a:pt x="282" y="6722"/>
                  </a:lnTo>
                  <a:lnTo>
                    <a:pt x="401" y="7038"/>
                  </a:lnTo>
                  <a:lnTo>
                    <a:pt x="529" y="7345"/>
                  </a:lnTo>
                  <a:lnTo>
                    <a:pt x="674" y="7643"/>
                  </a:lnTo>
                  <a:lnTo>
                    <a:pt x="973" y="8240"/>
                  </a:lnTo>
                  <a:lnTo>
                    <a:pt x="1220" y="8718"/>
                  </a:lnTo>
                  <a:lnTo>
                    <a:pt x="1348" y="8957"/>
                  </a:lnTo>
                  <a:lnTo>
                    <a:pt x="1484" y="9187"/>
                  </a:lnTo>
                  <a:lnTo>
                    <a:pt x="1629" y="9409"/>
                  </a:lnTo>
                  <a:lnTo>
                    <a:pt x="1783" y="9630"/>
                  </a:lnTo>
                  <a:lnTo>
                    <a:pt x="1945" y="9835"/>
                  </a:lnTo>
                  <a:lnTo>
                    <a:pt x="2133" y="10031"/>
                  </a:lnTo>
                  <a:lnTo>
                    <a:pt x="2226" y="10125"/>
                  </a:lnTo>
                  <a:lnTo>
                    <a:pt x="2329" y="10219"/>
                  </a:lnTo>
                  <a:lnTo>
                    <a:pt x="2431" y="10304"/>
                  </a:lnTo>
                  <a:lnTo>
                    <a:pt x="2542" y="10381"/>
                  </a:lnTo>
                  <a:lnTo>
                    <a:pt x="2653" y="10458"/>
                  </a:lnTo>
                  <a:lnTo>
                    <a:pt x="2772" y="10526"/>
                  </a:lnTo>
                  <a:lnTo>
                    <a:pt x="2883" y="10586"/>
                  </a:lnTo>
                  <a:lnTo>
                    <a:pt x="3011" y="10645"/>
                  </a:lnTo>
                  <a:lnTo>
                    <a:pt x="3130" y="10697"/>
                  </a:lnTo>
                  <a:lnTo>
                    <a:pt x="3258" y="10731"/>
                  </a:lnTo>
                  <a:lnTo>
                    <a:pt x="3386" y="10765"/>
                  </a:lnTo>
                  <a:lnTo>
                    <a:pt x="3514" y="10790"/>
                  </a:lnTo>
                  <a:lnTo>
                    <a:pt x="3651" y="10807"/>
                  </a:lnTo>
                  <a:lnTo>
                    <a:pt x="3779" y="10816"/>
                  </a:lnTo>
                  <a:lnTo>
                    <a:pt x="3915" y="10816"/>
                  </a:lnTo>
                  <a:lnTo>
                    <a:pt x="4043" y="10807"/>
                  </a:lnTo>
                  <a:lnTo>
                    <a:pt x="4197" y="10773"/>
                  </a:lnTo>
                  <a:lnTo>
                    <a:pt x="4350" y="10739"/>
                  </a:lnTo>
                  <a:lnTo>
                    <a:pt x="4495" y="10688"/>
                  </a:lnTo>
                  <a:lnTo>
                    <a:pt x="4632" y="10628"/>
                  </a:lnTo>
                  <a:lnTo>
                    <a:pt x="4777" y="10552"/>
                  </a:lnTo>
                  <a:lnTo>
                    <a:pt x="4905" y="10475"/>
                  </a:lnTo>
                  <a:lnTo>
                    <a:pt x="5041" y="10390"/>
                  </a:lnTo>
                  <a:lnTo>
                    <a:pt x="5169" y="10296"/>
                  </a:lnTo>
                  <a:lnTo>
                    <a:pt x="5288" y="10193"/>
                  </a:lnTo>
                  <a:lnTo>
                    <a:pt x="5416" y="10091"/>
                  </a:lnTo>
                  <a:lnTo>
                    <a:pt x="5647" y="9869"/>
                  </a:lnTo>
                  <a:lnTo>
                    <a:pt x="5885" y="9647"/>
                  </a:lnTo>
                  <a:lnTo>
                    <a:pt x="6107" y="9417"/>
                  </a:lnTo>
                  <a:lnTo>
                    <a:pt x="6235" y="9289"/>
                  </a:lnTo>
                  <a:lnTo>
                    <a:pt x="6389" y="9161"/>
                  </a:lnTo>
                  <a:lnTo>
                    <a:pt x="6721" y="8880"/>
                  </a:lnTo>
                  <a:lnTo>
                    <a:pt x="7105" y="8581"/>
                  </a:lnTo>
                  <a:lnTo>
                    <a:pt x="7523" y="8274"/>
                  </a:lnTo>
                  <a:lnTo>
                    <a:pt x="7975" y="7959"/>
                  </a:lnTo>
                  <a:lnTo>
                    <a:pt x="8444" y="7635"/>
                  </a:lnTo>
                  <a:lnTo>
                    <a:pt x="8913" y="7319"/>
                  </a:lnTo>
                  <a:lnTo>
                    <a:pt x="9391" y="7012"/>
                  </a:lnTo>
                  <a:lnTo>
                    <a:pt x="9852" y="6722"/>
                  </a:lnTo>
                  <a:lnTo>
                    <a:pt x="10295" y="6449"/>
                  </a:lnTo>
                  <a:lnTo>
                    <a:pt x="11071" y="5980"/>
                  </a:lnTo>
                  <a:lnTo>
                    <a:pt x="11395" y="5792"/>
                  </a:lnTo>
                  <a:lnTo>
                    <a:pt x="11651" y="5656"/>
                  </a:lnTo>
                  <a:lnTo>
                    <a:pt x="11839" y="5553"/>
                  </a:lnTo>
                  <a:lnTo>
                    <a:pt x="11950" y="5511"/>
                  </a:lnTo>
                  <a:lnTo>
                    <a:pt x="11830" y="5204"/>
                  </a:lnTo>
                  <a:lnTo>
                    <a:pt x="11720" y="4897"/>
                  </a:lnTo>
                  <a:lnTo>
                    <a:pt x="11626" y="4590"/>
                  </a:lnTo>
                  <a:lnTo>
                    <a:pt x="11540" y="4283"/>
                  </a:lnTo>
                  <a:lnTo>
                    <a:pt x="11464" y="3967"/>
                  </a:lnTo>
                  <a:lnTo>
                    <a:pt x="11404" y="3660"/>
                  </a:lnTo>
                  <a:lnTo>
                    <a:pt x="11353" y="3353"/>
                  </a:lnTo>
                  <a:lnTo>
                    <a:pt x="11319" y="3037"/>
                  </a:lnTo>
                  <a:lnTo>
                    <a:pt x="11293" y="2722"/>
                  </a:lnTo>
                  <a:lnTo>
                    <a:pt x="11276" y="2406"/>
                  </a:lnTo>
                  <a:lnTo>
                    <a:pt x="11285" y="2090"/>
                  </a:lnTo>
                  <a:lnTo>
                    <a:pt x="11293" y="1775"/>
                  </a:lnTo>
                  <a:lnTo>
                    <a:pt x="11327" y="1451"/>
                  </a:lnTo>
                  <a:lnTo>
                    <a:pt x="11370" y="1127"/>
                  </a:lnTo>
                  <a:lnTo>
                    <a:pt x="11430" y="803"/>
                  </a:lnTo>
                  <a:lnTo>
                    <a:pt x="11506" y="470"/>
                  </a:lnTo>
                  <a:lnTo>
                    <a:pt x="10670" y="376"/>
                  </a:lnTo>
                  <a:lnTo>
                    <a:pt x="9835" y="291"/>
                  </a:lnTo>
                  <a:lnTo>
                    <a:pt x="8163" y="129"/>
                  </a:lnTo>
                  <a:lnTo>
                    <a:pt x="7864" y="95"/>
                  </a:lnTo>
                  <a:lnTo>
                    <a:pt x="7549" y="52"/>
                  </a:lnTo>
                  <a:lnTo>
                    <a:pt x="7225" y="18"/>
                  </a:lnTo>
                  <a:lnTo>
                    <a:pt x="70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1154;p26">
              <a:extLst>
                <a:ext uri="{FF2B5EF4-FFF2-40B4-BE49-F238E27FC236}">
                  <a16:creationId xmlns:a16="http://schemas.microsoft.com/office/drawing/2014/main" id="{7D5BF40D-D324-9717-E1DE-DB2FA34F8D3E}"/>
                </a:ext>
              </a:extLst>
            </p:cNvPr>
            <p:cNvSpPr/>
            <p:nvPr/>
          </p:nvSpPr>
          <p:spPr>
            <a:xfrm>
              <a:off x="3192475" y="3575550"/>
              <a:ext cx="122850" cy="199625"/>
            </a:xfrm>
            <a:custGeom>
              <a:avLst/>
              <a:gdLst/>
              <a:ahLst/>
              <a:cxnLst/>
              <a:rect l="l" t="t" r="r" b="b"/>
              <a:pathLst>
                <a:path w="4914" h="7985" extrusionOk="0">
                  <a:moveTo>
                    <a:pt x="1655" y="1"/>
                  </a:moveTo>
                  <a:lnTo>
                    <a:pt x="1416" y="94"/>
                  </a:lnTo>
                  <a:lnTo>
                    <a:pt x="1297" y="146"/>
                  </a:lnTo>
                  <a:lnTo>
                    <a:pt x="1186" y="205"/>
                  </a:lnTo>
                  <a:lnTo>
                    <a:pt x="1083" y="265"/>
                  </a:lnTo>
                  <a:lnTo>
                    <a:pt x="973" y="333"/>
                  </a:lnTo>
                  <a:lnTo>
                    <a:pt x="879" y="410"/>
                  </a:lnTo>
                  <a:lnTo>
                    <a:pt x="776" y="487"/>
                  </a:lnTo>
                  <a:lnTo>
                    <a:pt x="657" y="606"/>
                  </a:lnTo>
                  <a:lnTo>
                    <a:pt x="555" y="726"/>
                  </a:lnTo>
                  <a:lnTo>
                    <a:pt x="452" y="862"/>
                  </a:lnTo>
                  <a:lnTo>
                    <a:pt x="367" y="998"/>
                  </a:lnTo>
                  <a:lnTo>
                    <a:pt x="290" y="1143"/>
                  </a:lnTo>
                  <a:lnTo>
                    <a:pt x="222" y="1288"/>
                  </a:lnTo>
                  <a:lnTo>
                    <a:pt x="162" y="1442"/>
                  </a:lnTo>
                  <a:lnTo>
                    <a:pt x="111" y="1604"/>
                  </a:lnTo>
                  <a:lnTo>
                    <a:pt x="68" y="1766"/>
                  </a:lnTo>
                  <a:lnTo>
                    <a:pt x="43" y="1928"/>
                  </a:lnTo>
                  <a:lnTo>
                    <a:pt x="17" y="2099"/>
                  </a:lnTo>
                  <a:lnTo>
                    <a:pt x="0" y="2261"/>
                  </a:lnTo>
                  <a:lnTo>
                    <a:pt x="0" y="2431"/>
                  </a:lnTo>
                  <a:lnTo>
                    <a:pt x="0" y="2602"/>
                  </a:lnTo>
                  <a:lnTo>
                    <a:pt x="17" y="2764"/>
                  </a:lnTo>
                  <a:lnTo>
                    <a:pt x="34" y="2935"/>
                  </a:lnTo>
                  <a:lnTo>
                    <a:pt x="60" y="3097"/>
                  </a:lnTo>
                  <a:lnTo>
                    <a:pt x="94" y="3259"/>
                  </a:lnTo>
                  <a:lnTo>
                    <a:pt x="128" y="3421"/>
                  </a:lnTo>
                  <a:lnTo>
                    <a:pt x="179" y="3583"/>
                  </a:lnTo>
                  <a:lnTo>
                    <a:pt x="282" y="3890"/>
                  </a:lnTo>
                  <a:lnTo>
                    <a:pt x="401" y="4206"/>
                  </a:lnTo>
                  <a:lnTo>
                    <a:pt x="529" y="4513"/>
                  </a:lnTo>
                  <a:lnTo>
                    <a:pt x="674" y="4811"/>
                  </a:lnTo>
                  <a:lnTo>
                    <a:pt x="973" y="5408"/>
                  </a:lnTo>
                  <a:lnTo>
                    <a:pt x="1220" y="5886"/>
                  </a:lnTo>
                  <a:lnTo>
                    <a:pt x="1348" y="6125"/>
                  </a:lnTo>
                  <a:lnTo>
                    <a:pt x="1484" y="6355"/>
                  </a:lnTo>
                  <a:lnTo>
                    <a:pt x="1629" y="6577"/>
                  </a:lnTo>
                  <a:lnTo>
                    <a:pt x="1783" y="6798"/>
                  </a:lnTo>
                  <a:lnTo>
                    <a:pt x="1945" y="7003"/>
                  </a:lnTo>
                  <a:lnTo>
                    <a:pt x="2133" y="7199"/>
                  </a:lnTo>
                  <a:lnTo>
                    <a:pt x="2226" y="7293"/>
                  </a:lnTo>
                  <a:lnTo>
                    <a:pt x="2329" y="7387"/>
                  </a:lnTo>
                  <a:lnTo>
                    <a:pt x="2431" y="7472"/>
                  </a:lnTo>
                  <a:lnTo>
                    <a:pt x="2542" y="7549"/>
                  </a:lnTo>
                  <a:lnTo>
                    <a:pt x="2653" y="7626"/>
                  </a:lnTo>
                  <a:lnTo>
                    <a:pt x="2772" y="7694"/>
                  </a:lnTo>
                  <a:lnTo>
                    <a:pt x="2883" y="7754"/>
                  </a:lnTo>
                  <a:lnTo>
                    <a:pt x="3011" y="7813"/>
                  </a:lnTo>
                  <a:lnTo>
                    <a:pt x="3130" y="7865"/>
                  </a:lnTo>
                  <a:lnTo>
                    <a:pt x="3258" y="7899"/>
                  </a:lnTo>
                  <a:lnTo>
                    <a:pt x="3386" y="7933"/>
                  </a:lnTo>
                  <a:lnTo>
                    <a:pt x="3514" y="7958"/>
                  </a:lnTo>
                  <a:lnTo>
                    <a:pt x="3651" y="7975"/>
                  </a:lnTo>
                  <a:lnTo>
                    <a:pt x="3779" y="7984"/>
                  </a:lnTo>
                  <a:lnTo>
                    <a:pt x="3915" y="7984"/>
                  </a:lnTo>
                  <a:lnTo>
                    <a:pt x="4043" y="7975"/>
                  </a:lnTo>
                  <a:lnTo>
                    <a:pt x="4162" y="7950"/>
                  </a:lnTo>
                  <a:lnTo>
                    <a:pt x="4273" y="7924"/>
                  </a:lnTo>
                  <a:lnTo>
                    <a:pt x="4384" y="7890"/>
                  </a:lnTo>
                  <a:lnTo>
                    <a:pt x="4495" y="7856"/>
                  </a:lnTo>
                  <a:lnTo>
                    <a:pt x="4606" y="7805"/>
                  </a:lnTo>
                  <a:lnTo>
                    <a:pt x="4708" y="7754"/>
                  </a:lnTo>
                  <a:lnTo>
                    <a:pt x="4811" y="7703"/>
                  </a:lnTo>
                  <a:lnTo>
                    <a:pt x="4913" y="7643"/>
                  </a:lnTo>
                  <a:lnTo>
                    <a:pt x="4905" y="7370"/>
                  </a:lnTo>
                  <a:lnTo>
                    <a:pt x="4887" y="7105"/>
                  </a:lnTo>
                  <a:lnTo>
                    <a:pt x="4862" y="6833"/>
                  </a:lnTo>
                  <a:lnTo>
                    <a:pt x="4836" y="6568"/>
                  </a:lnTo>
                  <a:lnTo>
                    <a:pt x="4802" y="6295"/>
                  </a:lnTo>
                  <a:lnTo>
                    <a:pt x="4760" y="6031"/>
                  </a:lnTo>
                  <a:lnTo>
                    <a:pt x="4717" y="5766"/>
                  </a:lnTo>
                  <a:lnTo>
                    <a:pt x="4666" y="5502"/>
                  </a:lnTo>
                  <a:lnTo>
                    <a:pt x="4615" y="5238"/>
                  </a:lnTo>
                  <a:lnTo>
                    <a:pt x="4546" y="4973"/>
                  </a:lnTo>
                  <a:lnTo>
                    <a:pt x="4478" y="4709"/>
                  </a:lnTo>
                  <a:lnTo>
                    <a:pt x="4410" y="4453"/>
                  </a:lnTo>
                  <a:lnTo>
                    <a:pt x="4325" y="4197"/>
                  </a:lnTo>
                  <a:lnTo>
                    <a:pt x="4239" y="3941"/>
                  </a:lnTo>
                  <a:lnTo>
                    <a:pt x="4154" y="3694"/>
                  </a:lnTo>
                  <a:lnTo>
                    <a:pt x="4052" y="3446"/>
                  </a:lnTo>
                  <a:lnTo>
                    <a:pt x="3949" y="3199"/>
                  </a:lnTo>
                  <a:lnTo>
                    <a:pt x="3838" y="2960"/>
                  </a:lnTo>
                  <a:lnTo>
                    <a:pt x="3727" y="2721"/>
                  </a:lnTo>
                  <a:lnTo>
                    <a:pt x="3600" y="2483"/>
                  </a:lnTo>
                  <a:lnTo>
                    <a:pt x="3472" y="2252"/>
                  </a:lnTo>
                  <a:lnTo>
                    <a:pt x="3344" y="2022"/>
                  </a:lnTo>
                  <a:lnTo>
                    <a:pt x="3199" y="1800"/>
                  </a:lnTo>
                  <a:lnTo>
                    <a:pt x="3054" y="1578"/>
                  </a:lnTo>
                  <a:lnTo>
                    <a:pt x="2900" y="1365"/>
                  </a:lnTo>
                  <a:lnTo>
                    <a:pt x="2738" y="1152"/>
                  </a:lnTo>
                  <a:lnTo>
                    <a:pt x="2576" y="947"/>
                  </a:lnTo>
                  <a:lnTo>
                    <a:pt x="2405" y="743"/>
                  </a:lnTo>
                  <a:lnTo>
                    <a:pt x="2226" y="555"/>
                  </a:lnTo>
                  <a:lnTo>
                    <a:pt x="2039" y="359"/>
                  </a:lnTo>
                  <a:lnTo>
                    <a:pt x="1851" y="180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1155;p26">
              <a:extLst>
                <a:ext uri="{FF2B5EF4-FFF2-40B4-BE49-F238E27FC236}">
                  <a16:creationId xmlns:a16="http://schemas.microsoft.com/office/drawing/2014/main" id="{2DDBFE90-0930-5EC0-91CC-5CD38F8F10DD}"/>
                </a:ext>
              </a:extLst>
            </p:cNvPr>
            <p:cNvSpPr/>
            <p:nvPr/>
          </p:nvSpPr>
          <p:spPr>
            <a:xfrm>
              <a:off x="3312725" y="3504750"/>
              <a:ext cx="101100" cy="44175"/>
            </a:xfrm>
            <a:custGeom>
              <a:avLst/>
              <a:gdLst/>
              <a:ahLst/>
              <a:cxnLst/>
              <a:rect l="l" t="t" r="r" b="b"/>
              <a:pathLst>
                <a:path w="4044" h="1767" extrusionOk="0">
                  <a:moveTo>
                    <a:pt x="1920" y="1"/>
                  </a:moveTo>
                  <a:lnTo>
                    <a:pt x="1766" y="9"/>
                  </a:lnTo>
                  <a:lnTo>
                    <a:pt x="1604" y="35"/>
                  </a:lnTo>
                  <a:lnTo>
                    <a:pt x="1459" y="69"/>
                  </a:lnTo>
                  <a:lnTo>
                    <a:pt x="1306" y="112"/>
                  </a:lnTo>
                  <a:lnTo>
                    <a:pt x="1169" y="171"/>
                  </a:lnTo>
                  <a:lnTo>
                    <a:pt x="1033" y="257"/>
                  </a:lnTo>
                  <a:lnTo>
                    <a:pt x="973" y="299"/>
                  </a:lnTo>
                  <a:lnTo>
                    <a:pt x="913" y="350"/>
                  </a:lnTo>
                  <a:lnTo>
                    <a:pt x="854" y="410"/>
                  </a:lnTo>
                  <a:lnTo>
                    <a:pt x="794" y="470"/>
                  </a:lnTo>
                  <a:lnTo>
                    <a:pt x="700" y="598"/>
                  </a:lnTo>
                  <a:lnTo>
                    <a:pt x="615" y="743"/>
                  </a:lnTo>
                  <a:lnTo>
                    <a:pt x="538" y="888"/>
                  </a:lnTo>
                  <a:lnTo>
                    <a:pt x="385" y="1178"/>
                  </a:lnTo>
                  <a:lnTo>
                    <a:pt x="308" y="1331"/>
                  </a:lnTo>
                  <a:lnTo>
                    <a:pt x="214" y="1468"/>
                  </a:lnTo>
                  <a:lnTo>
                    <a:pt x="163" y="1528"/>
                  </a:lnTo>
                  <a:lnTo>
                    <a:pt x="112" y="1596"/>
                  </a:lnTo>
                  <a:lnTo>
                    <a:pt x="1" y="1707"/>
                  </a:lnTo>
                  <a:lnTo>
                    <a:pt x="137" y="1732"/>
                  </a:lnTo>
                  <a:lnTo>
                    <a:pt x="274" y="1749"/>
                  </a:lnTo>
                  <a:lnTo>
                    <a:pt x="410" y="1758"/>
                  </a:lnTo>
                  <a:lnTo>
                    <a:pt x="547" y="1766"/>
                  </a:lnTo>
                  <a:lnTo>
                    <a:pt x="820" y="1766"/>
                  </a:lnTo>
                  <a:lnTo>
                    <a:pt x="1101" y="1741"/>
                  </a:lnTo>
                  <a:lnTo>
                    <a:pt x="1374" y="1707"/>
                  </a:lnTo>
                  <a:lnTo>
                    <a:pt x="1647" y="1647"/>
                  </a:lnTo>
                  <a:lnTo>
                    <a:pt x="1920" y="1570"/>
                  </a:lnTo>
                  <a:lnTo>
                    <a:pt x="2193" y="1476"/>
                  </a:lnTo>
                  <a:lnTo>
                    <a:pt x="2457" y="1365"/>
                  </a:lnTo>
                  <a:lnTo>
                    <a:pt x="2713" y="1246"/>
                  </a:lnTo>
                  <a:lnTo>
                    <a:pt x="2960" y="1101"/>
                  </a:lnTo>
                  <a:lnTo>
                    <a:pt x="3208" y="948"/>
                  </a:lnTo>
                  <a:lnTo>
                    <a:pt x="3430" y="777"/>
                  </a:lnTo>
                  <a:lnTo>
                    <a:pt x="3651" y="598"/>
                  </a:lnTo>
                  <a:lnTo>
                    <a:pt x="3856" y="402"/>
                  </a:lnTo>
                  <a:lnTo>
                    <a:pt x="4044" y="197"/>
                  </a:lnTo>
                  <a:lnTo>
                    <a:pt x="3353" y="129"/>
                  </a:lnTo>
                  <a:lnTo>
                    <a:pt x="3054" y="95"/>
                  </a:lnTo>
                  <a:lnTo>
                    <a:pt x="2739" y="52"/>
                  </a:lnTo>
                  <a:lnTo>
                    <a:pt x="2415" y="18"/>
                  </a:lnTo>
                  <a:lnTo>
                    <a:pt x="22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1156;p26">
              <a:extLst>
                <a:ext uri="{FF2B5EF4-FFF2-40B4-BE49-F238E27FC236}">
                  <a16:creationId xmlns:a16="http://schemas.microsoft.com/office/drawing/2014/main" id="{F35FA42C-C678-B363-7D7A-FE0B54DAD3DB}"/>
                </a:ext>
              </a:extLst>
            </p:cNvPr>
            <p:cNvSpPr/>
            <p:nvPr/>
          </p:nvSpPr>
          <p:spPr>
            <a:xfrm>
              <a:off x="4750575" y="2423450"/>
              <a:ext cx="322425" cy="661250"/>
            </a:xfrm>
            <a:custGeom>
              <a:avLst/>
              <a:gdLst/>
              <a:ahLst/>
              <a:cxnLst/>
              <a:rect l="l" t="t" r="r" b="b"/>
              <a:pathLst>
                <a:path w="12897" h="26450" extrusionOk="0">
                  <a:moveTo>
                    <a:pt x="12829" y="0"/>
                  </a:moveTo>
                  <a:lnTo>
                    <a:pt x="11959" y="376"/>
                  </a:lnTo>
                  <a:lnTo>
                    <a:pt x="11259" y="674"/>
                  </a:lnTo>
                  <a:lnTo>
                    <a:pt x="10730" y="904"/>
                  </a:lnTo>
                  <a:lnTo>
                    <a:pt x="10321" y="1092"/>
                  </a:lnTo>
                  <a:lnTo>
                    <a:pt x="9912" y="1288"/>
                  </a:lnTo>
                  <a:lnTo>
                    <a:pt x="9511" y="1493"/>
                  </a:lnTo>
                  <a:lnTo>
                    <a:pt x="9110" y="1706"/>
                  </a:lnTo>
                  <a:lnTo>
                    <a:pt x="8709" y="1919"/>
                  </a:lnTo>
                  <a:lnTo>
                    <a:pt x="8317" y="2141"/>
                  </a:lnTo>
                  <a:lnTo>
                    <a:pt x="7924" y="2371"/>
                  </a:lnTo>
                  <a:lnTo>
                    <a:pt x="7540" y="2610"/>
                  </a:lnTo>
                  <a:lnTo>
                    <a:pt x="7165" y="2858"/>
                  </a:lnTo>
                  <a:lnTo>
                    <a:pt x="6790" y="3113"/>
                  </a:lnTo>
                  <a:lnTo>
                    <a:pt x="6423" y="3378"/>
                  </a:lnTo>
                  <a:lnTo>
                    <a:pt x="6065" y="3651"/>
                  </a:lnTo>
                  <a:lnTo>
                    <a:pt x="5707" y="3932"/>
                  </a:lnTo>
                  <a:lnTo>
                    <a:pt x="5365" y="4222"/>
                  </a:lnTo>
                  <a:lnTo>
                    <a:pt x="5024" y="4521"/>
                  </a:lnTo>
                  <a:lnTo>
                    <a:pt x="4692" y="4828"/>
                  </a:lnTo>
                  <a:lnTo>
                    <a:pt x="4376" y="5143"/>
                  </a:lnTo>
                  <a:lnTo>
                    <a:pt x="4077" y="5468"/>
                  </a:lnTo>
                  <a:lnTo>
                    <a:pt x="3779" y="5800"/>
                  </a:lnTo>
                  <a:lnTo>
                    <a:pt x="3497" y="6141"/>
                  </a:lnTo>
                  <a:lnTo>
                    <a:pt x="3224" y="6491"/>
                  </a:lnTo>
                  <a:lnTo>
                    <a:pt x="2960" y="6841"/>
                  </a:lnTo>
                  <a:lnTo>
                    <a:pt x="2704" y="7208"/>
                  </a:lnTo>
                  <a:lnTo>
                    <a:pt x="2465" y="7583"/>
                  </a:lnTo>
                  <a:lnTo>
                    <a:pt x="2227" y="7958"/>
                  </a:lnTo>
                  <a:lnTo>
                    <a:pt x="2005" y="8342"/>
                  </a:lnTo>
                  <a:lnTo>
                    <a:pt x="1800" y="8734"/>
                  </a:lnTo>
                  <a:lnTo>
                    <a:pt x="1595" y="9127"/>
                  </a:lnTo>
                  <a:lnTo>
                    <a:pt x="1408" y="9528"/>
                  </a:lnTo>
                  <a:lnTo>
                    <a:pt x="1229" y="9937"/>
                  </a:lnTo>
                  <a:lnTo>
                    <a:pt x="1067" y="10346"/>
                  </a:lnTo>
                  <a:lnTo>
                    <a:pt x="913" y="10764"/>
                  </a:lnTo>
                  <a:lnTo>
                    <a:pt x="768" y="11182"/>
                  </a:lnTo>
                  <a:lnTo>
                    <a:pt x="640" y="11609"/>
                  </a:lnTo>
                  <a:lnTo>
                    <a:pt x="521" y="12035"/>
                  </a:lnTo>
                  <a:lnTo>
                    <a:pt x="410" y="12462"/>
                  </a:lnTo>
                  <a:lnTo>
                    <a:pt x="316" y="12897"/>
                  </a:lnTo>
                  <a:lnTo>
                    <a:pt x="231" y="13332"/>
                  </a:lnTo>
                  <a:lnTo>
                    <a:pt x="162" y="13775"/>
                  </a:lnTo>
                  <a:lnTo>
                    <a:pt x="103" y="14210"/>
                  </a:lnTo>
                  <a:lnTo>
                    <a:pt x="60" y="14654"/>
                  </a:lnTo>
                  <a:lnTo>
                    <a:pt x="26" y="15097"/>
                  </a:lnTo>
                  <a:lnTo>
                    <a:pt x="9" y="15541"/>
                  </a:lnTo>
                  <a:lnTo>
                    <a:pt x="0" y="15984"/>
                  </a:lnTo>
                  <a:lnTo>
                    <a:pt x="9" y="16428"/>
                  </a:lnTo>
                  <a:lnTo>
                    <a:pt x="26" y="16863"/>
                  </a:lnTo>
                  <a:lnTo>
                    <a:pt x="60" y="17306"/>
                  </a:lnTo>
                  <a:lnTo>
                    <a:pt x="103" y="17750"/>
                  </a:lnTo>
                  <a:lnTo>
                    <a:pt x="145" y="18057"/>
                  </a:lnTo>
                  <a:lnTo>
                    <a:pt x="188" y="18355"/>
                  </a:lnTo>
                  <a:lnTo>
                    <a:pt x="239" y="18654"/>
                  </a:lnTo>
                  <a:lnTo>
                    <a:pt x="299" y="18953"/>
                  </a:lnTo>
                  <a:lnTo>
                    <a:pt x="359" y="19251"/>
                  </a:lnTo>
                  <a:lnTo>
                    <a:pt x="435" y="19550"/>
                  </a:lnTo>
                  <a:lnTo>
                    <a:pt x="512" y="19848"/>
                  </a:lnTo>
                  <a:lnTo>
                    <a:pt x="589" y="20138"/>
                  </a:lnTo>
                  <a:lnTo>
                    <a:pt x="674" y="20428"/>
                  </a:lnTo>
                  <a:lnTo>
                    <a:pt x="768" y="20718"/>
                  </a:lnTo>
                  <a:lnTo>
                    <a:pt x="870" y="21008"/>
                  </a:lnTo>
                  <a:lnTo>
                    <a:pt x="973" y="21298"/>
                  </a:lnTo>
                  <a:lnTo>
                    <a:pt x="1084" y="21580"/>
                  </a:lnTo>
                  <a:lnTo>
                    <a:pt x="1203" y="21861"/>
                  </a:lnTo>
                  <a:lnTo>
                    <a:pt x="1322" y="22143"/>
                  </a:lnTo>
                  <a:lnTo>
                    <a:pt x="1450" y="22415"/>
                  </a:lnTo>
                  <a:lnTo>
                    <a:pt x="1587" y="22697"/>
                  </a:lnTo>
                  <a:lnTo>
                    <a:pt x="1723" y="22970"/>
                  </a:lnTo>
                  <a:lnTo>
                    <a:pt x="1868" y="23234"/>
                  </a:lnTo>
                  <a:lnTo>
                    <a:pt x="2013" y="23499"/>
                  </a:lnTo>
                  <a:lnTo>
                    <a:pt x="2167" y="23763"/>
                  </a:lnTo>
                  <a:lnTo>
                    <a:pt x="2329" y="24028"/>
                  </a:lnTo>
                  <a:lnTo>
                    <a:pt x="2491" y="24283"/>
                  </a:lnTo>
                  <a:lnTo>
                    <a:pt x="2653" y="24539"/>
                  </a:lnTo>
                  <a:lnTo>
                    <a:pt x="2832" y="24795"/>
                  </a:lnTo>
                  <a:lnTo>
                    <a:pt x="3003" y="25043"/>
                  </a:lnTo>
                  <a:lnTo>
                    <a:pt x="3190" y="25281"/>
                  </a:lnTo>
                  <a:lnTo>
                    <a:pt x="3378" y="25529"/>
                  </a:lnTo>
                  <a:lnTo>
                    <a:pt x="3566" y="25768"/>
                  </a:lnTo>
                  <a:lnTo>
                    <a:pt x="3762" y="25998"/>
                  </a:lnTo>
                  <a:lnTo>
                    <a:pt x="3967" y="26228"/>
                  </a:lnTo>
                  <a:lnTo>
                    <a:pt x="4171" y="26450"/>
                  </a:lnTo>
                  <a:lnTo>
                    <a:pt x="4239" y="26177"/>
                  </a:lnTo>
                  <a:lnTo>
                    <a:pt x="4350" y="25802"/>
                  </a:lnTo>
                  <a:lnTo>
                    <a:pt x="4495" y="25333"/>
                  </a:lnTo>
                  <a:lnTo>
                    <a:pt x="4683" y="24787"/>
                  </a:lnTo>
                  <a:lnTo>
                    <a:pt x="4905" y="24173"/>
                  </a:lnTo>
                  <a:lnTo>
                    <a:pt x="5152" y="23482"/>
                  </a:lnTo>
                  <a:lnTo>
                    <a:pt x="5741" y="21921"/>
                  </a:lnTo>
                  <a:lnTo>
                    <a:pt x="6406" y="20181"/>
                  </a:lnTo>
                  <a:lnTo>
                    <a:pt x="7139" y="18296"/>
                  </a:lnTo>
                  <a:lnTo>
                    <a:pt x="7924" y="16334"/>
                  </a:lnTo>
                  <a:lnTo>
                    <a:pt x="8717" y="14347"/>
                  </a:lnTo>
                  <a:lnTo>
                    <a:pt x="10261" y="10508"/>
                  </a:lnTo>
                  <a:lnTo>
                    <a:pt x="11600" y="7225"/>
                  </a:lnTo>
                  <a:lnTo>
                    <a:pt x="12897" y="4069"/>
                  </a:lnTo>
                  <a:lnTo>
                    <a:pt x="128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1157;p26">
              <a:extLst>
                <a:ext uri="{FF2B5EF4-FFF2-40B4-BE49-F238E27FC236}">
                  <a16:creationId xmlns:a16="http://schemas.microsoft.com/office/drawing/2014/main" id="{5ACF5F89-3855-7F73-81C5-7EB3947DC579}"/>
                </a:ext>
              </a:extLst>
            </p:cNvPr>
            <p:cNvSpPr/>
            <p:nvPr/>
          </p:nvSpPr>
          <p:spPr>
            <a:xfrm>
              <a:off x="5051450" y="2306600"/>
              <a:ext cx="68050" cy="126900"/>
            </a:xfrm>
            <a:custGeom>
              <a:avLst/>
              <a:gdLst/>
              <a:ahLst/>
              <a:cxnLst/>
              <a:rect l="l" t="t" r="r" b="b"/>
              <a:pathLst>
                <a:path w="2722" h="5076" extrusionOk="0">
                  <a:moveTo>
                    <a:pt x="1919" y="0"/>
                  </a:moveTo>
                  <a:lnTo>
                    <a:pt x="1800" y="9"/>
                  </a:lnTo>
                  <a:lnTo>
                    <a:pt x="1672" y="26"/>
                  </a:lnTo>
                  <a:lnTo>
                    <a:pt x="1544" y="68"/>
                  </a:lnTo>
                  <a:lnTo>
                    <a:pt x="1416" y="120"/>
                  </a:lnTo>
                  <a:lnTo>
                    <a:pt x="1288" y="196"/>
                  </a:lnTo>
                  <a:lnTo>
                    <a:pt x="1169" y="282"/>
                  </a:lnTo>
                  <a:lnTo>
                    <a:pt x="1058" y="375"/>
                  </a:lnTo>
                  <a:lnTo>
                    <a:pt x="947" y="495"/>
                  </a:lnTo>
                  <a:lnTo>
                    <a:pt x="836" y="623"/>
                  </a:lnTo>
                  <a:lnTo>
                    <a:pt x="742" y="759"/>
                  </a:lnTo>
                  <a:lnTo>
                    <a:pt x="649" y="896"/>
                  </a:lnTo>
                  <a:lnTo>
                    <a:pt x="563" y="1041"/>
                  </a:lnTo>
                  <a:lnTo>
                    <a:pt x="487" y="1186"/>
                  </a:lnTo>
                  <a:lnTo>
                    <a:pt x="410" y="1339"/>
                  </a:lnTo>
                  <a:lnTo>
                    <a:pt x="350" y="1493"/>
                  </a:lnTo>
                  <a:lnTo>
                    <a:pt x="290" y="1646"/>
                  </a:lnTo>
                  <a:lnTo>
                    <a:pt x="231" y="1808"/>
                  </a:lnTo>
                  <a:lnTo>
                    <a:pt x="188" y="1970"/>
                  </a:lnTo>
                  <a:lnTo>
                    <a:pt x="145" y="2132"/>
                  </a:lnTo>
                  <a:lnTo>
                    <a:pt x="69" y="2457"/>
                  </a:lnTo>
                  <a:lnTo>
                    <a:pt x="17" y="2781"/>
                  </a:lnTo>
                  <a:lnTo>
                    <a:pt x="9" y="2875"/>
                  </a:lnTo>
                  <a:lnTo>
                    <a:pt x="0" y="3002"/>
                  </a:lnTo>
                  <a:lnTo>
                    <a:pt x="0" y="3165"/>
                  </a:lnTo>
                  <a:lnTo>
                    <a:pt x="9" y="3352"/>
                  </a:lnTo>
                  <a:lnTo>
                    <a:pt x="17" y="3557"/>
                  </a:lnTo>
                  <a:lnTo>
                    <a:pt x="43" y="3770"/>
                  </a:lnTo>
                  <a:lnTo>
                    <a:pt x="69" y="3983"/>
                  </a:lnTo>
                  <a:lnTo>
                    <a:pt x="103" y="4197"/>
                  </a:lnTo>
                  <a:lnTo>
                    <a:pt x="154" y="4401"/>
                  </a:lnTo>
                  <a:lnTo>
                    <a:pt x="214" y="4589"/>
                  </a:lnTo>
                  <a:lnTo>
                    <a:pt x="239" y="4674"/>
                  </a:lnTo>
                  <a:lnTo>
                    <a:pt x="282" y="4760"/>
                  </a:lnTo>
                  <a:lnTo>
                    <a:pt x="316" y="4828"/>
                  </a:lnTo>
                  <a:lnTo>
                    <a:pt x="359" y="4896"/>
                  </a:lnTo>
                  <a:lnTo>
                    <a:pt x="410" y="4956"/>
                  </a:lnTo>
                  <a:lnTo>
                    <a:pt x="452" y="4998"/>
                  </a:lnTo>
                  <a:lnTo>
                    <a:pt x="504" y="5032"/>
                  </a:lnTo>
                  <a:lnTo>
                    <a:pt x="563" y="5058"/>
                  </a:lnTo>
                  <a:lnTo>
                    <a:pt x="623" y="5075"/>
                  </a:lnTo>
                  <a:lnTo>
                    <a:pt x="691" y="5067"/>
                  </a:lnTo>
                  <a:lnTo>
                    <a:pt x="751" y="5058"/>
                  </a:lnTo>
                  <a:lnTo>
                    <a:pt x="828" y="5024"/>
                  </a:lnTo>
                  <a:lnTo>
                    <a:pt x="904" y="4981"/>
                  </a:lnTo>
                  <a:lnTo>
                    <a:pt x="973" y="4922"/>
                  </a:lnTo>
                  <a:lnTo>
                    <a:pt x="1049" y="4853"/>
                  </a:lnTo>
                  <a:lnTo>
                    <a:pt x="1118" y="4768"/>
                  </a:lnTo>
                  <a:lnTo>
                    <a:pt x="1186" y="4674"/>
                  </a:lnTo>
                  <a:lnTo>
                    <a:pt x="1254" y="4580"/>
                  </a:lnTo>
                  <a:lnTo>
                    <a:pt x="1391" y="4367"/>
                  </a:lnTo>
                  <a:lnTo>
                    <a:pt x="1510" y="4145"/>
                  </a:lnTo>
                  <a:lnTo>
                    <a:pt x="1629" y="3932"/>
                  </a:lnTo>
                  <a:lnTo>
                    <a:pt x="1809" y="3574"/>
                  </a:lnTo>
                  <a:lnTo>
                    <a:pt x="1945" y="3327"/>
                  </a:lnTo>
                  <a:lnTo>
                    <a:pt x="2064" y="3079"/>
                  </a:lnTo>
                  <a:lnTo>
                    <a:pt x="2184" y="2823"/>
                  </a:lnTo>
                  <a:lnTo>
                    <a:pt x="2286" y="2567"/>
                  </a:lnTo>
                  <a:lnTo>
                    <a:pt x="2389" y="2312"/>
                  </a:lnTo>
                  <a:lnTo>
                    <a:pt x="2491" y="2047"/>
                  </a:lnTo>
                  <a:lnTo>
                    <a:pt x="2576" y="1783"/>
                  </a:lnTo>
                  <a:lnTo>
                    <a:pt x="2653" y="1518"/>
                  </a:lnTo>
                  <a:lnTo>
                    <a:pt x="2696" y="1365"/>
                  </a:lnTo>
                  <a:lnTo>
                    <a:pt x="2713" y="1211"/>
                  </a:lnTo>
                  <a:lnTo>
                    <a:pt x="2721" y="1049"/>
                  </a:lnTo>
                  <a:lnTo>
                    <a:pt x="2713" y="896"/>
                  </a:lnTo>
                  <a:lnTo>
                    <a:pt x="2696" y="793"/>
                  </a:lnTo>
                  <a:lnTo>
                    <a:pt x="2670" y="700"/>
                  </a:lnTo>
                  <a:lnTo>
                    <a:pt x="2653" y="614"/>
                  </a:lnTo>
                  <a:lnTo>
                    <a:pt x="2619" y="537"/>
                  </a:lnTo>
                  <a:lnTo>
                    <a:pt x="2593" y="461"/>
                  </a:lnTo>
                  <a:lnTo>
                    <a:pt x="2551" y="392"/>
                  </a:lnTo>
                  <a:lnTo>
                    <a:pt x="2516" y="333"/>
                  </a:lnTo>
                  <a:lnTo>
                    <a:pt x="2474" y="273"/>
                  </a:lnTo>
                  <a:lnTo>
                    <a:pt x="2431" y="222"/>
                  </a:lnTo>
                  <a:lnTo>
                    <a:pt x="2380" y="179"/>
                  </a:lnTo>
                  <a:lnTo>
                    <a:pt x="2329" y="137"/>
                  </a:lnTo>
                  <a:lnTo>
                    <a:pt x="2278" y="102"/>
                  </a:lnTo>
                  <a:lnTo>
                    <a:pt x="2218" y="68"/>
                  </a:lnTo>
                  <a:lnTo>
                    <a:pt x="2167" y="51"/>
                  </a:lnTo>
                  <a:lnTo>
                    <a:pt x="2107" y="26"/>
                  </a:lnTo>
                  <a:lnTo>
                    <a:pt x="2047" y="17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1158;p26">
              <a:extLst>
                <a:ext uri="{FF2B5EF4-FFF2-40B4-BE49-F238E27FC236}">
                  <a16:creationId xmlns:a16="http://schemas.microsoft.com/office/drawing/2014/main" id="{9060D96E-09AE-3E98-9868-1E1BF3FFB73A}"/>
                </a:ext>
              </a:extLst>
            </p:cNvPr>
            <p:cNvSpPr/>
            <p:nvPr/>
          </p:nvSpPr>
          <p:spPr>
            <a:xfrm>
              <a:off x="5051450" y="2306600"/>
              <a:ext cx="68050" cy="126900"/>
            </a:xfrm>
            <a:custGeom>
              <a:avLst/>
              <a:gdLst/>
              <a:ahLst/>
              <a:cxnLst/>
              <a:rect l="l" t="t" r="r" b="b"/>
              <a:pathLst>
                <a:path w="2722" h="5076" fill="none" extrusionOk="0">
                  <a:moveTo>
                    <a:pt x="17" y="2781"/>
                  </a:moveTo>
                  <a:lnTo>
                    <a:pt x="17" y="2781"/>
                  </a:lnTo>
                  <a:lnTo>
                    <a:pt x="9" y="2875"/>
                  </a:lnTo>
                  <a:lnTo>
                    <a:pt x="0" y="3002"/>
                  </a:lnTo>
                  <a:lnTo>
                    <a:pt x="0" y="3165"/>
                  </a:lnTo>
                  <a:lnTo>
                    <a:pt x="9" y="3352"/>
                  </a:lnTo>
                  <a:lnTo>
                    <a:pt x="17" y="3557"/>
                  </a:lnTo>
                  <a:lnTo>
                    <a:pt x="43" y="3770"/>
                  </a:lnTo>
                  <a:lnTo>
                    <a:pt x="69" y="3983"/>
                  </a:lnTo>
                  <a:lnTo>
                    <a:pt x="103" y="4197"/>
                  </a:lnTo>
                  <a:lnTo>
                    <a:pt x="154" y="4401"/>
                  </a:lnTo>
                  <a:lnTo>
                    <a:pt x="214" y="4589"/>
                  </a:lnTo>
                  <a:lnTo>
                    <a:pt x="239" y="4674"/>
                  </a:lnTo>
                  <a:lnTo>
                    <a:pt x="282" y="4760"/>
                  </a:lnTo>
                  <a:lnTo>
                    <a:pt x="316" y="4828"/>
                  </a:lnTo>
                  <a:lnTo>
                    <a:pt x="359" y="4896"/>
                  </a:lnTo>
                  <a:lnTo>
                    <a:pt x="410" y="4956"/>
                  </a:lnTo>
                  <a:lnTo>
                    <a:pt x="452" y="4998"/>
                  </a:lnTo>
                  <a:lnTo>
                    <a:pt x="504" y="5032"/>
                  </a:lnTo>
                  <a:lnTo>
                    <a:pt x="563" y="5058"/>
                  </a:lnTo>
                  <a:lnTo>
                    <a:pt x="623" y="5075"/>
                  </a:lnTo>
                  <a:lnTo>
                    <a:pt x="691" y="5067"/>
                  </a:lnTo>
                  <a:lnTo>
                    <a:pt x="751" y="5058"/>
                  </a:lnTo>
                  <a:lnTo>
                    <a:pt x="828" y="5024"/>
                  </a:lnTo>
                  <a:lnTo>
                    <a:pt x="828" y="5024"/>
                  </a:lnTo>
                  <a:lnTo>
                    <a:pt x="904" y="4981"/>
                  </a:lnTo>
                  <a:lnTo>
                    <a:pt x="973" y="4922"/>
                  </a:lnTo>
                  <a:lnTo>
                    <a:pt x="1049" y="4853"/>
                  </a:lnTo>
                  <a:lnTo>
                    <a:pt x="1118" y="4768"/>
                  </a:lnTo>
                  <a:lnTo>
                    <a:pt x="1186" y="4674"/>
                  </a:lnTo>
                  <a:lnTo>
                    <a:pt x="1254" y="4580"/>
                  </a:lnTo>
                  <a:lnTo>
                    <a:pt x="1391" y="4367"/>
                  </a:lnTo>
                  <a:lnTo>
                    <a:pt x="1510" y="4145"/>
                  </a:lnTo>
                  <a:lnTo>
                    <a:pt x="1629" y="3932"/>
                  </a:lnTo>
                  <a:lnTo>
                    <a:pt x="1809" y="3574"/>
                  </a:lnTo>
                  <a:lnTo>
                    <a:pt x="1809" y="3574"/>
                  </a:lnTo>
                  <a:lnTo>
                    <a:pt x="1945" y="3327"/>
                  </a:lnTo>
                  <a:lnTo>
                    <a:pt x="2064" y="3079"/>
                  </a:lnTo>
                  <a:lnTo>
                    <a:pt x="2184" y="2823"/>
                  </a:lnTo>
                  <a:lnTo>
                    <a:pt x="2286" y="2567"/>
                  </a:lnTo>
                  <a:lnTo>
                    <a:pt x="2389" y="2312"/>
                  </a:lnTo>
                  <a:lnTo>
                    <a:pt x="2491" y="2047"/>
                  </a:lnTo>
                  <a:lnTo>
                    <a:pt x="2576" y="1783"/>
                  </a:lnTo>
                  <a:lnTo>
                    <a:pt x="2653" y="1518"/>
                  </a:lnTo>
                  <a:lnTo>
                    <a:pt x="2653" y="1518"/>
                  </a:lnTo>
                  <a:lnTo>
                    <a:pt x="2696" y="1365"/>
                  </a:lnTo>
                  <a:lnTo>
                    <a:pt x="2713" y="1211"/>
                  </a:lnTo>
                  <a:lnTo>
                    <a:pt x="2721" y="1049"/>
                  </a:lnTo>
                  <a:lnTo>
                    <a:pt x="2713" y="896"/>
                  </a:lnTo>
                  <a:lnTo>
                    <a:pt x="2713" y="896"/>
                  </a:lnTo>
                  <a:lnTo>
                    <a:pt x="2696" y="793"/>
                  </a:lnTo>
                  <a:lnTo>
                    <a:pt x="2670" y="700"/>
                  </a:lnTo>
                  <a:lnTo>
                    <a:pt x="2653" y="614"/>
                  </a:lnTo>
                  <a:lnTo>
                    <a:pt x="2619" y="537"/>
                  </a:lnTo>
                  <a:lnTo>
                    <a:pt x="2593" y="461"/>
                  </a:lnTo>
                  <a:lnTo>
                    <a:pt x="2551" y="392"/>
                  </a:lnTo>
                  <a:lnTo>
                    <a:pt x="2516" y="333"/>
                  </a:lnTo>
                  <a:lnTo>
                    <a:pt x="2474" y="273"/>
                  </a:lnTo>
                  <a:lnTo>
                    <a:pt x="2431" y="222"/>
                  </a:lnTo>
                  <a:lnTo>
                    <a:pt x="2380" y="179"/>
                  </a:lnTo>
                  <a:lnTo>
                    <a:pt x="2329" y="137"/>
                  </a:lnTo>
                  <a:lnTo>
                    <a:pt x="2278" y="102"/>
                  </a:lnTo>
                  <a:lnTo>
                    <a:pt x="2218" y="68"/>
                  </a:lnTo>
                  <a:lnTo>
                    <a:pt x="2167" y="51"/>
                  </a:lnTo>
                  <a:lnTo>
                    <a:pt x="2107" y="26"/>
                  </a:lnTo>
                  <a:lnTo>
                    <a:pt x="2047" y="17"/>
                  </a:lnTo>
                  <a:lnTo>
                    <a:pt x="1919" y="0"/>
                  </a:lnTo>
                  <a:lnTo>
                    <a:pt x="1800" y="9"/>
                  </a:lnTo>
                  <a:lnTo>
                    <a:pt x="1672" y="26"/>
                  </a:lnTo>
                  <a:lnTo>
                    <a:pt x="1544" y="68"/>
                  </a:lnTo>
                  <a:lnTo>
                    <a:pt x="1416" y="120"/>
                  </a:lnTo>
                  <a:lnTo>
                    <a:pt x="1288" y="196"/>
                  </a:lnTo>
                  <a:lnTo>
                    <a:pt x="1169" y="282"/>
                  </a:lnTo>
                  <a:lnTo>
                    <a:pt x="1058" y="375"/>
                  </a:lnTo>
                  <a:lnTo>
                    <a:pt x="1058" y="375"/>
                  </a:lnTo>
                  <a:lnTo>
                    <a:pt x="947" y="495"/>
                  </a:lnTo>
                  <a:lnTo>
                    <a:pt x="836" y="623"/>
                  </a:lnTo>
                  <a:lnTo>
                    <a:pt x="742" y="759"/>
                  </a:lnTo>
                  <a:lnTo>
                    <a:pt x="649" y="896"/>
                  </a:lnTo>
                  <a:lnTo>
                    <a:pt x="563" y="1041"/>
                  </a:lnTo>
                  <a:lnTo>
                    <a:pt x="487" y="1186"/>
                  </a:lnTo>
                  <a:lnTo>
                    <a:pt x="410" y="1339"/>
                  </a:lnTo>
                  <a:lnTo>
                    <a:pt x="350" y="1493"/>
                  </a:lnTo>
                  <a:lnTo>
                    <a:pt x="290" y="1646"/>
                  </a:lnTo>
                  <a:lnTo>
                    <a:pt x="231" y="1808"/>
                  </a:lnTo>
                  <a:lnTo>
                    <a:pt x="188" y="1970"/>
                  </a:lnTo>
                  <a:lnTo>
                    <a:pt x="145" y="2132"/>
                  </a:lnTo>
                  <a:lnTo>
                    <a:pt x="69" y="2457"/>
                  </a:lnTo>
                  <a:lnTo>
                    <a:pt x="17" y="2781"/>
                  </a:lnTo>
                  <a:lnTo>
                    <a:pt x="17" y="2781"/>
                  </a:lnTo>
                  <a:close/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1159;p26">
              <a:extLst>
                <a:ext uri="{FF2B5EF4-FFF2-40B4-BE49-F238E27FC236}">
                  <a16:creationId xmlns:a16="http://schemas.microsoft.com/office/drawing/2014/main" id="{884A0606-D504-C038-4307-217F8E2CC64C}"/>
                </a:ext>
              </a:extLst>
            </p:cNvPr>
            <p:cNvSpPr/>
            <p:nvPr/>
          </p:nvSpPr>
          <p:spPr>
            <a:xfrm>
              <a:off x="5348700" y="2521325"/>
              <a:ext cx="107700" cy="94700"/>
            </a:xfrm>
            <a:custGeom>
              <a:avLst/>
              <a:gdLst/>
              <a:ahLst/>
              <a:cxnLst/>
              <a:rect l="l" t="t" r="r" b="b"/>
              <a:pathLst>
                <a:path w="4308" h="3788" extrusionOk="0">
                  <a:moveTo>
                    <a:pt x="3369" y="0"/>
                  </a:moveTo>
                  <a:lnTo>
                    <a:pt x="3284" y="17"/>
                  </a:lnTo>
                  <a:lnTo>
                    <a:pt x="3190" y="34"/>
                  </a:lnTo>
                  <a:lnTo>
                    <a:pt x="3088" y="60"/>
                  </a:lnTo>
                  <a:lnTo>
                    <a:pt x="2943" y="111"/>
                  </a:lnTo>
                  <a:lnTo>
                    <a:pt x="2798" y="171"/>
                  </a:lnTo>
                  <a:lnTo>
                    <a:pt x="2661" y="256"/>
                  </a:lnTo>
                  <a:lnTo>
                    <a:pt x="2542" y="350"/>
                  </a:lnTo>
                  <a:lnTo>
                    <a:pt x="2320" y="521"/>
                  </a:lnTo>
                  <a:lnTo>
                    <a:pt x="2116" y="708"/>
                  </a:lnTo>
                  <a:lnTo>
                    <a:pt x="1911" y="896"/>
                  </a:lnTo>
                  <a:lnTo>
                    <a:pt x="1706" y="1092"/>
                  </a:lnTo>
                  <a:lnTo>
                    <a:pt x="1519" y="1288"/>
                  </a:lnTo>
                  <a:lnTo>
                    <a:pt x="1331" y="1493"/>
                  </a:lnTo>
                  <a:lnTo>
                    <a:pt x="1143" y="1706"/>
                  </a:lnTo>
                  <a:lnTo>
                    <a:pt x="964" y="1919"/>
                  </a:lnTo>
                  <a:lnTo>
                    <a:pt x="708" y="2226"/>
                  </a:lnTo>
                  <a:lnTo>
                    <a:pt x="555" y="2414"/>
                  </a:lnTo>
                  <a:lnTo>
                    <a:pt x="393" y="2610"/>
                  </a:lnTo>
                  <a:lnTo>
                    <a:pt x="248" y="2815"/>
                  </a:lnTo>
                  <a:lnTo>
                    <a:pt x="188" y="2917"/>
                  </a:lnTo>
                  <a:lnTo>
                    <a:pt x="128" y="3020"/>
                  </a:lnTo>
                  <a:lnTo>
                    <a:pt x="77" y="3113"/>
                  </a:lnTo>
                  <a:lnTo>
                    <a:pt x="43" y="3207"/>
                  </a:lnTo>
                  <a:lnTo>
                    <a:pt x="17" y="3301"/>
                  </a:lnTo>
                  <a:lnTo>
                    <a:pt x="0" y="3386"/>
                  </a:lnTo>
                  <a:lnTo>
                    <a:pt x="0" y="3463"/>
                  </a:lnTo>
                  <a:lnTo>
                    <a:pt x="17" y="3531"/>
                  </a:lnTo>
                  <a:lnTo>
                    <a:pt x="43" y="3591"/>
                  </a:lnTo>
                  <a:lnTo>
                    <a:pt x="77" y="3642"/>
                  </a:lnTo>
                  <a:lnTo>
                    <a:pt x="120" y="3685"/>
                  </a:lnTo>
                  <a:lnTo>
                    <a:pt x="171" y="3719"/>
                  </a:lnTo>
                  <a:lnTo>
                    <a:pt x="239" y="3745"/>
                  </a:lnTo>
                  <a:lnTo>
                    <a:pt x="307" y="3770"/>
                  </a:lnTo>
                  <a:lnTo>
                    <a:pt x="384" y="3779"/>
                  </a:lnTo>
                  <a:lnTo>
                    <a:pt x="461" y="3787"/>
                  </a:lnTo>
                  <a:lnTo>
                    <a:pt x="640" y="3787"/>
                  </a:lnTo>
                  <a:lnTo>
                    <a:pt x="836" y="3770"/>
                  </a:lnTo>
                  <a:lnTo>
                    <a:pt x="1049" y="3736"/>
                  </a:lnTo>
                  <a:lnTo>
                    <a:pt x="1263" y="3685"/>
                  </a:lnTo>
                  <a:lnTo>
                    <a:pt x="1467" y="3625"/>
                  </a:lnTo>
                  <a:lnTo>
                    <a:pt x="1672" y="3566"/>
                  </a:lnTo>
                  <a:lnTo>
                    <a:pt x="1868" y="3497"/>
                  </a:lnTo>
                  <a:lnTo>
                    <a:pt x="2039" y="3429"/>
                  </a:lnTo>
                  <a:lnTo>
                    <a:pt x="2184" y="3369"/>
                  </a:lnTo>
                  <a:lnTo>
                    <a:pt x="2303" y="3310"/>
                  </a:lnTo>
                  <a:lnTo>
                    <a:pt x="2389" y="3267"/>
                  </a:lnTo>
                  <a:lnTo>
                    <a:pt x="2670" y="3088"/>
                  </a:lnTo>
                  <a:lnTo>
                    <a:pt x="2943" y="2900"/>
                  </a:lnTo>
                  <a:lnTo>
                    <a:pt x="3071" y="2798"/>
                  </a:lnTo>
                  <a:lnTo>
                    <a:pt x="3199" y="2696"/>
                  </a:lnTo>
                  <a:lnTo>
                    <a:pt x="3327" y="2585"/>
                  </a:lnTo>
                  <a:lnTo>
                    <a:pt x="3446" y="2465"/>
                  </a:lnTo>
                  <a:lnTo>
                    <a:pt x="3566" y="2346"/>
                  </a:lnTo>
                  <a:lnTo>
                    <a:pt x="3676" y="2226"/>
                  </a:lnTo>
                  <a:lnTo>
                    <a:pt x="3787" y="2098"/>
                  </a:lnTo>
                  <a:lnTo>
                    <a:pt x="3881" y="1962"/>
                  </a:lnTo>
                  <a:lnTo>
                    <a:pt x="3975" y="1826"/>
                  </a:lnTo>
                  <a:lnTo>
                    <a:pt x="4060" y="1681"/>
                  </a:lnTo>
                  <a:lnTo>
                    <a:pt x="4137" y="1527"/>
                  </a:lnTo>
                  <a:lnTo>
                    <a:pt x="4205" y="1373"/>
                  </a:lnTo>
                  <a:lnTo>
                    <a:pt x="4256" y="1237"/>
                  </a:lnTo>
                  <a:lnTo>
                    <a:pt x="4282" y="1092"/>
                  </a:lnTo>
                  <a:lnTo>
                    <a:pt x="4299" y="956"/>
                  </a:lnTo>
                  <a:lnTo>
                    <a:pt x="4308" y="819"/>
                  </a:lnTo>
                  <a:lnTo>
                    <a:pt x="4291" y="683"/>
                  </a:lnTo>
                  <a:lnTo>
                    <a:pt x="4265" y="555"/>
                  </a:lnTo>
                  <a:lnTo>
                    <a:pt x="4222" y="435"/>
                  </a:lnTo>
                  <a:lnTo>
                    <a:pt x="4154" y="324"/>
                  </a:lnTo>
                  <a:lnTo>
                    <a:pt x="4120" y="282"/>
                  </a:lnTo>
                  <a:lnTo>
                    <a:pt x="4077" y="231"/>
                  </a:lnTo>
                  <a:lnTo>
                    <a:pt x="4035" y="188"/>
                  </a:lnTo>
                  <a:lnTo>
                    <a:pt x="3992" y="154"/>
                  </a:lnTo>
                  <a:lnTo>
                    <a:pt x="3941" y="111"/>
                  </a:lnTo>
                  <a:lnTo>
                    <a:pt x="3881" y="86"/>
                  </a:lnTo>
                  <a:lnTo>
                    <a:pt x="3821" y="60"/>
                  </a:lnTo>
                  <a:lnTo>
                    <a:pt x="3753" y="34"/>
                  </a:lnTo>
                  <a:lnTo>
                    <a:pt x="3685" y="17"/>
                  </a:lnTo>
                  <a:lnTo>
                    <a:pt x="3617" y="9"/>
                  </a:lnTo>
                  <a:lnTo>
                    <a:pt x="3540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1160;p26">
              <a:extLst>
                <a:ext uri="{FF2B5EF4-FFF2-40B4-BE49-F238E27FC236}">
                  <a16:creationId xmlns:a16="http://schemas.microsoft.com/office/drawing/2014/main" id="{7B933182-1CC3-4CAA-1F48-A3358E54C46C}"/>
                </a:ext>
              </a:extLst>
            </p:cNvPr>
            <p:cNvSpPr/>
            <p:nvPr/>
          </p:nvSpPr>
          <p:spPr>
            <a:xfrm>
              <a:off x="5348700" y="2521325"/>
              <a:ext cx="107700" cy="94700"/>
            </a:xfrm>
            <a:custGeom>
              <a:avLst/>
              <a:gdLst/>
              <a:ahLst/>
              <a:cxnLst/>
              <a:rect l="l" t="t" r="r" b="b"/>
              <a:pathLst>
                <a:path w="4308" h="3788" fill="none" extrusionOk="0">
                  <a:moveTo>
                    <a:pt x="2389" y="3267"/>
                  </a:moveTo>
                  <a:lnTo>
                    <a:pt x="2389" y="3267"/>
                  </a:lnTo>
                  <a:lnTo>
                    <a:pt x="2303" y="3310"/>
                  </a:lnTo>
                  <a:lnTo>
                    <a:pt x="2184" y="3369"/>
                  </a:lnTo>
                  <a:lnTo>
                    <a:pt x="2039" y="3429"/>
                  </a:lnTo>
                  <a:lnTo>
                    <a:pt x="1868" y="3497"/>
                  </a:lnTo>
                  <a:lnTo>
                    <a:pt x="1672" y="3566"/>
                  </a:lnTo>
                  <a:lnTo>
                    <a:pt x="1467" y="3625"/>
                  </a:lnTo>
                  <a:lnTo>
                    <a:pt x="1263" y="3685"/>
                  </a:lnTo>
                  <a:lnTo>
                    <a:pt x="1049" y="3736"/>
                  </a:lnTo>
                  <a:lnTo>
                    <a:pt x="836" y="3770"/>
                  </a:lnTo>
                  <a:lnTo>
                    <a:pt x="640" y="3787"/>
                  </a:lnTo>
                  <a:lnTo>
                    <a:pt x="555" y="3787"/>
                  </a:lnTo>
                  <a:lnTo>
                    <a:pt x="461" y="3787"/>
                  </a:lnTo>
                  <a:lnTo>
                    <a:pt x="384" y="3779"/>
                  </a:lnTo>
                  <a:lnTo>
                    <a:pt x="307" y="3770"/>
                  </a:lnTo>
                  <a:lnTo>
                    <a:pt x="239" y="3745"/>
                  </a:lnTo>
                  <a:lnTo>
                    <a:pt x="171" y="3719"/>
                  </a:lnTo>
                  <a:lnTo>
                    <a:pt x="120" y="3685"/>
                  </a:lnTo>
                  <a:lnTo>
                    <a:pt x="77" y="3642"/>
                  </a:lnTo>
                  <a:lnTo>
                    <a:pt x="43" y="3591"/>
                  </a:lnTo>
                  <a:lnTo>
                    <a:pt x="17" y="3531"/>
                  </a:lnTo>
                  <a:lnTo>
                    <a:pt x="0" y="3463"/>
                  </a:lnTo>
                  <a:lnTo>
                    <a:pt x="0" y="3386"/>
                  </a:lnTo>
                  <a:lnTo>
                    <a:pt x="0" y="3386"/>
                  </a:lnTo>
                  <a:lnTo>
                    <a:pt x="17" y="3301"/>
                  </a:lnTo>
                  <a:lnTo>
                    <a:pt x="43" y="3207"/>
                  </a:lnTo>
                  <a:lnTo>
                    <a:pt x="77" y="3113"/>
                  </a:lnTo>
                  <a:lnTo>
                    <a:pt x="128" y="3020"/>
                  </a:lnTo>
                  <a:lnTo>
                    <a:pt x="188" y="2917"/>
                  </a:lnTo>
                  <a:lnTo>
                    <a:pt x="248" y="2815"/>
                  </a:lnTo>
                  <a:lnTo>
                    <a:pt x="393" y="2610"/>
                  </a:lnTo>
                  <a:lnTo>
                    <a:pt x="555" y="2414"/>
                  </a:lnTo>
                  <a:lnTo>
                    <a:pt x="708" y="2226"/>
                  </a:lnTo>
                  <a:lnTo>
                    <a:pt x="964" y="1919"/>
                  </a:lnTo>
                  <a:lnTo>
                    <a:pt x="964" y="1919"/>
                  </a:lnTo>
                  <a:lnTo>
                    <a:pt x="1143" y="1706"/>
                  </a:lnTo>
                  <a:lnTo>
                    <a:pt x="1331" y="1493"/>
                  </a:lnTo>
                  <a:lnTo>
                    <a:pt x="1519" y="1288"/>
                  </a:lnTo>
                  <a:lnTo>
                    <a:pt x="1706" y="1092"/>
                  </a:lnTo>
                  <a:lnTo>
                    <a:pt x="1911" y="896"/>
                  </a:lnTo>
                  <a:lnTo>
                    <a:pt x="2116" y="708"/>
                  </a:lnTo>
                  <a:lnTo>
                    <a:pt x="2320" y="521"/>
                  </a:lnTo>
                  <a:lnTo>
                    <a:pt x="2542" y="350"/>
                  </a:lnTo>
                  <a:lnTo>
                    <a:pt x="2542" y="350"/>
                  </a:lnTo>
                  <a:lnTo>
                    <a:pt x="2661" y="256"/>
                  </a:lnTo>
                  <a:lnTo>
                    <a:pt x="2798" y="171"/>
                  </a:lnTo>
                  <a:lnTo>
                    <a:pt x="2943" y="111"/>
                  </a:lnTo>
                  <a:lnTo>
                    <a:pt x="3088" y="60"/>
                  </a:lnTo>
                  <a:lnTo>
                    <a:pt x="3088" y="60"/>
                  </a:lnTo>
                  <a:lnTo>
                    <a:pt x="3190" y="34"/>
                  </a:lnTo>
                  <a:lnTo>
                    <a:pt x="3284" y="17"/>
                  </a:lnTo>
                  <a:lnTo>
                    <a:pt x="3369" y="0"/>
                  </a:lnTo>
                  <a:lnTo>
                    <a:pt x="3455" y="0"/>
                  </a:lnTo>
                  <a:lnTo>
                    <a:pt x="3540" y="0"/>
                  </a:lnTo>
                  <a:lnTo>
                    <a:pt x="3617" y="9"/>
                  </a:lnTo>
                  <a:lnTo>
                    <a:pt x="3685" y="17"/>
                  </a:lnTo>
                  <a:lnTo>
                    <a:pt x="3753" y="34"/>
                  </a:lnTo>
                  <a:lnTo>
                    <a:pt x="3821" y="60"/>
                  </a:lnTo>
                  <a:lnTo>
                    <a:pt x="3881" y="86"/>
                  </a:lnTo>
                  <a:lnTo>
                    <a:pt x="3941" y="111"/>
                  </a:lnTo>
                  <a:lnTo>
                    <a:pt x="3992" y="154"/>
                  </a:lnTo>
                  <a:lnTo>
                    <a:pt x="4035" y="188"/>
                  </a:lnTo>
                  <a:lnTo>
                    <a:pt x="4077" y="231"/>
                  </a:lnTo>
                  <a:lnTo>
                    <a:pt x="4120" y="282"/>
                  </a:lnTo>
                  <a:lnTo>
                    <a:pt x="4154" y="324"/>
                  </a:lnTo>
                  <a:lnTo>
                    <a:pt x="4222" y="435"/>
                  </a:lnTo>
                  <a:lnTo>
                    <a:pt x="4265" y="555"/>
                  </a:lnTo>
                  <a:lnTo>
                    <a:pt x="4291" y="683"/>
                  </a:lnTo>
                  <a:lnTo>
                    <a:pt x="4308" y="819"/>
                  </a:lnTo>
                  <a:lnTo>
                    <a:pt x="4299" y="956"/>
                  </a:lnTo>
                  <a:lnTo>
                    <a:pt x="4282" y="1092"/>
                  </a:lnTo>
                  <a:lnTo>
                    <a:pt x="4256" y="1237"/>
                  </a:lnTo>
                  <a:lnTo>
                    <a:pt x="4205" y="1373"/>
                  </a:lnTo>
                  <a:lnTo>
                    <a:pt x="4205" y="1373"/>
                  </a:lnTo>
                  <a:lnTo>
                    <a:pt x="4137" y="1527"/>
                  </a:lnTo>
                  <a:lnTo>
                    <a:pt x="4060" y="1681"/>
                  </a:lnTo>
                  <a:lnTo>
                    <a:pt x="3975" y="1826"/>
                  </a:lnTo>
                  <a:lnTo>
                    <a:pt x="3881" y="1962"/>
                  </a:lnTo>
                  <a:lnTo>
                    <a:pt x="3787" y="2098"/>
                  </a:lnTo>
                  <a:lnTo>
                    <a:pt x="3676" y="2226"/>
                  </a:lnTo>
                  <a:lnTo>
                    <a:pt x="3566" y="2346"/>
                  </a:lnTo>
                  <a:lnTo>
                    <a:pt x="3446" y="2465"/>
                  </a:lnTo>
                  <a:lnTo>
                    <a:pt x="3327" y="2585"/>
                  </a:lnTo>
                  <a:lnTo>
                    <a:pt x="3199" y="2696"/>
                  </a:lnTo>
                  <a:lnTo>
                    <a:pt x="3071" y="2798"/>
                  </a:lnTo>
                  <a:lnTo>
                    <a:pt x="2943" y="2900"/>
                  </a:lnTo>
                  <a:lnTo>
                    <a:pt x="2670" y="3088"/>
                  </a:lnTo>
                  <a:lnTo>
                    <a:pt x="2389" y="3267"/>
                  </a:lnTo>
                  <a:lnTo>
                    <a:pt x="2389" y="3267"/>
                  </a:lnTo>
                  <a:close/>
                </a:path>
              </a:pathLst>
            </a:custGeom>
            <a:noFill/>
            <a:ln w="11950" cap="rnd" cmpd="sng">
              <a:solidFill>
                <a:srgbClr val="FF9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1161;p26">
              <a:extLst>
                <a:ext uri="{FF2B5EF4-FFF2-40B4-BE49-F238E27FC236}">
                  <a16:creationId xmlns:a16="http://schemas.microsoft.com/office/drawing/2014/main" id="{AA89DBCF-3DF4-CC79-526C-331847F1EE57}"/>
                </a:ext>
              </a:extLst>
            </p:cNvPr>
            <p:cNvSpPr/>
            <p:nvPr/>
          </p:nvSpPr>
          <p:spPr>
            <a:xfrm>
              <a:off x="5052075" y="2181000"/>
              <a:ext cx="442500" cy="489600"/>
            </a:xfrm>
            <a:custGeom>
              <a:avLst/>
              <a:gdLst/>
              <a:ahLst/>
              <a:cxnLst/>
              <a:rect l="l" t="t" r="r" b="b"/>
              <a:pathLst>
                <a:path w="17700" h="19584" extrusionOk="0">
                  <a:moveTo>
                    <a:pt x="11899" y="0"/>
                  </a:moveTo>
                  <a:lnTo>
                    <a:pt x="11661" y="17"/>
                  </a:lnTo>
                  <a:lnTo>
                    <a:pt x="11422" y="43"/>
                  </a:lnTo>
                  <a:lnTo>
                    <a:pt x="11183" y="77"/>
                  </a:lnTo>
                  <a:lnTo>
                    <a:pt x="10944" y="120"/>
                  </a:lnTo>
                  <a:lnTo>
                    <a:pt x="10705" y="171"/>
                  </a:lnTo>
                  <a:lnTo>
                    <a:pt x="10466" y="231"/>
                  </a:lnTo>
                  <a:lnTo>
                    <a:pt x="10236" y="307"/>
                  </a:lnTo>
                  <a:lnTo>
                    <a:pt x="10006" y="376"/>
                  </a:lnTo>
                  <a:lnTo>
                    <a:pt x="9776" y="461"/>
                  </a:lnTo>
                  <a:lnTo>
                    <a:pt x="9545" y="546"/>
                  </a:lnTo>
                  <a:lnTo>
                    <a:pt x="9324" y="640"/>
                  </a:lnTo>
                  <a:lnTo>
                    <a:pt x="8880" y="836"/>
                  </a:lnTo>
                  <a:lnTo>
                    <a:pt x="8462" y="1041"/>
                  </a:lnTo>
                  <a:lnTo>
                    <a:pt x="8053" y="1254"/>
                  </a:lnTo>
                  <a:lnTo>
                    <a:pt x="7669" y="1467"/>
                  </a:lnTo>
                  <a:lnTo>
                    <a:pt x="7311" y="1681"/>
                  </a:lnTo>
                  <a:lnTo>
                    <a:pt x="7140" y="1791"/>
                  </a:lnTo>
                  <a:lnTo>
                    <a:pt x="6952" y="1919"/>
                  </a:lnTo>
                  <a:lnTo>
                    <a:pt x="6773" y="2047"/>
                  </a:lnTo>
                  <a:lnTo>
                    <a:pt x="6577" y="2201"/>
                  </a:lnTo>
                  <a:lnTo>
                    <a:pt x="6389" y="2354"/>
                  </a:lnTo>
                  <a:lnTo>
                    <a:pt x="6193" y="2516"/>
                  </a:lnTo>
                  <a:lnTo>
                    <a:pt x="5801" y="2866"/>
                  </a:lnTo>
                  <a:lnTo>
                    <a:pt x="5400" y="3241"/>
                  </a:lnTo>
                  <a:lnTo>
                    <a:pt x="5016" y="3634"/>
                  </a:lnTo>
                  <a:lnTo>
                    <a:pt x="4632" y="4018"/>
                  </a:lnTo>
                  <a:lnTo>
                    <a:pt x="4266" y="4410"/>
                  </a:lnTo>
                  <a:lnTo>
                    <a:pt x="3924" y="4777"/>
                  </a:lnTo>
                  <a:lnTo>
                    <a:pt x="3609" y="5135"/>
                  </a:lnTo>
                  <a:lnTo>
                    <a:pt x="3080" y="5741"/>
                  </a:lnTo>
                  <a:lnTo>
                    <a:pt x="2730" y="6150"/>
                  </a:lnTo>
                  <a:lnTo>
                    <a:pt x="2611" y="6304"/>
                  </a:lnTo>
                  <a:lnTo>
                    <a:pt x="2236" y="6798"/>
                  </a:lnTo>
                  <a:lnTo>
                    <a:pt x="1920" y="7250"/>
                  </a:lnTo>
                  <a:lnTo>
                    <a:pt x="1775" y="7472"/>
                  </a:lnTo>
                  <a:lnTo>
                    <a:pt x="1639" y="7685"/>
                  </a:lnTo>
                  <a:lnTo>
                    <a:pt x="1511" y="7899"/>
                  </a:lnTo>
                  <a:lnTo>
                    <a:pt x="1391" y="8112"/>
                  </a:lnTo>
                  <a:lnTo>
                    <a:pt x="1280" y="8334"/>
                  </a:lnTo>
                  <a:lnTo>
                    <a:pt x="1169" y="8555"/>
                  </a:lnTo>
                  <a:lnTo>
                    <a:pt x="1059" y="8786"/>
                  </a:lnTo>
                  <a:lnTo>
                    <a:pt x="956" y="9024"/>
                  </a:lnTo>
                  <a:lnTo>
                    <a:pt x="854" y="9272"/>
                  </a:lnTo>
                  <a:lnTo>
                    <a:pt x="751" y="9536"/>
                  </a:lnTo>
                  <a:lnTo>
                    <a:pt x="538" y="10116"/>
                  </a:lnTo>
                  <a:lnTo>
                    <a:pt x="436" y="10423"/>
                  </a:lnTo>
                  <a:lnTo>
                    <a:pt x="342" y="10739"/>
                  </a:lnTo>
                  <a:lnTo>
                    <a:pt x="257" y="11063"/>
                  </a:lnTo>
                  <a:lnTo>
                    <a:pt x="180" y="11387"/>
                  </a:lnTo>
                  <a:lnTo>
                    <a:pt x="120" y="11711"/>
                  </a:lnTo>
                  <a:lnTo>
                    <a:pt x="69" y="12035"/>
                  </a:lnTo>
                  <a:lnTo>
                    <a:pt x="35" y="12359"/>
                  </a:lnTo>
                  <a:lnTo>
                    <a:pt x="9" y="12684"/>
                  </a:lnTo>
                  <a:lnTo>
                    <a:pt x="1" y="13008"/>
                  </a:lnTo>
                  <a:lnTo>
                    <a:pt x="1" y="13340"/>
                  </a:lnTo>
                  <a:lnTo>
                    <a:pt x="18" y="13664"/>
                  </a:lnTo>
                  <a:lnTo>
                    <a:pt x="52" y="13989"/>
                  </a:lnTo>
                  <a:lnTo>
                    <a:pt x="95" y="14304"/>
                  </a:lnTo>
                  <a:lnTo>
                    <a:pt x="154" y="14628"/>
                  </a:lnTo>
                  <a:lnTo>
                    <a:pt x="231" y="14944"/>
                  </a:lnTo>
                  <a:lnTo>
                    <a:pt x="325" y="15251"/>
                  </a:lnTo>
                  <a:lnTo>
                    <a:pt x="402" y="15473"/>
                  </a:lnTo>
                  <a:lnTo>
                    <a:pt x="487" y="15686"/>
                  </a:lnTo>
                  <a:lnTo>
                    <a:pt x="572" y="15891"/>
                  </a:lnTo>
                  <a:lnTo>
                    <a:pt x="675" y="16095"/>
                  </a:lnTo>
                  <a:lnTo>
                    <a:pt x="777" y="16291"/>
                  </a:lnTo>
                  <a:lnTo>
                    <a:pt x="888" y="16488"/>
                  </a:lnTo>
                  <a:lnTo>
                    <a:pt x="999" y="16675"/>
                  </a:lnTo>
                  <a:lnTo>
                    <a:pt x="1127" y="16863"/>
                  </a:lnTo>
                  <a:lnTo>
                    <a:pt x="1255" y="17042"/>
                  </a:lnTo>
                  <a:lnTo>
                    <a:pt x="1383" y="17213"/>
                  </a:lnTo>
                  <a:lnTo>
                    <a:pt x="1528" y="17383"/>
                  </a:lnTo>
                  <a:lnTo>
                    <a:pt x="1673" y="17545"/>
                  </a:lnTo>
                  <a:lnTo>
                    <a:pt x="1818" y="17707"/>
                  </a:lnTo>
                  <a:lnTo>
                    <a:pt x="1971" y="17861"/>
                  </a:lnTo>
                  <a:lnTo>
                    <a:pt x="2133" y="18006"/>
                  </a:lnTo>
                  <a:lnTo>
                    <a:pt x="2304" y="18151"/>
                  </a:lnTo>
                  <a:lnTo>
                    <a:pt x="2474" y="18287"/>
                  </a:lnTo>
                  <a:lnTo>
                    <a:pt x="2645" y="18415"/>
                  </a:lnTo>
                  <a:lnTo>
                    <a:pt x="2824" y="18535"/>
                  </a:lnTo>
                  <a:lnTo>
                    <a:pt x="3003" y="18654"/>
                  </a:lnTo>
                  <a:lnTo>
                    <a:pt x="3191" y="18765"/>
                  </a:lnTo>
                  <a:lnTo>
                    <a:pt x="3387" y="18867"/>
                  </a:lnTo>
                  <a:lnTo>
                    <a:pt x="3575" y="18970"/>
                  </a:lnTo>
                  <a:lnTo>
                    <a:pt x="3771" y="19055"/>
                  </a:lnTo>
                  <a:lnTo>
                    <a:pt x="3976" y="19140"/>
                  </a:lnTo>
                  <a:lnTo>
                    <a:pt x="4180" y="19217"/>
                  </a:lnTo>
                  <a:lnTo>
                    <a:pt x="4385" y="19294"/>
                  </a:lnTo>
                  <a:lnTo>
                    <a:pt x="4598" y="19353"/>
                  </a:lnTo>
                  <a:lnTo>
                    <a:pt x="4811" y="19413"/>
                  </a:lnTo>
                  <a:lnTo>
                    <a:pt x="5025" y="19456"/>
                  </a:lnTo>
                  <a:lnTo>
                    <a:pt x="5238" y="19498"/>
                  </a:lnTo>
                  <a:lnTo>
                    <a:pt x="5460" y="19533"/>
                  </a:lnTo>
                  <a:lnTo>
                    <a:pt x="5733" y="19567"/>
                  </a:lnTo>
                  <a:lnTo>
                    <a:pt x="6014" y="19584"/>
                  </a:lnTo>
                  <a:lnTo>
                    <a:pt x="6296" y="19584"/>
                  </a:lnTo>
                  <a:lnTo>
                    <a:pt x="6586" y="19575"/>
                  </a:lnTo>
                  <a:lnTo>
                    <a:pt x="6867" y="19550"/>
                  </a:lnTo>
                  <a:lnTo>
                    <a:pt x="7157" y="19516"/>
                  </a:lnTo>
                  <a:lnTo>
                    <a:pt x="7447" y="19464"/>
                  </a:lnTo>
                  <a:lnTo>
                    <a:pt x="7737" y="19405"/>
                  </a:lnTo>
                  <a:lnTo>
                    <a:pt x="8019" y="19336"/>
                  </a:lnTo>
                  <a:lnTo>
                    <a:pt x="8309" y="19260"/>
                  </a:lnTo>
                  <a:lnTo>
                    <a:pt x="8590" y="19174"/>
                  </a:lnTo>
                  <a:lnTo>
                    <a:pt x="8863" y="19072"/>
                  </a:lnTo>
                  <a:lnTo>
                    <a:pt x="9136" y="18961"/>
                  </a:lnTo>
                  <a:lnTo>
                    <a:pt x="9409" y="18850"/>
                  </a:lnTo>
                  <a:lnTo>
                    <a:pt x="9673" y="18722"/>
                  </a:lnTo>
                  <a:lnTo>
                    <a:pt x="9929" y="18594"/>
                  </a:lnTo>
                  <a:lnTo>
                    <a:pt x="10194" y="18449"/>
                  </a:lnTo>
                  <a:lnTo>
                    <a:pt x="10441" y="18296"/>
                  </a:lnTo>
                  <a:lnTo>
                    <a:pt x="10688" y="18142"/>
                  </a:lnTo>
                  <a:lnTo>
                    <a:pt x="10919" y="17972"/>
                  </a:lnTo>
                  <a:lnTo>
                    <a:pt x="11149" y="17801"/>
                  </a:lnTo>
                  <a:lnTo>
                    <a:pt x="11371" y="17614"/>
                  </a:lnTo>
                  <a:lnTo>
                    <a:pt x="11592" y="17426"/>
                  </a:lnTo>
                  <a:lnTo>
                    <a:pt x="11806" y="17230"/>
                  </a:lnTo>
                  <a:lnTo>
                    <a:pt x="12010" y="17034"/>
                  </a:lnTo>
                  <a:lnTo>
                    <a:pt x="12206" y="16829"/>
                  </a:lnTo>
                  <a:lnTo>
                    <a:pt x="12403" y="16616"/>
                  </a:lnTo>
                  <a:lnTo>
                    <a:pt x="12599" y="16402"/>
                  </a:lnTo>
                  <a:lnTo>
                    <a:pt x="12786" y="16181"/>
                  </a:lnTo>
                  <a:lnTo>
                    <a:pt x="12966" y="15959"/>
                  </a:lnTo>
                  <a:lnTo>
                    <a:pt x="13332" y="15507"/>
                  </a:lnTo>
                  <a:lnTo>
                    <a:pt x="13801" y="14910"/>
                  </a:lnTo>
                  <a:lnTo>
                    <a:pt x="14023" y="14611"/>
                  </a:lnTo>
                  <a:lnTo>
                    <a:pt x="14134" y="14458"/>
                  </a:lnTo>
                  <a:lnTo>
                    <a:pt x="14236" y="14296"/>
                  </a:lnTo>
                  <a:lnTo>
                    <a:pt x="14706" y="13622"/>
                  </a:lnTo>
                  <a:lnTo>
                    <a:pt x="15141" y="12974"/>
                  </a:lnTo>
                  <a:lnTo>
                    <a:pt x="15533" y="12342"/>
                  </a:lnTo>
                  <a:lnTo>
                    <a:pt x="15721" y="12035"/>
                  </a:lnTo>
                  <a:lnTo>
                    <a:pt x="15891" y="11737"/>
                  </a:lnTo>
                  <a:lnTo>
                    <a:pt x="16062" y="11438"/>
                  </a:lnTo>
                  <a:lnTo>
                    <a:pt x="16215" y="11148"/>
                  </a:lnTo>
                  <a:lnTo>
                    <a:pt x="16369" y="10858"/>
                  </a:lnTo>
                  <a:lnTo>
                    <a:pt x="16505" y="10577"/>
                  </a:lnTo>
                  <a:lnTo>
                    <a:pt x="16642" y="10295"/>
                  </a:lnTo>
                  <a:lnTo>
                    <a:pt x="16761" y="10022"/>
                  </a:lnTo>
                  <a:lnTo>
                    <a:pt x="16881" y="9749"/>
                  </a:lnTo>
                  <a:lnTo>
                    <a:pt x="16991" y="9485"/>
                  </a:lnTo>
                  <a:lnTo>
                    <a:pt x="17085" y="9229"/>
                  </a:lnTo>
                  <a:lnTo>
                    <a:pt x="17179" y="8965"/>
                  </a:lnTo>
                  <a:lnTo>
                    <a:pt x="17264" y="8717"/>
                  </a:lnTo>
                  <a:lnTo>
                    <a:pt x="17341" y="8470"/>
                  </a:lnTo>
                  <a:lnTo>
                    <a:pt x="17409" y="8223"/>
                  </a:lnTo>
                  <a:lnTo>
                    <a:pt x="17469" y="7984"/>
                  </a:lnTo>
                  <a:lnTo>
                    <a:pt x="17529" y="7745"/>
                  </a:lnTo>
                  <a:lnTo>
                    <a:pt x="17571" y="7515"/>
                  </a:lnTo>
                  <a:lnTo>
                    <a:pt x="17614" y="7284"/>
                  </a:lnTo>
                  <a:lnTo>
                    <a:pt x="17640" y="7063"/>
                  </a:lnTo>
                  <a:lnTo>
                    <a:pt x="17665" y="6841"/>
                  </a:lnTo>
                  <a:lnTo>
                    <a:pt x="17682" y="6628"/>
                  </a:lnTo>
                  <a:lnTo>
                    <a:pt x="17699" y="6414"/>
                  </a:lnTo>
                  <a:lnTo>
                    <a:pt x="17699" y="6201"/>
                  </a:lnTo>
                  <a:lnTo>
                    <a:pt x="17699" y="5996"/>
                  </a:lnTo>
                  <a:lnTo>
                    <a:pt x="17691" y="5792"/>
                  </a:lnTo>
                  <a:lnTo>
                    <a:pt x="17674" y="5596"/>
                  </a:lnTo>
                  <a:lnTo>
                    <a:pt x="17648" y="5399"/>
                  </a:lnTo>
                  <a:lnTo>
                    <a:pt x="17623" y="5203"/>
                  </a:lnTo>
                  <a:lnTo>
                    <a:pt x="17589" y="5016"/>
                  </a:lnTo>
                  <a:lnTo>
                    <a:pt x="17546" y="4828"/>
                  </a:lnTo>
                  <a:lnTo>
                    <a:pt x="17503" y="4640"/>
                  </a:lnTo>
                  <a:lnTo>
                    <a:pt x="17444" y="4461"/>
                  </a:lnTo>
                  <a:lnTo>
                    <a:pt x="17384" y="4282"/>
                  </a:lnTo>
                  <a:lnTo>
                    <a:pt x="17324" y="4111"/>
                  </a:lnTo>
                  <a:lnTo>
                    <a:pt x="17256" y="3941"/>
                  </a:lnTo>
                  <a:lnTo>
                    <a:pt x="17179" y="3770"/>
                  </a:lnTo>
                  <a:lnTo>
                    <a:pt x="17094" y="3600"/>
                  </a:lnTo>
                  <a:lnTo>
                    <a:pt x="17009" y="3438"/>
                  </a:lnTo>
                  <a:lnTo>
                    <a:pt x="16915" y="3276"/>
                  </a:lnTo>
                  <a:lnTo>
                    <a:pt x="16821" y="3114"/>
                  </a:lnTo>
                  <a:lnTo>
                    <a:pt x="16710" y="2960"/>
                  </a:lnTo>
                  <a:lnTo>
                    <a:pt x="16608" y="2806"/>
                  </a:lnTo>
                  <a:lnTo>
                    <a:pt x="16497" y="2653"/>
                  </a:lnTo>
                  <a:lnTo>
                    <a:pt x="16377" y="2508"/>
                  </a:lnTo>
                  <a:lnTo>
                    <a:pt x="16249" y="2354"/>
                  </a:lnTo>
                  <a:lnTo>
                    <a:pt x="15994" y="2064"/>
                  </a:lnTo>
                  <a:lnTo>
                    <a:pt x="15712" y="1783"/>
                  </a:lnTo>
                  <a:lnTo>
                    <a:pt x="15422" y="1510"/>
                  </a:lnTo>
                  <a:lnTo>
                    <a:pt x="15106" y="1246"/>
                  </a:lnTo>
                  <a:lnTo>
                    <a:pt x="14782" y="981"/>
                  </a:lnTo>
                  <a:lnTo>
                    <a:pt x="14433" y="734"/>
                  </a:lnTo>
                  <a:lnTo>
                    <a:pt x="14219" y="589"/>
                  </a:lnTo>
                  <a:lnTo>
                    <a:pt x="13998" y="461"/>
                  </a:lnTo>
                  <a:lnTo>
                    <a:pt x="13776" y="350"/>
                  </a:lnTo>
                  <a:lnTo>
                    <a:pt x="13546" y="256"/>
                  </a:lnTo>
                  <a:lnTo>
                    <a:pt x="13315" y="171"/>
                  </a:lnTo>
                  <a:lnTo>
                    <a:pt x="13085" y="111"/>
                  </a:lnTo>
                  <a:lnTo>
                    <a:pt x="12846" y="60"/>
                  </a:lnTo>
                  <a:lnTo>
                    <a:pt x="12616" y="26"/>
                  </a:lnTo>
                  <a:lnTo>
                    <a:pt x="12377" y="9"/>
                  </a:lnTo>
                  <a:lnTo>
                    <a:pt x="12138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1162;p26">
              <a:extLst>
                <a:ext uri="{FF2B5EF4-FFF2-40B4-BE49-F238E27FC236}">
                  <a16:creationId xmlns:a16="http://schemas.microsoft.com/office/drawing/2014/main" id="{BFB5CB98-D915-4DEE-9053-3A497235BA29}"/>
                </a:ext>
              </a:extLst>
            </p:cNvPr>
            <p:cNvSpPr/>
            <p:nvPr/>
          </p:nvSpPr>
          <p:spPr>
            <a:xfrm>
              <a:off x="5052075" y="2181000"/>
              <a:ext cx="442500" cy="489600"/>
            </a:xfrm>
            <a:custGeom>
              <a:avLst/>
              <a:gdLst/>
              <a:ahLst/>
              <a:cxnLst/>
              <a:rect l="l" t="t" r="r" b="b"/>
              <a:pathLst>
                <a:path w="17700" h="19584" fill="none" extrusionOk="0">
                  <a:moveTo>
                    <a:pt x="14236" y="14296"/>
                  </a:moveTo>
                  <a:lnTo>
                    <a:pt x="14236" y="14296"/>
                  </a:lnTo>
                  <a:lnTo>
                    <a:pt x="14134" y="14458"/>
                  </a:lnTo>
                  <a:lnTo>
                    <a:pt x="14023" y="14611"/>
                  </a:lnTo>
                  <a:lnTo>
                    <a:pt x="13801" y="14910"/>
                  </a:lnTo>
                  <a:lnTo>
                    <a:pt x="13332" y="15507"/>
                  </a:lnTo>
                  <a:lnTo>
                    <a:pt x="13332" y="15507"/>
                  </a:lnTo>
                  <a:lnTo>
                    <a:pt x="12966" y="15959"/>
                  </a:lnTo>
                  <a:lnTo>
                    <a:pt x="12786" y="16181"/>
                  </a:lnTo>
                  <a:lnTo>
                    <a:pt x="12599" y="16402"/>
                  </a:lnTo>
                  <a:lnTo>
                    <a:pt x="12403" y="16616"/>
                  </a:lnTo>
                  <a:lnTo>
                    <a:pt x="12206" y="16829"/>
                  </a:lnTo>
                  <a:lnTo>
                    <a:pt x="12010" y="17034"/>
                  </a:lnTo>
                  <a:lnTo>
                    <a:pt x="11806" y="17230"/>
                  </a:lnTo>
                  <a:lnTo>
                    <a:pt x="11592" y="17426"/>
                  </a:lnTo>
                  <a:lnTo>
                    <a:pt x="11371" y="17614"/>
                  </a:lnTo>
                  <a:lnTo>
                    <a:pt x="11149" y="17801"/>
                  </a:lnTo>
                  <a:lnTo>
                    <a:pt x="10919" y="17972"/>
                  </a:lnTo>
                  <a:lnTo>
                    <a:pt x="10688" y="18142"/>
                  </a:lnTo>
                  <a:lnTo>
                    <a:pt x="10441" y="18296"/>
                  </a:lnTo>
                  <a:lnTo>
                    <a:pt x="10194" y="18449"/>
                  </a:lnTo>
                  <a:lnTo>
                    <a:pt x="9929" y="18594"/>
                  </a:lnTo>
                  <a:lnTo>
                    <a:pt x="9929" y="18594"/>
                  </a:lnTo>
                  <a:lnTo>
                    <a:pt x="9673" y="18722"/>
                  </a:lnTo>
                  <a:lnTo>
                    <a:pt x="9409" y="18850"/>
                  </a:lnTo>
                  <a:lnTo>
                    <a:pt x="9136" y="18961"/>
                  </a:lnTo>
                  <a:lnTo>
                    <a:pt x="8863" y="19072"/>
                  </a:lnTo>
                  <a:lnTo>
                    <a:pt x="8590" y="19174"/>
                  </a:lnTo>
                  <a:lnTo>
                    <a:pt x="8309" y="19260"/>
                  </a:lnTo>
                  <a:lnTo>
                    <a:pt x="8019" y="19336"/>
                  </a:lnTo>
                  <a:lnTo>
                    <a:pt x="7737" y="19405"/>
                  </a:lnTo>
                  <a:lnTo>
                    <a:pt x="7447" y="19464"/>
                  </a:lnTo>
                  <a:lnTo>
                    <a:pt x="7157" y="19516"/>
                  </a:lnTo>
                  <a:lnTo>
                    <a:pt x="6867" y="19550"/>
                  </a:lnTo>
                  <a:lnTo>
                    <a:pt x="6586" y="19575"/>
                  </a:lnTo>
                  <a:lnTo>
                    <a:pt x="6296" y="19584"/>
                  </a:lnTo>
                  <a:lnTo>
                    <a:pt x="6014" y="19584"/>
                  </a:lnTo>
                  <a:lnTo>
                    <a:pt x="5733" y="19567"/>
                  </a:lnTo>
                  <a:lnTo>
                    <a:pt x="5460" y="19533"/>
                  </a:lnTo>
                  <a:lnTo>
                    <a:pt x="5460" y="19533"/>
                  </a:lnTo>
                  <a:lnTo>
                    <a:pt x="5238" y="19498"/>
                  </a:lnTo>
                  <a:lnTo>
                    <a:pt x="5025" y="19456"/>
                  </a:lnTo>
                  <a:lnTo>
                    <a:pt x="4811" y="19413"/>
                  </a:lnTo>
                  <a:lnTo>
                    <a:pt x="4598" y="19353"/>
                  </a:lnTo>
                  <a:lnTo>
                    <a:pt x="4385" y="19294"/>
                  </a:lnTo>
                  <a:lnTo>
                    <a:pt x="4180" y="19217"/>
                  </a:lnTo>
                  <a:lnTo>
                    <a:pt x="3976" y="19140"/>
                  </a:lnTo>
                  <a:lnTo>
                    <a:pt x="3771" y="19055"/>
                  </a:lnTo>
                  <a:lnTo>
                    <a:pt x="3575" y="18970"/>
                  </a:lnTo>
                  <a:lnTo>
                    <a:pt x="3387" y="18867"/>
                  </a:lnTo>
                  <a:lnTo>
                    <a:pt x="3191" y="18765"/>
                  </a:lnTo>
                  <a:lnTo>
                    <a:pt x="3003" y="18654"/>
                  </a:lnTo>
                  <a:lnTo>
                    <a:pt x="2824" y="18535"/>
                  </a:lnTo>
                  <a:lnTo>
                    <a:pt x="2645" y="18415"/>
                  </a:lnTo>
                  <a:lnTo>
                    <a:pt x="2474" y="18287"/>
                  </a:lnTo>
                  <a:lnTo>
                    <a:pt x="2304" y="18151"/>
                  </a:lnTo>
                  <a:lnTo>
                    <a:pt x="2133" y="18006"/>
                  </a:lnTo>
                  <a:lnTo>
                    <a:pt x="1971" y="17861"/>
                  </a:lnTo>
                  <a:lnTo>
                    <a:pt x="1818" y="17707"/>
                  </a:lnTo>
                  <a:lnTo>
                    <a:pt x="1673" y="17545"/>
                  </a:lnTo>
                  <a:lnTo>
                    <a:pt x="1528" y="17383"/>
                  </a:lnTo>
                  <a:lnTo>
                    <a:pt x="1383" y="17213"/>
                  </a:lnTo>
                  <a:lnTo>
                    <a:pt x="1255" y="17042"/>
                  </a:lnTo>
                  <a:lnTo>
                    <a:pt x="1127" y="16863"/>
                  </a:lnTo>
                  <a:lnTo>
                    <a:pt x="999" y="16675"/>
                  </a:lnTo>
                  <a:lnTo>
                    <a:pt x="888" y="16488"/>
                  </a:lnTo>
                  <a:lnTo>
                    <a:pt x="777" y="16291"/>
                  </a:lnTo>
                  <a:lnTo>
                    <a:pt x="675" y="16095"/>
                  </a:lnTo>
                  <a:lnTo>
                    <a:pt x="572" y="15891"/>
                  </a:lnTo>
                  <a:lnTo>
                    <a:pt x="487" y="15686"/>
                  </a:lnTo>
                  <a:lnTo>
                    <a:pt x="402" y="15473"/>
                  </a:lnTo>
                  <a:lnTo>
                    <a:pt x="325" y="15251"/>
                  </a:lnTo>
                  <a:lnTo>
                    <a:pt x="325" y="15251"/>
                  </a:lnTo>
                  <a:lnTo>
                    <a:pt x="231" y="14944"/>
                  </a:lnTo>
                  <a:lnTo>
                    <a:pt x="154" y="14628"/>
                  </a:lnTo>
                  <a:lnTo>
                    <a:pt x="95" y="14304"/>
                  </a:lnTo>
                  <a:lnTo>
                    <a:pt x="52" y="13989"/>
                  </a:lnTo>
                  <a:lnTo>
                    <a:pt x="18" y="13664"/>
                  </a:lnTo>
                  <a:lnTo>
                    <a:pt x="1" y="13340"/>
                  </a:lnTo>
                  <a:lnTo>
                    <a:pt x="1" y="13008"/>
                  </a:lnTo>
                  <a:lnTo>
                    <a:pt x="9" y="12684"/>
                  </a:lnTo>
                  <a:lnTo>
                    <a:pt x="35" y="12359"/>
                  </a:lnTo>
                  <a:lnTo>
                    <a:pt x="69" y="12035"/>
                  </a:lnTo>
                  <a:lnTo>
                    <a:pt x="120" y="11711"/>
                  </a:lnTo>
                  <a:lnTo>
                    <a:pt x="180" y="11387"/>
                  </a:lnTo>
                  <a:lnTo>
                    <a:pt x="257" y="11063"/>
                  </a:lnTo>
                  <a:lnTo>
                    <a:pt x="342" y="10739"/>
                  </a:lnTo>
                  <a:lnTo>
                    <a:pt x="436" y="10423"/>
                  </a:lnTo>
                  <a:lnTo>
                    <a:pt x="538" y="10116"/>
                  </a:lnTo>
                  <a:lnTo>
                    <a:pt x="538" y="10116"/>
                  </a:lnTo>
                  <a:lnTo>
                    <a:pt x="751" y="9536"/>
                  </a:lnTo>
                  <a:lnTo>
                    <a:pt x="854" y="9272"/>
                  </a:lnTo>
                  <a:lnTo>
                    <a:pt x="956" y="9024"/>
                  </a:lnTo>
                  <a:lnTo>
                    <a:pt x="1059" y="8786"/>
                  </a:lnTo>
                  <a:lnTo>
                    <a:pt x="1169" y="8555"/>
                  </a:lnTo>
                  <a:lnTo>
                    <a:pt x="1280" y="8334"/>
                  </a:lnTo>
                  <a:lnTo>
                    <a:pt x="1391" y="8112"/>
                  </a:lnTo>
                  <a:lnTo>
                    <a:pt x="1511" y="7899"/>
                  </a:lnTo>
                  <a:lnTo>
                    <a:pt x="1639" y="7685"/>
                  </a:lnTo>
                  <a:lnTo>
                    <a:pt x="1775" y="7472"/>
                  </a:lnTo>
                  <a:lnTo>
                    <a:pt x="1920" y="7250"/>
                  </a:lnTo>
                  <a:lnTo>
                    <a:pt x="2236" y="6798"/>
                  </a:lnTo>
                  <a:lnTo>
                    <a:pt x="2611" y="6304"/>
                  </a:lnTo>
                  <a:lnTo>
                    <a:pt x="2611" y="6304"/>
                  </a:lnTo>
                  <a:lnTo>
                    <a:pt x="2730" y="6150"/>
                  </a:lnTo>
                  <a:lnTo>
                    <a:pt x="3080" y="5741"/>
                  </a:lnTo>
                  <a:lnTo>
                    <a:pt x="3609" y="5135"/>
                  </a:lnTo>
                  <a:lnTo>
                    <a:pt x="3924" y="4777"/>
                  </a:lnTo>
                  <a:lnTo>
                    <a:pt x="4266" y="4410"/>
                  </a:lnTo>
                  <a:lnTo>
                    <a:pt x="4632" y="4018"/>
                  </a:lnTo>
                  <a:lnTo>
                    <a:pt x="5016" y="3634"/>
                  </a:lnTo>
                  <a:lnTo>
                    <a:pt x="5400" y="3241"/>
                  </a:lnTo>
                  <a:lnTo>
                    <a:pt x="5801" y="2866"/>
                  </a:lnTo>
                  <a:lnTo>
                    <a:pt x="6193" y="2516"/>
                  </a:lnTo>
                  <a:lnTo>
                    <a:pt x="6389" y="2354"/>
                  </a:lnTo>
                  <a:lnTo>
                    <a:pt x="6577" y="2201"/>
                  </a:lnTo>
                  <a:lnTo>
                    <a:pt x="6773" y="2047"/>
                  </a:lnTo>
                  <a:lnTo>
                    <a:pt x="6952" y="1919"/>
                  </a:lnTo>
                  <a:lnTo>
                    <a:pt x="7140" y="1791"/>
                  </a:lnTo>
                  <a:lnTo>
                    <a:pt x="7311" y="1681"/>
                  </a:lnTo>
                  <a:lnTo>
                    <a:pt x="7311" y="1681"/>
                  </a:lnTo>
                  <a:lnTo>
                    <a:pt x="7669" y="1467"/>
                  </a:lnTo>
                  <a:lnTo>
                    <a:pt x="8053" y="1254"/>
                  </a:lnTo>
                  <a:lnTo>
                    <a:pt x="8462" y="1041"/>
                  </a:lnTo>
                  <a:lnTo>
                    <a:pt x="8880" y="836"/>
                  </a:lnTo>
                  <a:lnTo>
                    <a:pt x="9324" y="640"/>
                  </a:lnTo>
                  <a:lnTo>
                    <a:pt x="9545" y="546"/>
                  </a:lnTo>
                  <a:lnTo>
                    <a:pt x="9776" y="461"/>
                  </a:lnTo>
                  <a:lnTo>
                    <a:pt x="10006" y="376"/>
                  </a:lnTo>
                  <a:lnTo>
                    <a:pt x="10236" y="307"/>
                  </a:lnTo>
                  <a:lnTo>
                    <a:pt x="10466" y="231"/>
                  </a:lnTo>
                  <a:lnTo>
                    <a:pt x="10705" y="171"/>
                  </a:lnTo>
                  <a:lnTo>
                    <a:pt x="10944" y="120"/>
                  </a:lnTo>
                  <a:lnTo>
                    <a:pt x="11183" y="77"/>
                  </a:lnTo>
                  <a:lnTo>
                    <a:pt x="11422" y="43"/>
                  </a:lnTo>
                  <a:lnTo>
                    <a:pt x="11661" y="17"/>
                  </a:lnTo>
                  <a:lnTo>
                    <a:pt x="11899" y="0"/>
                  </a:lnTo>
                  <a:lnTo>
                    <a:pt x="12138" y="0"/>
                  </a:lnTo>
                  <a:lnTo>
                    <a:pt x="12377" y="9"/>
                  </a:lnTo>
                  <a:lnTo>
                    <a:pt x="12616" y="26"/>
                  </a:lnTo>
                  <a:lnTo>
                    <a:pt x="12846" y="60"/>
                  </a:lnTo>
                  <a:lnTo>
                    <a:pt x="13085" y="111"/>
                  </a:lnTo>
                  <a:lnTo>
                    <a:pt x="13315" y="171"/>
                  </a:lnTo>
                  <a:lnTo>
                    <a:pt x="13546" y="256"/>
                  </a:lnTo>
                  <a:lnTo>
                    <a:pt x="13776" y="350"/>
                  </a:lnTo>
                  <a:lnTo>
                    <a:pt x="13998" y="461"/>
                  </a:lnTo>
                  <a:lnTo>
                    <a:pt x="14219" y="589"/>
                  </a:lnTo>
                  <a:lnTo>
                    <a:pt x="14433" y="734"/>
                  </a:lnTo>
                  <a:lnTo>
                    <a:pt x="14433" y="734"/>
                  </a:lnTo>
                  <a:lnTo>
                    <a:pt x="14782" y="981"/>
                  </a:lnTo>
                  <a:lnTo>
                    <a:pt x="15106" y="1246"/>
                  </a:lnTo>
                  <a:lnTo>
                    <a:pt x="15422" y="1510"/>
                  </a:lnTo>
                  <a:lnTo>
                    <a:pt x="15712" y="1783"/>
                  </a:lnTo>
                  <a:lnTo>
                    <a:pt x="15994" y="2064"/>
                  </a:lnTo>
                  <a:lnTo>
                    <a:pt x="16249" y="2354"/>
                  </a:lnTo>
                  <a:lnTo>
                    <a:pt x="16377" y="2508"/>
                  </a:lnTo>
                  <a:lnTo>
                    <a:pt x="16497" y="2653"/>
                  </a:lnTo>
                  <a:lnTo>
                    <a:pt x="16608" y="2806"/>
                  </a:lnTo>
                  <a:lnTo>
                    <a:pt x="16710" y="2960"/>
                  </a:lnTo>
                  <a:lnTo>
                    <a:pt x="16821" y="3114"/>
                  </a:lnTo>
                  <a:lnTo>
                    <a:pt x="16915" y="3276"/>
                  </a:lnTo>
                  <a:lnTo>
                    <a:pt x="17009" y="3438"/>
                  </a:lnTo>
                  <a:lnTo>
                    <a:pt x="17094" y="3600"/>
                  </a:lnTo>
                  <a:lnTo>
                    <a:pt x="17179" y="3770"/>
                  </a:lnTo>
                  <a:lnTo>
                    <a:pt x="17256" y="3941"/>
                  </a:lnTo>
                  <a:lnTo>
                    <a:pt x="17324" y="4111"/>
                  </a:lnTo>
                  <a:lnTo>
                    <a:pt x="17384" y="4282"/>
                  </a:lnTo>
                  <a:lnTo>
                    <a:pt x="17444" y="4461"/>
                  </a:lnTo>
                  <a:lnTo>
                    <a:pt x="17503" y="4640"/>
                  </a:lnTo>
                  <a:lnTo>
                    <a:pt x="17546" y="4828"/>
                  </a:lnTo>
                  <a:lnTo>
                    <a:pt x="17589" y="5016"/>
                  </a:lnTo>
                  <a:lnTo>
                    <a:pt x="17623" y="5203"/>
                  </a:lnTo>
                  <a:lnTo>
                    <a:pt x="17648" y="5399"/>
                  </a:lnTo>
                  <a:lnTo>
                    <a:pt x="17674" y="5596"/>
                  </a:lnTo>
                  <a:lnTo>
                    <a:pt x="17691" y="5792"/>
                  </a:lnTo>
                  <a:lnTo>
                    <a:pt x="17699" y="5996"/>
                  </a:lnTo>
                  <a:lnTo>
                    <a:pt x="17699" y="6201"/>
                  </a:lnTo>
                  <a:lnTo>
                    <a:pt x="17699" y="6414"/>
                  </a:lnTo>
                  <a:lnTo>
                    <a:pt x="17682" y="6628"/>
                  </a:lnTo>
                  <a:lnTo>
                    <a:pt x="17665" y="6841"/>
                  </a:lnTo>
                  <a:lnTo>
                    <a:pt x="17640" y="7063"/>
                  </a:lnTo>
                  <a:lnTo>
                    <a:pt x="17614" y="7284"/>
                  </a:lnTo>
                  <a:lnTo>
                    <a:pt x="17571" y="7515"/>
                  </a:lnTo>
                  <a:lnTo>
                    <a:pt x="17529" y="7745"/>
                  </a:lnTo>
                  <a:lnTo>
                    <a:pt x="17469" y="7984"/>
                  </a:lnTo>
                  <a:lnTo>
                    <a:pt x="17409" y="8223"/>
                  </a:lnTo>
                  <a:lnTo>
                    <a:pt x="17341" y="8470"/>
                  </a:lnTo>
                  <a:lnTo>
                    <a:pt x="17264" y="8717"/>
                  </a:lnTo>
                  <a:lnTo>
                    <a:pt x="17179" y="8965"/>
                  </a:lnTo>
                  <a:lnTo>
                    <a:pt x="17085" y="9229"/>
                  </a:lnTo>
                  <a:lnTo>
                    <a:pt x="16991" y="9485"/>
                  </a:lnTo>
                  <a:lnTo>
                    <a:pt x="16881" y="9749"/>
                  </a:lnTo>
                  <a:lnTo>
                    <a:pt x="16761" y="10022"/>
                  </a:lnTo>
                  <a:lnTo>
                    <a:pt x="16642" y="10295"/>
                  </a:lnTo>
                  <a:lnTo>
                    <a:pt x="16505" y="10577"/>
                  </a:lnTo>
                  <a:lnTo>
                    <a:pt x="16369" y="10858"/>
                  </a:lnTo>
                  <a:lnTo>
                    <a:pt x="16215" y="11148"/>
                  </a:lnTo>
                  <a:lnTo>
                    <a:pt x="16062" y="11438"/>
                  </a:lnTo>
                  <a:lnTo>
                    <a:pt x="15891" y="11737"/>
                  </a:lnTo>
                  <a:lnTo>
                    <a:pt x="15721" y="12035"/>
                  </a:lnTo>
                  <a:lnTo>
                    <a:pt x="15533" y="12342"/>
                  </a:lnTo>
                  <a:lnTo>
                    <a:pt x="15141" y="12974"/>
                  </a:lnTo>
                  <a:lnTo>
                    <a:pt x="14706" y="13622"/>
                  </a:lnTo>
                  <a:lnTo>
                    <a:pt x="14236" y="14296"/>
                  </a:lnTo>
                  <a:lnTo>
                    <a:pt x="14236" y="14296"/>
                  </a:lnTo>
                  <a:close/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1163;p26">
              <a:extLst>
                <a:ext uri="{FF2B5EF4-FFF2-40B4-BE49-F238E27FC236}">
                  <a16:creationId xmlns:a16="http://schemas.microsoft.com/office/drawing/2014/main" id="{02F23982-C1FA-D4D9-D4A1-637AC8ACFE4A}"/>
                </a:ext>
              </a:extLst>
            </p:cNvPr>
            <p:cNvSpPr/>
            <p:nvPr/>
          </p:nvSpPr>
          <p:spPr>
            <a:xfrm>
              <a:off x="5095575" y="2115100"/>
              <a:ext cx="455500" cy="449750"/>
            </a:xfrm>
            <a:custGeom>
              <a:avLst/>
              <a:gdLst/>
              <a:ahLst/>
              <a:cxnLst/>
              <a:rect l="l" t="t" r="r" b="b"/>
              <a:pathLst>
                <a:path w="18220" h="17990" extrusionOk="0">
                  <a:moveTo>
                    <a:pt x="10057" y="1"/>
                  </a:moveTo>
                  <a:lnTo>
                    <a:pt x="9835" y="9"/>
                  </a:lnTo>
                  <a:lnTo>
                    <a:pt x="9614" y="9"/>
                  </a:lnTo>
                  <a:lnTo>
                    <a:pt x="9392" y="26"/>
                  </a:lnTo>
                  <a:lnTo>
                    <a:pt x="9170" y="43"/>
                  </a:lnTo>
                  <a:lnTo>
                    <a:pt x="8948" y="69"/>
                  </a:lnTo>
                  <a:lnTo>
                    <a:pt x="8735" y="103"/>
                  </a:lnTo>
                  <a:lnTo>
                    <a:pt x="8513" y="146"/>
                  </a:lnTo>
                  <a:lnTo>
                    <a:pt x="8300" y="188"/>
                  </a:lnTo>
                  <a:lnTo>
                    <a:pt x="8078" y="240"/>
                  </a:lnTo>
                  <a:lnTo>
                    <a:pt x="7746" y="342"/>
                  </a:lnTo>
                  <a:lnTo>
                    <a:pt x="7421" y="453"/>
                  </a:lnTo>
                  <a:lnTo>
                    <a:pt x="7097" y="581"/>
                  </a:lnTo>
                  <a:lnTo>
                    <a:pt x="6790" y="726"/>
                  </a:lnTo>
                  <a:lnTo>
                    <a:pt x="6483" y="888"/>
                  </a:lnTo>
                  <a:lnTo>
                    <a:pt x="6185" y="1058"/>
                  </a:lnTo>
                  <a:lnTo>
                    <a:pt x="5895" y="1246"/>
                  </a:lnTo>
                  <a:lnTo>
                    <a:pt x="5613" y="1442"/>
                  </a:lnTo>
                  <a:lnTo>
                    <a:pt x="5340" y="1647"/>
                  </a:lnTo>
                  <a:lnTo>
                    <a:pt x="5076" y="1869"/>
                  </a:lnTo>
                  <a:lnTo>
                    <a:pt x="4811" y="2090"/>
                  </a:lnTo>
                  <a:lnTo>
                    <a:pt x="4556" y="2329"/>
                  </a:lnTo>
                  <a:lnTo>
                    <a:pt x="4308" y="2568"/>
                  </a:lnTo>
                  <a:lnTo>
                    <a:pt x="4069" y="2824"/>
                  </a:lnTo>
                  <a:lnTo>
                    <a:pt x="3839" y="3071"/>
                  </a:lnTo>
                  <a:lnTo>
                    <a:pt x="3609" y="3336"/>
                  </a:lnTo>
                  <a:lnTo>
                    <a:pt x="3387" y="3600"/>
                  </a:lnTo>
                  <a:lnTo>
                    <a:pt x="3174" y="3873"/>
                  </a:lnTo>
                  <a:lnTo>
                    <a:pt x="2961" y="4155"/>
                  </a:lnTo>
                  <a:lnTo>
                    <a:pt x="2747" y="4427"/>
                  </a:lnTo>
                  <a:lnTo>
                    <a:pt x="2338" y="4999"/>
                  </a:lnTo>
                  <a:lnTo>
                    <a:pt x="1946" y="5570"/>
                  </a:lnTo>
                  <a:lnTo>
                    <a:pt x="1681" y="5937"/>
                  </a:lnTo>
                  <a:lnTo>
                    <a:pt x="1229" y="6577"/>
                  </a:lnTo>
                  <a:lnTo>
                    <a:pt x="999" y="6901"/>
                  </a:lnTo>
                  <a:lnTo>
                    <a:pt x="811" y="7191"/>
                  </a:lnTo>
                  <a:lnTo>
                    <a:pt x="743" y="7310"/>
                  </a:lnTo>
                  <a:lnTo>
                    <a:pt x="692" y="7404"/>
                  </a:lnTo>
                  <a:lnTo>
                    <a:pt x="666" y="7472"/>
                  </a:lnTo>
                  <a:lnTo>
                    <a:pt x="658" y="7498"/>
                  </a:lnTo>
                  <a:lnTo>
                    <a:pt x="666" y="7507"/>
                  </a:lnTo>
                  <a:lnTo>
                    <a:pt x="709" y="7575"/>
                  </a:lnTo>
                  <a:lnTo>
                    <a:pt x="751" y="7635"/>
                  </a:lnTo>
                  <a:lnTo>
                    <a:pt x="777" y="7711"/>
                  </a:lnTo>
                  <a:lnTo>
                    <a:pt x="803" y="7780"/>
                  </a:lnTo>
                  <a:lnTo>
                    <a:pt x="820" y="7848"/>
                  </a:lnTo>
                  <a:lnTo>
                    <a:pt x="837" y="7925"/>
                  </a:lnTo>
                  <a:lnTo>
                    <a:pt x="837" y="8001"/>
                  </a:lnTo>
                  <a:lnTo>
                    <a:pt x="837" y="8078"/>
                  </a:lnTo>
                  <a:lnTo>
                    <a:pt x="828" y="8223"/>
                  </a:lnTo>
                  <a:lnTo>
                    <a:pt x="803" y="8377"/>
                  </a:lnTo>
                  <a:lnTo>
                    <a:pt x="760" y="8530"/>
                  </a:lnTo>
                  <a:lnTo>
                    <a:pt x="717" y="8667"/>
                  </a:lnTo>
                  <a:lnTo>
                    <a:pt x="598" y="8957"/>
                  </a:lnTo>
                  <a:lnTo>
                    <a:pt x="479" y="9238"/>
                  </a:lnTo>
                  <a:lnTo>
                    <a:pt x="368" y="9460"/>
                  </a:lnTo>
                  <a:lnTo>
                    <a:pt x="240" y="9673"/>
                  </a:lnTo>
                  <a:lnTo>
                    <a:pt x="103" y="9878"/>
                  </a:lnTo>
                  <a:lnTo>
                    <a:pt x="26" y="9997"/>
                  </a:lnTo>
                  <a:lnTo>
                    <a:pt x="1" y="10040"/>
                  </a:lnTo>
                  <a:lnTo>
                    <a:pt x="1" y="10074"/>
                  </a:lnTo>
                  <a:lnTo>
                    <a:pt x="26" y="10117"/>
                  </a:lnTo>
                  <a:lnTo>
                    <a:pt x="44" y="10134"/>
                  </a:lnTo>
                  <a:lnTo>
                    <a:pt x="69" y="10151"/>
                  </a:lnTo>
                  <a:lnTo>
                    <a:pt x="95" y="10168"/>
                  </a:lnTo>
                  <a:lnTo>
                    <a:pt x="129" y="10176"/>
                  </a:lnTo>
                  <a:lnTo>
                    <a:pt x="189" y="10176"/>
                  </a:lnTo>
                  <a:lnTo>
                    <a:pt x="214" y="10159"/>
                  </a:lnTo>
                  <a:lnTo>
                    <a:pt x="240" y="10151"/>
                  </a:lnTo>
                  <a:lnTo>
                    <a:pt x="265" y="10125"/>
                  </a:lnTo>
                  <a:lnTo>
                    <a:pt x="282" y="10100"/>
                  </a:lnTo>
                  <a:lnTo>
                    <a:pt x="419" y="9895"/>
                  </a:lnTo>
                  <a:lnTo>
                    <a:pt x="555" y="9699"/>
                  </a:lnTo>
                  <a:lnTo>
                    <a:pt x="700" y="9502"/>
                  </a:lnTo>
                  <a:lnTo>
                    <a:pt x="854" y="9315"/>
                  </a:lnTo>
                  <a:lnTo>
                    <a:pt x="1007" y="9127"/>
                  </a:lnTo>
                  <a:lnTo>
                    <a:pt x="1169" y="8940"/>
                  </a:lnTo>
                  <a:lnTo>
                    <a:pt x="1502" y="8590"/>
                  </a:lnTo>
                  <a:lnTo>
                    <a:pt x="1843" y="8240"/>
                  </a:lnTo>
                  <a:lnTo>
                    <a:pt x="2193" y="7907"/>
                  </a:lnTo>
                  <a:lnTo>
                    <a:pt x="2901" y="7242"/>
                  </a:lnTo>
                  <a:lnTo>
                    <a:pt x="3012" y="7123"/>
                  </a:lnTo>
                  <a:lnTo>
                    <a:pt x="3140" y="6986"/>
                  </a:lnTo>
                  <a:lnTo>
                    <a:pt x="3268" y="6841"/>
                  </a:lnTo>
                  <a:lnTo>
                    <a:pt x="3404" y="6688"/>
                  </a:lnTo>
                  <a:lnTo>
                    <a:pt x="3549" y="6551"/>
                  </a:lnTo>
                  <a:lnTo>
                    <a:pt x="3626" y="6492"/>
                  </a:lnTo>
                  <a:lnTo>
                    <a:pt x="3694" y="6432"/>
                  </a:lnTo>
                  <a:lnTo>
                    <a:pt x="3771" y="6389"/>
                  </a:lnTo>
                  <a:lnTo>
                    <a:pt x="3848" y="6347"/>
                  </a:lnTo>
                  <a:lnTo>
                    <a:pt x="3924" y="6321"/>
                  </a:lnTo>
                  <a:lnTo>
                    <a:pt x="4010" y="6304"/>
                  </a:lnTo>
                  <a:lnTo>
                    <a:pt x="4095" y="6304"/>
                  </a:lnTo>
                  <a:lnTo>
                    <a:pt x="4189" y="6312"/>
                  </a:lnTo>
                  <a:lnTo>
                    <a:pt x="4291" y="6338"/>
                  </a:lnTo>
                  <a:lnTo>
                    <a:pt x="4402" y="6372"/>
                  </a:lnTo>
                  <a:lnTo>
                    <a:pt x="4521" y="6423"/>
                  </a:lnTo>
                  <a:lnTo>
                    <a:pt x="4649" y="6475"/>
                  </a:lnTo>
                  <a:lnTo>
                    <a:pt x="4897" y="6594"/>
                  </a:lnTo>
                  <a:lnTo>
                    <a:pt x="5391" y="6858"/>
                  </a:lnTo>
                  <a:lnTo>
                    <a:pt x="5605" y="6969"/>
                  </a:lnTo>
                  <a:lnTo>
                    <a:pt x="5707" y="7012"/>
                  </a:lnTo>
                  <a:lnTo>
                    <a:pt x="5792" y="7037"/>
                  </a:lnTo>
                  <a:lnTo>
                    <a:pt x="6023" y="7114"/>
                  </a:lnTo>
                  <a:lnTo>
                    <a:pt x="6261" y="7182"/>
                  </a:lnTo>
                  <a:lnTo>
                    <a:pt x="6492" y="7242"/>
                  </a:lnTo>
                  <a:lnTo>
                    <a:pt x="6731" y="7293"/>
                  </a:lnTo>
                  <a:lnTo>
                    <a:pt x="6969" y="7336"/>
                  </a:lnTo>
                  <a:lnTo>
                    <a:pt x="7208" y="7379"/>
                  </a:lnTo>
                  <a:lnTo>
                    <a:pt x="7447" y="7413"/>
                  </a:lnTo>
                  <a:lnTo>
                    <a:pt x="7686" y="7447"/>
                  </a:lnTo>
                  <a:lnTo>
                    <a:pt x="7933" y="7464"/>
                  </a:lnTo>
                  <a:lnTo>
                    <a:pt x="8172" y="7481"/>
                  </a:lnTo>
                  <a:lnTo>
                    <a:pt x="8419" y="7490"/>
                  </a:lnTo>
                  <a:lnTo>
                    <a:pt x="8658" y="7498"/>
                  </a:lnTo>
                  <a:lnTo>
                    <a:pt x="8906" y="7490"/>
                  </a:lnTo>
                  <a:lnTo>
                    <a:pt x="9144" y="7481"/>
                  </a:lnTo>
                  <a:lnTo>
                    <a:pt x="9383" y="7464"/>
                  </a:lnTo>
                  <a:lnTo>
                    <a:pt x="9631" y="7438"/>
                  </a:lnTo>
                  <a:lnTo>
                    <a:pt x="10006" y="7396"/>
                  </a:lnTo>
                  <a:lnTo>
                    <a:pt x="10390" y="7327"/>
                  </a:lnTo>
                  <a:lnTo>
                    <a:pt x="10756" y="7242"/>
                  </a:lnTo>
                  <a:lnTo>
                    <a:pt x="11132" y="7148"/>
                  </a:lnTo>
                  <a:lnTo>
                    <a:pt x="11499" y="7029"/>
                  </a:lnTo>
                  <a:lnTo>
                    <a:pt x="11857" y="6901"/>
                  </a:lnTo>
                  <a:lnTo>
                    <a:pt x="12215" y="6765"/>
                  </a:lnTo>
                  <a:lnTo>
                    <a:pt x="12565" y="6602"/>
                  </a:lnTo>
                  <a:lnTo>
                    <a:pt x="12906" y="6432"/>
                  </a:lnTo>
                  <a:lnTo>
                    <a:pt x="13239" y="6244"/>
                  </a:lnTo>
                  <a:lnTo>
                    <a:pt x="13563" y="6048"/>
                  </a:lnTo>
                  <a:lnTo>
                    <a:pt x="13887" y="5835"/>
                  </a:lnTo>
                  <a:lnTo>
                    <a:pt x="14194" y="5605"/>
                  </a:lnTo>
                  <a:lnTo>
                    <a:pt x="14492" y="5374"/>
                  </a:lnTo>
                  <a:lnTo>
                    <a:pt x="14782" y="5118"/>
                  </a:lnTo>
                  <a:lnTo>
                    <a:pt x="15064" y="4854"/>
                  </a:lnTo>
                  <a:lnTo>
                    <a:pt x="14961" y="4965"/>
                  </a:lnTo>
                  <a:lnTo>
                    <a:pt x="14859" y="5093"/>
                  </a:lnTo>
                  <a:lnTo>
                    <a:pt x="14765" y="5221"/>
                  </a:lnTo>
                  <a:lnTo>
                    <a:pt x="14680" y="5366"/>
                  </a:lnTo>
                  <a:lnTo>
                    <a:pt x="14595" y="5511"/>
                  </a:lnTo>
                  <a:lnTo>
                    <a:pt x="14518" y="5673"/>
                  </a:lnTo>
                  <a:lnTo>
                    <a:pt x="14450" y="5835"/>
                  </a:lnTo>
                  <a:lnTo>
                    <a:pt x="14381" y="6005"/>
                  </a:lnTo>
                  <a:lnTo>
                    <a:pt x="14322" y="6185"/>
                  </a:lnTo>
                  <a:lnTo>
                    <a:pt x="14262" y="6372"/>
                  </a:lnTo>
                  <a:lnTo>
                    <a:pt x="14202" y="6560"/>
                  </a:lnTo>
                  <a:lnTo>
                    <a:pt x="14160" y="6747"/>
                  </a:lnTo>
                  <a:lnTo>
                    <a:pt x="14074" y="7148"/>
                  </a:lnTo>
                  <a:lnTo>
                    <a:pt x="13998" y="7549"/>
                  </a:lnTo>
                  <a:lnTo>
                    <a:pt x="13946" y="7959"/>
                  </a:lnTo>
                  <a:lnTo>
                    <a:pt x="13904" y="8368"/>
                  </a:lnTo>
                  <a:lnTo>
                    <a:pt x="13870" y="8769"/>
                  </a:lnTo>
                  <a:lnTo>
                    <a:pt x="13844" y="9161"/>
                  </a:lnTo>
                  <a:lnTo>
                    <a:pt x="13836" y="9537"/>
                  </a:lnTo>
                  <a:lnTo>
                    <a:pt x="13827" y="9886"/>
                  </a:lnTo>
                  <a:lnTo>
                    <a:pt x="13836" y="10210"/>
                  </a:lnTo>
                  <a:lnTo>
                    <a:pt x="13844" y="10509"/>
                  </a:lnTo>
                  <a:lnTo>
                    <a:pt x="13853" y="10662"/>
                  </a:lnTo>
                  <a:lnTo>
                    <a:pt x="13870" y="10825"/>
                  </a:lnTo>
                  <a:lnTo>
                    <a:pt x="13912" y="11140"/>
                  </a:lnTo>
                  <a:lnTo>
                    <a:pt x="13981" y="11456"/>
                  </a:lnTo>
                  <a:lnTo>
                    <a:pt x="14049" y="11771"/>
                  </a:lnTo>
                  <a:lnTo>
                    <a:pt x="14126" y="12087"/>
                  </a:lnTo>
                  <a:lnTo>
                    <a:pt x="14177" y="12402"/>
                  </a:lnTo>
                  <a:lnTo>
                    <a:pt x="14202" y="12556"/>
                  </a:lnTo>
                  <a:lnTo>
                    <a:pt x="14219" y="12710"/>
                  </a:lnTo>
                  <a:lnTo>
                    <a:pt x="14228" y="12863"/>
                  </a:lnTo>
                  <a:lnTo>
                    <a:pt x="14228" y="13017"/>
                  </a:lnTo>
                  <a:lnTo>
                    <a:pt x="14211" y="13162"/>
                  </a:lnTo>
                  <a:lnTo>
                    <a:pt x="14194" y="13315"/>
                  </a:lnTo>
                  <a:lnTo>
                    <a:pt x="14151" y="13469"/>
                  </a:lnTo>
                  <a:lnTo>
                    <a:pt x="14109" y="13631"/>
                  </a:lnTo>
                  <a:lnTo>
                    <a:pt x="14057" y="13784"/>
                  </a:lnTo>
                  <a:lnTo>
                    <a:pt x="13989" y="13946"/>
                  </a:lnTo>
                  <a:lnTo>
                    <a:pt x="13921" y="14100"/>
                  </a:lnTo>
                  <a:lnTo>
                    <a:pt x="13853" y="14262"/>
                  </a:lnTo>
                  <a:lnTo>
                    <a:pt x="13691" y="14569"/>
                  </a:lnTo>
                  <a:lnTo>
                    <a:pt x="13520" y="14867"/>
                  </a:lnTo>
                  <a:lnTo>
                    <a:pt x="13213" y="15422"/>
                  </a:lnTo>
                  <a:lnTo>
                    <a:pt x="13042" y="15720"/>
                  </a:lnTo>
                  <a:lnTo>
                    <a:pt x="12863" y="16019"/>
                  </a:lnTo>
                  <a:lnTo>
                    <a:pt x="12676" y="16309"/>
                  </a:lnTo>
                  <a:lnTo>
                    <a:pt x="12479" y="16590"/>
                  </a:lnTo>
                  <a:lnTo>
                    <a:pt x="12096" y="17162"/>
                  </a:lnTo>
                  <a:lnTo>
                    <a:pt x="11703" y="17733"/>
                  </a:lnTo>
                  <a:lnTo>
                    <a:pt x="11686" y="17767"/>
                  </a:lnTo>
                  <a:lnTo>
                    <a:pt x="11678" y="17793"/>
                  </a:lnTo>
                  <a:lnTo>
                    <a:pt x="11678" y="17827"/>
                  </a:lnTo>
                  <a:lnTo>
                    <a:pt x="11678" y="17853"/>
                  </a:lnTo>
                  <a:lnTo>
                    <a:pt x="11686" y="17887"/>
                  </a:lnTo>
                  <a:lnTo>
                    <a:pt x="11703" y="17912"/>
                  </a:lnTo>
                  <a:lnTo>
                    <a:pt x="11720" y="17938"/>
                  </a:lnTo>
                  <a:lnTo>
                    <a:pt x="11746" y="17964"/>
                  </a:lnTo>
                  <a:lnTo>
                    <a:pt x="11780" y="17981"/>
                  </a:lnTo>
                  <a:lnTo>
                    <a:pt x="11806" y="17989"/>
                  </a:lnTo>
                  <a:lnTo>
                    <a:pt x="11840" y="17989"/>
                  </a:lnTo>
                  <a:lnTo>
                    <a:pt x="11874" y="17981"/>
                  </a:lnTo>
                  <a:lnTo>
                    <a:pt x="12061" y="17733"/>
                  </a:lnTo>
                  <a:lnTo>
                    <a:pt x="12266" y="17486"/>
                  </a:lnTo>
                  <a:lnTo>
                    <a:pt x="12479" y="17239"/>
                  </a:lnTo>
                  <a:lnTo>
                    <a:pt x="12701" y="17008"/>
                  </a:lnTo>
                  <a:lnTo>
                    <a:pt x="12821" y="16897"/>
                  </a:lnTo>
                  <a:lnTo>
                    <a:pt x="12940" y="16795"/>
                  </a:lnTo>
                  <a:lnTo>
                    <a:pt x="13068" y="16693"/>
                  </a:lnTo>
                  <a:lnTo>
                    <a:pt x="13196" y="16599"/>
                  </a:lnTo>
                  <a:lnTo>
                    <a:pt x="13324" y="16514"/>
                  </a:lnTo>
                  <a:lnTo>
                    <a:pt x="13460" y="16437"/>
                  </a:lnTo>
                  <a:lnTo>
                    <a:pt x="13597" y="16360"/>
                  </a:lnTo>
                  <a:lnTo>
                    <a:pt x="13750" y="16300"/>
                  </a:lnTo>
                  <a:lnTo>
                    <a:pt x="13844" y="16266"/>
                  </a:lnTo>
                  <a:lnTo>
                    <a:pt x="13938" y="16215"/>
                  </a:lnTo>
                  <a:lnTo>
                    <a:pt x="14117" y="16121"/>
                  </a:lnTo>
                  <a:lnTo>
                    <a:pt x="14296" y="16002"/>
                  </a:lnTo>
                  <a:lnTo>
                    <a:pt x="14458" y="15865"/>
                  </a:lnTo>
                  <a:lnTo>
                    <a:pt x="14620" y="15712"/>
                  </a:lnTo>
                  <a:lnTo>
                    <a:pt x="14782" y="15558"/>
                  </a:lnTo>
                  <a:lnTo>
                    <a:pt x="14927" y="15388"/>
                  </a:lnTo>
                  <a:lnTo>
                    <a:pt x="15072" y="15209"/>
                  </a:lnTo>
                  <a:lnTo>
                    <a:pt x="15209" y="15030"/>
                  </a:lnTo>
                  <a:lnTo>
                    <a:pt x="15345" y="14842"/>
                  </a:lnTo>
                  <a:lnTo>
                    <a:pt x="15601" y="14475"/>
                  </a:lnTo>
                  <a:lnTo>
                    <a:pt x="15840" y="14108"/>
                  </a:lnTo>
                  <a:lnTo>
                    <a:pt x="16070" y="13767"/>
                  </a:lnTo>
                  <a:lnTo>
                    <a:pt x="16318" y="13392"/>
                  </a:lnTo>
                  <a:lnTo>
                    <a:pt x="16573" y="13008"/>
                  </a:lnTo>
                  <a:lnTo>
                    <a:pt x="16821" y="12616"/>
                  </a:lnTo>
                  <a:lnTo>
                    <a:pt x="17068" y="12206"/>
                  </a:lnTo>
                  <a:lnTo>
                    <a:pt x="17256" y="11865"/>
                  </a:lnTo>
                  <a:lnTo>
                    <a:pt x="17435" y="11515"/>
                  </a:lnTo>
                  <a:lnTo>
                    <a:pt x="17588" y="11157"/>
                  </a:lnTo>
                  <a:lnTo>
                    <a:pt x="17725" y="10799"/>
                  </a:lnTo>
                  <a:lnTo>
                    <a:pt x="17844" y="10441"/>
                  </a:lnTo>
                  <a:lnTo>
                    <a:pt x="17955" y="10074"/>
                  </a:lnTo>
                  <a:lnTo>
                    <a:pt x="18041" y="9716"/>
                  </a:lnTo>
                  <a:lnTo>
                    <a:pt x="18109" y="9349"/>
                  </a:lnTo>
                  <a:lnTo>
                    <a:pt x="18160" y="8982"/>
                  </a:lnTo>
                  <a:lnTo>
                    <a:pt x="18194" y="8615"/>
                  </a:lnTo>
                  <a:lnTo>
                    <a:pt x="18220" y="8249"/>
                  </a:lnTo>
                  <a:lnTo>
                    <a:pt x="18220" y="7882"/>
                  </a:lnTo>
                  <a:lnTo>
                    <a:pt x="18203" y="7515"/>
                  </a:lnTo>
                  <a:lnTo>
                    <a:pt x="18168" y="7157"/>
                  </a:lnTo>
                  <a:lnTo>
                    <a:pt x="18117" y="6799"/>
                  </a:lnTo>
                  <a:lnTo>
                    <a:pt x="18058" y="6440"/>
                  </a:lnTo>
                  <a:lnTo>
                    <a:pt x="17972" y="6082"/>
                  </a:lnTo>
                  <a:lnTo>
                    <a:pt x="17878" y="5732"/>
                  </a:lnTo>
                  <a:lnTo>
                    <a:pt x="17759" y="5391"/>
                  </a:lnTo>
                  <a:lnTo>
                    <a:pt x="17631" y="5050"/>
                  </a:lnTo>
                  <a:lnTo>
                    <a:pt x="17478" y="4717"/>
                  </a:lnTo>
                  <a:lnTo>
                    <a:pt x="17316" y="4393"/>
                  </a:lnTo>
                  <a:lnTo>
                    <a:pt x="17136" y="4069"/>
                  </a:lnTo>
                  <a:lnTo>
                    <a:pt x="16940" y="3754"/>
                  </a:lnTo>
                  <a:lnTo>
                    <a:pt x="16736" y="3447"/>
                  </a:lnTo>
                  <a:lnTo>
                    <a:pt x="16505" y="3148"/>
                  </a:lnTo>
                  <a:lnTo>
                    <a:pt x="16266" y="2858"/>
                  </a:lnTo>
                  <a:lnTo>
                    <a:pt x="16002" y="2585"/>
                  </a:lnTo>
                  <a:lnTo>
                    <a:pt x="15729" y="2312"/>
                  </a:lnTo>
                  <a:lnTo>
                    <a:pt x="15439" y="2048"/>
                  </a:lnTo>
                  <a:lnTo>
                    <a:pt x="15141" y="1800"/>
                  </a:lnTo>
                  <a:lnTo>
                    <a:pt x="14816" y="1562"/>
                  </a:lnTo>
                  <a:lnTo>
                    <a:pt x="14637" y="1442"/>
                  </a:lnTo>
                  <a:lnTo>
                    <a:pt x="14450" y="1323"/>
                  </a:lnTo>
                  <a:lnTo>
                    <a:pt x="14262" y="1203"/>
                  </a:lnTo>
                  <a:lnTo>
                    <a:pt x="14066" y="1092"/>
                  </a:lnTo>
                  <a:lnTo>
                    <a:pt x="13878" y="990"/>
                  </a:lnTo>
                  <a:lnTo>
                    <a:pt x="13682" y="888"/>
                  </a:lnTo>
                  <a:lnTo>
                    <a:pt x="13477" y="794"/>
                  </a:lnTo>
                  <a:lnTo>
                    <a:pt x="13273" y="700"/>
                  </a:lnTo>
                  <a:lnTo>
                    <a:pt x="13068" y="615"/>
                  </a:lnTo>
                  <a:lnTo>
                    <a:pt x="12863" y="538"/>
                  </a:lnTo>
                  <a:lnTo>
                    <a:pt x="12659" y="461"/>
                  </a:lnTo>
                  <a:lnTo>
                    <a:pt x="12445" y="393"/>
                  </a:lnTo>
                  <a:lnTo>
                    <a:pt x="12232" y="325"/>
                  </a:lnTo>
                  <a:lnTo>
                    <a:pt x="12019" y="274"/>
                  </a:lnTo>
                  <a:lnTo>
                    <a:pt x="11806" y="214"/>
                  </a:lnTo>
                  <a:lnTo>
                    <a:pt x="11592" y="171"/>
                  </a:lnTo>
                  <a:lnTo>
                    <a:pt x="11371" y="129"/>
                  </a:lnTo>
                  <a:lnTo>
                    <a:pt x="11157" y="95"/>
                  </a:lnTo>
                  <a:lnTo>
                    <a:pt x="10936" y="60"/>
                  </a:lnTo>
                  <a:lnTo>
                    <a:pt x="10714" y="43"/>
                  </a:lnTo>
                  <a:lnTo>
                    <a:pt x="10492" y="18"/>
                  </a:lnTo>
                  <a:lnTo>
                    <a:pt x="10279" y="9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1164;p26">
              <a:extLst>
                <a:ext uri="{FF2B5EF4-FFF2-40B4-BE49-F238E27FC236}">
                  <a16:creationId xmlns:a16="http://schemas.microsoft.com/office/drawing/2014/main" id="{C17C30D9-BC55-869C-8256-0628E0853F44}"/>
                </a:ext>
              </a:extLst>
            </p:cNvPr>
            <p:cNvSpPr/>
            <p:nvPr/>
          </p:nvSpPr>
          <p:spPr>
            <a:xfrm>
              <a:off x="5193025" y="2301050"/>
              <a:ext cx="78500" cy="54600"/>
            </a:xfrm>
            <a:custGeom>
              <a:avLst/>
              <a:gdLst/>
              <a:ahLst/>
              <a:cxnLst/>
              <a:rect l="l" t="t" r="r" b="b"/>
              <a:pathLst>
                <a:path w="3140" h="2184" extrusionOk="0">
                  <a:moveTo>
                    <a:pt x="385" y="0"/>
                  </a:moveTo>
                  <a:lnTo>
                    <a:pt x="316" y="9"/>
                  </a:lnTo>
                  <a:lnTo>
                    <a:pt x="248" y="17"/>
                  </a:lnTo>
                  <a:lnTo>
                    <a:pt x="180" y="52"/>
                  </a:lnTo>
                  <a:lnTo>
                    <a:pt x="120" y="86"/>
                  </a:lnTo>
                  <a:lnTo>
                    <a:pt x="69" y="137"/>
                  </a:lnTo>
                  <a:lnTo>
                    <a:pt x="35" y="197"/>
                  </a:lnTo>
                  <a:lnTo>
                    <a:pt x="9" y="265"/>
                  </a:lnTo>
                  <a:lnTo>
                    <a:pt x="1" y="342"/>
                  </a:lnTo>
                  <a:lnTo>
                    <a:pt x="1" y="410"/>
                  </a:lnTo>
                  <a:lnTo>
                    <a:pt x="18" y="478"/>
                  </a:lnTo>
                  <a:lnTo>
                    <a:pt x="43" y="546"/>
                  </a:lnTo>
                  <a:lnTo>
                    <a:pt x="86" y="597"/>
                  </a:lnTo>
                  <a:lnTo>
                    <a:pt x="129" y="649"/>
                  </a:lnTo>
                  <a:lnTo>
                    <a:pt x="197" y="691"/>
                  </a:lnTo>
                  <a:lnTo>
                    <a:pt x="265" y="717"/>
                  </a:lnTo>
                  <a:lnTo>
                    <a:pt x="436" y="759"/>
                  </a:lnTo>
                  <a:lnTo>
                    <a:pt x="598" y="811"/>
                  </a:lnTo>
                  <a:lnTo>
                    <a:pt x="931" y="930"/>
                  </a:lnTo>
                  <a:lnTo>
                    <a:pt x="905" y="922"/>
                  </a:lnTo>
                  <a:lnTo>
                    <a:pt x="956" y="947"/>
                  </a:lnTo>
                  <a:lnTo>
                    <a:pt x="1033" y="981"/>
                  </a:lnTo>
                  <a:lnTo>
                    <a:pt x="1178" y="1049"/>
                  </a:lnTo>
                  <a:lnTo>
                    <a:pt x="1340" y="1135"/>
                  </a:lnTo>
                  <a:lnTo>
                    <a:pt x="1493" y="1220"/>
                  </a:lnTo>
                  <a:lnTo>
                    <a:pt x="1638" y="1314"/>
                  </a:lnTo>
                  <a:lnTo>
                    <a:pt x="1783" y="1408"/>
                  </a:lnTo>
                  <a:lnTo>
                    <a:pt x="1860" y="1459"/>
                  </a:lnTo>
                  <a:lnTo>
                    <a:pt x="1928" y="1519"/>
                  </a:lnTo>
                  <a:lnTo>
                    <a:pt x="1937" y="1527"/>
                  </a:lnTo>
                  <a:lnTo>
                    <a:pt x="2005" y="1578"/>
                  </a:lnTo>
                  <a:lnTo>
                    <a:pt x="2142" y="1698"/>
                  </a:lnTo>
                  <a:lnTo>
                    <a:pt x="2270" y="1817"/>
                  </a:lnTo>
                  <a:lnTo>
                    <a:pt x="2398" y="1945"/>
                  </a:lnTo>
                  <a:lnTo>
                    <a:pt x="2517" y="2073"/>
                  </a:lnTo>
                  <a:lnTo>
                    <a:pt x="2577" y="2124"/>
                  </a:lnTo>
                  <a:lnTo>
                    <a:pt x="2636" y="2158"/>
                  </a:lnTo>
                  <a:lnTo>
                    <a:pt x="2705" y="2175"/>
                  </a:lnTo>
                  <a:lnTo>
                    <a:pt x="2781" y="2184"/>
                  </a:lnTo>
                  <a:lnTo>
                    <a:pt x="2850" y="2175"/>
                  </a:lnTo>
                  <a:lnTo>
                    <a:pt x="2918" y="2150"/>
                  </a:lnTo>
                  <a:lnTo>
                    <a:pt x="2978" y="2124"/>
                  </a:lnTo>
                  <a:lnTo>
                    <a:pt x="3037" y="2073"/>
                  </a:lnTo>
                  <a:lnTo>
                    <a:pt x="3080" y="2013"/>
                  </a:lnTo>
                  <a:lnTo>
                    <a:pt x="3114" y="1954"/>
                  </a:lnTo>
                  <a:lnTo>
                    <a:pt x="3131" y="1885"/>
                  </a:lnTo>
                  <a:lnTo>
                    <a:pt x="3140" y="1817"/>
                  </a:lnTo>
                  <a:lnTo>
                    <a:pt x="3131" y="1749"/>
                  </a:lnTo>
                  <a:lnTo>
                    <a:pt x="3114" y="1681"/>
                  </a:lnTo>
                  <a:lnTo>
                    <a:pt x="3080" y="1621"/>
                  </a:lnTo>
                  <a:lnTo>
                    <a:pt x="3037" y="1561"/>
                  </a:lnTo>
                  <a:lnTo>
                    <a:pt x="2909" y="1416"/>
                  </a:lnTo>
                  <a:lnTo>
                    <a:pt x="2773" y="1288"/>
                  </a:lnTo>
                  <a:lnTo>
                    <a:pt x="2628" y="1160"/>
                  </a:lnTo>
                  <a:lnTo>
                    <a:pt x="2483" y="1032"/>
                  </a:lnTo>
                  <a:lnTo>
                    <a:pt x="2338" y="913"/>
                  </a:lnTo>
                  <a:lnTo>
                    <a:pt x="2184" y="802"/>
                  </a:lnTo>
                  <a:lnTo>
                    <a:pt x="2022" y="691"/>
                  </a:lnTo>
                  <a:lnTo>
                    <a:pt x="1860" y="597"/>
                  </a:lnTo>
                  <a:lnTo>
                    <a:pt x="1698" y="495"/>
                  </a:lnTo>
                  <a:lnTo>
                    <a:pt x="1528" y="410"/>
                  </a:lnTo>
                  <a:lnTo>
                    <a:pt x="1357" y="324"/>
                  </a:lnTo>
                  <a:lnTo>
                    <a:pt x="1178" y="248"/>
                  </a:lnTo>
                  <a:lnTo>
                    <a:pt x="999" y="179"/>
                  </a:lnTo>
                  <a:lnTo>
                    <a:pt x="820" y="120"/>
                  </a:lnTo>
                  <a:lnTo>
                    <a:pt x="641" y="60"/>
                  </a:lnTo>
                  <a:lnTo>
                    <a:pt x="453" y="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1165;p26">
              <a:extLst>
                <a:ext uri="{FF2B5EF4-FFF2-40B4-BE49-F238E27FC236}">
                  <a16:creationId xmlns:a16="http://schemas.microsoft.com/office/drawing/2014/main" id="{0B4A1FC0-8270-A311-8F9F-D388B1775DAB}"/>
                </a:ext>
              </a:extLst>
            </p:cNvPr>
            <p:cNvSpPr/>
            <p:nvPr/>
          </p:nvSpPr>
          <p:spPr>
            <a:xfrm>
              <a:off x="5338675" y="2394025"/>
              <a:ext cx="74875" cy="60150"/>
            </a:xfrm>
            <a:custGeom>
              <a:avLst/>
              <a:gdLst/>
              <a:ahLst/>
              <a:cxnLst/>
              <a:rect l="l" t="t" r="r" b="b"/>
              <a:pathLst>
                <a:path w="2995" h="2406" extrusionOk="0">
                  <a:moveTo>
                    <a:pt x="316" y="0"/>
                  </a:moveTo>
                  <a:lnTo>
                    <a:pt x="248" y="17"/>
                  </a:lnTo>
                  <a:lnTo>
                    <a:pt x="180" y="51"/>
                  </a:lnTo>
                  <a:lnTo>
                    <a:pt x="120" y="94"/>
                  </a:lnTo>
                  <a:lnTo>
                    <a:pt x="69" y="145"/>
                  </a:lnTo>
                  <a:lnTo>
                    <a:pt x="35" y="205"/>
                  </a:lnTo>
                  <a:lnTo>
                    <a:pt x="9" y="273"/>
                  </a:lnTo>
                  <a:lnTo>
                    <a:pt x="0" y="341"/>
                  </a:lnTo>
                  <a:lnTo>
                    <a:pt x="0" y="418"/>
                  </a:lnTo>
                  <a:lnTo>
                    <a:pt x="17" y="486"/>
                  </a:lnTo>
                  <a:lnTo>
                    <a:pt x="43" y="546"/>
                  </a:lnTo>
                  <a:lnTo>
                    <a:pt x="86" y="597"/>
                  </a:lnTo>
                  <a:lnTo>
                    <a:pt x="137" y="648"/>
                  </a:lnTo>
                  <a:lnTo>
                    <a:pt x="197" y="691"/>
                  </a:lnTo>
                  <a:lnTo>
                    <a:pt x="265" y="717"/>
                  </a:lnTo>
                  <a:lnTo>
                    <a:pt x="444" y="785"/>
                  </a:lnTo>
                  <a:lnTo>
                    <a:pt x="512" y="810"/>
                  </a:lnTo>
                  <a:lnTo>
                    <a:pt x="529" y="819"/>
                  </a:lnTo>
                  <a:lnTo>
                    <a:pt x="683" y="896"/>
                  </a:lnTo>
                  <a:lnTo>
                    <a:pt x="836" y="964"/>
                  </a:lnTo>
                  <a:lnTo>
                    <a:pt x="990" y="1049"/>
                  </a:lnTo>
                  <a:lnTo>
                    <a:pt x="1135" y="1143"/>
                  </a:lnTo>
                  <a:lnTo>
                    <a:pt x="1280" y="1237"/>
                  </a:lnTo>
                  <a:lnTo>
                    <a:pt x="1425" y="1339"/>
                  </a:lnTo>
                  <a:lnTo>
                    <a:pt x="1493" y="1382"/>
                  </a:lnTo>
                  <a:lnTo>
                    <a:pt x="1502" y="1390"/>
                  </a:lnTo>
                  <a:lnTo>
                    <a:pt x="1638" y="1510"/>
                  </a:lnTo>
                  <a:lnTo>
                    <a:pt x="1766" y="1621"/>
                  </a:lnTo>
                  <a:lnTo>
                    <a:pt x="1894" y="1740"/>
                  </a:lnTo>
                  <a:lnTo>
                    <a:pt x="2013" y="1868"/>
                  </a:lnTo>
                  <a:lnTo>
                    <a:pt x="2133" y="1996"/>
                  </a:lnTo>
                  <a:lnTo>
                    <a:pt x="2244" y="2124"/>
                  </a:lnTo>
                  <a:lnTo>
                    <a:pt x="2295" y="2184"/>
                  </a:lnTo>
                  <a:lnTo>
                    <a:pt x="2320" y="2218"/>
                  </a:lnTo>
                  <a:lnTo>
                    <a:pt x="2363" y="2278"/>
                  </a:lnTo>
                  <a:lnTo>
                    <a:pt x="2414" y="2320"/>
                  </a:lnTo>
                  <a:lnTo>
                    <a:pt x="2474" y="2363"/>
                  </a:lnTo>
                  <a:lnTo>
                    <a:pt x="2542" y="2388"/>
                  </a:lnTo>
                  <a:lnTo>
                    <a:pt x="2610" y="2405"/>
                  </a:lnTo>
                  <a:lnTo>
                    <a:pt x="2679" y="2405"/>
                  </a:lnTo>
                  <a:lnTo>
                    <a:pt x="2747" y="2388"/>
                  </a:lnTo>
                  <a:lnTo>
                    <a:pt x="2815" y="2354"/>
                  </a:lnTo>
                  <a:lnTo>
                    <a:pt x="2866" y="2312"/>
                  </a:lnTo>
                  <a:lnTo>
                    <a:pt x="2917" y="2252"/>
                  </a:lnTo>
                  <a:lnTo>
                    <a:pt x="2952" y="2192"/>
                  </a:lnTo>
                  <a:lnTo>
                    <a:pt x="2986" y="2124"/>
                  </a:lnTo>
                  <a:lnTo>
                    <a:pt x="2994" y="2056"/>
                  </a:lnTo>
                  <a:lnTo>
                    <a:pt x="2994" y="1988"/>
                  </a:lnTo>
                  <a:lnTo>
                    <a:pt x="2986" y="1919"/>
                  </a:lnTo>
                  <a:lnTo>
                    <a:pt x="2969" y="1885"/>
                  </a:lnTo>
                  <a:lnTo>
                    <a:pt x="2943" y="1851"/>
                  </a:lnTo>
                  <a:lnTo>
                    <a:pt x="2824" y="1698"/>
                  </a:lnTo>
                  <a:lnTo>
                    <a:pt x="2696" y="1544"/>
                  </a:lnTo>
                  <a:lnTo>
                    <a:pt x="2568" y="1399"/>
                  </a:lnTo>
                  <a:lnTo>
                    <a:pt x="2431" y="1254"/>
                  </a:lnTo>
                  <a:lnTo>
                    <a:pt x="2295" y="1118"/>
                  </a:lnTo>
                  <a:lnTo>
                    <a:pt x="2141" y="990"/>
                  </a:lnTo>
                  <a:lnTo>
                    <a:pt x="1996" y="862"/>
                  </a:lnTo>
                  <a:lnTo>
                    <a:pt x="1843" y="742"/>
                  </a:lnTo>
                  <a:lnTo>
                    <a:pt x="1681" y="631"/>
                  </a:lnTo>
                  <a:lnTo>
                    <a:pt x="1519" y="529"/>
                  </a:lnTo>
                  <a:lnTo>
                    <a:pt x="1348" y="427"/>
                  </a:lnTo>
                  <a:lnTo>
                    <a:pt x="1177" y="333"/>
                  </a:lnTo>
                  <a:lnTo>
                    <a:pt x="1007" y="239"/>
                  </a:lnTo>
                  <a:lnTo>
                    <a:pt x="828" y="162"/>
                  </a:lnTo>
                  <a:lnTo>
                    <a:pt x="640" y="85"/>
                  </a:lnTo>
                  <a:lnTo>
                    <a:pt x="452" y="17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1166;p26">
              <a:extLst>
                <a:ext uri="{FF2B5EF4-FFF2-40B4-BE49-F238E27FC236}">
                  <a16:creationId xmlns:a16="http://schemas.microsoft.com/office/drawing/2014/main" id="{1744B039-1790-284B-0315-2F2E71469941}"/>
                </a:ext>
              </a:extLst>
            </p:cNvPr>
            <p:cNvSpPr/>
            <p:nvPr/>
          </p:nvSpPr>
          <p:spPr>
            <a:xfrm>
              <a:off x="5317125" y="2469075"/>
              <a:ext cx="34575" cy="35000"/>
            </a:xfrm>
            <a:custGeom>
              <a:avLst/>
              <a:gdLst/>
              <a:ahLst/>
              <a:cxnLst/>
              <a:rect l="l" t="t" r="r" b="b"/>
              <a:pathLst>
                <a:path w="1383" h="1400" extrusionOk="0">
                  <a:moveTo>
                    <a:pt x="700" y="1"/>
                  </a:moveTo>
                  <a:lnTo>
                    <a:pt x="632" y="9"/>
                  </a:lnTo>
                  <a:lnTo>
                    <a:pt x="564" y="18"/>
                  </a:lnTo>
                  <a:lnTo>
                    <a:pt x="504" y="35"/>
                  </a:lnTo>
                  <a:lnTo>
                    <a:pt x="436" y="60"/>
                  </a:lnTo>
                  <a:lnTo>
                    <a:pt x="376" y="94"/>
                  </a:lnTo>
                  <a:lnTo>
                    <a:pt x="325" y="128"/>
                  </a:lnTo>
                  <a:lnTo>
                    <a:pt x="265" y="171"/>
                  </a:lnTo>
                  <a:lnTo>
                    <a:pt x="214" y="214"/>
                  </a:lnTo>
                  <a:lnTo>
                    <a:pt x="163" y="265"/>
                  </a:lnTo>
                  <a:lnTo>
                    <a:pt x="120" y="316"/>
                  </a:lnTo>
                  <a:lnTo>
                    <a:pt x="86" y="376"/>
                  </a:lnTo>
                  <a:lnTo>
                    <a:pt x="52" y="436"/>
                  </a:lnTo>
                  <a:lnTo>
                    <a:pt x="27" y="504"/>
                  </a:lnTo>
                  <a:lnTo>
                    <a:pt x="9" y="572"/>
                  </a:lnTo>
                  <a:lnTo>
                    <a:pt x="1" y="640"/>
                  </a:lnTo>
                  <a:lnTo>
                    <a:pt x="1" y="708"/>
                  </a:lnTo>
                  <a:lnTo>
                    <a:pt x="9" y="777"/>
                  </a:lnTo>
                  <a:lnTo>
                    <a:pt x="18" y="845"/>
                  </a:lnTo>
                  <a:lnTo>
                    <a:pt x="35" y="905"/>
                  </a:lnTo>
                  <a:lnTo>
                    <a:pt x="52" y="973"/>
                  </a:lnTo>
                  <a:lnTo>
                    <a:pt x="86" y="1033"/>
                  </a:lnTo>
                  <a:lnTo>
                    <a:pt x="120" y="1092"/>
                  </a:lnTo>
                  <a:lnTo>
                    <a:pt x="154" y="1152"/>
                  </a:lnTo>
                  <a:lnTo>
                    <a:pt x="197" y="1195"/>
                  </a:lnTo>
                  <a:lnTo>
                    <a:pt x="248" y="1246"/>
                  </a:lnTo>
                  <a:lnTo>
                    <a:pt x="308" y="1288"/>
                  </a:lnTo>
                  <a:lnTo>
                    <a:pt x="368" y="1323"/>
                  </a:lnTo>
                  <a:lnTo>
                    <a:pt x="427" y="1348"/>
                  </a:lnTo>
                  <a:lnTo>
                    <a:pt x="496" y="1374"/>
                  </a:lnTo>
                  <a:lnTo>
                    <a:pt x="555" y="1391"/>
                  </a:lnTo>
                  <a:lnTo>
                    <a:pt x="624" y="1391"/>
                  </a:lnTo>
                  <a:lnTo>
                    <a:pt x="692" y="1399"/>
                  </a:lnTo>
                  <a:lnTo>
                    <a:pt x="760" y="1391"/>
                  </a:lnTo>
                  <a:lnTo>
                    <a:pt x="820" y="1382"/>
                  </a:lnTo>
                  <a:lnTo>
                    <a:pt x="888" y="1365"/>
                  </a:lnTo>
                  <a:lnTo>
                    <a:pt x="948" y="1340"/>
                  </a:lnTo>
                  <a:lnTo>
                    <a:pt x="1007" y="1306"/>
                  </a:lnTo>
                  <a:lnTo>
                    <a:pt x="1067" y="1271"/>
                  </a:lnTo>
                  <a:lnTo>
                    <a:pt x="1118" y="1229"/>
                  </a:lnTo>
                  <a:lnTo>
                    <a:pt x="1178" y="1186"/>
                  </a:lnTo>
                  <a:lnTo>
                    <a:pt x="1221" y="1135"/>
                  </a:lnTo>
                  <a:lnTo>
                    <a:pt x="1263" y="1084"/>
                  </a:lnTo>
                  <a:lnTo>
                    <a:pt x="1306" y="1024"/>
                  </a:lnTo>
                  <a:lnTo>
                    <a:pt x="1340" y="956"/>
                  </a:lnTo>
                  <a:lnTo>
                    <a:pt x="1357" y="896"/>
                  </a:lnTo>
                  <a:lnTo>
                    <a:pt x="1374" y="828"/>
                  </a:lnTo>
                  <a:lnTo>
                    <a:pt x="1383" y="760"/>
                  </a:lnTo>
                  <a:lnTo>
                    <a:pt x="1383" y="691"/>
                  </a:lnTo>
                  <a:lnTo>
                    <a:pt x="1383" y="623"/>
                  </a:lnTo>
                  <a:lnTo>
                    <a:pt x="1374" y="555"/>
                  </a:lnTo>
                  <a:lnTo>
                    <a:pt x="1357" y="495"/>
                  </a:lnTo>
                  <a:lnTo>
                    <a:pt x="1332" y="427"/>
                  </a:lnTo>
                  <a:lnTo>
                    <a:pt x="1306" y="367"/>
                  </a:lnTo>
                  <a:lnTo>
                    <a:pt x="1272" y="308"/>
                  </a:lnTo>
                  <a:lnTo>
                    <a:pt x="1229" y="248"/>
                  </a:lnTo>
                  <a:lnTo>
                    <a:pt x="1187" y="197"/>
                  </a:lnTo>
                  <a:lnTo>
                    <a:pt x="1135" y="154"/>
                  </a:lnTo>
                  <a:lnTo>
                    <a:pt x="1084" y="111"/>
                  </a:lnTo>
                  <a:lnTo>
                    <a:pt x="1024" y="77"/>
                  </a:lnTo>
                  <a:lnTo>
                    <a:pt x="956" y="52"/>
                  </a:lnTo>
                  <a:lnTo>
                    <a:pt x="897" y="26"/>
                  </a:lnTo>
                  <a:lnTo>
                    <a:pt x="828" y="9"/>
                  </a:lnTo>
                  <a:lnTo>
                    <a:pt x="760" y="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1167;p26">
              <a:extLst>
                <a:ext uri="{FF2B5EF4-FFF2-40B4-BE49-F238E27FC236}">
                  <a16:creationId xmlns:a16="http://schemas.microsoft.com/office/drawing/2014/main" id="{54E97E2E-6615-2C60-F903-11287B3D2BA5}"/>
                </a:ext>
              </a:extLst>
            </p:cNvPr>
            <p:cNvSpPr/>
            <p:nvPr/>
          </p:nvSpPr>
          <p:spPr>
            <a:xfrm>
              <a:off x="5173425" y="2373325"/>
              <a:ext cx="34550" cy="35000"/>
            </a:xfrm>
            <a:custGeom>
              <a:avLst/>
              <a:gdLst/>
              <a:ahLst/>
              <a:cxnLst/>
              <a:rect l="l" t="t" r="r" b="b"/>
              <a:pathLst>
                <a:path w="1382" h="1400" extrusionOk="0">
                  <a:moveTo>
                    <a:pt x="691" y="1"/>
                  </a:moveTo>
                  <a:lnTo>
                    <a:pt x="631" y="9"/>
                  </a:lnTo>
                  <a:lnTo>
                    <a:pt x="563" y="18"/>
                  </a:lnTo>
                  <a:lnTo>
                    <a:pt x="495" y="35"/>
                  </a:lnTo>
                  <a:lnTo>
                    <a:pt x="435" y="61"/>
                  </a:lnTo>
                  <a:lnTo>
                    <a:pt x="375" y="95"/>
                  </a:lnTo>
                  <a:lnTo>
                    <a:pt x="316" y="129"/>
                  </a:lnTo>
                  <a:lnTo>
                    <a:pt x="265" y="163"/>
                  </a:lnTo>
                  <a:lnTo>
                    <a:pt x="213" y="214"/>
                  </a:lnTo>
                  <a:lnTo>
                    <a:pt x="162" y="265"/>
                  </a:lnTo>
                  <a:lnTo>
                    <a:pt x="120" y="316"/>
                  </a:lnTo>
                  <a:lnTo>
                    <a:pt x="77" y="376"/>
                  </a:lnTo>
                  <a:lnTo>
                    <a:pt x="51" y="436"/>
                  </a:lnTo>
                  <a:lnTo>
                    <a:pt x="26" y="504"/>
                  </a:lnTo>
                  <a:lnTo>
                    <a:pt x="9" y="572"/>
                  </a:lnTo>
                  <a:lnTo>
                    <a:pt x="0" y="641"/>
                  </a:lnTo>
                  <a:lnTo>
                    <a:pt x="0" y="709"/>
                  </a:lnTo>
                  <a:lnTo>
                    <a:pt x="0" y="777"/>
                  </a:lnTo>
                  <a:lnTo>
                    <a:pt x="9" y="845"/>
                  </a:lnTo>
                  <a:lnTo>
                    <a:pt x="26" y="905"/>
                  </a:lnTo>
                  <a:lnTo>
                    <a:pt x="51" y="973"/>
                  </a:lnTo>
                  <a:lnTo>
                    <a:pt x="77" y="1033"/>
                  </a:lnTo>
                  <a:lnTo>
                    <a:pt x="111" y="1093"/>
                  </a:lnTo>
                  <a:lnTo>
                    <a:pt x="154" y="1144"/>
                  </a:lnTo>
                  <a:lnTo>
                    <a:pt x="196" y="1195"/>
                  </a:lnTo>
                  <a:lnTo>
                    <a:pt x="247" y="1246"/>
                  </a:lnTo>
                  <a:lnTo>
                    <a:pt x="299" y="1289"/>
                  </a:lnTo>
                  <a:lnTo>
                    <a:pt x="358" y="1323"/>
                  </a:lnTo>
                  <a:lnTo>
                    <a:pt x="427" y="1348"/>
                  </a:lnTo>
                  <a:lnTo>
                    <a:pt x="486" y="1374"/>
                  </a:lnTo>
                  <a:lnTo>
                    <a:pt x="555" y="1383"/>
                  </a:lnTo>
                  <a:lnTo>
                    <a:pt x="623" y="1391"/>
                  </a:lnTo>
                  <a:lnTo>
                    <a:pt x="682" y="1400"/>
                  </a:lnTo>
                  <a:lnTo>
                    <a:pt x="751" y="1391"/>
                  </a:lnTo>
                  <a:lnTo>
                    <a:pt x="819" y="1383"/>
                  </a:lnTo>
                  <a:lnTo>
                    <a:pt x="879" y="1357"/>
                  </a:lnTo>
                  <a:lnTo>
                    <a:pt x="947" y="1340"/>
                  </a:lnTo>
                  <a:lnTo>
                    <a:pt x="1007" y="1306"/>
                  </a:lnTo>
                  <a:lnTo>
                    <a:pt x="1066" y="1272"/>
                  </a:lnTo>
                  <a:lnTo>
                    <a:pt x="1117" y="1229"/>
                  </a:lnTo>
                  <a:lnTo>
                    <a:pt x="1169" y="1186"/>
                  </a:lnTo>
                  <a:lnTo>
                    <a:pt x="1220" y="1135"/>
                  </a:lnTo>
                  <a:lnTo>
                    <a:pt x="1262" y="1084"/>
                  </a:lnTo>
                  <a:lnTo>
                    <a:pt x="1305" y="1024"/>
                  </a:lnTo>
                  <a:lnTo>
                    <a:pt x="1331" y="956"/>
                  </a:lnTo>
                  <a:lnTo>
                    <a:pt x="1356" y="896"/>
                  </a:lnTo>
                  <a:lnTo>
                    <a:pt x="1373" y="828"/>
                  </a:lnTo>
                  <a:lnTo>
                    <a:pt x="1382" y="760"/>
                  </a:lnTo>
                  <a:lnTo>
                    <a:pt x="1382" y="692"/>
                  </a:lnTo>
                  <a:lnTo>
                    <a:pt x="1382" y="623"/>
                  </a:lnTo>
                  <a:lnTo>
                    <a:pt x="1365" y="555"/>
                  </a:lnTo>
                  <a:lnTo>
                    <a:pt x="1348" y="487"/>
                  </a:lnTo>
                  <a:lnTo>
                    <a:pt x="1331" y="427"/>
                  </a:lnTo>
                  <a:lnTo>
                    <a:pt x="1297" y="368"/>
                  </a:lnTo>
                  <a:lnTo>
                    <a:pt x="1262" y="308"/>
                  </a:lnTo>
                  <a:lnTo>
                    <a:pt x="1228" y="248"/>
                  </a:lnTo>
                  <a:lnTo>
                    <a:pt x="1186" y="197"/>
                  </a:lnTo>
                  <a:lnTo>
                    <a:pt x="1135" y="154"/>
                  </a:lnTo>
                  <a:lnTo>
                    <a:pt x="1083" y="112"/>
                  </a:lnTo>
                  <a:lnTo>
                    <a:pt x="1015" y="78"/>
                  </a:lnTo>
                  <a:lnTo>
                    <a:pt x="955" y="52"/>
                  </a:lnTo>
                  <a:lnTo>
                    <a:pt x="887" y="26"/>
                  </a:lnTo>
                  <a:lnTo>
                    <a:pt x="827" y="9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1168;p26">
              <a:extLst>
                <a:ext uri="{FF2B5EF4-FFF2-40B4-BE49-F238E27FC236}">
                  <a16:creationId xmlns:a16="http://schemas.microsoft.com/office/drawing/2014/main" id="{DCC2D3DC-B9EF-2212-EC3E-12DDE4E831CF}"/>
                </a:ext>
              </a:extLst>
            </p:cNvPr>
            <p:cNvSpPr/>
            <p:nvPr/>
          </p:nvSpPr>
          <p:spPr>
            <a:xfrm>
              <a:off x="5206050" y="2388675"/>
              <a:ext cx="50975" cy="91525"/>
            </a:xfrm>
            <a:custGeom>
              <a:avLst/>
              <a:gdLst/>
              <a:ahLst/>
              <a:cxnLst/>
              <a:rect l="l" t="t" r="r" b="b"/>
              <a:pathLst>
                <a:path w="2039" h="3661" fill="none" extrusionOk="0">
                  <a:moveTo>
                    <a:pt x="1945" y="1"/>
                  </a:moveTo>
                  <a:lnTo>
                    <a:pt x="2039" y="1229"/>
                  </a:lnTo>
                  <a:lnTo>
                    <a:pt x="0" y="3660"/>
                  </a:lnTo>
                </a:path>
              </a:pathLst>
            </a:custGeom>
            <a:noFill/>
            <a:ln w="10225" cap="rnd" cmpd="sng">
              <a:solidFill>
                <a:srgbClr val="ED71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1169;p26">
              <a:extLst>
                <a:ext uri="{FF2B5EF4-FFF2-40B4-BE49-F238E27FC236}">
                  <a16:creationId xmlns:a16="http://schemas.microsoft.com/office/drawing/2014/main" id="{2B0FF93D-3B7C-247A-FCF0-D05B171D8F0A}"/>
                </a:ext>
              </a:extLst>
            </p:cNvPr>
            <p:cNvSpPr/>
            <p:nvPr/>
          </p:nvSpPr>
          <p:spPr>
            <a:xfrm>
              <a:off x="5195375" y="2534750"/>
              <a:ext cx="54400" cy="38825"/>
            </a:xfrm>
            <a:custGeom>
              <a:avLst/>
              <a:gdLst/>
              <a:ahLst/>
              <a:cxnLst/>
              <a:rect l="l" t="t" r="r" b="b"/>
              <a:pathLst>
                <a:path w="2176" h="1553" fill="none" extrusionOk="0">
                  <a:moveTo>
                    <a:pt x="1" y="1553"/>
                  </a:moveTo>
                  <a:lnTo>
                    <a:pt x="1" y="1553"/>
                  </a:lnTo>
                  <a:lnTo>
                    <a:pt x="77" y="1399"/>
                  </a:lnTo>
                  <a:lnTo>
                    <a:pt x="171" y="1246"/>
                  </a:lnTo>
                  <a:lnTo>
                    <a:pt x="265" y="1101"/>
                  </a:lnTo>
                  <a:lnTo>
                    <a:pt x="376" y="964"/>
                  </a:lnTo>
                  <a:lnTo>
                    <a:pt x="495" y="836"/>
                  </a:lnTo>
                  <a:lnTo>
                    <a:pt x="615" y="717"/>
                  </a:lnTo>
                  <a:lnTo>
                    <a:pt x="751" y="606"/>
                  </a:lnTo>
                  <a:lnTo>
                    <a:pt x="888" y="495"/>
                  </a:lnTo>
                  <a:lnTo>
                    <a:pt x="1033" y="401"/>
                  </a:lnTo>
                  <a:lnTo>
                    <a:pt x="1186" y="308"/>
                  </a:lnTo>
                  <a:lnTo>
                    <a:pt x="1340" y="231"/>
                  </a:lnTo>
                  <a:lnTo>
                    <a:pt x="1502" y="163"/>
                  </a:lnTo>
                  <a:lnTo>
                    <a:pt x="1664" y="103"/>
                  </a:lnTo>
                  <a:lnTo>
                    <a:pt x="1834" y="60"/>
                  </a:lnTo>
                  <a:lnTo>
                    <a:pt x="2005" y="26"/>
                  </a:lnTo>
                  <a:lnTo>
                    <a:pt x="2176" y="1"/>
                  </a:lnTo>
                </a:path>
              </a:pathLst>
            </a:custGeom>
            <a:noFill/>
            <a:ln w="10225" cap="rnd" cmpd="sng">
              <a:solidFill>
                <a:srgbClr val="ED71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1170;p26">
              <a:extLst>
                <a:ext uri="{FF2B5EF4-FFF2-40B4-BE49-F238E27FC236}">
                  <a16:creationId xmlns:a16="http://schemas.microsoft.com/office/drawing/2014/main" id="{5D7A9DC6-715F-6935-4FC7-79974B1F4AA8}"/>
                </a:ext>
              </a:extLst>
            </p:cNvPr>
            <p:cNvSpPr/>
            <p:nvPr/>
          </p:nvSpPr>
          <p:spPr>
            <a:xfrm>
              <a:off x="5154225" y="2517050"/>
              <a:ext cx="53550" cy="41175"/>
            </a:xfrm>
            <a:custGeom>
              <a:avLst/>
              <a:gdLst/>
              <a:ahLst/>
              <a:cxnLst/>
              <a:rect l="l" t="t" r="r" b="b"/>
              <a:pathLst>
                <a:path w="2142" h="1647" extrusionOk="0">
                  <a:moveTo>
                    <a:pt x="214" y="1"/>
                  </a:moveTo>
                  <a:lnTo>
                    <a:pt x="171" y="9"/>
                  </a:lnTo>
                  <a:lnTo>
                    <a:pt x="137" y="18"/>
                  </a:lnTo>
                  <a:lnTo>
                    <a:pt x="103" y="35"/>
                  </a:lnTo>
                  <a:lnTo>
                    <a:pt x="77" y="52"/>
                  </a:lnTo>
                  <a:lnTo>
                    <a:pt x="52" y="77"/>
                  </a:lnTo>
                  <a:lnTo>
                    <a:pt x="26" y="112"/>
                  </a:lnTo>
                  <a:lnTo>
                    <a:pt x="9" y="146"/>
                  </a:lnTo>
                  <a:lnTo>
                    <a:pt x="0" y="180"/>
                  </a:lnTo>
                  <a:lnTo>
                    <a:pt x="0" y="214"/>
                  </a:lnTo>
                  <a:lnTo>
                    <a:pt x="9" y="257"/>
                  </a:lnTo>
                  <a:lnTo>
                    <a:pt x="26" y="299"/>
                  </a:lnTo>
                  <a:lnTo>
                    <a:pt x="103" y="427"/>
                  </a:lnTo>
                  <a:lnTo>
                    <a:pt x="180" y="555"/>
                  </a:lnTo>
                  <a:lnTo>
                    <a:pt x="265" y="674"/>
                  </a:lnTo>
                  <a:lnTo>
                    <a:pt x="367" y="785"/>
                  </a:lnTo>
                  <a:lnTo>
                    <a:pt x="470" y="896"/>
                  </a:lnTo>
                  <a:lnTo>
                    <a:pt x="572" y="999"/>
                  </a:lnTo>
                  <a:lnTo>
                    <a:pt x="683" y="1101"/>
                  </a:lnTo>
                  <a:lnTo>
                    <a:pt x="802" y="1186"/>
                  </a:lnTo>
                  <a:lnTo>
                    <a:pt x="930" y="1272"/>
                  </a:lnTo>
                  <a:lnTo>
                    <a:pt x="1058" y="1348"/>
                  </a:lnTo>
                  <a:lnTo>
                    <a:pt x="1186" y="1417"/>
                  </a:lnTo>
                  <a:lnTo>
                    <a:pt x="1323" y="1476"/>
                  </a:lnTo>
                  <a:lnTo>
                    <a:pt x="1459" y="1536"/>
                  </a:lnTo>
                  <a:lnTo>
                    <a:pt x="1604" y="1579"/>
                  </a:lnTo>
                  <a:lnTo>
                    <a:pt x="1749" y="1613"/>
                  </a:lnTo>
                  <a:lnTo>
                    <a:pt x="1894" y="1647"/>
                  </a:lnTo>
                  <a:lnTo>
                    <a:pt x="1971" y="1647"/>
                  </a:lnTo>
                  <a:lnTo>
                    <a:pt x="2013" y="1638"/>
                  </a:lnTo>
                  <a:lnTo>
                    <a:pt x="2048" y="1621"/>
                  </a:lnTo>
                  <a:lnTo>
                    <a:pt x="2073" y="1604"/>
                  </a:lnTo>
                  <a:lnTo>
                    <a:pt x="2099" y="1579"/>
                  </a:lnTo>
                  <a:lnTo>
                    <a:pt x="2124" y="1544"/>
                  </a:lnTo>
                  <a:lnTo>
                    <a:pt x="2141" y="1502"/>
                  </a:lnTo>
                  <a:lnTo>
                    <a:pt x="2141" y="1468"/>
                  </a:lnTo>
                  <a:lnTo>
                    <a:pt x="2141" y="1425"/>
                  </a:lnTo>
                  <a:lnTo>
                    <a:pt x="2133" y="1391"/>
                  </a:lnTo>
                  <a:lnTo>
                    <a:pt x="2116" y="1357"/>
                  </a:lnTo>
                  <a:lnTo>
                    <a:pt x="2099" y="1323"/>
                  </a:lnTo>
                  <a:lnTo>
                    <a:pt x="2073" y="1297"/>
                  </a:lnTo>
                  <a:lnTo>
                    <a:pt x="2039" y="1272"/>
                  </a:lnTo>
                  <a:lnTo>
                    <a:pt x="1996" y="1263"/>
                  </a:lnTo>
                  <a:lnTo>
                    <a:pt x="1868" y="1237"/>
                  </a:lnTo>
                  <a:lnTo>
                    <a:pt x="1740" y="1203"/>
                  </a:lnTo>
                  <a:lnTo>
                    <a:pt x="1621" y="1169"/>
                  </a:lnTo>
                  <a:lnTo>
                    <a:pt x="1502" y="1118"/>
                  </a:lnTo>
                  <a:lnTo>
                    <a:pt x="1382" y="1067"/>
                  </a:lnTo>
                  <a:lnTo>
                    <a:pt x="1263" y="1007"/>
                  </a:lnTo>
                  <a:lnTo>
                    <a:pt x="1152" y="947"/>
                  </a:lnTo>
                  <a:lnTo>
                    <a:pt x="1050" y="871"/>
                  </a:lnTo>
                  <a:lnTo>
                    <a:pt x="947" y="794"/>
                  </a:lnTo>
                  <a:lnTo>
                    <a:pt x="845" y="709"/>
                  </a:lnTo>
                  <a:lnTo>
                    <a:pt x="751" y="623"/>
                  </a:lnTo>
                  <a:lnTo>
                    <a:pt x="666" y="529"/>
                  </a:lnTo>
                  <a:lnTo>
                    <a:pt x="580" y="427"/>
                  </a:lnTo>
                  <a:lnTo>
                    <a:pt x="504" y="325"/>
                  </a:lnTo>
                  <a:lnTo>
                    <a:pt x="435" y="214"/>
                  </a:lnTo>
                  <a:lnTo>
                    <a:pt x="367" y="103"/>
                  </a:lnTo>
                  <a:lnTo>
                    <a:pt x="342" y="60"/>
                  </a:lnTo>
                  <a:lnTo>
                    <a:pt x="316" y="35"/>
                  </a:lnTo>
                  <a:lnTo>
                    <a:pt x="282" y="18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ED71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1171;p26">
              <a:extLst>
                <a:ext uri="{FF2B5EF4-FFF2-40B4-BE49-F238E27FC236}">
                  <a16:creationId xmlns:a16="http://schemas.microsoft.com/office/drawing/2014/main" id="{C4064590-6806-405F-330C-AF253E3C5FFB}"/>
                </a:ext>
              </a:extLst>
            </p:cNvPr>
            <p:cNvSpPr/>
            <p:nvPr/>
          </p:nvSpPr>
          <p:spPr>
            <a:xfrm>
              <a:off x="5279400" y="2499575"/>
              <a:ext cx="76150" cy="53975"/>
            </a:xfrm>
            <a:custGeom>
              <a:avLst/>
              <a:gdLst/>
              <a:ahLst/>
              <a:cxnLst/>
              <a:rect l="l" t="t" r="r" b="b"/>
              <a:pathLst>
                <a:path w="3046" h="2159" extrusionOk="0">
                  <a:moveTo>
                    <a:pt x="512" y="0"/>
                  </a:moveTo>
                  <a:lnTo>
                    <a:pt x="401" y="9"/>
                  </a:lnTo>
                  <a:lnTo>
                    <a:pt x="307" y="26"/>
                  </a:lnTo>
                  <a:lnTo>
                    <a:pt x="222" y="60"/>
                  </a:lnTo>
                  <a:lnTo>
                    <a:pt x="154" y="103"/>
                  </a:lnTo>
                  <a:lnTo>
                    <a:pt x="94" y="154"/>
                  </a:lnTo>
                  <a:lnTo>
                    <a:pt x="43" y="213"/>
                  </a:lnTo>
                  <a:lnTo>
                    <a:pt x="9" y="290"/>
                  </a:lnTo>
                  <a:lnTo>
                    <a:pt x="0" y="367"/>
                  </a:lnTo>
                  <a:lnTo>
                    <a:pt x="0" y="452"/>
                  </a:lnTo>
                  <a:lnTo>
                    <a:pt x="9" y="538"/>
                  </a:lnTo>
                  <a:lnTo>
                    <a:pt x="43" y="631"/>
                  </a:lnTo>
                  <a:lnTo>
                    <a:pt x="86" y="725"/>
                  </a:lnTo>
                  <a:lnTo>
                    <a:pt x="137" y="828"/>
                  </a:lnTo>
                  <a:lnTo>
                    <a:pt x="205" y="930"/>
                  </a:lnTo>
                  <a:lnTo>
                    <a:pt x="290" y="1032"/>
                  </a:lnTo>
                  <a:lnTo>
                    <a:pt x="376" y="1135"/>
                  </a:lnTo>
                  <a:lnTo>
                    <a:pt x="478" y="1246"/>
                  </a:lnTo>
                  <a:lnTo>
                    <a:pt x="597" y="1348"/>
                  </a:lnTo>
                  <a:lnTo>
                    <a:pt x="717" y="1450"/>
                  </a:lnTo>
                  <a:lnTo>
                    <a:pt x="845" y="1544"/>
                  </a:lnTo>
                  <a:lnTo>
                    <a:pt x="990" y="1638"/>
                  </a:lnTo>
                  <a:lnTo>
                    <a:pt x="1135" y="1732"/>
                  </a:lnTo>
                  <a:lnTo>
                    <a:pt x="1288" y="1817"/>
                  </a:lnTo>
                  <a:lnTo>
                    <a:pt x="1442" y="1894"/>
                  </a:lnTo>
                  <a:lnTo>
                    <a:pt x="1595" y="1962"/>
                  </a:lnTo>
                  <a:lnTo>
                    <a:pt x="1740" y="2013"/>
                  </a:lnTo>
                  <a:lnTo>
                    <a:pt x="1885" y="2064"/>
                  </a:lnTo>
                  <a:lnTo>
                    <a:pt x="2030" y="2098"/>
                  </a:lnTo>
                  <a:lnTo>
                    <a:pt x="2167" y="2133"/>
                  </a:lnTo>
                  <a:lnTo>
                    <a:pt x="2295" y="2150"/>
                  </a:lnTo>
                  <a:lnTo>
                    <a:pt x="2414" y="2158"/>
                  </a:lnTo>
                  <a:lnTo>
                    <a:pt x="2533" y="2158"/>
                  </a:lnTo>
                  <a:lnTo>
                    <a:pt x="2636" y="2150"/>
                  </a:lnTo>
                  <a:lnTo>
                    <a:pt x="2730" y="2124"/>
                  </a:lnTo>
                  <a:lnTo>
                    <a:pt x="2815" y="2098"/>
                  </a:lnTo>
                  <a:lnTo>
                    <a:pt x="2892" y="2056"/>
                  </a:lnTo>
                  <a:lnTo>
                    <a:pt x="2951" y="2005"/>
                  </a:lnTo>
                  <a:lnTo>
                    <a:pt x="2994" y="1936"/>
                  </a:lnTo>
                  <a:lnTo>
                    <a:pt x="3028" y="1868"/>
                  </a:lnTo>
                  <a:lnTo>
                    <a:pt x="3045" y="1791"/>
                  </a:lnTo>
                  <a:lnTo>
                    <a:pt x="3045" y="1706"/>
                  </a:lnTo>
                  <a:lnTo>
                    <a:pt x="3028" y="1621"/>
                  </a:lnTo>
                  <a:lnTo>
                    <a:pt x="3003" y="1527"/>
                  </a:lnTo>
                  <a:lnTo>
                    <a:pt x="2960" y="1425"/>
                  </a:lnTo>
                  <a:lnTo>
                    <a:pt x="2900" y="1331"/>
                  </a:lnTo>
                  <a:lnTo>
                    <a:pt x="2832" y="1228"/>
                  </a:lnTo>
                  <a:lnTo>
                    <a:pt x="2755" y="1126"/>
                  </a:lnTo>
                  <a:lnTo>
                    <a:pt x="2661" y="1015"/>
                  </a:lnTo>
                  <a:lnTo>
                    <a:pt x="2559" y="913"/>
                  </a:lnTo>
                  <a:lnTo>
                    <a:pt x="2448" y="811"/>
                  </a:lnTo>
                  <a:lnTo>
                    <a:pt x="2320" y="708"/>
                  </a:lnTo>
                  <a:lnTo>
                    <a:pt x="2192" y="614"/>
                  </a:lnTo>
                  <a:lnTo>
                    <a:pt x="2047" y="521"/>
                  </a:lnTo>
                  <a:lnTo>
                    <a:pt x="1902" y="427"/>
                  </a:lnTo>
                  <a:lnTo>
                    <a:pt x="1749" y="341"/>
                  </a:lnTo>
                  <a:lnTo>
                    <a:pt x="1595" y="265"/>
                  </a:lnTo>
                  <a:lnTo>
                    <a:pt x="1442" y="196"/>
                  </a:lnTo>
                  <a:lnTo>
                    <a:pt x="1297" y="137"/>
                  </a:lnTo>
                  <a:lnTo>
                    <a:pt x="1152" y="94"/>
                  </a:lnTo>
                  <a:lnTo>
                    <a:pt x="1015" y="51"/>
                  </a:lnTo>
                  <a:lnTo>
                    <a:pt x="879" y="26"/>
                  </a:lnTo>
                  <a:lnTo>
                    <a:pt x="742" y="9"/>
                  </a:lnTo>
                  <a:lnTo>
                    <a:pt x="623" y="0"/>
                  </a:lnTo>
                  <a:close/>
                </a:path>
              </a:pathLst>
            </a:custGeom>
            <a:solidFill>
              <a:srgbClr val="FF7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1172;p26">
              <a:extLst>
                <a:ext uri="{FF2B5EF4-FFF2-40B4-BE49-F238E27FC236}">
                  <a16:creationId xmlns:a16="http://schemas.microsoft.com/office/drawing/2014/main" id="{EDC5F602-828F-4F96-0023-5BD6488C4253}"/>
                </a:ext>
              </a:extLst>
            </p:cNvPr>
            <p:cNvSpPr/>
            <p:nvPr/>
          </p:nvSpPr>
          <p:spPr>
            <a:xfrm>
              <a:off x="5126300" y="2386550"/>
              <a:ext cx="72300" cy="59100"/>
            </a:xfrm>
            <a:custGeom>
              <a:avLst/>
              <a:gdLst/>
              <a:ahLst/>
              <a:cxnLst/>
              <a:rect l="l" t="t" r="r" b="b"/>
              <a:pathLst>
                <a:path w="2892" h="2364" extrusionOk="0">
                  <a:moveTo>
                    <a:pt x="452" y="1"/>
                  </a:moveTo>
                  <a:lnTo>
                    <a:pt x="350" y="9"/>
                  </a:lnTo>
                  <a:lnTo>
                    <a:pt x="265" y="35"/>
                  </a:lnTo>
                  <a:lnTo>
                    <a:pt x="188" y="69"/>
                  </a:lnTo>
                  <a:lnTo>
                    <a:pt x="120" y="112"/>
                  </a:lnTo>
                  <a:lnTo>
                    <a:pt x="68" y="171"/>
                  </a:lnTo>
                  <a:lnTo>
                    <a:pt x="34" y="239"/>
                  </a:lnTo>
                  <a:lnTo>
                    <a:pt x="9" y="308"/>
                  </a:lnTo>
                  <a:lnTo>
                    <a:pt x="0" y="393"/>
                  </a:lnTo>
                  <a:lnTo>
                    <a:pt x="0" y="487"/>
                  </a:lnTo>
                  <a:lnTo>
                    <a:pt x="17" y="581"/>
                  </a:lnTo>
                  <a:lnTo>
                    <a:pt x="51" y="683"/>
                  </a:lnTo>
                  <a:lnTo>
                    <a:pt x="94" y="785"/>
                  </a:lnTo>
                  <a:lnTo>
                    <a:pt x="154" y="896"/>
                  </a:lnTo>
                  <a:lnTo>
                    <a:pt x="222" y="1007"/>
                  </a:lnTo>
                  <a:lnTo>
                    <a:pt x="307" y="1118"/>
                  </a:lnTo>
                  <a:lnTo>
                    <a:pt x="392" y="1237"/>
                  </a:lnTo>
                  <a:lnTo>
                    <a:pt x="495" y="1348"/>
                  </a:lnTo>
                  <a:lnTo>
                    <a:pt x="606" y="1459"/>
                  </a:lnTo>
                  <a:lnTo>
                    <a:pt x="725" y="1579"/>
                  </a:lnTo>
                  <a:lnTo>
                    <a:pt x="853" y="1689"/>
                  </a:lnTo>
                  <a:lnTo>
                    <a:pt x="998" y="1792"/>
                  </a:lnTo>
                  <a:lnTo>
                    <a:pt x="1135" y="1894"/>
                  </a:lnTo>
                  <a:lnTo>
                    <a:pt x="1280" y="1988"/>
                  </a:lnTo>
                  <a:lnTo>
                    <a:pt x="1425" y="2065"/>
                  </a:lnTo>
                  <a:lnTo>
                    <a:pt x="1570" y="2142"/>
                  </a:lnTo>
                  <a:lnTo>
                    <a:pt x="1706" y="2201"/>
                  </a:lnTo>
                  <a:lnTo>
                    <a:pt x="1842" y="2252"/>
                  </a:lnTo>
                  <a:lnTo>
                    <a:pt x="1970" y="2295"/>
                  </a:lnTo>
                  <a:lnTo>
                    <a:pt x="2098" y="2329"/>
                  </a:lnTo>
                  <a:lnTo>
                    <a:pt x="2218" y="2355"/>
                  </a:lnTo>
                  <a:lnTo>
                    <a:pt x="2337" y="2363"/>
                  </a:lnTo>
                  <a:lnTo>
                    <a:pt x="2440" y="2363"/>
                  </a:lnTo>
                  <a:lnTo>
                    <a:pt x="2533" y="2355"/>
                  </a:lnTo>
                  <a:lnTo>
                    <a:pt x="2627" y="2338"/>
                  </a:lnTo>
                  <a:lnTo>
                    <a:pt x="2704" y="2304"/>
                  </a:lnTo>
                  <a:lnTo>
                    <a:pt x="2764" y="2252"/>
                  </a:lnTo>
                  <a:lnTo>
                    <a:pt x="2823" y="2201"/>
                  </a:lnTo>
                  <a:lnTo>
                    <a:pt x="2857" y="2133"/>
                  </a:lnTo>
                  <a:lnTo>
                    <a:pt x="2883" y="2056"/>
                  </a:lnTo>
                  <a:lnTo>
                    <a:pt x="2892" y="1971"/>
                  </a:lnTo>
                  <a:lnTo>
                    <a:pt x="2892" y="1877"/>
                  </a:lnTo>
                  <a:lnTo>
                    <a:pt x="2866" y="1783"/>
                  </a:lnTo>
                  <a:lnTo>
                    <a:pt x="2840" y="1681"/>
                  </a:lnTo>
                  <a:lnTo>
                    <a:pt x="2789" y="1579"/>
                  </a:lnTo>
                  <a:lnTo>
                    <a:pt x="2738" y="1468"/>
                  </a:lnTo>
                  <a:lnTo>
                    <a:pt x="2670" y="1357"/>
                  </a:lnTo>
                  <a:lnTo>
                    <a:pt x="2585" y="1246"/>
                  </a:lnTo>
                  <a:lnTo>
                    <a:pt x="2499" y="1135"/>
                  </a:lnTo>
                  <a:lnTo>
                    <a:pt x="2397" y="1016"/>
                  </a:lnTo>
                  <a:lnTo>
                    <a:pt x="2286" y="905"/>
                  </a:lnTo>
                  <a:lnTo>
                    <a:pt x="2167" y="794"/>
                  </a:lnTo>
                  <a:lnTo>
                    <a:pt x="2030" y="683"/>
                  </a:lnTo>
                  <a:lnTo>
                    <a:pt x="1894" y="572"/>
                  </a:lnTo>
                  <a:lnTo>
                    <a:pt x="1749" y="470"/>
                  </a:lnTo>
                  <a:lnTo>
                    <a:pt x="1612" y="384"/>
                  </a:lnTo>
                  <a:lnTo>
                    <a:pt x="1467" y="299"/>
                  </a:lnTo>
                  <a:lnTo>
                    <a:pt x="1322" y="231"/>
                  </a:lnTo>
                  <a:lnTo>
                    <a:pt x="1186" y="163"/>
                  </a:lnTo>
                  <a:lnTo>
                    <a:pt x="1049" y="112"/>
                  </a:lnTo>
                  <a:lnTo>
                    <a:pt x="913" y="69"/>
                  </a:lnTo>
                  <a:lnTo>
                    <a:pt x="793" y="35"/>
                  </a:lnTo>
                  <a:lnTo>
                    <a:pt x="665" y="9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FF7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1173;p26">
              <a:extLst>
                <a:ext uri="{FF2B5EF4-FFF2-40B4-BE49-F238E27FC236}">
                  <a16:creationId xmlns:a16="http://schemas.microsoft.com/office/drawing/2014/main" id="{9A0B9A42-3E8C-2848-9997-2D120D075F3C}"/>
                </a:ext>
              </a:extLst>
            </p:cNvPr>
            <p:cNvSpPr/>
            <p:nvPr/>
          </p:nvSpPr>
          <p:spPr>
            <a:xfrm>
              <a:off x="5261900" y="2444125"/>
              <a:ext cx="213050" cy="803925"/>
            </a:xfrm>
            <a:custGeom>
              <a:avLst/>
              <a:gdLst/>
              <a:ahLst/>
              <a:cxnLst/>
              <a:rect l="l" t="t" r="r" b="b"/>
              <a:pathLst>
                <a:path w="8522" h="32157" extrusionOk="0">
                  <a:moveTo>
                    <a:pt x="7746" y="1"/>
                  </a:moveTo>
                  <a:lnTo>
                    <a:pt x="7669" y="9"/>
                  </a:lnTo>
                  <a:lnTo>
                    <a:pt x="7601" y="26"/>
                  </a:lnTo>
                  <a:lnTo>
                    <a:pt x="7456" y="69"/>
                  </a:lnTo>
                  <a:lnTo>
                    <a:pt x="7328" y="137"/>
                  </a:lnTo>
                  <a:lnTo>
                    <a:pt x="7208" y="214"/>
                  </a:lnTo>
                  <a:lnTo>
                    <a:pt x="7157" y="248"/>
                  </a:lnTo>
                  <a:lnTo>
                    <a:pt x="7114" y="299"/>
                  </a:lnTo>
                  <a:lnTo>
                    <a:pt x="7080" y="342"/>
                  </a:lnTo>
                  <a:lnTo>
                    <a:pt x="7046" y="393"/>
                  </a:lnTo>
                  <a:lnTo>
                    <a:pt x="7021" y="436"/>
                  </a:lnTo>
                  <a:lnTo>
                    <a:pt x="7003" y="487"/>
                  </a:lnTo>
                  <a:lnTo>
                    <a:pt x="6969" y="623"/>
                  </a:lnTo>
                  <a:lnTo>
                    <a:pt x="6910" y="811"/>
                  </a:lnTo>
                  <a:lnTo>
                    <a:pt x="6739" y="1323"/>
                  </a:lnTo>
                  <a:lnTo>
                    <a:pt x="6509" y="1962"/>
                  </a:lnTo>
                  <a:lnTo>
                    <a:pt x="6261" y="2645"/>
                  </a:lnTo>
                  <a:lnTo>
                    <a:pt x="5809" y="3864"/>
                  </a:lnTo>
                  <a:lnTo>
                    <a:pt x="5605" y="4402"/>
                  </a:lnTo>
                  <a:lnTo>
                    <a:pt x="5494" y="4461"/>
                  </a:lnTo>
                  <a:lnTo>
                    <a:pt x="5170" y="4624"/>
                  </a:lnTo>
                  <a:lnTo>
                    <a:pt x="4683" y="4888"/>
                  </a:lnTo>
                  <a:lnTo>
                    <a:pt x="4061" y="5229"/>
                  </a:lnTo>
                  <a:lnTo>
                    <a:pt x="3720" y="5434"/>
                  </a:lnTo>
                  <a:lnTo>
                    <a:pt x="3344" y="5656"/>
                  </a:lnTo>
                  <a:lnTo>
                    <a:pt x="2961" y="5903"/>
                  </a:lnTo>
                  <a:lnTo>
                    <a:pt x="2568" y="6159"/>
                  </a:lnTo>
                  <a:lnTo>
                    <a:pt x="2167" y="6423"/>
                  </a:lnTo>
                  <a:lnTo>
                    <a:pt x="1758" y="6713"/>
                  </a:lnTo>
                  <a:lnTo>
                    <a:pt x="1357" y="7003"/>
                  </a:lnTo>
                  <a:lnTo>
                    <a:pt x="965" y="7319"/>
                  </a:lnTo>
                  <a:lnTo>
                    <a:pt x="803" y="7455"/>
                  </a:lnTo>
                  <a:lnTo>
                    <a:pt x="649" y="7600"/>
                  </a:lnTo>
                  <a:lnTo>
                    <a:pt x="521" y="7737"/>
                  </a:lnTo>
                  <a:lnTo>
                    <a:pt x="410" y="7882"/>
                  </a:lnTo>
                  <a:lnTo>
                    <a:pt x="308" y="8027"/>
                  </a:lnTo>
                  <a:lnTo>
                    <a:pt x="231" y="8163"/>
                  </a:lnTo>
                  <a:lnTo>
                    <a:pt x="163" y="8300"/>
                  </a:lnTo>
                  <a:lnTo>
                    <a:pt x="103" y="8445"/>
                  </a:lnTo>
                  <a:lnTo>
                    <a:pt x="61" y="8581"/>
                  </a:lnTo>
                  <a:lnTo>
                    <a:pt x="35" y="8718"/>
                  </a:lnTo>
                  <a:lnTo>
                    <a:pt x="9" y="8846"/>
                  </a:lnTo>
                  <a:lnTo>
                    <a:pt x="1" y="8982"/>
                  </a:lnTo>
                  <a:lnTo>
                    <a:pt x="1" y="9110"/>
                  </a:lnTo>
                  <a:lnTo>
                    <a:pt x="18" y="9238"/>
                  </a:lnTo>
                  <a:lnTo>
                    <a:pt x="35" y="9357"/>
                  </a:lnTo>
                  <a:lnTo>
                    <a:pt x="52" y="9485"/>
                  </a:lnTo>
                  <a:lnTo>
                    <a:pt x="86" y="9596"/>
                  </a:lnTo>
                  <a:lnTo>
                    <a:pt x="120" y="9716"/>
                  </a:lnTo>
                  <a:lnTo>
                    <a:pt x="163" y="9818"/>
                  </a:lnTo>
                  <a:lnTo>
                    <a:pt x="206" y="9929"/>
                  </a:lnTo>
                  <a:lnTo>
                    <a:pt x="308" y="10125"/>
                  </a:lnTo>
                  <a:lnTo>
                    <a:pt x="410" y="10296"/>
                  </a:lnTo>
                  <a:lnTo>
                    <a:pt x="513" y="10458"/>
                  </a:lnTo>
                  <a:lnTo>
                    <a:pt x="615" y="10586"/>
                  </a:lnTo>
                  <a:lnTo>
                    <a:pt x="700" y="10688"/>
                  </a:lnTo>
                  <a:lnTo>
                    <a:pt x="768" y="10765"/>
                  </a:lnTo>
                  <a:lnTo>
                    <a:pt x="1954" y="27107"/>
                  </a:lnTo>
                  <a:lnTo>
                    <a:pt x="1306" y="28207"/>
                  </a:lnTo>
                  <a:lnTo>
                    <a:pt x="1459" y="28625"/>
                  </a:lnTo>
                  <a:lnTo>
                    <a:pt x="1621" y="29018"/>
                  </a:lnTo>
                  <a:lnTo>
                    <a:pt x="1783" y="29367"/>
                  </a:lnTo>
                  <a:lnTo>
                    <a:pt x="1937" y="29683"/>
                  </a:lnTo>
                  <a:lnTo>
                    <a:pt x="2099" y="29973"/>
                  </a:lnTo>
                  <a:lnTo>
                    <a:pt x="2253" y="30229"/>
                  </a:lnTo>
                  <a:lnTo>
                    <a:pt x="2398" y="30450"/>
                  </a:lnTo>
                  <a:lnTo>
                    <a:pt x="2543" y="30647"/>
                  </a:lnTo>
                  <a:lnTo>
                    <a:pt x="2671" y="30817"/>
                  </a:lnTo>
                  <a:lnTo>
                    <a:pt x="2790" y="30962"/>
                  </a:lnTo>
                  <a:lnTo>
                    <a:pt x="2892" y="31082"/>
                  </a:lnTo>
                  <a:lnTo>
                    <a:pt x="2986" y="31184"/>
                  </a:lnTo>
                  <a:lnTo>
                    <a:pt x="3114" y="31303"/>
                  </a:lnTo>
                  <a:lnTo>
                    <a:pt x="3157" y="31338"/>
                  </a:lnTo>
                  <a:lnTo>
                    <a:pt x="3276" y="31440"/>
                  </a:lnTo>
                  <a:lnTo>
                    <a:pt x="3396" y="31534"/>
                  </a:lnTo>
                  <a:lnTo>
                    <a:pt x="3523" y="31628"/>
                  </a:lnTo>
                  <a:lnTo>
                    <a:pt x="3660" y="31704"/>
                  </a:lnTo>
                  <a:lnTo>
                    <a:pt x="3796" y="31781"/>
                  </a:lnTo>
                  <a:lnTo>
                    <a:pt x="3933" y="31849"/>
                  </a:lnTo>
                  <a:lnTo>
                    <a:pt x="4078" y="31918"/>
                  </a:lnTo>
                  <a:lnTo>
                    <a:pt x="4223" y="31969"/>
                  </a:lnTo>
                  <a:lnTo>
                    <a:pt x="4368" y="32020"/>
                  </a:lnTo>
                  <a:lnTo>
                    <a:pt x="4521" y="32063"/>
                  </a:lnTo>
                  <a:lnTo>
                    <a:pt x="4675" y="32097"/>
                  </a:lnTo>
                  <a:lnTo>
                    <a:pt x="4837" y="32122"/>
                  </a:lnTo>
                  <a:lnTo>
                    <a:pt x="4991" y="32139"/>
                  </a:lnTo>
                  <a:lnTo>
                    <a:pt x="5153" y="32156"/>
                  </a:lnTo>
                  <a:lnTo>
                    <a:pt x="5323" y="32156"/>
                  </a:lnTo>
                  <a:lnTo>
                    <a:pt x="5485" y="32148"/>
                  </a:lnTo>
                  <a:lnTo>
                    <a:pt x="5647" y="32139"/>
                  </a:lnTo>
                  <a:lnTo>
                    <a:pt x="5809" y="32114"/>
                  </a:lnTo>
                  <a:lnTo>
                    <a:pt x="5971" y="32088"/>
                  </a:lnTo>
                  <a:lnTo>
                    <a:pt x="6125" y="32045"/>
                  </a:lnTo>
                  <a:lnTo>
                    <a:pt x="6278" y="32003"/>
                  </a:lnTo>
                  <a:lnTo>
                    <a:pt x="6432" y="31952"/>
                  </a:lnTo>
                  <a:lnTo>
                    <a:pt x="6577" y="31892"/>
                  </a:lnTo>
                  <a:lnTo>
                    <a:pt x="6722" y="31824"/>
                  </a:lnTo>
                  <a:lnTo>
                    <a:pt x="6858" y="31755"/>
                  </a:lnTo>
                  <a:lnTo>
                    <a:pt x="6995" y="31679"/>
                  </a:lnTo>
                  <a:lnTo>
                    <a:pt x="7123" y="31593"/>
                  </a:lnTo>
                  <a:lnTo>
                    <a:pt x="7251" y="31500"/>
                  </a:lnTo>
                  <a:lnTo>
                    <a:pt x="7370" y="31406"/>
                  </a:lnTo>
                  <a:lnTo>
                    <a:pt x="7490" y="31303"/>
                  </a:lnTo>
                  <a:lnTo>
                    <a:pt x="7601" y="31193"/>
                  </a:lnTo>
                  <a:lnTo>
                    <a:pt x="7703" y="31082"/>
                  </a:lnTo>
                  <a:lnTo>
                    <a:pt x="7805" y="30962"/>
                  </a:lnTo>
                  <a:lnTo>
                    <a:pt x="7899" y="30843"/>
                  </a:lnTo>
                  <a:lnTo>
                    <a:pt x="7984" y="30715"/>
                  </a:lnTo>
                  <a:lnTo>
                    <a:pt x="8070" y="30578"/>
                  </a:lnTo>
                  <a:lnTo>
                    <a:pt x="8146" y="30450"/>
                  </a:lnTo>
                  <a:lnTo>
                    <a:pt x="8215" y="30305"/>
                  </a:lnTo>
                  <a:lnTo>
                    <a:pt x="8274" y="30169"/>
                  </a:lnTo>
                  <a:lnTo>
                    <a:pt x="8334" y="30015"/>
                  </a:lnTo>
                  <a:lnTo>
                    <a:pt x="8385" y="29870"/>
                  </a:lnTo>
                  <a:lnTo>
                    <a:pt x="8419" y="29717"/>
                  </a:lnTo>
                  <a:lnTo>
                    <a:pt x="8462" y="29563"/>
                  </a:lnTo>
                  <a:lnTo>
                    <a:pt x="8488" y="29410"/>
                  </a:lnTo>
                  <a:lnTo>
                    <a:pt x="8505" y="29248"/>
                  </a:lnTo>
                  <a:lnTo>
                    <a:pt x="8513" y="29086"/>
                  </a:lnTo>
                  <a:lnTo>
                    <a:pt x="8522" y="28924"/>
                  </a:lnTo>
                  <a:lnTo>
                    <a:pt x="8513" y="28753"/>
                  </a:lnTo>
                  <a:lnTo>
                    <a:pt x="4393" y="8965"/>
                  </a:lnTo>
                  <a:lnTo>
                    <a:pt x="7080" y="5903"/>
                  </a:lnTo>
                  <a:lnTo>
                    <a:pt x="7549" y="4189"/>
                  </a:lnTo>
                  <a:lnTo>
                    <a:pt x="7967" y="2645"/>
                  </a:lnTo>
                  <a:lnTo>
                    <a:pt x="8351" y="1186"/>
                  </a:lnTo>
                  <a:lnTo>
                    <a:pt x="8385" y="1033"/>
                  </a:lnTo>
                  <a:lnTo>
                    <a:pt x="8411" y="896"/>
                  </a:lnTo>
                  <a:lnTo>
                    <a:pt x="8419" y="768"/>
                  </a:lnTo>
                  <a:lnTo>
                    <a:pt x="8419" y="649"/>
                  </a:lnTo>
                  <a:lnTo>
                    <a:pt x="8411" y="538"/>
                  </a:lnTo>
                  <a:lnTo>
                    <a:pt x="8394" y="444"/>
                  </a:lnTo>
                  <a:lnTo>
                    <a:pt x="8377" y="359"/>
                  </a:lnTo>
                  <a:lnTo>
                    <a:pt x="8343" y="282"/>
                  </a:lnTo>
                  <a:lnTo>
                    <a:pt x="8300" y="222"/>
                  </a:lnTo>
                  <a:lnTo>
                    <a:pt x="8257" y="163"/>
                  </a:lnTo>
                  <a:lnTo>
                    <a:pt x="8206" y="111"/>
                  </a:lnTo>
                  <a:lnTo>
                    <a:pt x="8146" y="77"/>
                  </a:lnTo>
                  <a:lnTo>
                    <a:pt x="8087" y="43"/>
                  </a:lnTo>
                  <a:lnTo>
                    <a:pt x="8018" y="26"/>
                  </a:lnTo>
                  <a:lnTo>
                    <a:pt x="7959" y="9"/>
                  </a:lnTo>
                  <a:lnTo>
                    <a:pt x="7882" y="1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1174;p26">
              <a:extLst>
                <a:ext uri="{FF2B5EF4-FFF2-40B4-BE49-F238E27FC236}">
                  <a16:creationId xmlns:a16="http://schemas.microsoft.com/office/drawing/2014/main" id="{099E99ED-9A90-AD4F-C4E9-2F20A501EA9D}"/>
                </a:ext>
              </a:extLst>
            </p:cNvPr>
            <p:cNvSpPr/>
            <p:nvPr/>
          </p:nvSpPr>
          <p:spPr>
            <a:xfrm>
              <a:off x="5261900" y="2444125"/>
              <a:ext cx="213050" cy="803925"/>
            </a:xfrm>
            <a:custGeom>
              <a:avLst/>
              <a:gdLst/>
              <a:ahLst/>
              <a:cxnLst/>
              <a:rect l="l" t="t" r="r" b="b"/>
              <a:pathLst>
                <a:path w="8522" h="32157" fill="none" extrusionOk="0">
                  <a:moveTo>
                    <a:pt x="1954" y="27107"/>
                  </a:moveTo>
                  <a:lnTo>
                    <a:pt x="768" y="10765"/>
                  </a:lnTo>
                  <a:lnTo>
                    <a:pt x="768" y="10765"/>
                  </a:lnTo>
                  <a:lnTo>
                    <a:pt x="700" y="10688"/>
                  </a:lnTo>
                  <a:lnTo>
                    <a:pt x="615" y="10586"/>
                  </a:lnTo>
                  <a:lnTo>
                    <a:pt x="513" y="10458"/>
                  </a:lnTo>
                  <a:lnTo>
                    <a:pt x="410" y="10296"/>
                  </a:lnTo>
                  <a:lnTo>
                    <a:pt x="308" y="10125"/>
                  </a:lnTo>
                  <a:lnTo>
                    <a:pt x="206" y="9929"/>
                  </a:lnTo>
                  <a:lnTo>
                    <a:pt x="163" y="9818"/>
                  </a:lnTo>
                  <a:lnTo>
                    <a:pt x="120" y="9716"/>
                  </a:lnTo>
                  <a:lnTo>
                    <a:pt x="86" y="9596"/>
                  </a:lnTo>
                  <a:lnTo>
                    <a:pt x="52" y="9485"/>
                  </a:lnTo>
                  <a:lnTo>
                    <a:pt x="35" y="9357"/>
                  </a:lnTo>
                  <a:lnTo>
                    <a:pt x="18" y="9238"/>
                  </a:lnTo>
                  <a:lnTo>
                    <a:pt x="1" y="9110"/>
                  </a:lnTo>
                  <a:lnTo>
                    <a:pt x="1" y="8982"/>
                  </a:lnTo>
                  <a:lnTo>
                    <a:pt x="9" y="8846"/>
                  </a:lnTo>
                  <a:lnTo>
                    <a:pt x="35" y="8718"/>
                  </a:lnTo>
                  <a:lnTo>
                    <a:pt x="61" y="8581"/>
                  </a:lnTo>
                  <a:lnTo>
                    <a:pt x="103" y="8445"/>
                  </a:lnTo>
                  <a:lnTo>
                    <a:pt x="163" y="8300"/>
                  </a:lnTo>
                  <a:lnTo>
                    <a:pt x="231" y="8163"/>
                  </a:lnTo>
                  <a:lnTo>
                    <a:pt x="308" y="8027"/>
                  </a:lnTo>
                  <a:lnTo>
                    <a:pt x="410" y="7882"/>
                  </a:lnTo>
                  <a:lnTo>
                    <a:pt x="521" y="7737"/>
                  </a:lnTo>
                  <a:lnTo>
                    <a:pt x="649" y="7600"/>
                  </a:lnTo>
                  <a:lnTo>
                    <a:pt x="803" y="7455"/>
                  </a:lnTo>
                  <a:lnTo>
                    <a:pt x="965" y="7319"/>
                  </a:lnTo>
                  <a:lnTo>
                    <a:pt x="965" y="7319"/>
                  </a:lnTo>
                  <a:lnTo>
                    <a:pt x="1357" y="7003"/>
                  </a:lnTo>
                  <a:lnTo>
                    <a:pt x="1758" y="6713"/>
                  </a:lnTo>
                  <a:lnTo>
                    <a:pt x="2167" y="6423"/>
                  </a:lnTo>
                  <a:lnTo>
                    <a:pt x="2568" y="6159"/>
                  </a:lnTo>
                  <a:lnTo>
                    <a:pt x="2961" y="5903"/>
                  </a:lnTo>
                  <a:lnTo>
                    <a:pt x="3344" y="5656"/>
                  </a:lnTo>
                  <a:lnTo>
                    <a:pt x="3720" y="5434"/>
                  </a:lnTo>
                  <a:lnTo>
                    <a:pt x="4061" y="5229"/>
                  </a:lnTo>
                  <a:lnTo>
                    <a:pt x="4683" y="4888"/>
                  </a:lnTo>
                  <a:lnTo>
                    <a:pt x="5170" y="4624"/>
                  </a:lnTo>
                  <a:lnTo>
                    <a:pt x="5494" y="4461"/>
                  </a:lnTo>
                  <a:lnTo>
                    <a:pt x="5605" y="4402"/>
                  </a:lnTo>
                  <a:lnTo>
                    <a:pt x="5605" y="4402"/>
                  </a:lnTo>
                  <a:lnTo>
                    <a:pt x="5809" y="3864"/>
                  </a:lnTo>
                  <a:lnTo>
                    <a:pt x="6261" y="2645"/>
                  </a:lnTo>
                  <a:lnTo>
                    <a:pt x="6509" y="1962"/>
                  </a:lnTo>
                  <a:lnTo>
                    <a:pt x="6739" y="1323"/>
                  </a:lnTo>
                  <a:lnTo>
                    <a:pt x="6910" y="811"/>
                  </a:lnTo>
                  <a:lnTo>
                    <a:pt x="6969" y="623"/>
                  </a:lnTo>
                  <a:lnTo>
                    <a:pt x="7003" y="487"/>
                  </a:lnTo>
                  <a:lnTo>
                    <a:pt x="7003" y="487"/>
                  </a:lnTo>
                  <a:lnTo>
                    <a:pt x="7021" y="436"/>
                  </a:lnTo>
                  <a:lnTo>
                    <a:pt x="7046" y="393"/>
                  </a:lnTo>
                  <a:lnTo>
                    <a:pt x="7080" y="342"/>
                  </a:lnTo>
                  <a:lnTo>
                    <a:pt x="7114" y="299"/>
                  </a:lnTo>
                  <a:lnTo>
                    <a:pt x="7157" y="248"/>
                  </a:lnTo>
                  <a:lnTo>
                    <a:pt x="7208" y="214"/>
                  </a:lnTo>
                  <a:lnTo>
                    <a:pt x="7328" y="137"/>
                  </a:lnTo>
                  <a:lnTo>
                    <a:pt x="7456" y="69"/>
                  </a:lnTo>
                  <a:lnTo>
                    <a:pt x="7601" y="26"/>
                  </a:lnTo>
                  <a:lnTo>
                    <a:pt x="7669" y="9"/>
                  </a:lnTo>
                  <a:lnTo>
                    <a:pt x="7746" y="1"/>
                  </a:lnTo>
                  <a:lnTo>
                    <a:pt x="7814" y="1"/>
                  </a:lnTo>
                  <a:lnTo>
                    <a:pt x="7882" y="1"/>
                  </a:lnTo>
                  <a:lnTo>
                    <a:pt x="7959" y="9"/>
                  </a:lnTo>
                  <a:lnTo>
                    <a:pt x="8018" y="26"/>
                  </a:lnTo>
                  <a:lnTo>
                    <a:pt x="8087" y="43"/>
                  </a:lnTo>
                  <a:lnTo>
                    <a:pt x="8146" y="77"/>
                  </a:lnTo>
                  <a:lnTo>
                    <a:pt x="8206" y="111"/>
                  </a:lnTo>
                  <a:lnTo>
                    <a:pt x="8257" y="163"/>
                  </a:lnTo>
                  <a:lnTo>
                    <a:pt x="8300" y="222"/>
                  </a:lnTo>
                  <a:lnTo>
                    <a:pt x="8343" y="282"/>
                  </a:lnTo>
                  <a:lnTo>
                    <a:pt x="8377" y="359"/>
                  </a:lnTo>
                  <a:lnTo>
                    <a:pt x="8394" y="444"/>
                  </a:lnTo>
                  <a:lnTo>
                    <a:pt x="8411" y="538"/>
                  </a:lnTo>
                  <a:lnTo>
                    <a:pt x="8419" y="649"/>
                  </a:lnTo>
                  <a:lnTo>
                    <a:pt x="8419" y="768"/>
                  </a:lnTo>
                  <a:lnTo>
                    <a:pt x="8411" y="896"/>
                  </a:lnTo>
                  <a:lnTo>
                    <a:pt x="8385" y="1033"/>
                  </a:lnTo>
                  <a:lnTo>
                    <a:pt x="8351" y="1186"/>
                  </a:lnTo>
                  <a:lnTo>
                    <a:pt x="8351" y="1186"/>
                  </a:lnTo>
                  <a:lnTo>
                    <a:pt x="7967" y="2645"/>
                  </a:lnTo>
                  <a:lnTo>
                    <a:pt x="7549" y="4189"/>
                  </a:lnTo>
                  <a:lnTo>
                    <a:pt x="7080" y="5903"/>
                  </a:lnTo>
                  <a:lnTo>
                    <a:pt x="4393" y="8965"/>
                  </a:lnTo>
                  <a:lnTo>
                    <a:pt x="8513" y="28753"/>
                  </a:lnTo>
                  <a:lnTo>
                    <a:pt x="8513" y="28753"/>
                  </a:lnTo>
                  <a:lnTo>
                    <a:pt x="8522" y="28924"/>
                  </a:lnTo>
                  <a:lnTo>
                    <a:pt x="8513" y="29086"/>
                  </a:lnTo>
                  <a:lnTo>
                    <a:pt x="8505" y="29248"/>
                  </a:lnTo>
                  <a:lnTo>
                    <a:pt x="8488" y="29410"/>
                  </a:lnTo>
                  <a:lnTo>
                    <a:pt x="8462" y="29563"/>
                  </a:lnTo>
                  <a:lnTo>
                    <a:pt x="8419" y="29717"/>
                  </a:lnTo>
                  <a:lnTo>
                    <a:pt x="8385" y="29870"/>
                  </a:lnTo>
                  <a:lnTo>
                    <a:pt x="8334" y="30015"/>
                  </a:lnTo>
                  <a:lnTo>
                    <a:pt x="8274" y="30169"/>
                  </a:lnTo>
                  <a:lnTo>
                    <a:pt x="8215" y="30305"/>
                  </a:lnTo>
                  <a:lnTo>
                    <a:pt x="8146" y="30450"/>
                  </a:lnTo>
                  <a:lnTo>
                    <a:pt x="8070" y="30578"/>
                  </a:lnTo>
                  <a:lnTo>
                    <a:pt x="7984" y="30715"/>
                  </a:lnTo>
                  <a:lnTo>
                    <a:pt x="7899" y="30843"/>
                  </a:lnTo>
                  <a:lnTo>
                    <a:pt x="7805" y="30962"/>
                  </a:lnTo>
                  <a:lnTo>
                    <a:pt x="7703" y="31082"/>
                  </a:lnTo>
                  <a:lnTo>
                    <a:pt x="7601" y="31193"/>
                  </a:lnTo>
                  <a:lnTo>
                    <a:pt x="7490" y="31303"/>
                  </a:lnTo>
                  <a:lnTo>
                    <a:pt x="7370" y="31406"/>
                  </a:lnTo>
                  <a:lnTo>
                    <a:pt x="7251" y="31500"/>
                  </a:lnTo>
                  <a:lnTo>
                    <a:pt x="7123" y="31593"/>
                  </a:lnTo>
                  <a:lnTo>
                    <a:pt x="6995" y="31679"/>
                  </a:lnTo>
                  <a:lnTo>
                    <a:pt x="6858" y="31755"/>
                  </a:lnTo>
                  <a:lnTo>
                    <a:pt x="6722" y="31824"/>
                  </a:lnTo>
                  <a:lnTo>
                    <a:pt x="6577" y="31892"/>
                  </a:lnTo>
                  <a:lnTo>
                    <a:pt x="6432" y="31952"/>
                  </a:lnTo>
                  <a:lnTo>
                    <a:pt x="6278" y="32003"/>
                  </a:lnTo>
                  <a:lnTo>
                    <a:pt x="6125" y="32045"/>
                  </a:lnTo>
                  <a:lnTo>
                    <a:pt x="5971" y="32088"/>
                  </a:lnTo>
                  <a:lnTo>
                    <a:pt x="5809" y="32114"/>
                  </a:lnTo>
                  <a:lnTo>
                    <a:pt x="5647" y="32139"/>
                  </a:lnTo>
                  <a:lnTo>
                    <a:pt x="5485" y="32148"/>
                  </a:lnTo>
                  <a:lnTo>
                    <a:pt x="5485" y="32148"/>
                  </a:lnTo>
                  <a:lnTo>
                    <a:pt x="5323" y="32156"/>
                  </a:lnTo>
                  <a:lnTo>
                    <a:pt x="5153" y="32156"/>
                  </a:lnTo>
                  <a:lnTo>
                    <a:pt x="4991" y="32139"/>
                  </a:lnTo>
                  <a:lnTo>
                    <a:pt x="4837" y="32122"/>
                  </a:lnTo>
                  <a:lnTo>
                    <a:pt x="4675" y="32097"/>
                  </a:lnTo>
                  <a:lnTo>
                    <a:pt x="4521" y="32063"/>
                  </a:lnTo>
                  <a:lnTo>
                    <a:pt x="4368" y="32020"/>
                  </a:lnTo>
                  <a:lnTo>
                    <a:pt x="4223" y="31969"/>
                  </a:lnTo>
                  <a:lnTo>
                    <a:pt x="4078" y="31918"/>
                  </a:lnTo>
                  <a:lnTo>
                    <a:pt x="3933" y="31849"/>
                  </a:lnTo>
                  <a:lnTo>
                    <a:pt x="3796" y="31781"/>
                  </a:lnTo>
                  <a:lnTo>
                    <a:pt x="3660" y="31704"/>
                  </a:lnTo>
                  <a:lnTo>
                    <a:pt x="3523" y="31628"/>
                  </a:lnTo>
                  <a:lnTo>
                    <a:pt x="3396" y="31534"/>
                  </a:lnTo>
                  <a:lnTo>
                    <a:pt x="3276" y="31440"/>
                  </a:lnTo>
                  <a:lnTo>
                    <a:pt x="3157" y="31338"/>
                  </a:lnTo>
                  <a:lnTo>
                    <a:pt x="3157" y="31338"/>
                  </a:lnTo>
                  <a:lnTo>
                    <a:pt x="3114" y="31303"/>
                  </a:lnTo>
                  <a:lnTo>
                    <a:pt x="2986" y="31184"/>
                  </a:lnTo>
                  <a:lnTo>
                    <a:pt x="2892" y="31082"/>
                  </a:lnTo>
                  <a:lnTo>
                    <a:pt x="2790" y="30962"/>
                  </a:lnTo>
                  <a:lnTo>
                    <a:pt x="2671" y="30817"/>
                  </a:lnTo>
                  <a:lnTo>
                    <a:pt x="2543" y="30647"/>
                  </a:lnTo>
                  <a:lnTo>
                    <a:pt x="2398" y="30450"/>
                  </a:lnTo>
                  <a:lnTo>
                    <a:pt x="2253" y="30229"/>
                  </a:lnTo>
                  <a:lnTo>
                    <a:pt x="2099" y="29973"/>
                  </a:lnTo>
                  <a:lnTo>
                    <a:pt x="1937" y="29683"/>
                  </a:lnTo>
                  <a:lnTo>
                    <a:pt x="1783" y="29367"/>
                  </a:lnTo>
                  <a:lnTo>
                    <a:pt x="1621" y="29018"/>
                  </a:lnTo>
                  <a:lnTo>
                    <a:pt x="1459" y="28625"/>
                  </a:lnTo>
                  <a:lnTo>
                    <a:pt x="1306" y="2820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1175;p26">
              <a:extLst>
                <a:ext uri="{FF2B5EF4-FFF2-40B4-BE49-F238E27FC236}">
                  <a16:creationId xmlns:a16="http://schemas.microsoft.com/office/drawing/2014/main" id="{AFB65FDF-4400-78C7-F1EF-9E19E6B4071D}"/>
                </a:ext>
              </a:extLst>
            </p:cNvPr>
            <p:cNvSpPr/>
            <p:nvPr/>
          </p:nvSpPr>
          <p:spPr>
            <a:xfrm>
              <a:off x="5261900" y="2444125"/>
              <a:ext cx="213050" cy="803925"/>
            </a:xfrm>
            <a:custGeom>
              <a:avLst/>
              <a:gdLst/>
              <a:ahLst/>
              <a:cxnLst/>
              <a:rect l="l" t="t" r="r" b="b"/>
              <a:pathLst>
                <a:path w="8522" h="32157" fill="none" extrusionOk="0">
                  <a:moveTo>
                    <a:pt x="1954" y="27107"/>
                  </a:moveTo>
                  <a:lnTo>
                    <a:pt x="768" y="10765"/>
                  </a:lnTo>
                  <a:lnTo>
                    <a:pt x="768" y="10765"/>
                  </a:lnTo>
                  <a:lnTo>
                    <a:pt x="700" y="10688"/>
                  </a:lnTo>
                  <a:lnTo>
                    <a:pt x="615" y="10586"/>
                  </a:lnTo>
                  <a:lnTo>
                    <a:pt x="513" y="10458"/>
                  </a:lnTo>
                  <a:lnTo>
                    <a:pt x="410" y="10296"/>
                  </a:lnTo>
                  <a:lnTo>
                    <a:pt x="308" y="10125"/>
                  </a:lnTo>
                  <a:lnTo>
                    <a:pt x="206" y="9929"/>
                  </a:lnTo>
                  <a:lnTo>
                    <a:pt x="163" y="9818"/>
                  </a:lnTo>
                  <a:lnTo>
                    <a:pt x="120" y="9716"/>
                  </a:lnTo>
                  <a:lnTo>
                    <a:pt x="86" y="9596"/>
                  </a:lnTo>
                  <a:lnTo>
                    <a:pt x="52" y="9485"/>
                  </a:lnTo>
                  <a:lnTo>
                    <a:pt x="35" y="9357"/>
                  </a:lnTo>
                  <a:lnTo>
                    <a:pt x="18" y="9238"/>
                  </a:lnTo>
                  <a:lnTo>
                    <a:pt x="1" y="9110"/>
                  </a:lnTo>
                  <a:lnTo>
                    <a:pt x="1" y="8982"/>
                  </a:lnTo>
                  <a:lnTo>
                    <a:pt x="9" y="8846"/>
                  </a:lnTo>
                  <a:lnTo>
                    <a:pt x="35" y="8718"/>
                  </a:lnTo>
                  <a:lnTo>
                    <a:pt x="61" y="8581"/>
                  </a:lnTo>
                  <a:lnTo>
                    <a:pt x="103" y="8445"/>
                  </a:lnTo>
                  <a:lnTo>
                    <a:pt x="163" y="8300"/>
                  </a:lnTo>
                  <a:lnTo>
                    <a:pt x="231" y="8163"/>
                  </a:lnTo>
                  <a:lnTo>
                    <a:pt x="308" y="8027"/>
                  </a:lnTo>
                  <a:lnTo>
                    <a:pt x="410" y="7882"/>
                  </a:lnTo>
                  <a:lnTo>
                    <a:pt x="521" y="7737"/>
                  </a:lnTo>
                  <a:lnTo>
                    <a:pt x="649" y="7600"/>
                  </a:lnTo>
                  <a:lnTo>
                    <a:pt x="803" y="7455"/>
                  </a:lnTo>
                  <a:lnTo>
                    <a:pt x="965" y="7319"/>
                  </a:lnTo>
                  <a:lnTo>
                    <a:pt x="965" y="7319"/>
                  </a:lnTo>
                  <a:lnTo>
                    <a:pt x="1357" y="7003"/>
                  </a:lnTo>
                  <a:lnTo>
                    <a:pt x="1758" y="6713"/>
                  </a:lnTo>
                  <a:lnTo>
                    <a:pt x="2167" y="6423"/>
                  </a:lnTo>
                  <a:lnTo>
                    <a:pt x="2568" y="6159"/>
                  </a:lnTo>
                  <a:lnTo>
                    <a:pt x="2961" y="5903"/>
                  </a:lnTo>
                  <a:lnTo>
                    <a:pt x="3344" y="5656"/>
                  </a:lnTo>
                  <a:lnTo>
                    <a:pt x="3720" y="5434"/>
                  </a:lnTo>
                  <a:lnTo>
                    <a:pt x="4061" y="5229"/>
                  </a:lnTo>
                  <a:lnTo>
                    <a:pt x="4683" y="4888"/>
                  </a:lnTo>
                  <a:lnTo>
                    <a:pt x="5170" y="4624"/>
                  </a:lnTo>
                  <a:lnTo>
                    <a:pt x="5494" y="4461"/>
                  </a:lnTo>
                  <a:lnTo>
                    <a:pt x="5605" y="4402"/>
                  </a:lnTo>
                  <a:lnTo>
                    <a:pt x="5605" y="4402"/>
                  </a:lnTo>
                  <a:lnTo>
                    <a:pt x="5809" y="3864"/>
                  </a:lnTo>
                  <a:lnTo>
                    <a:pt x="6261" y="2645"/>
                  </a:lnTo>
                  <a:lnTo>
                    <a:pt x="6509" y="1962"/>
                  </a:lnTo>
                  <a:lnTo>
                    <a:pt x="6739" y="1323"/>
                  </a:lnTo>
                  <a:lnTo>
                    <a:pt x="6910" y="811"/>
                  </a:lnTo>
                  <a:lnTo>
                    <a:pt x="6969" y="623"/>
                  </a:lnTo>
                  <a:lnTo>
                    <a:pt x="7003" y="487"/>
                  </a:lnTo>
                  <a:lnTo>
                    <a:pt x="7003" y="487"/>
                  </a:lnTo>
                  <a:lnTo>
                    <a:pt x="7021" y="436"/>
                  </a:lnTo>
                  <a:lnTo>
                    <a:pt x="7046" y="393"/>
                  </a:lnTo>
                  <a:lnTo>
                    <a:pt x="7080" y="342"/>
                  </a:lnTo>
                  <a:lnTo>
                    <a:pt x="7114" y="299"/>
                  </a:lnTo>
                  <a:lnTo>
                    <a:pt x="7157" y="248"/>
                  </a:lnTo>
                  <a:lnTo>
                    <a:pt x="7208" y="214"/>
                  </a:lnTo>
                  <a:lnTo>
                    <a:pt x="7328" y="137"/>
                  </a:lnTo>
                  <a:lnTo>
                    <a:pt x="7456" y="69"/>
                  </a:lnTo>
                  <a:lnTo>
                    <a:pt x="7601" y="26"/>
                  </a:lnTo>
                  <a:lnTo>
                    <a:pt x="7669" y="9"/>
                  </a:lnTo>
                  <a:lnTo>
                    <a:pt x="7746" y="1"/>
                  </a:lnTo>
                  <a:lnTo>
                    <a:pt x="7814" y="1"/>
                  </a:lnTo>
                  <a:lnTo>
                    <a:pt x="7882" y="1"/>
                  </a:lnTo>
                  <a:lnTo>
                    <a:pt x="7959" y="9"/>
                  </a:lnTo>
                  <a:lnTo>
                    <a:pt x="8018" y="26"/>
                  </a:lnTo>
                  <a:lnTo>
                    <a:pt x="8087" y="43"/>
                  </a:lnTo>
                  <a:lnTo>
                    <a:pt x="8146" y="77"/>
                  </a:lnTo>
                  <a:lnTo>
                    <a:pt x="8206" y="111"/>
                  </a:lnTo>
                  <a:lnTo>
                    <a:pt x="8257" y="163"/>
                  </a:lnTo>
                  <a:lnTo>
                    <a:pt x="8300" y="222"/>
                  </a:lnTo>
                  <a:lnTo>
                    <a:pt x="8343" y="282"/>
                  </a:lnTo>
                  <a:lnTo>
                    <a:pt x="8377" y="359"/>
                  </a:lnTo>
                  <a:lnTo>
                    <a:pt x="8394" y="444"/>
                  </a:lnTo>
                  <a:lnTo>
                    <a:pt x="8411" y="538"/>
                  </a:lnTo>
                  <a:lnTo>
                    <a:pt x="8419" y="649"/>
                  </a:lnTo>
                  <a:lnTo>
                    <a:pt x="8419" y="768"/>
                  </a:lnTo>
                  <a:lnTo>
                    <a:pt x="8411" y="896"/>
                  </a:lnTo>
                  <a:lnTo>
                    <a:pt x="8385" y="1033"/>
                  </a:lnTo>
                  <a:lnTo>
                    <a:pt x="8351" y="1186"/>
                  </a:lnTo>
                  <a:lnTo>
                    <a:pt x="8351" y="1186"/>
                  </a:lnTo>
                  <a:lnTo>
                    <a:pt x="7967" y="2645"/>
                  </a:lnTo>
                  <a:lnTo>
                    <a:pt x="7549" y="4189"/>
                  </a:lnTo>
                  <a:lnTo>
                    <a:pt x="7080" y="5903"/>
                  </a:lnTo>
                  <a:lnTo>
                    <a:pt x="4393" y="8965"/>
                  </a:lnTo>
                  <a:lnTo>
                    <a:pt x="8513" y="28753"/>
                  </a:lnTo>
                  <a:lnTo>
                    <a:pt x="8513" y="28753"/>
                  </a:lnTo>
                  <a:lnTo>
                    <a:pt x="8522" y="28924"/>
                  </a:lnTo>
                  <a:lnTo>
                    <a:pt x="8513" y="29086"/>
                  </a:lnTo>
                  <a:lnTo>
                    <a:pt x="8505" y="29248"/>
                  </a:lnTo>
                  <a:lnTo>
                    <a:pt x="8488" y="29410"/>
                  </a:lnTo>
                  <a:lnTo>
                    <a:pt x="8462" y="29563"/>
                  </a:lnTo>
                  <a:lnTo>
                    <a:pt x="8419" y="29717"/>
                  </a:lnTo>
                  <a:lnTo>
                    <a:pt x="8385" y="29870"/>
                  </a:lnTo>
                  <a:lnTo>
                    <a:pt x="8334" y="30015"/>
                  </a:lnTo>
                  <a:lnTo>
                    <a:pt x="8274" y="30169"/>
                  </a:lnTo>
                  <a:lnTo>
                    <a:pt x="8215" y="30305"/>
                  </a:lnTo>
                  <a:lnTo>
                    <a:pt x="8146" y="30450"/>
                  </a:lnTo>
                  <a:lnTo>
                    <a:pt x="8070" y="30578"/>
                  </a:lnTo>
                  <a:lnTo>
                    <a:pt x="7984" y="30715"/>
                  </a:lnTo>
                  <a:lnTo>
                    <a:pt x="7899" y="30843"/>
                  </a:lnTo>
                  <a:lnTo>
                    <a:pt x="7805" y="30962"/>
                  </a:lnTo>
                  <a:lnTo>
                    <a:pt x="7703" y="31082"/>
                  </a:lnTo>
                  <a:lnTo>
                    <a:pt x="7601" y="31193"/>
                  </a:lnTo>
                  <a:lnTo>
                    <a:pt x="7490" y="31303"/>
                  </a:lnTo>
                  <a:lnTo>
                    <a:pt x="7370" y="31406"/>
                  </a:lnTo>
                  <a:lnTo>
                    <a:pt x="7251" y="31500"/>
                  </a:lnTo>
                  <a:lnTo>
                    <a:pt x="7123" y="31593"/>
                  </a:lnTo>
                  <a:lnTo>
                    <a:pt x="6995" y="31679"/>
                  </a:lnTo>
                  <a:lnTo>
                    <a:pt x="6858" y="31755"/>
                  </a:lnTo>
                  <a:lnTo>
                    <a:pt x="6722" y="31824"/>
                  </a:lnTo>
                  <a:lnTo>
                    <a:pt x="6577" y="31892"/>
                  </a:lnTo>
                  <a:lnTo>
                    <a:pt x="6432" y="31952"/>
                  </a:lnTo>
                  <a:lnTo>
                    <a:pt x="6278" y="32003"/>
                  </a:lnTo>
                  <a:lnTo>
                    <a:pt x="6125" y="32045"/>
                  </a:lnTo>
                  <a:lnTo>
                    <a:pt x="5971" y="32088"/>
                  </a:lnTo>
                  <a:lnTo>
                    <a:pt x="5809" y="32114"/>
                  </a:lnTo>
                  <a:lnTo>
                    <a:pt x="5647" y="32139"/>
                  </a:lnTo>
                  <a:lnTo>
                    <a:pt x="5485" y="32148"/>
                  </a:lnTo>
                  <a:lnTo>
                    <a:pt x="5485" y="32148"/>
                  </a:lnTo>
                  <a:lnTo>
                    <a:pt x="5323" y="32156"/>
                  </a:lnTo>
                  <a:lnTo>
                    <a:pt x="5153" y="32156"/>
                  </a:lnTo>
                  <a:lnTo>
                    <a:pt x="4991" y="32139"/>
                  </a:lnTo>
                  <a:lnTo>
                    <a:pt x="4837" y="32122"/>
                  </a:lnTo>
                  <a:lnTo>
                    <a:pt x="4675" y="32097"/>
                  </a:lnTo>
                  <a:lnTo>
                    <a:pt x="4521" y="32063"/>
                  </a:lnTo>
                  <a:lnTo>
                    <a:pt x="4368" y="32020"/>
                  </a:lnTo>
                  <a:lnTo>
                    <a:pt x="4223" y="31969"/>
                  </a:lnTo>
                  <a:lnTo>
                    <a:pt x="4078" y="31918"/>
                  </a:lnTo>
                  <a:lnTo>
                    <a:pt x="3933" y="31849"/>
                  </a:lnTo>
                  <a:lnTo>
                    <a:pt x="3796" y="31781"/>
                  </a:lnTo>
                  <a:lnTo>
                    <a:pt x="3660" y="31704"/>
                  </a:lnTo>
                  <a:lnTo>
                    <a:pt x="3523" y="31628"/>
                  </a:lnTo>
                  <a:lnTo>
                    <a:pt x="3396" y="31534"/>
                  </a:lnTo>
                  <a:lnTo>
                    <a:pt x="3276" y="31440"/>
                  </a:lnTo>
                  <a:lnTo>
                    <a:pt x="3157" y="31338"/>
                  </a:lnTo>
                  <a:lnTo>
                    <a:pt x="3157" y="31338"/>
                  </a:lnTo>
                  <a:lnTo>
                    <a:pt x="3114" y="31303"/>
                  </a:lnTo>
                  <a:lnTo>
                    <a:pt x="2986" y="31184"/>
                  </a:lnTo>
                  <a:lnTo>
                    <a:pt x="2892" y="31082"/>
                  </a:lnTo>
                  <a:lnTo>
                    <a:pt x="2790" y="30962"/>
                  </a:lnTo>
                  <a:lnTo>
                    <a:pt x="2671" y="30817"/>
                  </a:lnTo>
                  <a:lnTo>
                    <a:pt x="2543" y="30647"/>
                  </a:lnTo>
                  <a:lnTo>
                    <a:pt x="2398" y="30450"/>
                  </a:lnTo>
                  <a:lnTo>
                    <a:pt x="2253" y="30229"/>
                  </a:lnTo>
                  <a:lnTo>
                    <a:pt x="2099" y="29973"/>
                  </a:lnTo>
                  <a:lnTo>
                    <a:pt x="1937" y="29683"/>
                  </a:lnTo>
                  <a:lnTo>
                    <a:pt x="1783" y="29367"/>
                  </a:lnTo>
                  <a:lnTo>
                    <a:pt x="1621" y="29018"/>
                  </a:lnTo>
                  <a:lnTo>
                    <a:pt x="1459" y="28625"/>
                  </a:lnTo>
                  <a:lnTo>
                    <a:pt x="1306" y="28207"/>
                  </a:lnTo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1176;p26">
              <a:extLst>
                <a:ext uri="{FF2B5EF4-FFF2-40B4-BE49-F238E27FC236}">
                  <a16:creationId xmlns:a16="http://schemas.microsoft.com/office/drawing/2014/main" id="{7DFA9581-9D2C-1BB2-CBB3-2546A839CD25}"/>
                </a:ext>
              </a:extLst>
            </p:cNvPr>
            <p:cNvSpPr/>
            <p:nvPr/>
          </p:nvSpPr>
          <p:spPr>
            <a:xfrm>
              <a:off x="4782125" y="3179150"/>
              <a:ext cx="381075" cy="75500"/>
            </a:xfrm>
            <a:custGeom>
              <a:avLst/>
              <a:gdLst/>
              <a:ahLst/>
              <a:cxnLst/>
              <a:rect l="l" t="t" r="r" b="b"/>
              <a:pathLst>
                <a:path w="15243" h="3020" extrusionOk="0">
                  <a:moveTo>
                    <a:pt x="5895" y="0"/>
                  </a:moveTo>
                  <a:lnTo>
                    <a:pt x="5826" y="9"/>
                  </a:lnTo>
                  <a:lnTo>
                    <a:pt x="5758" y="26"/>
                  </a:lnTo>
                  <a:lnTo>
                    <a:pt x="5690" y="43"/>
                  </a:lnTo>
                  <a:lnTo>
                    <a:pt x="5622" y="77"/>
                  </a:lnTo>
                  <a:lnTo>
                    <a:pt x="5553" y="128"/>
                  </a:lnTo>
                  <a:lnTo>
                    <a:pt x="5485" y="179"/>
                  </a:lnTo>
                  <a:lnTo>
                    <a:pt x="5408" y="248"/>
                  </a:lnTo>
                  <a:lnTo>
                    <a:pt x="5340" y="324"/>
                  </a:lnTo>
                  <a:lnTo>
                    <a:pt x="5280" y="418"/>
                  </a:lnTo>
                  <a:lnTo>
                    <a:pt x="5238" y="521"/>
                  </a:lnTo>
                  <a:lnTo>
                    <a:pt x="5204" y="632"/>
                  </a:lnTo>
                  <a:lnTo>
                    <a:pt x="5187" y="742"/>
                  </a:lnTo>
                  <a:lnTo>
                    <a:pt x="5187" y="853"/>
                  </a:lnTo>
                  <a:lnTo>
                    <a:pt x="5195" y="964"/>
                  </a:lnTo>
                  <a:lnTo>
                    <a:pt x="5229" y="1067"/>
                  </a:lnTo>
                  <a:lnTo>
                    <a:pt x="5170" y="990"/>
                  </a:lnTo>
                  <a:lnTo>
                    <a:pt x="5093" y="922"/>
                  </a:lnTo>
                  <a:lnTo>
                    <a:pt x="5007" y="862"/>
                  </a:lnTo>
                  <a:lnTo>
                    <a:pt x="4914" y="828"/>
                  </a:lnTo>
                  <a:lnTo>
                    <a:pt x="4811" y="802"/>
                  </a:lnTo>
                  <a:lnTo>
                    <a:pt x="4709" y="802"/>
                  </a:lnTo>
                  <a:lnTo>
                    <a:pt x="4607" y="811"/>
                  </a:lnTo>
                  <a:lnTo>
                    <a:pt x="4513" y="845"/>
                  </a:lnTo>
                  <a:lnTo>
                    <a:pt x="4427" y="896"/>
                  </a:lnTo>
                  <a:lnTo>
                    <a:pt x="4342" y="956"/>
                  </a:lnTo>
                  <a:lnTo>
                    <a:pt x="4282" y="1041"/>
                  </a:lnTo>
                  <a:lnTo>
                    <a:pt x="4231" y="1126"/>
                  </a:lnTo>
                  <a:lnTo>
                    <a:pt x="4197" y="1220"/>
                  </a:lnTo>
                  <a:lnTo>
                    <a:pt x="4172" y="1322"/>
                  </a:lnTo>
                  <a:lnTo>
                    <a:pt x="4172" y="1425"/>
                  </a:lnTo>
                  <a:lnTo>
                    <a:pt x="4189" y="1519"/>
                  </a:lnTo>
                  <a:lnTo>
                    <a:pt x="4155" y="1399"/>
                  </a:lnTo>
                  <a:lnTo>
                    <a:pt x="4137" y="1339"/>
                  </a:lnTo>
                  <a:lnTo>
                    <a:pt x="4112" y="1280"/>
                  </a:lnTo>
                  <a:lnTo>
                    <a:pt x="4078" y="1229"/>
                  </a:lnTo>
                  <a:lnTo>
                    <a:pt x="4035" y="1177"/>
                  </a:lnTo>
                  <a:lnTo>
                    <a:pt x="3992" y="1135"/>
                  </a:lnTo>
                  <a:lnTo>
                    <a:pt x="3924" y="1101"/>
                  </a:lnTo>
                  <a:lnTo>
                    <a:pt x="3865" y="1084"/>
                  </a:lnTo>
                  <a:lnTo>
                    <a:pt x="3796" y="1075"/>
                  </a:lnTo>
                  <a:lnTo>
                    <a:pt x="3728" y="1084"/>
                  </a:lnTo>
                  <a:lnTo>
                    <a:pt x="3660" y="1101"/>
                  </a:lnTo>
                  <a:lnTo>
                    <a:pt x="3600" y="1126"/>
                  </a:lnTo>
                  <a:lnTo>
                    <a:pt x="3549" y="1169"/>
                  </a:lnTo>
                  <a:lnTo>
                    <a:pt x="3506" y="1229"/>
                  </a:lnTo>
                  <a:lnTo>
                    <a:pt x="3515" y="1152"/>
                  </a:lnTo>
                  <a:lnTo>
                    <a:pt x="3515" y="1084"/>
                  </a:lnTo>
                  <a:lnTo>
                    <a:pt x="3506" y="1007"/>
                  </a:lnTo>
                  <a:lnTo>
                    <a:pt x="3498" y="939"/>
                  </a:lnTo>
                  <a:lnTo>
                    <a:pt x="3472" y="870"/>
                  </a:lnTo>
                  <a:lnTo>
                    <a:pt x="3438" y="802"/>
                  </a:lnTo>
                  <a:lnTo>
                    <a:pt x="3404" y="742"/>
                  </a:lnTo>
                  <a:lnTo>
                    <a:pt x="3361" y="674"/>
                  </a:lnTo>
                  <a:lnTo>
                    <a:pt x="3310" y="623"/>
                  </a:lnTo>
                  <a:lnTo>
                    <a:pt x="3259" y="572"/>
                  </a:lnTo>
                  <a:lnTo>
                    <a:pt x="3199" y="521"/>
                  </a:lnTo>
                  <a:lnTo>
                    <a:pt x="3140" y="478"/>
                  </a:lnTo>
                  <a:lnTo>
                    <a:pt x="3071" y="444"/>
                  </a:lnTo>
                  <a:lnTo>
                    <a:pt x="3003" y="418"/>
                  </a:lnTo>
                  <a:lnTo>
                    <a:pt x="2935" y="393"/>
                  </a:lnTo>
                  <a:lnTo>
                    <a:pt x="2858" y="384"/>
                  </a:lnTo>
                  <a:lnTo>
                    <a:pt x="2790" y="376"/>
                  </a:lnTo>
                  <a:lnTo>
                    <a:pt x="2713" y="367"/>
                  </a:lnTo>
                  <a:lnTo>
                    <a:pt x="2645" y="376"/>
                  </a:lnTo>
                  <a:lnTo>
                    <a:pt x="2568" y="384"/>
                  </a:lnTo>
                  <a:lnTo>
                    <a:pt x="2500" y="401"/>
                  </a:lnTo>
                  <a:lnTo>
                    <a:pt x="2423" y="418"/>
                  </a:lnTo>
                  <a:lnTo>
                    <a:pt x="2355" y="444"/>
                  </a:lnTo>
                  <a:lnTo>
                    <a:pt x="2227" y="512"/>
                  </a:lnTo>
                  <a:lnTo>
                    <a:pt x="2099" y="597"/>
                  </a:lnTo>
                  <a:lnTo>
                    <a:pt x="1980" y="691"/>
                  </a:lnTo>
                  <a:lnTo>
                    <a:pt x="1877" y="802"/>
                  </a:lnTo>
                  <a:lnTo>
                    <a:pt x="1792" y="922"/>
                  </a:lnTo>
                  <a:lnTo>
                    <a:pt x="1715" y="1049"/>
                  </a:lnTo>
                  <a:lnTo>
                    <a:pt x="1655" y="1177"/>
                  </a:lnTo>
                  <a:lnTo>
                    <a:pt x="1596" y="1322"/>
                  </a:lnTo>
                  <a:lnTo>
                    <a:pt x="1553" y="1459"/>
                  </a:lnTo>
                  <a:lnTo>
                    <a:pt x="1519" y="1612"/>
                  </a:lnTo>
                  <a:lnTo>
                    <a:pt x="1493" y="1757"/>
                  </a:lnTo>
                  <a:lnTo>
                    <a:pt x="1476" y="1902"/>
                  </a:lnTo>
                  <a:lnTo>
                    <a:pt x="1459" y="1860"/>
                  </a:lnTo>
                  <a:lnTo>
                    <a:pt x="1451" y="1826"/>
                  </a:lnTo>
                  <a:lnTo>
                    <a:pt x="1400" y="1757"/>
                  </a:lnTo>
                  <a:lnTo>
                    <a:pt x="1348" y="1698"/>
                  </a:lnTo>
                  <a:lnTo>
                    <a:pt x="1280" y="1655"/>
                  </a:lnTo>
                  <a:lnTo>
                    <a:pt x="1203" y="1621"/>
                  </a:lnTo>
                  <a:lnTo>
                    <a:pt x="1118" y="1604"/>
                  </a:lnTo>
                  <a:lnTo>
                    <a:pt x="1041" y="1604"/>
                  </a:lnTo>
                  <a:lnTo>
                    <a:pt x="999" y="1612"/>
                  </a:lnTo>
                  <a:lnTo>
                    <a:pt x="956" y="1629"/>
                  </a:lnTo>
                  <a:lnTo>
                    <a:pt x="922" y="1647"/>
                  </a:lnTo>
                  <a:lnTo>
                    <a:pt x="888" y="1672"/>
                  </a:lnTo>
                  <a:lnTo>
                    <a:pt x="828" y="1723"/>
                  </a:lnTo>
                  <a:lnTo>
                    <a:pt x="777" y="1792"/>
                  </a:lnTo>
                  <a:lnTo>
                    <a:pt x="751" y="1868"/>
                  </a:lnTo>
                  <a:lnTo>
                    <a:pt x="734" y="1954"/>
                  </a:lnTo>
                  <a:lnTo>
                    <a:pt x="734" y="2030"/>
                  </a:lnTo>
                  <a:lnTo>
                    <a:pt x="751" y="2116"/>
                  </a:lnTo>
                  <a:lnTo>
                    <a:pt x="760" y="2150"/>
                  </a:lnTo>
                  <a:lnTo>
                    <a:pt x="785" y="2184"/>
                  </a:lnTo>
                  <a:lnTo>
                    <a:pt x="785" y="2184"/>
                  </a:lnTo>
                  <a:lnTo>
                    <a:pt x="717" y="2150"/>
                  </a:lnTo>
                  <a:lnTo>
                    <a:pt x="640" y="2116"/>
                  </a:lnTo>
                  <a:lnTo>
                    <a:pt x="555" y="2107"/>
                  </a:lnTo>
                  <a:lnTo>
                    <a:pt x="478" y="2099"/>
                  </a:lnTo>
                  <a:lnTo>
                    <a:pt x="393" y="2116"/>
                  </a:lnTo>
                  <a:lnTo>
                    <a:pt x="316" y="2133"/>
                  </a:lnTo>
                  <a:lnTo>
                    <a:pt x="248" y="2167"/>
                  </a:lnTo>
                  <a:lnTo>
                    <a:pt x="180" y="2218"/>
                  </a:lnTo>
                  <a:lnTo>
                    <a:pt x="146" y="2252"/>
                  </a:lnTo>
                  <a:lnTo>
                    <a:pt x="103" y="2303"/>
                  </a:lnTo>
                  <a:lnTo>
                    <a:pt x="69" y="2354"/>
                  </a:lnTo>
                  <a:lnTo>
                    <a:pt x="35" y="2414"/>
                  </a:lnTo>
                  <a:lnTo>
                    <a:pt x="9" y="2482"/>
                  </a:lnTo>
                  <a:lnTo>
                    <a:pt x="1" y="2542"/>
                  </a:lnTo>
                  <a:lnTo>
                    <a:pt x="1" y="2602"/>
                  </a:lnTo>
                  <a:lnTo>
                    <a:pt x="9" y="2662"/>
                  </a:lnTo>
                  <a:lnTo>
                    <a:pt x="69" y="2789"/>
                  </a:lnTo>
                  <a:lnTo>
                    <a:pt x="103" y="2849"/>
                  </a:lnTo>
                  <a:lnTo>
                    <a:pt x="137" y="2892"/>
                  </a:lnTo>
                  <a:lnTo>
                    <a:pt x="180" y="2926"/>
                  </a:lnTo>
                  <a:lnTo>
                    <a:pt x="222" y="2960"/>
                  </a:lnTo>
                  <a:lnTo>
                    <a:pt x="282" y="2977"/>
                  </a:lnTo>
                  <a:lnTo>
                    <a:pt x="350" y="2977"/>
                  </a:lnTo>
                  <a:lnTo>
                    <a:pt x="2585" y="2994"/>
                  </a:lnTo>
                  <a:lnTo>
                    <a:pt x="7200" y="3011"/>
                  </a:lnTo>
                  <a:lnTo>
                    <a:pt x="11959" y="3020"/>
                  </a:lnTo>
                  <a:lnTo>
                    <a:pt x="13699" y="3011"/>
                  </a:lnTo>
                  <a:lnTo>
                    <a:pt x="14279" y="3003"/>
                  </a:lnTo>
                  <a:lnTo>
                    <a:pt x="14629" y="3003"/>
                  </a:lnTo>
                  <a:lnTo>
                    <a:pt x="14765" y="2986"/>
                  </a:lnTo>
                  <a:lnTo>
                    <a:pt x="14893" y="2960"/>
                  </a:lnTo>
                  <a:lnTo>
                    <a:pt x="14944" y="2943"/>
                  </a:lnTo>
                  <a:lnTo>
                    <a:pt x="14987" y="2926"/>
                  </a:lnTo>
                  <a:lnTo>
                    <a:pt x="15038" y="2892"/>
                  </a:lnTo>
                  <a:lnTo>
                    <a:pt x="15072" y="2866"/>
                  </a:lnTo>
                  <a:lnTo>
                    <a:pt x="15106" y="2824"/>
                  </a:lnTo>
                  <a:lnTo>
                    <a:pt x="15140" y="2781"/>
                  </a:lnTo>
                  <a:lnTo>
                    <a:pt x="15166" y="2730"/>
                  </a:lnTo>
                  <a:lnTo>
                    <a:pt x="15192" y="2679"/>
                  </a:lnTo>
                  <a:lnTo>
                    <a:pt x="15209" y="2610"/>
                  </a:lnTo>
                  <a:lnTo>
                    <a:pt x="15226" y="2542"/>
                  </a:lnTo>
                  <a:lnTo>
                    <a:pt x="15243" y="2380"/>
                  </a:lnTo>
                  <a:lnTo>
                    <a:pt x="15243" y="2269"/>
                  </a:lnTo>
                  <a:lnTo>
                    <a:pt x="15226" y="2175"/>
                  </a:lnTo>
                  <a:lnTo>
                    <a:pt x="15192" y="2082"/>
                  </a:lnTo>
                  <a:lnTo>
                    <a:pt x="15140" y="1996"/>
                  </a:lnTo>
                  <a:lnTo>
                    <a:pt x="15081" y="1919"/>
                  </a:lnTo>
                  <a:lnTo>
                    <a:pt x="15012" y="1860"/>
                  </a:lnTo>
                  <a:lnTo>
                    <a:pt x="14936" y="1800"/>
                  </a:lnTo>
                  <a:lnTo>
                    <a:pt x="14859" y="1757"/>
                  </a:lnTo>
                  <a:lnTo>
                    <a:pt x="14774" y="1723"/>
                  </a:lnTo>
                  <a:lnTo>
                    <a:pt x="14697" y="1706"/>
                  </a:lnTo>
                  <a:lnTo>
                    <a:pt x="14620" y="1689"/>
                  </a:lnTo>
                  <a:lnTo>
                    <a:pt x="14543" y="1698"/>
                  </a:lnTo>
                  <a:lnTo>
                    <a:pt x="14484" y="1715"/>
                  </a:lnTo>
                  <a:lnTo>
                    <a:pt x="14432" y="1740"/>
                  </a:lnTo>
                  <a:lnTo>
                    <a:pt x="14407" y="1757"/>
                  </a:lnTo>
                  <a:lnTo>
                    <a:pt x="14390" y="1783"/>
                  </a:lnTo>
                  <a:lnTo>
                    <a:pt x="14373" y="1809"/>
                  </a:lnTo>
                  <a:lnTo>
                    <a:pt x="14364" y="1843"/>
                  </a:lnTo>
                  <a:lnTo>
                    <a:pt x="14373" y="1783"/>
                  </a:lnTo>
                  <a:lnTo>
                    <a:pt x="14381" y="1723"/>
                  </a:lnTo>
                  <a:lnTo>
                    <a:pt x="14373" y="1672"/>
                  </a:lnTo>
                  <a:lnTo>
                    <a:pt x="14364" y="1612"/>
                  </a:lnTo>
                  <a:lnTo>
                    <a:pt x="14347" y="1553"/>
                  </a:lnTo>
                  <a:lnTo>
                    <a:pt x="14330" y="1502"/>
                  </a:lnTo>
                  <a:lnTo>
                    <a:pt x="14296" y="1450"/>
                  </a:lnTo>
                  <a:lnTo>
                    <a:pt x="14270" y="1399"/>
                  </a:lnTo>
                  <a:lnTo>
                    <a:pt x="14228" y="1348"/>
                  </a:lnTo>
                  <a:lnTo>
                    <a:pt x="14194" y="1305"/>
                  </a:lnTo>
                  <a:lnTo>
                    <a:pt x="14142" y="1271"/>
                  </a:lnTo>
                  <a:lnTo>
                    <a:pt x="14100" y="1229"/>
                  </a:lnTo>
                  <a:lnTo>
                    <a:pt x="14049" y="1203"/>
                  </a:lnTo>
                  <a:lnTo>
                    <a:pt x="13989" y="1177"/>
                  </a:lnTo>
                  <a:lnTo>
                    <a:pt x="13938" y="1152"/>
                  </a:lnTo>
                  <a:lnTo>
                    <a:pt x="13878" y="1135"/>
                  </a:lnTo>
                  <a:lnTo>
                    <a:pt x="13818" y="1126"/>
                  </a:lnTo>
                  <a:lnTo>
                    <a:pt x="13759" y="1126"/>
                  </a:lnTo>
                  <a:lnTo>
                    <a:pt x="13648" y="1135"/>
                  </a:lnTo>
                  <a:lnTo>
                    <a:pt x="13528" y="1160"/>
                  </a:lnTo>
                  <a:lnTo>
                    <a:pt x="13417" y="1203"/>
                  </a:lnTo>
                  <a:lnTo>
                    <a:pt x="13315" y="1263"/>
                  </a:lnTo>
                  <a:lnTo>
                    <a:pt x="13221" y="1339"/>
                  </a:lnTo>
                  <a:lnTo>
                    <a:pt x="13136" y="1425"/>
                  </a:lnTo>
                  <a:lnTo>
                    <a:pt x="13059" y="1519"/>
                  </a:lnTo>
                  <a:lnTo>
                    <a:pt x="12999" y="1621"/>
                  </a:lnTo>
                  <a:lnTo>
                    <a:pt x="12957" y="1732"/>
                  </a:lnTo>
                  <a:lnTo>
                    <a:pt x="12923" y="1843"/>
                  </a:lnTo>
                  <a:lnTo>
                    <a:pt x="12897" y="1962"/>
                  </a:lnTo>
                  <a:lnTo>
                    <a:pt x="12880" y="2082"/>
                  </a:lnTo>
                  <a:lnTo>
                    <a:pt x="12880" y="2201"/>
                  </a:lnTo>
                  <a:lnTo>
                    <a:pt x="12837" y="2124"/>
                  </a:lnTo>
                  <a:lnTo>
                    <a:pt x="12795" y="2056"/>
                  </a:lnTo>
                  <a:lnTo>
                    <a:pt x="12735" y="2005"/>
                  </a:lnTo>
                  <a:lnTo>
                    <a:pt x="12667" y="1962"/>
                  </a:lnTo>
                  <a:lnTo>
                    <a:pt x="12590" y="1928"/>
                  </a:lnTo>
                  <a:lnTo>
                    <a:pt x="12513" y="1911"/>
                  </a:lnTo>
                  <a:lnTo>
                    <a:pt x="12428" y="1919"/>
                  </a:lnTo>
                  <a:lnTo>
                    <a:pt x="12351" y="1937"/>
                  </a:lnTo>
                  <a:lnTo>
                    <a:pt x="12274" y="1962"/>
                  </a:lnTo>
                  <a:lnTo>
                    <a:pt x="12206" y="2005"/>
                  </a:lnTo>
                  <a:lnTo>
                    <a:pt x="12147" y="2064"/>
                  </a:lnTo>
                  <a:lnTo>
                    <a:pt x="12095" y="2124"/>
                  </a:lnTo>
                  <a:lnTo>
                    <a:pt x="12061" y="2201"/>
                  </a:lnTo>
                  <a:lnTo>
                    <a:pt x="12061" y="2124"/>
                  </a:lnTo>
                  <a:lnTo>
                    <a:pt x="12053" y="2056"/>
                  </a:lnTo>
                  <a:lnTo>
                    <a:pt x="12036" y="1979"/>
                  </a:lnTo>
                  <a:lnTo>
                    <a:pt x="12002" y="1919"/>
                  </a:lnTo>
                  <a:lnTo>
                    <a:pt x="11967" y="1851"/>
                  </a:lnTo>
                  <a:lnTo>
                    <a:pt x="11916" y="1800"/>
                  </a:lnTo>
                  <a:lnTo>
                    <a:pt x="11857" y="1749"/>
                  </a:lnTo>
                  <a:lnTo>
                    <a:pt x="11797" y="1715"/>
                  </a:lnTo>
                  <a:lnTo>
                    <a:pt x="11729" y="1689"/>
                  </a:lnTo>
                  <a:lnTo>
                    <a:pt x="11660" y="1672"/>
                  </a:lnTo>
                  <a:lnTo>
                    <a:pt x="11584" y="1664"/>
                  </a:lnTo>
                  <a:lnTo>
                    <a:pt x="11515" y="1672"/>
                  </a:lnTo>
                  <a:lnTo>
                    <a:pt x="11439" y="1689"/>
                  </a:lnTo>
                  <a:lnTo>
                    <a:pt x="11379" y="1715"/>
                  </a:lnTo>
                  <a:lnTo>
                    <a:pt x="11311" y="1749"/>
                  </a:lnTo>
                  <a:lnTo>
                    <a:pt x="11260" y="1800"/>
                  </a:lnTo>
                  <a:lnTo>
                    <a:pt x="11260" y="1706"/>
                  </a:lnTo>
                  <a:lnTo>
                    <a:pt x="11251" y="1621"/>
                  </a:lnTo>
                  <a:lnTo>
                    <a:pt x="11234" y="1544"/>
                  </a:lnTo>
                  <a:lnTo>
                    <a:pt x="11208" y="1459"/>
                  </a:lnTo>
                  <a:lnTo>
                    <a:pt x="11174" y="1382"/>
                  </a:lnTo>
                  <a:lnTo>
                    <a:pt x="11132" y="1305"/>
                  </a:lnTo>
                  <a:lnTo>
                    <a:pt x="11072" y="1237"/>
                  </a:lnTo>
                  <a:lnTo>
                    <a:pt x="11012" y="1177"/>
                  </a:lnTo>
                  <a:lnTo>
                    <a:pt x="10952" y="1118"/>
                  </a:lnTo>
                  <a:lnTo>
                    <a:pt x="10876" y="1067"/>
                  </a:lnTo>
                  <a:lnTo>
                    <a:pt x="10799" y="1024"/>
                  </a:lnTo>
                  <a:lnTo>
                    <a:pt x="10722" y="990"/>
                  </a:lnTo>
                  <a:lnTo>
                    <a:pt x="10637" y="964"/>
                  </a:lnTo>
                  <a:lnTo>
                    <a:pt x="10560" y="956"/>
                  </a:lnTo>
                  <a:lnTo>
                    <a:pt x="10466" y="947"/>
                  </a:lnTo>
                  <a:lnTo>
                    <a:pt x="10381" y="964"/>
                  </a:lnTo>
                  <a:lnTo>
                    <a:pt x="10296" y="981"/>
                  </a:lnTo>
                  <a:lnTo>
                    <a:pt x="10219" y="1015"/>
                  </a:lnTo>
                  <a:lnTo>
                    <a:pt x="10142" y="1058"/>
                  </a:lnTo>
                  <a:lnTo>
                    <a:pt x="10074" y="1109"/>
                  </a:lnTo>
                  <a:lnTo>
                    <a:pt x="10014" y="1160"/>
                  </a:lnTo>
                  <a:lnTo>
                    <a:pt x="9955" y="1229"/>
                  </a:lnTo>
                  <a:lnTo>
                    <a:pt x="9903" y="1297"/>
                  </a:lnTo>
                  <a:lnTo>
                    <a:pt x="9861" y="1374"/>
                  </a:lnTo>
                  <a:lnTo>
                    <a:pt x="9827" y="1459"/>
                  </a:lnTo>
                  <a:lnTo>
                    <a:pt x="9801" y="1536"/>
                  </a:lnTo>
                  <a:lnTo>
                    <a:pt x="9784" y="1621"/>
                  </a:lnTo>
                  <a:lnTo>
                    <a:pt x="9775" y="1706"/>
                  </a:lnTo>
                  <a:lnTo>
                    <a:pt x="9775" y="1800"/>
                  </a:lnTo>
                  <a:lnTo>
                    <a:pt x="9792" y="1877"/>
                  </a:lnTo>
                  <a:lnTo>
                    <a:pt x="9818" y="1962"/>
                  </a:lnTo>
                  <a:lnTo>
                    <a:pt x="9852" y="2047"/>
                  </a:lnTo>
                  <a:lnTo>
                    <a:pt x="9818" y="1996"/>
                  </a:lnTo>
                  <a:lnTo>
                    <a:pt x="9775" y="1945"/>
                  </a:lnTo>
                  <a:lnTo>
                    <a:pt x="9733" y="1902"/>
                  </a:lnTo>
                  <a:lnTo>
                    <a:pt x="9682" y="1868"/>
                  </a:lnTo>
                  <a:lnTo>
                    <a:pt x="9630" y="1834"/>
                  </a:lnTo>
                  <a:lnTo>
                    <a:pt x="9579" y="1809"/>
                  </a:lnTo>
                  <a:lnTo>
                    <a:pt x="9520" y="1783"/>
                  </a:lnTo>
                  <a:lnTo>
                    <a:pt x="9468" y="1766"/>
                  </a:lnTo>
                  <a:lnTo>
                    <a:pt x="9409" y="1757"/>
                  </a:lnTo>
                  <a:lnTo>
                    <a:pt x="9349" y="1749"/>
                  </a:lnTo>
                  <a:lnTo>
                    <a:pt x="9221" y="1749"/>
                  </a:lnTo>
                  <a:lnTo>
                    <a:pt x="9161" y="1757"/>
                  </a:lnTo>
                  <a:lnTo>
                    <a:pt x="9110" y="1774"/>
                  </a:lnTo>
                  <a:lnTo>
                    <a:pt x="9050" y="1800"/>
                  </a:lnTo>
                  <a:lnTo>
                    <a:pt x="8999" y="1826"/>
                  </a:lnTo>
                  <a:lnTo>
                    <a:pt x="9016" y="1749"/>
                  </a:lnTo>
                  <a:lnTo>
                    <a:pt x="9016" y="1672"/>
                  </a:lnTo>
                  <a:lnTo>
                    <a:pt x="8999" y="1587"/>
                  </a:lnTo>
                  <a:lnTo>
                    <a:pt x="8974" y="1510"/>
                  </a:lnTo>
                  <a:lnTo>
                    <a:pt x="8931" y="1442"/>
                  </a:lnTo>
                  <a:lnTo>
                    <a:pt x="8880" y="1382"/>
                  </a:lnTo>
                  <a:lnTo>
                    <a:pt x="8812" y="1331"/>
                  </a:lnTo>
                  <a:lnTo>
                    <a:pt x="8743" y="1297"/>
                  </a:lnTo>
                  <a:lnTo>
                    <a:pt x="8658" y="1280"/>
                  </a:lnTo>
                  <a:lnTo>
                    <a:pt x="8581" y="1280"/>
                  </a:lnTo>
                  <a:lnTo>
                    <a:pt x="8505" y="1297"/>
                  </a:lnTo>
                  <a:lnTo>
                    <a:pt x="8428" y="1322"/>
                  </a:lnTo>
                  <a:lnTo>
                    <a:pt x="8360" y="1365"/>
                  </a:lnTo>
                  <a:lnTo>
                    <a:pt x="8300" y="1425"/>
                  </a:lnTo>
                  <a:lnTo>
                    <a:pt x="8249" y="1484"/>
                  </a:lnTo>
                  <a:lnTo>
                    <a:pt x="8215" y="1561"/>
                  </a:lnTo>
                  <a:lnTo>
                    <a:pt x="8189" y="1484"/>
                  </a:lnTo>
                  <a:lnTo>
                    <a:pt x="8146" y="1425"/>
                  </a:lnTo>
                  <a:lnTo>
                    <a:pt x="8095" y="1365"/>
                  </a:lnTo>
                  <a:lnTo>
                    <a:pt x="8035" y="1314"/>
                  </a:lnTo>
                  <a:lnTo>
                    <a:pt x="7967" y="1280"/>
                  </a:lnTo>
                  <a:lnTo>
                    <a:pt x="7899" y="1254"/>
                  </a:lnTo>
                  <a:lnTo>
                    <a:pt x="7822" y="1246"/>
                  </a:lnTo>
                  <a:lnTo>
                    <a:pt x="7745" y="1246"/>
                  </a:lnTo>
                  <a:lnTo>
                    <a:pt x="7669" y="1263"/>
                  </a:lnTo>
                  <a:lnTo>
                    <a:pt x="7600" y="1288"/>
                  </a:lnTo>
                  <a:lnTo>
                    <a:pt x="7532" y="1331"/>
                  </a:lnTo>
                  <a:lnTo>
                    <a:pt x="7481" y="1391"/>
                  </a:lnTo>
                  <a:lnTo>
                    <a:pt x="7430" y="1450"/>
                  </a:lnTo>
                  <a:lnTo>
                    <a:pt x="7396" y="1519"/>
                  </a:lnTo>
                  <a:lnTo>
                    <a:pt x="7387" y="1553"/>
                  </a:lnTo>
                  <a:lnTo>
                    <a:pt x="7387" y="1536"/>
                  </a:lnTo>
                  <a:lnTo>
                    <a:pt x="7379" y="1467"/>
                  </a:lnTo>
                  <a:lnTo>
                    <a:pt x="7362" y="1408"/>
                  </a:lnTo>
                  <a:lnTo>
                    <a:pt x="7336" y="1348"/>
                  </a:lnTo>
                  <a:lnTo>
                    <a:pt x="7293" y="1297"/>
                  </a:lnTo>
                  <a:lnTo>
                    <a:pt x="7242" y="1246"/>
                  </a:lnTo>
                  <a:lnTo>
                    <a:pt x="7191" y="1212"/>
                  </a:lnTo>
                  <a:lnTo>
                    <a:pt x="7123" y="1194"/>
                  </a:lnTo>
                  <a:lnTo>
                    <a:pt x="7063" y="1186"/>
                  </a:lnTo>
                  <a:lnTo>
                    <a:pt x="6995" y="1186"/>
                  </a:lnTo>
                  <a:lnTo>
                    <a:pt x="6935" y="1203"/>
                  </a:lnTo>
                  <a:lnTo>
                    <a:pt x="6867" y="1229"/>
                  </a:lnTo>
                  <a:lnTo>
                    <a:pt x="6816" y="1263"/>
                  </a:lnTo>
                  <a:lnTo>
                    <a:pt x="6765" y="1314"/>
                  </a:lnTo>
                  <a:lnTo>
                    <a:pt x="6730" y="1365"/>
                  </a:lnTo>
                  <a:lnTo>
                    <a:pt x="6739" y="1229"/>
                  </a:lnTo>
                  <a:lnTo>
                    <a:pt x="6739" y="1084"/>
                  </a:lnTo>
                  <a:lnTo>
                    <a:pt x="6713" y="939"/>
                  </a:lnTo>
                  <a:lnTo>
                    <a:pt x="6679" y="785"/>
                  </a:lnTo>
                  <a:lnTo>
                    <a:pt x="6628" y="640"/>
                  </a:lnTo>
                  <a:lnTo>
                    <a:pt x="6560" y="504"/>
                  </a:lnTo>
                  <a:lnTo>
                    <a:pt x="6483" y="376"/>
                  </a:lnTo>
                  <a:lnTo>
                    <a:pt x="6398" y="256"/>
                  </a:lnTo>
                  <a:lnTo>
                    <a:pt x="6355" y="205"/>
                  </a:lnTo>
                  <a:lnTo>
                    <a:pt x="6304" y="162"/>
                  </a:lnTo>
                  <a:lnTo>
                    <a:pt x="6253" y="120"/>
                  </a:lnTo>
                  <a:lnTo>
                    <a:pt x="6193" y="86"/>
                  </a:lnTo>
                  <a:lnTo>
                    <a:pt x="6133" y="52"/>
                  </a:lnTo>
                  <a:lnTo>
                    <a:pt x="6082" y="26"/>
                  </a:lnTo>
                  <a:lnTo>
                    <a:pt x="6014" y="9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1177;p26">
              <a:extLst>
                <a:ext uri="{FF2B5EF4-FFF2-40B4-BE49-F238E27FC236}">
                  <a16:creationId xmlns:a16="http://schemas.microsoft.com/office/drawing/2014/main" id="{3AFACC05-DC7A-C9A3-88B7-7BAAC611231B}"/>
                </a:ext>
              </a:extLst>
            </p:cNvPr>
            <p:cNvSpPr/>
            <p:nvPr/>
          </p:nvSpPr>
          <p:spPr>
            <a:xfrm>
              <a:off x="4781075" y="3239500"/>
              <a:ext cx="385750" cy="418175"/>
            </a:xfrm>
            <a:custGeom>
              <a:avLst/>
              <a:gdLst/>
              <a:ahLst/>
              <a:cxnLst/>
              <a:rect l="l" t="t" r="r" b="b"/>
              <a:pathLst>
                <a:path w="15430" h="16727" extrusionOk="0">
                  <a:moveTo>
                    <a:pt x="0" y="0"/>
                  </a:moveTo>
                  <a:lnTo>
                    <a:pt x="1885" y="16726"/>
                  </a:lnTo>
                  <a:lnTo>
                    <a:pt x="13545" y="16726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178;p26">
              <a:extLst>
                <a:ext uri="{FF2B5EF4-FFF2-40B4-BE49-F238E27FC236}">
                  <a16:creationId xmlns:a16="http://schemas.microsoft.com/office/drawing/2014/main" id="{95E50E8F-352A-5C66-0FD5-C61A5AB22D36}"/>
                </a:ext>
              </a:extLst>
            </p:cNvPr>
            <p:cNvSpPr/>
            <p:nvPr/>
          </p:nvSpPr>
          <p:spPr>
            <a:xfrm>
              <a:off x="4781275" y="3239500"/>
              <a:ext cx="66550" cy="418175"/>
            </a:xfrm>
            <a:custGeom>
              <a:avLst/>
              <a:gdLst/>
              <a:ahLst/>
              <a:cxnLst/>
              <a:rect l="l" t="t" r="r" b="b"/>
              <a:pathLst>
                <a:path w="2662" h="16727" extrusionOk="0">
                  <a:moveTo>
                    <a:pt x="1" y="0"/>
                  </a:moveTo>
                  <a:lnTo>
                    <a:pt x="1126" y="10065"/>
                  </a:lnTo>
                  <a:lnTo>
                    <a:pt x="1877" y="16726"/>
                  </a:lnTo>
                  <a:lnTo>
                    <a:pt x="2269" y="16726"/>
                  </a:lnTo>
                  <a:lnTo>
                    <a:pt x="2662" y="16684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179;p26">
              <a:extLst>
                <a:ext uri="{FF2B5EF4-FFF2-40B4-BE49-F238E27FC236}">
                  <a16:creationId xmlns:a16="http://schemas.microsoft.com/office/drawing/2014/main" id="{4B55BC57-DE8E-4248-BAA5-5D1E25B699B5}"/>
                </a:ext>
              </a:extLst>
            </p:cNvPr>
            <p:cNvSpPr/>
            <p:nvPr/>
          </p:nvSpPr>
          <p:spPr>
            <a:xfrm>
              <a:off x="5100075" y="3239500"/>
              <a:ext cx="66550" cy="418175"/>
            </a:xfrm>
            <a:custGeom>
              <a:avLst/>
              <a:gdLst/>
              <a:ahLst/>
              <a:cxnLst/>
              <a:rect l="l" t="t" r="r" b="b"/>
              <a:pathLst>
                <a:path w="2662" h="16727" extrusionOk="0">
                  <a:moveTo>
                    <a:pt x="1859" y="0"/>
                  </a:moveTo>
                  <a:lnTo>
                    <a:pt x="0" y="16684"/>
                  </a:lnTo>
                  <a:lnTo>
                    <a:pt x="392" y="16726"/>
                  </a:lnTo>
                  <a:lnTo>
                    <a:pt x="785" y="16726"/>
                  </a:lnTo>
                  <a:lnTo>
                    <a:pt x="1535" y="10065"/>
                  </a:lnTo>
                  <a:lnTo>
                    <a:pt x="266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180;p26">
              <a:extLst>
                <a:ext uri="{FF2B5EF4-FFF2-40B4-BE49-F238E27FC236}">
                  <a16:creationId xmlns:a16="http://schemas.microsoft.com/office/drawing/2014/main" id="{95CF8FA1-BAF6-A7C6-0519-3176F7B6F39D}"/>
                </a:ext>
              </a:extLst>
            </p:cNvPr>
            <p:cNvSpPr/>
            <p:nvPr/>
          </p:nvSpPr>
          <p:spPr>
            <a:xfrm>
              <a:off x="4842275" y="3239500"/>
              <a:ext cx="50975" cy="418175"/>
            </a:xfrm>
            <a:custGeom>
              <a:avLst/>
              <a:gdLst/>
              <a:ahLst/>
              <a:cxnLst/>
              <a:rect l="l" t="t" r="r" b="b"/>
              <a:pathLst>
                <a:path w="2039" h="16727" extrusionOk="0">
                  <a:moveTo>
                    <a:pt x="0" y="0"/>
                  </a:moveTo>
                  <a:lnTo>
                    <a:pt x="1245" y="16726"/>
                  </a:lnTo>
                  <a:lnTo>
                    <a:pt x="1638" y="16726"/>
                  </a:lnTo>
                  <a:lnTo>
                    <a:pt x="2039" y="16701"/>
                  </a:lnTo>
                  <a:lnTo>
                    <a:pt x="7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181;p26">
              <a:extLst>
                <a:ext uri="{FF2B5EF4-FFF2-40B4-BE49-F238E27FC236}">
                  <a16:creationId xmlns:a16="http://schemas.microsoft.com/office/drawing/2014/main" id="{9B09B35E-90C8-4017-8575-1EC1FF73FAF3}"/>
                </a:ext>
              </a:extLst>
            </p:cNvPr>
            <p:cNvSpPr/>
            <p:nvPr/>
          </p:nvSpPr>
          <p:spPr>
            <a:xfrm>
              <a:off x="5009225" y="3239500"/>
              <a:ext cx="35425" cy="418175"/>
            </a:xfrm>
            <a:custGeom>
              <a:avLst/>
              <a:gdLst/>
              <a:ahLst/>
              <a:cxnLst/>
              <a:rect l="l" t="t" r="r" b="b"/>
              <a:pathLst>
                <a:path w="1417" h="16727" extrusionOk="0">
                  <a:moveTo>
                    <a:pt x="623" y="0"/>
                  </a:moveTo>
                  <a:lnTo>
                    <a:pt x="1" y="16709"/>
                  </a:lnTo>
                  <a:lnTo>
                    <a:pt x="401" y="16726"/>
                  </a:lnTo>
                  <a:lnTo>
                    <a:pt x="794" y="16726"/>
                  </a:lnTo>
                  <a:lnTo>
                    <a:pt x="14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1182;p26">
              <a:extLst>
                <a:ext uri="{FF2B5EF4-FFF2-40B4-BE49-F238E27FC236}">
                  <a16:creationId xmlns:a16="http://schemas.microsoft.com/office/drawing/2014/main" id="{9E51139C-3C02-7358-9C90-829766B11AE7}"/>
                </a:ext>
              </a:extLst>
            </p:cNvPr>
            <p:cNvSpPr/>
            <p:nvPr/>
          </p:nvSpPr>
          <p:spPr>
            <a:xfrm>
              <a:off x="5054650" y="3239500"/>
              <a:ext cx="50975" cy="418175"/>
            </a:xfrm>
            <a:custGeom>
              <a:avLst/>
              <a:gdLst/>
              <a:ahLst/>
              <a:cxnLst/>
              <a:rect l="l" t="t" r="r" b="b"/>
              <a:pathLst>
                <a:path w="2039" h="16727" extrusionOk="0">
                  <a:moveTo>
                    <a:pt x="1246" y="0"/>
                  </a:moveTo>
                  <a:lnTo>
                    <a:pt x="0" y="16701"/>
                  </a:lnTo>
                  <a:lnTo>
                    <a:pt x="401" y="16726"/>
                  </a:lnTo>
                  <a:lnTo>
                    <a:pt x="793" y="16726"/>
                  </a:lnTo>
                  <a:lnTo>
                    <a:pt x="20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183;p26">
              <a:extLst>
                <a:ext uri="{FF2B5EF4-FFF2-40B4-BE49-F238E27FC236}">
                  <a16:creationId xmlns:a16="http://schemas.microsoft.com/office/drawing/2014/main" id="{4A3A7156-7B20-5FC2-E108-607B5B476FC8}"/>
                </a:ext>
              </a:extLst>
            </p:cNvPr>
            <p:cNvSpPr/>
            <p:nvPr/>
          </p:nvSpPr>
          <p:spPr>
            <a:xfrm>
              <a:off x="4964025" y="3239500"/>
              <a:ext cx="19850" cy="418175"/>
            </a:xfrm>
            <a:custGeom>
              <a:avLst/>
              <a:gdLst/>
              <a:ahLst/>
              <a:cxnLst/>
              <a:rect l="l" t="t" r="r" b="b"/>
              <a:pathLst>
                <a:path w="794" h="16727" extrusionOk="0">
                  <a:moveTo>
                    <a:pt x="0" y="0"/>
                  </a:moveTo>
                  <a:lnTo>
                    <a:pt x="0" y="16726"/>
                  </a:lnTo>
                  <a:lnTo>
                    <a:pt x="794" y="16726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184;p26">
              <a:extLst>
                <a:ext uri="{FF2B5EF4-FFF2-40B4-BE49-F238E27FC236}">
                  <a16:creationId xmlns:a16="http://schemas.microsoft.com/office/drawing/2014/main" id="{07B24EFF-7DFD-85DC-C273-672217F3BD91}"/>
                </a:ext>
              </a:extLst>
            </p:cNvPr>
            <p:cNvSpPr/>
            <p:nvPr/>
          </p:nvSpPr>
          <p:spPr>
            <a:xfrm>
              <a:off x="4903025" y="3239500"/>
              <a:ext cx="35425" cy="418175"/>
            </a:xfrm>
            <a:custGeom>
              <a:avLst/>
              <a:gdLst/>
              <a:ahLst/>
              <a:cxnLst/>
              <a:rect l="l" t="t" r="r" b="b"/>
              <a:pathLst>
                <a:path w="1417" h="16727" extrusionOk="0">
                  <a:moveTo>
                    <a:pt x="1" y="0"/>
                  </a:moveTo>
                  <a:lnTo>
                    <a:pt x="624" y="16726"/>
                  </a:lnTo>
                  <a:lnTo>
                    <a:pt x="1016" y="16726"/>
                  </a:lnTo>
                  <a:lnTo>
                    <a:pt x="1417" y="16709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185;p26">
              <a:extLst>
                <a:ext uri="{FF2B5EF4-FFF2-40B4-BE49-F238E27FC236}">
                  <a16:creationId xmlns:a16="http://schemas.microsoft.com/office/drawing/2014/main" id="{012631D9-FF68-9C63-9660-1DD15D4114B9}"/>
                </a:ext>
              </a:extLst>
            </p:cNvPr>
            <p:cNvSpPr/>
            <p:nvPr/>
          </p:nvSpPr>
          <p:spPr>
            <a:xfrm>
              <a:off x="6078600" y="3077850"/>
              <a:ext cx="605825" cy="492400"/>
            </a:xfrm>
            <a:custGeom>
              <a:avLst/>
              <a:gdLst/>
              <a:ahLst/>
              <a:cxnLst/>
              <a:rect l="l" t="t" r="r" b="b"/>
              <a:pathLst>
                <a:path w="24233" h="19696" extrusionOk="0">
                  <a:moveTo>
                    <a:pt x="17545" y="1"/>
                  </a:moveTo>
                  <a:lnTo>
                    <a:pt x="17059" y="9"/>
                  </a:lnTo>
                  <a:lnTo>
                    <a:pt x="16564" y="35"/>
                  </a:lnTo>
                  <a:lnTo>
                    <a:pt x="16078" y="69"/>
                  </a:lnTo>
                  <a:lnTo>
                    <a:pt x="15584" y="120"/>
                  </a:lnTo>
                  <a:lnTo>
                    <a:pt x="15097" y="180"/>
                  </a:lnTo>
                  <a:lnTo>
                    <a:pt x="14611" y="248"/>
                  </a:lnTo>
                  <a:lnTo>
                    <a:pt x="14125" y="334"/>
                  </a:lnTo>
                  <a:lnTo>
                    <a:pt x="13639" y="427"/>
                  </a:lnTo>
                  <a:lnTo>
                    <a:pt x="13153" y="538"/>
                  </a:lnTo>
                  <a:lnTo>
                    <a:pt x="12675" y="658"/>
                  </a:lnTo>
                  <a:lnTo>
                    <a:pt x="12197" y="786"/>
                  </a:lnTo>
                  <a:lnTo>
                    <a:pt x="11720" y="931"/>
                  </a:lnTo>
                  <a:lnTo>
                    <a:pt x="11251" y="1084"/>
                  </a:lnTo>
                  <a:lnTo>
                    <a:pt x="10782" y="1246"/>
                  </a:lnTo>
                  <a:lnTo>
                    <a:pt x="10312" y="1425"/>
                  </a:lnTo>
                  <a:lnTo>
                    <a:pt x="9860" y="1613"/>
                  </a:lnTo>
                  <a:lnTo>
                    <a:pt x="9400" y="1818"/>
                  </a:lnTo>
                  <a:lnTo>
                    <a:pt x="8956" y="2022"/>
                  </a:lnTo>
                  <a:lnTo>
                    <a:pt x="8513" y="2244"/>
                  </a:lnTo>
                  <a:lnTo>
                    <a:pt x="8078" y="2474"/>
                  </a:lnTo>
                  <a:lnTo>
                    <a:pt x="7643" y="2722"/>
                  </a:lnTo>
                  <a:lnTo>
                    <a:pt x="7225" y="2978"/>
                  </a:lnTo>
                  <a:lnTo>
                    <a:pt x="6807" y="3242"/>
                  </a:lnTo>
                  <a:lnTo>
                    <a:pt x="6397" y="3515"/>
                  </a:lnTo>
                  <a:lnTo>
                    <a:pt x="5997" y="3805"/>
                  </a:lnTo>
                  <a:lnTo>
                    <a:pt x="5604" y="4095"/>
                  </a:lnTo>
                  <a:lnTo>
                    <a:pt x="5229" y="4402"/>
                  </a:lnTo>
                  <a:lnTo>
                    <a:pt x="4854" y="4718"/>
                  </a:lnTo>
                  <a:lnTo>
                    <a:pt x="4487" y="5042"/>
                  </a:lnTo>
                  <a:lnTo>
                    <a:pt x="4137" y="5383"/>
                  </a:lnTo>
                  <a:lnTo>
                    <a:pt x="3839" y="5681"/>
                  </a:lnTo>
                  <a:lnTo>
                    <a:pt x="3549" y="6006"/>
                  </a:lnTo>
                  <a:lnTo>
                    <a:pt x="3250" y="6364"/>
                  </a:lnTo>
                  <a:lnTo>
                    <a:pt x="2960" y="6731"/>
                  </a:lnTo>
                  <a:lnTo>
                    <a:pt x="2670" y="7131"/>
                  </a:lnTo>
                  <a:lnTo>
                    <a:pt x="2389" y="7541"/>
                  </a:lnTo>
                  <a:lnTo>
                    <a:pt x="2116" y="7976"/>
                  </a:lnTo>
                  <a:lnTo>
                    <a:pt x="1843" y="8419"/>
                  </a:lnTo>
                  <a:lnTo>
                    <a:pt x="1595" y="8880"/>
                  </a:lnTo>
                  <a:lnTo>
                    <a:pt x="1348" y="9349"/>
                  </a:lnTo>
                  <a:lnTo>
                    <a:pt x="1118" y="9835"/>
                  </a:lnTo>
                  <a:lnTo>
                    <a:pt x="913" y="10330"/>
                  </a:lnTo>
                  <a:lnTo>
                    <a:pt x="717" y="10825"/>
                  </a:lnTo>
                  <a:lnTo>
                    <a:pt x="623" y="11081"/>
                  </a:lnTo>
                  <a:lnTo>
                    <a:pt x="538" y="11328"/>
                  </a:lnTo>
                  <a:lnTo>
                    <a:pt x="461" y="11584"/>
                  </a:lnTo>
                  <a:lnTo>
                    <a:pt x="384" y="11831"/>
                  </a:lnTo>
                  <a:lnTo>
                    <a:pt x="316" y="12087"/>
                  </a:lnTo>
                  <a:lnTo>
                    <a:pt x="256" y="12343"/>
                  </a:lnTo>
                  <a:lnTo>
                    <a:pt x="197" y="12599"/>
                  </a:lnTo>
                  <a:lnTo>
                    <a:pt x="154" y="12846"/>
                  </a:lnTo>
                  <a:lnTo>
                    <a:pt x="103" y="13102"/>
                  </a:lnTo>
                  <a:lnTo>
                    <a:pt x="69" y="13358"/>
                  </a:lnTo>
                  <a:lnTo>
                    <a:pt x="43" y="13605"/>
                  </a:lnTo>
                  <a:lnTo>
                    <a:pt x="17" y="13853"/>
                  </a:lnTo>
                  <a:lnTo>
                    <a:pt x="0" y="14100"/>
                  </a:lnTo>
                  <a:lnTo>
                    <a:pt x="0" y="14347"/>
                  </a:lnTo>
                  <a:lnTo>
                    <a:pt x="0" y="14595"/>
                  </a:lnTo>
                  <a:lnTo>
                    <a:pt x="9" y="14842"/>
                  </a:lnTo>
                  <a:lnTo>
                    <a:pt x="26" y="15081"/>
                  </a:lnTo>
                  <a:lnTo>
                    <a:pt x="52" y="15320"/>
                  </a:lnTo>
                  <a:lnTo>
                    <a:pt x="86" y="15550"/>
                  </a:lnTo>
                  <a:lnTo>
                    <a:pt x="128" y="15789"/>
                  </a:lnTo>
                  <a:lnTo>
                    <a:pt x="179" y="16011"/>
                  </a:lnTo>
                  <a:lnTo>
                    <a:pt x="239" y="16241"/>
                  </a:lnTo>
                  <a:lnTo>
                    <a:pt x="316" y="16463"/>
                  </a:lnTo>
                  <a:lnTo>
                    <a:pt x="393" y="16676"/>
                  </a:lnTo>
                  <a:lnTo>
                    <a:pt x="487" y="16898"/>
                  </a:lnTo>
                  <a:lnTo>
                    <a:pt x="589" y="17102"/>
                  </a:lnTo>
                  <a:lnTo>
                    <a:pt x="700" y="17307"/>
                  </a:lnTo>
                  <a:lnTo>
                    <a:pt x="828" y="17512"/>
                  </a:lnTo>
                  <a:lnTo>
                    <a:pt x="956" y="17708"/>
                  </a:lnTo>
                  <a:lnTo>
                    <a:pt x="1101" y="17896"/>
                  </a:lnTo>
                  <a:lnTo>
                    <a:pt x="1263" y="18083"/>
                  </a:lnTo>
                  <a:lnTo>
                    <a:pt x="1425" y="18262"/>
                  </a:lnTo>
                  <a:lnTo>
                    <a:pt x="1604" y="18433"/>
                  </a:lnTo>
                  <a:lnTo>
                    <a:pt x="1800" y="18604"/>
                  </a:lnTo>
                  <a:lnTo>
                    <a:pt x="2005" y="18766"/>
                  </a:lnTo>
                  <a:lnTo>
                    <a:pt x="2218" y="18919"/>
                  </a:lnTo>
                  <a:lnTo>
                    <a:pt x="2448" y="19064"/>
                  </a:lnTo>
                  <a:lnTo>
                    <a:pt x="2687" y="19209"/>
                  </a:lnTo>
                  <a:lnTo>
                    <a:pt x="2866" y="19294"/>
                  </a:lnTo>
                  <a:lnTo>
                    <a:pt x="3045" y="19380"/>
                  </a:lnTo>
                  <a:lnTo>
                    <a:pt x="3216" y="19456"/>
                  </a:lnTo>
                  <a:lnTo>
                    <a:pt x="3395" y="19516"/>
                  </a:lnTo>
                  <a:lnTo>
                    <a:pt x="3566" y="19567"/>
                  </a:lnTo>
                  <a:lnTo>
                    <a:pt x="3745" y="19610"/>
                  </a:lnTo>
                  <a:lnTo>
                    <a:pt x="3915" y="19644"/>
                  </a:lnTo>
                  <a:lnTo>
                    <a:pt x="4094" y="19670"/>
                  </a:lnTo>
                  <a:lnTo>
                    <a:pt x="4265" y="19687"/>
                  </a:lnTo>
                  <a:lnTo>
                    <a:pt x="4436" y="19695"/>
                  </a:lnTo>
                  <a:lnTo>
                    <a:pt x="4606" y="19695"/>
                  </a:lnTo>
                  <a:lnTo>
                    <a:pt x="4785" y="19687"/>
                  </a:lnTo>
                  <a:lnTo>
                    <a:pt x="4956" y="19678"/>
                  </a:lnTo>
                  <a:lnTo>
                    <a:pt x="5127" y="19653"/>
                  </a:lnTo>
                  <a:lnTo>
                    <a:pt x="5297" y="19619"/>
                  </a:lnTo>
                  <a:lnTo>
                    <a:pt x="5459" y="19584"/>
                  </a:lnTo>
                  <a:lnTo>
                    <a:pt x="5630" y="19533"/>
                  </a:lnTo>
                  <a:lnTo>
                    <a:pt x="5800" y="19482"/>
                  </a:lnTo>
                  <a:lnTo>
                    <a:pt x="5962" y="19431"/>
                  </a:lnTo>
                  <a:lnTo>
                    <a:pt x="6133" y="19363"/>
                  </a:lnTo>
                  <a:lnTo>
                    <a:pt x="6295" y="19294"/>
                  </a:lnTo>
                  <a:lnTo>
                    <a:pt x="6466" y="19218"/>
                  </a:lnTo>
                  <a:lnTo>
                    <a:pt x="6790" y="19056"/>
                  </a:lnTo>
                  <a:lnTo>
                    <a:pt x="7114" y="18868"/>
                  </a:lnTo>
                  <a:lnTo>
                    <a:pt x="7438" y="18663"/>
                  </a:lnTo>
                  <a:lnTo>
                    <a:pt x="7754" y="18441"/>
                  </a:lnTo>
                  <a:lnTo>
                    <a:pt x="8069" y="18203"/>
                  </a:lnTo>
                  <a:lnTo>
                    <a:pt x="8385" y="17955"/>
                  </a:lnTo>
                  <a:lnTo>
                    <a:pt x="8692" y="17691"/>
                  </a:lnTo>
                  <a:lnTo>
                    <a:pt x="8999" y="17426"/>
                  </a:lnTo>
                  <a:lnTo>
                    <a:pt x="9297" y="17154"/>
                  </a:lnTo>
                  <a:lnTo>
                    <a:pt x="9596" y="16872"/>
                  </a:lnTo>
                  <a:lnTo>
                    <a:pt x="9894" y="16591"/>
                  </a:lnTo>
                  <a:lnTo>
                    <a:pt x="10466" y="16019"/>
                  </a:lnTo>
                  <a:lnTo>
                    <a:pt x="11029" y="15456"/>
                  </a:lnTo>
                  <a:lnTo>
                    <a:pt x="11566" y="14927"/>
                  </a:lnTo>
                  <a:lnTo>
                    <a:pt x="11831" y="14671"/>
                  </a:lnTo>
                  <a:lnTo>
                    <a:pt x="12095" y="14433"/>
                  </a:lnTo>
                  <a:lnTo>
                    <a:pt x="12342" y="14202"/>
                  </a:lnTo>
                  <a:lnTo>
                    <a:pt x="12598" y="13989"/>
                  </a:lnTo>
                  <a:lnTo>
                    <a:pt x="13989" y="12846"/>
                  </a:lnTo>
                  <a:lnTo>
                    <a:pt x="15396" y="11712"/>
                  </a:lnTo>
                  <a:lnTo>
                    <a:pt x="16812" y="10586"/>
                  </a:lnTo>
                  <a:lnTo>
                    <a:pt x="18236" y="9477"/>
                  </a:lnTo>
                  <a:lnTo>
                    <a:pt x="19669" y="8377"/>
                  </a:lnTo>
                  <a:lnTo>
                    <a:pt x="21111" y="7285"/>
                  </a:lnTo>
                  <a:lnTo>
                    <a:pt x="22561" y="6210"/>
                  </a:lnTo>
                  <a:lnTo>
                    <a:pt x="24011" y="5144"/>
                  </a:lnTo>
                  <a:lnTo>
                    <a:pt x="24070" y="5016"/>
                  </a:lnTo>
                  <a:lnTo>
                    <a:pt x="24113" y="4880"/>
                  </a:lnTo>
                  <a:lnTo>
                    <a:pt x="24147" y="4752"/>
                  </a:lnTo>
                  <a:lnTo>
                    <a:pt x="24181" y="4624"/>
                  </a:lnTo>
                  <a:lnTo>
                    <a:pt x="24198" y="4487"/>
                  </a:lnTo>
                  <a:lnTo>
                    <a:pt x="24215" y="4351"/>
                  </a:lnTo>
                  <a:lnTo>
                    <a:pt x="24224" y="4223"/>
                  </a:lnTo>
                  <a:lnTo>
                    <a:pt x="24232" y="4087"/>
                  </a:lnTo>
                  <a:lnTo>
                    <a:pt x="24224" y="3950"/>
                  </a:lnTo>
                  <a:lnTo>
                    <a:pt x="24215" y="3814"/>
                  </a:lnTo>
                  <a:lnTo>
                    <a:pt x="24198" y="3677"/>
                  </a:lnTo>
                  <a:lnTo>
                    <a:pt x="24181" y="3541"/>
                  </a:lnTo>
                  <a:lnTo>
                    <a:pt x="24147" y="3413"/>
                  </a:lnTo>
                  <a:lnTo>
                    <a:pt x="24113" y="3276"/>
                  </a:lnTo>
                  <a:lnTo>
                    <a:pt x="24079" y="3148"/>
                  </a:lnTo>
                  <a:lnTo>
                    <a:pt x="24036" y="3012"/>
                  </a:lnTo>
                  <a:lnTo>
                    <a:pt x="23985" y="2884"/>
                  </a:lnTo>
                  <a:lnTo>
                    <a:pt x="23925" y="2756"/>
                  </a:lnTo>
                  <a:lnTo>
                    <a:pt x="23866" y="2628"/>
                  </a:lnTo>
                  <a:lnTo>
                    <a:pt x="23806" y="2509"/>
                  </a:lnTo>
                  <a:lnTo>
                    <a:pt x="23661" y="2261"/>
                  </a:lnTo>
                  <a:lnTo>
                    <a:pt x="23499" y="2031"/>
                  </a:lnTo>
                  <a:lnTo>
                    <a:pt x="23328" y="1809"/>
                  </a:lnTo>
                  <a:lnTo>
                    <a:pt x="23141" y="1604"/>
                  </a:lnTo>
                  <a:lnTo>
                    <a:pt x="22936" y="1417"/>
                  </a:lnTo>
                  <a:lnTo>
                    <a:pt x="22825" y="1323"/>
                  </a:lnTo>
                  <a:lnTo>
                    <a:pt x="22714" y="1238"/>
                  </a:lnTo>
                  <a:lnTo>
                    <a:pt x="22492" y="1076"/>
                  </a:lnTo>
                  <a:lnTo>
                    <a:pt x="22254" y="931"/>
                  </a:lnTo>
                  <a:lnTo>
                    <a:pt x="22015" y="803"/>
                  </a:lnTo>
                  <a:lnTo>
                    <a:pt x="21767" y="683"/>
                  </a:lnTo>
                  <a:lnTo>
                    <a:pt x="21511" y="581"/>
                  </a:lnTo>
                  <a:lnTo>
                    <a:pt x="21256" y="479"/>
                  </a:lnTo>
                  <a:lnTo>
                    <a:pt x="20991" y="402"/>
                  </a:lnTo>
                  <a:lnTo>
                    <a:pt x="20727" y="325"/>
                  </a:lnTo>
                  <a:lnTo>
                    <a:pt x="20454" y="257"/>
                  </a:lnTo>
                  <a:lnTo>
                    <a:pt x="20181" y="206"/>
                  </a:lnTo>
                  <a:lnTo>
                    <a:pt x="19908" y="154"/>
                  </a:lnTo>
                  <a:lnTo>
                    <a:pt x="19626" y="120"/>
                  </a:lnTo>
                  <a:lnTo>
                    <a:pt x="19354" y="86"/>
                  </a:lnTo>
                  <a:lnTo>
                    <a:pt x="19072" y="61"/>
                  </a:lnTo>
                  <a:lnTo>
                    <a:pt x="18791" y="35"/>
                  </a:lnTo>
                  <a:lnTo>
                    <a:pt x="18518" y="27"/>
                  </a:lnTo>
                  <a:lnTo>
                    <a:pt x="18031" y="9"/>
                  </a:lnTo>
                  <a:lnTo>
                    <a:pt x="17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1186;p26">
              <a:extLst>
                <a:ext uri="{FF2B5EF4-FFF2-40B4-BE49-F238E27FC236}">
                  <a16:creationId xmlns:a16="http://schemas.microsoft.com/office/drawing/2014/main" id="{4CD25BE4-70BF-4487-B61B-2B07F41B32A0}"/>
                </a:ext>
              </a:extLst>
            </p:cNvPr>
            <p:cNvSpPr/>
            <p:nvPr/>
          </p:nvSpPr>
          <p:spPr>
            <a:xfrm>
              <a:off x="4782550" y="3564900"/>
              <a:ext cx="65700" cy="51200"/>
            </a:xfrm>
            <a:custGeom>
              <a:avLst/>
              <a:gdLst/>
              <a:ahLst/>
              <a:cxnLst/>
              <a:rect l="l" t="t" r="r" b="b"/>
              <a:pathLst>
                <a:path w="2628" h="2048" extrusionOk="0">
                  <a:moveTo>
                    <a:pt x="2184" y="0"/>
                  </a:moveTo>
                  <a:lnTo>
                    <a:pt x="2099" y="9"/>
                  </a:lnTo>
                  <a:lnTo>
                    <a:pt x="2014" y="34"/>
                  </a:lnTo>
                  <a:lnTo>
                    <a:pt x="1937" y="68"/>
                  </a:lnTo>
                  <a:lnTo>
                    <a:pt x="1852" y="111"/>
                  </a:lnTo>
                  <a:lnTo>
                    <a:pt x="1707" y="205"/>
                  </a:lnTo>
                  <a:lnTo>
                    <a:pt x="1" y="1348"/>
                  </a:lnTo>
                  <a:lnTo>
                    <a:pt x="2133" y="2047"/>
                  </a:lnTo>
                  <a:lnTo>
                    <a:pt x="2508" y="1032"/>
                  </a:lnTo>
                  <a:lnTo>
                    <a:pt x="2551" y="896"/>
                  </a:lnTo>
                  <a:lnTo>
                    <a:pt x="2594" y="759"/>
                  </a:lnTo>
                  <a:lnTo>
                    <a:pt x="2619" y="623"/>
                  </a:lnTo>
                  <a:lnTo>
                    <a:pt x="2628" y="546"/>
                  </a:lnTo>
                  <a:lnTo>
                    <a:pt x="2628" y="478"/>
                  </a:lnTo>
                  <a:lnTo>
                    <a:pt x="2628" y="409"/>
                  </a:lnTo>
                  <a:lnTo>
                    <a:pt x="2611" y="333"/>
                  </a:lnTo>
                  <a:lnTo>
                    <a:pt x="2585" y="264"/>
                  </a:lnTo>
                  <a:lnTo>
                    <a:pt x="2551" y="205"/>
                  </a:lnTo>
                  <a:lnTo>
                    <a:pt x="2508" y="145"/>
                  </a:lnTo>
                  <a:lnTo>
                    <a:pt x="2466" y="94"/>
                  </a:lnTo>
                  <a:lnTo>
                    <a:pt x="2406" y="51"/>
                  </a:lnTo>
                  <a:lnTo>
                    <a:pt x="2346" y="17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187;p26">
              <a:extLst>
                <a:ext uri="{FF2B5EF4-FFF2-40B4-BE49-F238E27FC236}">
                  <a16:creationId xmlns:a16="http://schemas.microsoft.com/office/drawing/2014/main" id="{FF75DA6D-31FF-2DC9-9B7B-654C3ED3B888}"/>
                </a:ext>
              </a:extLst>
            </p:cNvPr>
            <p:cNvSpPr/>
            <p:nvPr/>
          </p:nvSpPr>
          <p:spPr>
            <a:xfrm>
              <a:off x="4782550" y="3564900"/>
              <a:ext cx="65700" cy="51200"/>
            </a:xfrm>
            <a:custGeom>
              <a:avLst/>
              <a:gdLst/>
              <a:ahLst/>
              <a:cxnLst/>
              <a:rect l="l" t="t" r="r" b="b"/>
              <a:pathLst>
                <a:path w="2628" h="2048" fill="none" extrusionOk="0">
                  <a:moveTo>
                    <a:pt x="1" y="1348"/>
                  </a:moveTo>
                  <a:lnTo>
                    <a:pt x="1" y="1348"/>
                  </a:lnTo>
                  <a:lnTo>
                    <a:pt x="1707" y="205"/>
                  </a:lnTo>
                  <a:lnTo>
                    <a:pt x="1707" y="205"/>
                  </a:lnTo>
                  <a:lnTo>
                    <a:pt x="1852" y="111"/>
                  </a:lnTo>
                  <a:lnTo>
                    <a:pt x="1937" y="68"/>
                  </a:lnTo>
                  <a:lnTo>
                    <a:pt x="2014" y="34"/>
                  </a:lnTo>
                  <a:lnTo>
                    <a:pt x="2099" y="9"/>
                  </a:lnTo>
                  <a:lnTo>
                    <a:pt x="2184" y="0"/>
                  </a:lnTo>
                  <a:lnTo>
                    <a:pt x="2261" y="0"/>
                  </a:lnTo>
                  <a:lnTo>
                    <a:pt x="2346" y="17"/>
                  </a:lnTo>
                  <a:lnTo>
                    <a:pt x="2346" y="17"/>
                  </a:lnTo>
                  <a:lnTo>
                    <a:pt x="2406" y="51"/>
                  </a:lnTo>
                  <a:lnTo>
                    <a:pt x="2466" y="94"/>
                  </a:lnTo>
                  <a:lnTo>
                    <a:pt x="2508" y="145"/>
                  </a:lnTo>
                  <a:lnTo>
                    <a:pt x="2551" y="205"/>
                  </a:lnTo>
                  <a:lnTo>
                    <a:pt x="2585" y="264"/>
                  </a:lnTo>
                  <a:lnTo>
                    <a:pt x="2611" y="333"/>
                  </a:lnTo>
                  <a:lnTo>
                    <a:pt x="2628" y="409"/>
                  </a:lnTo>
                  <a:lnTo>
                    <a:pt x="2628" y="478"/>
                  </a:lnTo>
                  <a:lnTo>
                    <a:pt x="2628" y="478"/>
                  </a:lnTo>
                  <a:lnTo>
                    <a:pt x="2628" y="546"/>
                  </a:lnTo>
                  <a:lnTo>
                    <a:pt x="2619" y="623"/>
                  </a:lnTo>
                  <a:lnTo>
                    <a:pt x="2594" y="759"/>
                  </a:lnTo>
                  <a:lnTo>
                    <a:pt x="2551" y="896"/>
                  </a:lnTo>
                  <a:lnTo>
                    <a:pt x="2508" y="1032"/>
                  </a:lnTo>
                  <a:lnTo>
                    <a:pt x="2508" y="1032"/>
                  </a:lnTo>
                  <a:lnTo>
                    <a:pt x="2133" y="20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188;p26">
              <a:extLst>
                <a:ext uri="{FF2B5EF4-FFF2-40B4-BE49-F238E27FC236}">
                  <a16:creationId xmlns:a16="http://schemas.microsoft.com/office/drawing/2014/main" id="{95C47855-081F-B75D-B86A-CF4DBE442788}"/>
                </a:ext>
              </a:extLst>
            </p:cNvPr>
            <p:cNvSpPr/>
            <p:nvPr/>
          </p:nvSpPr>
          <p:spPr>
            <a:xfrm>
              <a:off x="4782550" y="3564900"/>
              <a:ext cx="65700" cy="51200"/>
            </a:xfrm>
            <a:custGeom>
              <a:avLst/>
              <a:gdLst/>
              <a:ahLst/>
              <a:cxnLst/>
              <a:rect l="l" t="t" r="r" b="b"/>
              <a:pathLst>
                <a:path w="2628" h="2048" fill="none" extrusionOk="0">
                  <a:moveTo>
                    <a:pt x="1" y="1348"/>
                  </a:moveTo>
                  <a:lnTo>
                    <a:pt x="1" y="1348"/>
                  </a:lnTo>
                  <a:lnTo>
                    <a:pt x="1707" y="205"/>
                  </a:lnTo>
                  <a:lnTo>
                    <a:pt x="1707" y="205"/>
                  </a:lnTo>
                  <a:lnTo>
                    <a:pt x="1852" y="111"/>
                  </a:lnTo>
                  <a:lnTo>
                    <a:pt x="1937" y="68"/>
                  </a:lnTo>
                  <a:lnTo>
                    <a:pt x="2014" y="34"/>
                  </a:lnTo>
                  <a:lnTo>
                    <a:pt x="2099" y="9"/>
                  </a:lnTo>
                  <a:lnTo>
                    <a:pt x="2184" y="0"/>
                  </a:lnTo>
                  <a:lnTo>
                    <a:pt x="2261" y="0"/>
                  </a:lnTo>
                  <a:lnTo>
                    <a:pt x="2346" y="17"/>
                  </a:lnTo>
                  <a:lnTo>
                    <a:pt x="2346" y="17"/>
                  </a:lnTo>
                  <a:lnTo>
                    <a:pt x="2406" y="51"/>
                  </a:lnTo>
                  <a:lnTo>
                    <a:pt x="2466" y="94"/>
                  </a:lnTo>
                  <a:lnTo>
                    <a:pt x="2508" y="145"/>
                  </a:lnTo>
                  <a:lnTo>
                    <a:pt x="2551" y="205"/>
                  </a:lnTo>
                  <a:lnTo>
                    <a:pt x="2585" y="264"/>
                  </a:lnTo>
                  <a:lnTo>
                    <a:pt x="2611" y="333"/>
                  </a:lnTo>
                  <a:lnTo>
                    <a:pt x="2628" y="409"/>
                  </a:lnTo>
                  <a:lnTo>
                    <a:pt x="2628" y="478"/>
                  </a:lnTo>
                  <a:lnTo>
                    <a:pt x="2628" y="478"/>
                  </a:lnTo>
                  <a:lnTo>
                    <a:pt x="2628" y="546"/>
                  </a:lnTo>
                  <a:lnTo>
                    <a:pt x="2619" y="623"/>
                  </a:lnTo>
                  <a:lnTo>
                    <a:pt x="2594" y="759"/>
                  </a:lnTo>
                  <a:lnTo>
                    <a:pt x="2551" y="896"/>
                  </a:lnTo>
                  <a:lnTo>
                    <a:pt x="2508" y="1032"/>
                  </a:lnTo>
                  <a:lnTo>
                    <a:pt x="2508" y="1032"/>
                  </a:lnTo>
                  <a:lnTo>
                    <a:pt x="2133" y="2047"/>
                  </a:lnTo>
                </a:path>
              </a:pathLst>
            </a:custGeom>
            <a:noFill/>
            <a:ln w="14075" cap="rnd" cmpd="sng">
              <a:solidFill>
                <a:srgbClr val="FF9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189;p26">
              <a:extLst>
                <a:ext uri="{FF2B5EF4-FFF2-40B4-BE49-F238E27FC236}">
                  <a16:creationId xmlns:a16="http://schemas.microsoft.com/office/drawing/2014/main" id="{FEC5B8CF-32B8-EB85-270D-FA7F1ECD6EB5}"/>
                </a:ext>
              </a:extLst>
            </p:cNvPr>
            <p:cNvSpPr/>
            <p:nvPr/>
          </p:nvSpPr>
          <p:spPr>
            <a:xfrm>
              <a:off x="4432425" y="3158025"/>
              <a:ext cx="552725" cy="531200"/>
            </a:xfrm>
            <a:custGeom>
              <a:avLst/>
              <a:gdLst/>
              <a:ahLst/>
              <a:cxnLst/>
              <a:rect l="l" t="t" r="r" b="b"/>
              <a:pathLst>
                <a:path w="22109" h="21248" extrusionOk="0">
                  <a:moveTo>
                    <a:pt x="6372" y="1"/>
                  </a:moveTo>
                  <a:lnTo>
                    <a:pt x="1" y="1152"/>
                  </a:lnTo>
                  <a:lnTo>
                    <a:pt x="1" y="1246"/>
                  </a:lnTo>
                  <a:lnTo>
                    <a:pt x="9" y="1357"/>
                  </a:lnTo>
                  <a:lnTo>
                    <a:pt x="26" y="1468"/>
                  </a:lnTo>
                  <a:lnTo>
                    <a:pt x="52" y="1587"/>
                  </a:lnTo>
                  <a:lnTo>
                    <a:pt x="111" y="1835"/>
                  </a:lnTo>
                  <a:lnTo>
                    <a:pt x="188" y="2091"/>
                  </a:lnTo>
                  <a:lnTo>
                    <a:pt x="282" y="2338"/>
                  </a:lnTo>
                  <a:lnTo>
                    <a:pt x="384" y="2585"/>
                  </a:lnTo>
                  <a:lnTo>
                    <a:pt x="478" y="2807"/>
                  </a:lnTo>
                  <a:lnTo>
                    <a:pt x="572" y="3012"/>
                  </a:lnTo>
                  <a:lnTo>
                    <a:pt x="10253" y="18629"/>
                  </a:lnTo>
                  <a:lnTo>
                    <a:pt x="10364" y="18834"/>
                  </a:lnTo>
                  <a:lnTo>
                    <a:pt x="10483" y="19030"/>
                  </a:lnTo>
                  <a:lnTo>
                    <a:pt x="10603" y="19226"/>
                  </a:lnTo>
                  <a:lnTo>
                    <a:pt x="10739" y="19414"/>
                  </a:lnTo>
                  <a:lnTo>
                    <a:pt x="10875" y="19593"/>
                  </a:lnTo>
                  <a:lnTo>
                    <a:pt x="11029" y="19764"/>
                  </a:lnTo>
                  <a:lnTo>
                    <a:pt x="11183" y="19926"/>
                  </a:lnTo>
                  <a:lnTo>
                    <a:pt x="11345" y="20071"/>
                  </a:lnTo>
                  <a:lnTo>
                    <a:pt x="11515" y="20199"/>
                  </a:lnTo>
                  <a:lnTo>
                    <a:pt x="11694" y="20318"/>
                  </a:lnTo>
                  <a:lnTo>
                    <a:pt x="11873" y="20420"/>
                  </a:lnTo>
                  <a:lnTo>
                    <a:pt x="12061" y="20506"/>
                  </a:lnTo>
                  <a:lnTo>
                    <a:pt x="12163" y="20540"/>
                  </a:lnTo>
                  <a:lnTo>
                    <a:pt x="12257" y="20565"/>
                  </a:lnTo>
                  <a:lnTo>
                    <a:pt x="12360" y="20591"/>
                  </a:lnTo>
                  <a:lnTo>
                    <a:pt x="12462" y="20608"/>
                  </a:lnTo>
                  <a:lnTo>
                    <a:pt x="12564" y="20617"/>
                  </a:lnTo>
                  <a:lnTo>
                    <a:pt x="12667" y="20625"/>
                  </a:lnTo>
                  <a:lnTo>
                    <a:pt x="12880" y="20625"/>
                  </a:lnTo>
                  <a:lnTo>
                    <a:pt x="13383" y="20582"/>
                  </a:lnTo>
                  <a:lnTo>
                    <a:pt x="13869" y="20531"/>
                  </a:lnTo>
                  <a:lnTo>
                    <a:pt x="14347" y="20480"/>
                  </a:lnTo>
                  <a:lnTo>
                    <a:pt x="14808" y="20420"/>
                  </a:lnTo>
                  <a:lnTo>
                    <a:pt x="15686" y="20309"/>
                  </a:lnTo>
                  <a:lnTo>
                    <a:pt x="16454" y="20190"/>
                  </a:lnTo>
                  <a:lnTo>
                    <a:pt x="17102" y="20079"/>
                  </a:lnTo>
                  <a:lnTo>
                    <a:pt x="17605" y="19994"/>
                  </a:lnTo>
                  <a:lnTo>
                    <a:pt x="18032" y="19909"/>
                  </a:lnTo>
                  <a:lnTo>
                    <a:pt x="18433" y="20071"/>
                  </a:lnTo>
                  <a:lnTo>
                    <a:pt x="19345" y="20446"/>
                  </a:lnTo>
                  <a:lnTo>
                    <a:pt x="19857" y="20659"/>
                  </a:lnTo>
                  <a:lnTo>
                    <a:pt x="20343" y="20872"/>
                  </a:lnTo>
                  <a:lnTo>
                    <a:pt x="20744" y="21060"/>
                  </a:lnTo>
                  <a:lnTo>
                    <a:pt x="20889" y="21128"/>
                  </a:lnTo>
                  <a:lnTo>
                    <a:pt x="21000" y="21197"/>
                  </a:lnTo>
                  <a:lnTo>
                    <a:pt x="21043" y="21214"/>
                  </a:lnTo>
                  <a:lnTo>
                    <a:pt x="21094" y="21239"/>
                  </a:lnTo>
                  <a:lnTo>
                    <a:pt x="21153" y="21248"/>
                  </a:lnTo>
                  <a:lnTo>
                    <a:pt x="21341" y="21248"/>
                  </a:lnTo>
                  <a:lnTo>
                    <a:pt x="21478" y="21214"/>
                  </a:lnTo>
                  <a:lnTo>
                    <a:pt x="21614" y="21162"/>
                  </a:lnTo>
                  <a:lnTo>
                    <a:pt x="21742" y="21094"/>
                  </a:lnTo>
                  <a:lnTo>
                    <a:pt x="21802" y="21060"/>
                  </a:lnTo>
                  <a:lnTo>
                    <a:pt x="21861" y="21009"/>
                  </a:lnTo>
                  <a:lnTo>
                    <a:pt x="21921" y="20966"/>
                  </a:lnTo>
                  <a:lnTo>
                    <a:pt x="21964" y="20915"/>
                  </a:lnTo>
                  <a:lnTo>
                    <a:pt x="22006" y="20855"/>
                  </a:lnTo>
                  <a:lnTo>
                    <a:pt x="22040" y="20796"/>
                  </a:lnTo>
                  <a:lnTo>
                    <a:pt x="22075" y="20736"/>
                  </a:lnTo>
                  <a:lnTo>
                    <a:pt x="22092" y="20668"/>
                  </a:lnTo>
                  <a:lnTo>
                    <a:pt x="22109" y="20599"/>
                  </a:lnTo>
                  <a:lnTo>
                    <a:pt x="22109" y="20531"/>
                  </a:lnTo>
                  <a:lnTo>
                    <a:pt x="22100" y="20463"/>
                  </a:lnTo>
                  <a:lnTo>
                    <a:pt x="22083" y="20386"/>
                  </a:lnTo>
                  <a:lnTo>
                    <a:pt x="22049" y="20309"/>
                  </a:lnTo>
                  <a:lnTo>
                    <a:pt x="22006" y="20233"/>
                  </a:lnTo>
                  <a:lnTo>
                    <a:pt x="21947" y="20156"/>
                  </a:lnTo>
                  <a:lnTo>
                    <a:pt x="21878" y="20071"/>
                  </a:lnTo>
                  <a:lnTo>
                    <a:pt x="21793" y="19994"/>
                  </a:lnTo>
                  <a:lnTo>
                    <a:pt x="21691" y="19909"/>
                  </a:lnTo>
                  <a:lnTo>
                    <a:pt x="21580" y="19832"/>
                  </a:lnTo>
                  <a:lnTo>
                    <a:pt x="21443" y="19747"/>
                  </a:lnTo>
                  <a:lnTo>
                    <a:pt x="20266" y="19073"/>
                  </a:lnTo>
                  <a:lnTo>
                    <a:pt x="19149" y="18442"/>
                  </a:lnTo>
                  <a:lnTo>
                    <a:pt x="17998" y="17810"/>
                  </a:lnTo>
                  <a:lnTo>
                    <a:pt x="13938" y="17572"/>
                  </a:lnTo>
                  <a:lnTo>
                    <a:pt x="13861" y="17580"/>
                  </a:lnTo>
                  <a:lnTo>
                    <a:pt x="6372" y="1"/>
                  </a:lnTo>
                  <a:close/>
                </a:path>
              </a:pathLst>
            </a:custGeom>
            <a:solidFill>
              <a:srgbClr val="FFAE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1190;p26">
              <a:extLst>
                <a:ext uri="{FF2B5EF4-FFF2-40B4-BE49-F238E27FC236}">
                  <a16:creationId xmlns:a16="http://schemas.microsoft.com/office/drawing/2014/main" id="{C7CF6F23-AA07-10D2-5B5B-AB5B7C71B91C}"/>
                </a:ext>
              </a:extLst>
            </p:cNvPr>
            <p:cNvSpPr/>
            <p:nvPr/>
          </p:nvSpPr>
          <p:spPr>
            <a:xfrm>
              <a:off x="4432425" y="3158025"/>
              <a:ext cx="552725" cy="531200"/>
            </a:xfrm>
            <a:custGeom>
              <a:avLst/>
              <a:gdLst/>
              <a:ahLst/>
              <a:cxnLst/>
              <a:rect l="l" t="t" r="r" b="b"/>
              <a:pathLst>
                <a:path w="22109" h="21248" fill="none" extrusionOk="0">
                  <a:moveTo>
                    <a:pt x="1" y="1152"/>
                  </a:moveTo>
                  <a:lnTo>
                    <a:pt x="1" y="1152"/>
                  </a:lnTo>
                  <a:lnTo>
                    <a:pt x="1" y="1246"/>
                  </a:lnTo>
                  <a:lnTo>
                    <a:pt x="9" y="1357"/>
                  </a:lnTo>
                  <a:lnTo>
                    <a:pt x="26" y="1468"/>
                  </a:lnTo>
                  <a:lnTo>
                    <a:pt x="52" y="1587"/>
                  </a:lnTo>
                  <a:lnTo>
                    <a:pt x="111" y="1835"/>
                  </a:lnTo>
                  <a:lnTo>
                    <a:pt x="188" y="2091"/>
                  </a:lnTo>
                  <a:lnTo>
                    <a:pt x="282" y="2338"/>
                  </a:lnTo>
                  <a:lnTo>
                    <a:pt x="384" y="2585"/>
                  </a:lnTo>
                  <a:lnTo>
                    <a:pt x="478" y="2807"/>
                  </a:lnTo>
                  <a:lnTo>
                    <a:pt x="572" y="3012"/>
                  </a:lnTo>
                  <a:lnTo>
                    <a:pt x="10253" y="18629"/>
                  </a:lnTo>
                  <a:lnTo>
                    <a:pt x="10253" y="18629"/>
                  </a:lnTo>
                  <a:lnTo>
                    <a:pt x="10364" y="18834"/>
                  </a:lnTo>
                  <a:lnTo>
                    <a:pt x="10483" y="19030"/>
                  </a:lnTo>
                  <a:lnTo>
                    <a:pt x="10603" y="19226"/>
                  </a:lnTo>
                  <a:lnTo>
                    <a:pt x="10739" y="19414"/>
                  </a:lnTo>
                  <a:lnTo>
                    <a:pt x="10875" y="19593"/>
                  </a:lnTo>
                  <a:lnTo>
                    <a:pt x="11029" y="19764"/>
                  </a:lnTo>
                  <a:lnTo>
                    <a:pt x="11183" y="19926"/>
                  </a:lnTo>
                  <a:lnTo>
                    <a:pt x="11345" y="20071"/>
                  </a:lnTo>
                  <a:lnTo>
                    <a:pt x="11515" y="20199"/>
                  </a:lnTo>
                  <a:lnTo>
                    <a:pt x="11694" y="20318"/>
                  </a:lnTo>
                  <a:lnTo>
                    <a:pt x="11873" y="20420"/>
                  </a:lnTo>
                  <a:lnTo>
                    <a:pt x="12061" y="20506"/>
                  </a:lnTo>
                  <a:lnTo>
                    <a:pt x="12163" y="20540"/>
                  </a:lnTo>
                  <a:lnTo>
                    <a:pt x="12257" y="20565"/>
                  </a:lnTo>
                  <a:lnTo>
                    <a:pt x="12360" y="20591"/>
                  </a:lnTo>
                  <a:lnTo>
                    <a:pt x="12462" y="20608"/>
                  </a:lnTo>
                  <a:lnTo>
                    <a:pt x="12564" y="20617"/>
                  </a:lnTo>
                  <a:lnTo>
                    <a:pt x="12667" y="20625"/>
                  </a:lnTo>
                  <a:lnTo>
                    <a:pt x="12778" y="20625"/>
                  </a:lnTo>
                  <a:lnTo>
                    <a:pt x="12880" y="20625"/>
                  </a:lnTo>
                  <a:lnTo>
                    <a:pt x="12880" y="20625"/>
                  </a:lnTo>
                  <a:lnTo>
                    <a:pt x="13383" y="20582"/>
                  </a:lnTo>
                  <a:lnTo>
                    <a:pt x="13869" y="20531"/>
                  </a:lnTo>
                  <a:lnTo>
                    <a:pt x="14347" y="20480"/>
                  </a:lnTo>
                  <a:lnTo>
                    <a:pt x="14808" y="20420"/>
                  </a:lnTo>
                  <a:lnTo>
                    <a:pt x="15686" y="20309"/>
                  </a:lnTo>
                  <a:lnTo>
                    <a:pt x="16454" y="20190"/>
                  </a:lnTo>
                  <a:lnTo>
                    <a:pt x="17102" y="20079"/>
                  </a:lnTo>
                  <a:lnTo>
                    <a:pt x="17605" y="19994"/>
                  </a:lnTo>
                  <a:lnTo>
                    <a:pt x="18032" y="19909"/>
                  </a:lnTo>
                  <a:lnTo>
                    <a:pt x="18032" y="19909"/>
                  </a:lnTo>
                  <a:lnTo>
                    <a:pt x="18433" y="20071"/>
                  </a:lnTo>
                  <a:lnTo>
                    <a:pt x="19345" y="20446"/>
                  </a:lnTo>
                  <a:lnTo>
                    <a:pt x="19857" y="20659"/>
                  </a:lnTo>
                  <a:lnTo>
                    <a:pt x="20343" y="20872"/>
                  </a:lnTo>
                  <a:lnTo>
                    <a:pt x="20744" y="21060"/>
                  </a:lnTo>
                  <a:lnTo>
                    <a:pt x="20889" y="21128"/>
                  </a:lnTo>
                  <a:lnTo>
                    <a:pt x="21000" y="21197"/>
                  </a:lnTo>
                  <a:lnTo>
                    <a:pt x="21000" y="21197"/>
                  </a:lnTo>
                  <a:lnTo>
                    <a:pt x="21043" y="21214"/>
                  </a:lnTo>
                  <a:lnTo>
                    <a:pt x="21094" y="21239"/>
                  </a:lnTo>
                  <a:lnTo>
                    <a:pt x="21153" y="21248"/>
                  </a:lnTo>
                  <a:lnTo>
                    <a:pt x="21213" y="21248"/>
                  </a:lnTo>
                  <a:lnTo>
                    <a:pt x="21273" y="21248"/>
                  </a:lnTo>
                  <a:lnTo>
                    <a:pt x="21341" y="21248"/>
                  </a:lnTo>
                  <a:lnTo>
                    <a:pt x="21478" y="21214"/>
                  </a:lnTo>
                  <a:lnTo>
                    <a:pt x="21614" y="21162"/>
                  </a:lnTo>
                  <a:lnTo>
                    <a:pt x="21742" y="21094"/>
                  </a:lnTo>
                  <a:lnTo>
                    <a:pt x="21802" y="21060"/>
                  </a:lnTo>
                  <a:lnTo>
                    <a:pt x="21861" y="21009"/>
                  </a:lnTo>
                  <a:lnTo>
                    <a:pt x="21921" y="20966"/>
                  </a:lnTo>
                  <a:lnTo>
                    <a:pt x="21964" y="20915"/>
                  </a:lnTo>
                  <a:lnTo>
                    <a:pt x="22006" y="20855"/>
                  </a:lnTo>
                  <a:lnTo>
                    <a:pt x="22040" y="20796"/>
                  </a:lnTo>
                  <a:lnTo>
                    <a:pt x="22075" y="20736"/>
                  </a:lnTo>
                  <a:lnTo>
                    <a:pt x="22092" y="20668"/>
                  </a:lnTo>
                  <a:lnTo>
                    <a:pt x="22109" y="20599"/>
                  </a:lnTo>
                  <a:lnTo>
                    <a:pt x="22109" y="20531"/>
                  </a:lnTo>
                  <a:lnTo>
                    <a:pt x="22100" y="20463"/>
                  </a:lnTo>
                  <a:lnTo>
                    <a:pt x="22083" y="20386"/>
                  </a:lnTo>
                  <a:lnTo>
                    <a:pt x="22049" y="20309"/>
                  </a:lnTo>
                  <a:lnTo>
                    <a:pt x="22006" y="20233"/>
                  </a:lnTo>
                  <a:lnTo>
                    <a:pt x="21947" y="20156"/>
                  </a:lnTo>
                  <a:lnTo>
                    <a:pt x="21878" y="20071"/>
                  </a:lnTo>
                  <a:lnTo>
                    <a:pt x="21793" y="19994"/>
                  </a:lnTo>
                  <a:lnTo>
                    <a:pt x="21691" y="19909"/>
                  </a:lnTo>
                  <a:lnTo>
                    <a:pt x="21580" y="19832"/>
                  </a:lnTo>
                  <a:lnTo>
                    <a:pt x="21443" y="19747"/>
                  </a:lnTo>
                  <a:lnTo>
                    <a:pt x="21443" y="19747"/>
                  </a:lnTo>
                  <a:lnTo>
                    <a:pt x="20266" y="19073"/>
                  </a:lnTo>
                  <a:lnTo>
                    <a:pt x="19149" y="18442"/>
                  </a:lnTo>
                  <a:lnTo>
                    <a:pt x="17998" y="17810"/>
                  </a:lnTo>
                  <a:lnTo>
                    <a:pt x="13938" y="17572"/>
                  </a:lnTo>
                  <a:lnTo>
                    <a:pt x="13861" y="17580"/>
                  </a:lnTo>
                  <a:lnTo>
                    <a:pt x="63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1191;p26">
              <a:extLst>
                <a:ext uri="{FF2B5EF4-FFF2-40B4-BE49-F238E27FC236}">
                  <a16:creationId xmlns:a16="http://schemas.microsoft.com/office/drawing/2014/main" id="{5C5133D1-47CE-EF33-C1A5-AAEC998BFBE4}"/>
                </a:ext>
              </a:extLst>
            </p:cNvPr>
            <p:cNvSpPr/>
            <p:nvPr/>
          </p:nvSpPr>
          <p:spPr>
            <a:xfrm>
              <a:off x="4432425" y="3158025"/>
              <a:ext cx="552725" cy="531200"/>
            </a:xfrm>
            <a:custGeom>
              <a:avLst/>
              <a:gdLst/>
              <a:ahLst/>
              <a:cxnLst/>
              <a:rect l="l" t="t" r="r" b="b"/>
              <a:pathLst>
                <a:path w="22109" h="21248" fill="none" extrusionOk="0">
                  <a:moveTo>
                    <a:pt x="1" y="1152"/>
                  </a:moveTo>
                  <a:lnTo>
                    <a:pt x="1" y="1152"/>
                  </a:lnTo>
                  <a:lnTo>
                    <a:pt x="1" y="1246"/>
                  </a:lnTo>
                  <a:lnTo>
                    <a:pt x="9" y="1357"/>
                  </a:lnTo>
                  <a:lnTo>
                    <a:pt x="26" y="1468"/>
                  </a:lnTo>
                  <a:lnTo>
                    <a:pt x="52" y="1587"/>
                  </a:lnTo>
                  <a:lnTo>
                    <a:pt x="111" y="1835"/>
                  </a:lnTo>
                  <a:lnTo>
                    <a:pt x="188" y="2091"/>
                  </a:lnTo>
                  <a:lnTo>
                    <a:pt x="282" y="2338"/>
                  </a:lnTo>
                  <a:lnTo>
                    <a:pt x="384" y="2585"/>
                  </a:lnTo>
                  <a:lnTo>
                    <a:pt x="478" y="2807"/>
                  </a:lnTo>
                  <a:lnTo>
                    <a:pt x="572" y="3012"/>
                  </a:lnTo>
                  <a:lnTo>
                    <a:pt x="10253" y="18629"/>
                  </a:lnTo>
                  <a:lnTo>
                    <a:pt x="10253" y="18629"/>
                  </a:lnTo>
                  <a:lnTo>
                    <a:pt x="10364" y="18834"/>
                  </a:lnTo>
                  <a:lnTo>
                    <a:pt x="10483" y="19030"/>
                  </a:lnTo>
                  <a:lnTo>
                    <a:pt x="10603" y="19226"/>
                  </a:lnTo>
                  <a:lnTo>
                    <a:pt x="10739" y="19414"/>
                  </a:lnTo>
                  <a:lnTo>
                    <a:pt x="10875" y="19593"/>
                  </a:lnTo>
                  <a:lnTo>
                    <a:pt x="11029" y="19764"/>
                  </a:lnTo>
                  <a:lnTo>
                    <a:pt x="11183" y="19926"/>
                  </a:lnTo>
                  <a:lnTo>
                    <a:pt x="11345" y="20071"/>
                  </a:lnTo>
                  <a:lnTo>
                    <a:pt x="11515" y="20199"/>
                  </a:lnTo>
                  <a:lnTo>
                    <a:pt x="11694" y="20318"/>
                  </a:lnTo>
                  <a:lnTo>
                    <a:pt x="11873" y="20420"/>
                  </a:lnTo>
                  <a:lnTo>
                    <a:pt x="12061" y="20506"/>
                  </a:lnTo>
                  <a:lnTo>
                    <a:pt x="12163" y="20540"/>
                  </a:lnTo>
                  <a:lnTo>
                    <a:pt x="12257" y="20565"/>
                  </a:lnTo>
                  <a:lnTo>
                    <a:pt x="12360" y="20591"/>
                  </a:lnTo>
                  <a:lnTo>
                    <a:pt x="12462" y="20608"/>
                  </a:lnTo>
                  <a:lnTo>
                    <a:pt x="12564" y="20617"/>
                  </a:lnTo>
                  <a:lnTo>
                    <a:pt x="12667" y="20625"/>
                  </a:lnTo>
                  <a:lnTo>
                    <a:pt x="12778" y="20625"/>
                  </a:lnTo>
                  <a:lnTo>
                    <a:pt x="12880" y="20625"/>
                  </a:lnTo>
                  <a:lnTo>
                    <a:pt x="12880" y="20625"/>
                  </a:lnTo>
                  <a:lnTo>
                    <a:pt x="13383" y="20582"/>
                  </a:lnTo>
                  <a:lnTo>
                    <a:pt x="13869" y="20531"/>
                  </a:lnTo>
                  <a:lnTo>
                    <a:pt x="14347" y="20480"/>
                  </a:lnTo>
                  <a:lnTo>
                    <a:pt x="14808" y="20420"/>
                  </a:lnTo>
                  <a:lnTo>
                    <a:pt x="15686" y="20309"/>
                  </a:lnTo>
                  <a:lnTo>
                    <a:pt x="16454" y="20190"/>
                  </a:lnTo>
                  <a:lnTo>
                    <a:pt x="17102" y="20079"/>
                  </a:lnTo>
                  <a:lnTo>
                    <a:pt x="17605" y="19994"/>
                  </a:lnTo>
                  <a:lnTo>
                    <a:pt x="18032" y="19909"/>
                  </a:lnTo>
                  <a:lnTo>
                    <a:pt x="18032" y="19909"/>
                  </a:lnTo>
                  <a:lnTo>
                    <a:pt x="18433" y="20071"/>
                  </a:lnTo>
                  <a:lnTo>
                    <a:pt x="19345" y="20446"/>
                  </a:lnTo>
                  <a:lnTo>
                    <a:pt x="19857" y="20659"/>
                  </a:lnTo>
                  <a:lnTo>
                    <a:pt x="20343" y="20872"/>
                  </a:lnTo>
                  <a:lnTo>
                    <a:pt x="20744" y="21060"/>
                  </a:lnTo>
                  <a:lnTo>
                    <a:pt x="20889" y="21128"/>
                  </a:lnTo>
                  <a:lnTo>
                    <a:pt x="21000" y="21197"/>
                  </a:lnTo>
                  <a:lnTo>
                    <a:pt x="21000" y="21197"/>
                  </a:lnTo>
                  <a:lnTo>
                    <a:pt x="21043" y="21214"/>
                  </a:lnTo>
                  <a:lnTo>
                    <a:pt x="21094" y="21239"/>
                  </a:lnTo>
                  <a:lnTo>
                    <a:pt x="21153" y="21248"/>
                  </a:lnTo>
                  <a:lnTo>
                    <a:pt x="21213" y="21248"/>
                  </a:lnTo>
                  <a:lnTo>
                    <a:pt x="21273" y="21248"/>
                  </a:lnTo>
                  <a:lnTo>
                    <a:pt x="21341" y="21248"/>
                  </a:lnTo>
                  <a:lnTo>
                    <a:pt x="21478" y="21214"/>
                  </a:lnTo>
                  <a:lnTo>
                    <a:pt x="21614" y="21162"/>
                  </a:lnTo>
                  <a:lnTo>
                    <a:pt x="21742" y="21094"/>
                  </a:lnTo>
                  <a:lnTo>
                    <a:pt x="21802" y="21060"/>
                  </a:lnTo>
                  <a:lnTo>
                    <a:pt x="21861" y="21009"/>
                  </a:lnTo>
                  <a:lnTo>
                    <a:pt x="21921" y="20966"/>
                  </a:lnTo>
                  <a:lnTo>
                    <a:pt x="21964" y="20915"/>
                  </a:lnTo>
                  <a:lnTo>
                    <a:pt x="22006" y="20855"/>
                  </a:lnTo>
                  <a:lnTo>
                    <a:pt x="22040" y="20796"/>
                  </a:lnTo>
                  <a:lnTo>
                    <a:pt x="22075" y="20736"/>
                  </a:lnTo>
                  <a:lnTo>
                    <a:pt x="22092" y="20668"/>
                  </a:lnTo>
                  <a:lnTo>
                    <a:pt x="22109" y="20599"/>
                  </a:lnTo>
                  <a:lnTo>
                    <a:pt x="22109" y="20531"/>
                  </a:lnTo>
                  <a:lnTo>
                    <a:pt x="22100" y="20463"/>
                  </a:lnTo>
                  <a:lnTo>
                    <a:pt x="22083" y="20386"/>
                  </a:lnTo>
                  <a:lnTo>
                    <a:pt x="22049" y="20309"/>
                  </a:lnTo>
                  <a:lnTo>
                    <a:pt x="22006" y="20233"/>
                  </a:lnTo>
                  <a:lnTo>
                    <a:pt x="21947" y="20156"/>
                  </a:lnTo>
                  <a:lnTo>
                    <a:pt x="21878" y="20071"/>
                  </a:lnTo>
                  <a:lnTo>
                    <a:pt x="21793" y="19994"/>
                  </a:lnTo>
                  <a:lnTo>
                    <a:pt x="21691" y="19909"/>
                  </a:lnTo>
                  <a:lnTo>
                    <a:pt x="21580" y="19832"/>
                  </a:lnTo>
                  <a:lnTo>
                    <a:pt x="21443" y="19747"/>
                  </a:lnTo>
                  <a:lnTo>
                    <a:pt x="21443" y="19747"/>
                  </a:lnTo>
                  <a:lnTo>
                    <a:pt x="20266" y="19073"/>
                  </a:lnTo>
                  <a:lnTo>
                    <a:pt x="19149" y="18442"/>
                  </a:lnTo>
                  <a:lnTo>
                    <a:pt x="17998" y="17810"/>
                  </a:lnTo>
                  <a:lnTo>
                    <a:pt x="13938" y="17572"/>
                  </a:lnTo>
                  <a:lnTo>
                    <a:pt x="13861" y="17580"/>
                  </a:lnTo>
                  <a:lnTo>
                    <a:pt x="6372" y="1"/>
                  </a:lnTo>
                </a:path>
              </a:pathLst>
            </a:custGeom>
            <a:noFill/>
            <a:ln w="14075" cap="rnd" cmpd="sng">
              <a:solidFill>
                <a:srgbClr val="FFAE9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1192;p26">
              <a:extLst>
                <a:ext uri="{FF2B5EF4-FFF2-40B4-BE49-F238E27FC236}">
                  <a16:creationId xmlns:a16="http://schemas.microsoft.com/office/drawing/2014/main" id="{E74F53CA-BB34-8FC0-1A82-D41537F71721}"/>
                </a:ext>
              </a:extLst>
            </p:cNvPr>
            <p:cNvSpPr/>
            <p:nvPr/>
          </p:nvSpPr>
          <p:spPr>
            <a:xfrm>
              <a:off x="2383463" y="2673550"/>
              <a:ext cx="4377100" cy="1510575"/>
            </a:xfrm>
            <a:custGeom>
              <a:avLst/>
              <a:gdLst/>
              <a:ahLst/>
              <a:cxnLst/>
              <a:rect l="l" t="t" r="r" b="b"/>
              <a:pathLst>
                <a:path w="175084" h="60423" extrusionOk="0">
                  <a:moveTo>
                    <a:pt x="1" y="1"/>
                  </a:moveTo>
                  <a:lnTo>
                    <a:pt x="31210" y="60423"/>
                  </a:lnTo>
                  <a:lnTo>
                    <a:pt x="143883" y="60423"/>
                  </a:lnTo>
                  <a:lnTo>
                    <a:pt x="175083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  <a:alpha val="65359"/>
                  </a:srgbClr>
                </a:gs>
                <a:gs pos="100000">
                  <a:srgbClr val="FFFFFF">
                    <a:alpha val="49411"/>
                    <a:alpha val="6535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1193;p26">
              <a:extLst>
                <a:ext uri="{FF2B5EF4-FFF2-40B4-BE49-F238E27FC236}">
                  <a16:creationId xmlns:a16="http://schemas.microsoft.com/office/drawing/2014/main" id="{ED68E052-4618-DAFF-1D29-CB6708463020}"/>
                </a:ext>
              </a:extLst>
            </p:cNvPr>
            <p:cNvSpPr/>
            <p:nvPr/>
          </p:nvSpPr>
          <p:spPr>
            <a:xfrm>
              <a:off x="3105050" y="4187100"/>
              <a:ext cx="2944775" cy="956400"/>
            </a:xfrm>
            <a:custGeom>
              <a:avLst/>
              <a:gdLst/>
              <a:ahLst/>
              <a:cxnLst/>
              <a:rect l="l" t="t" r="r" b="b"/>
              <a:pathLst>
                <a:path w="117791" h="38256" extrusionOk="0">
                  <a:moveTo>
                    <a:pt x="0" y="1"/>
                  </a:moveTo>
                  <a:lnTo>
                    <a:pt x="0" y="38255"/>
                  </a:lnTo>
                  <a:lnTo>
                    <a:pt x="117791" y="38255"/>
                  </a:lnTo>
                  <a:lnTo>
                    <a:pt x="117791" y="1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1194;p26">
              <a:extLst>
                <a:ext uri="{FF2B5EF4-FFF2-40B4-BE49-F238E27FC236}">
                  <a16:creationId xmlns:a16="http://schemas.microsoft.com/office/drawing/2014/main" id="{435BAEE2-E1BC-7762-D3EC-8AA3DB3A3D0B}"/>
                </a:ext>
              </a:extLst>
            </p:cNvPr>
            <p:cNvSpPr/>
            <p:nvPr/>
          </p:nvSpPr>
          <p:spPr>
            <a:xfrm>
              <a:off x="3105050" y="4187100"/>
              <a:ext cx="2944775" cy="956400"/>
            </a:xfrm>
            <a:custGeom>
              <a:avLst/>
              <a:gdLst/>
              <a:ahLst/>
              <a:cxnLst/>
              <a:rect l="l" t="t" r="r" b="b"/>
              <a:pathLst>
                <a:path w="117791" h="38256" fill="none" extrusionOk="0">
                  <a:moveTo>
                    <a:pt x="117791" y="38255"/>
                  </a:moveTo>
                  <a:lnTo>
                    <a:pt x="0" y="38255"/>
                  </a:lnTo>
                  <a:lnTo>
                    <a:pt x="0" y="1"/>
                  </a:lnTo>
                  <a:lnTo>
                    <a:pt x="117791" y="1"/>
                  </a:lnTo>
                  <a:lnTo>
                    <a:pt x="117791" y="382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1195;p26">
              <a:extLst>
                <a:ext uri="{FF2B5EF4-FFF2-40B4-BE49-F238E27FC236}">
                  <a16:creationId xmlns:a16="http://schemas.microsoft.com/office/drawing/2014/main" id="{4FB3F4F3-C3DC-D066-AF55-A783E7E97648}"/>
                </a:ext>
              </a:extLst>
            </p:cNvPr>
            <p:cNvSpPr/>
            <p:nvPr/>
          </p:nvSpPr>
          <p:spPr>
            <a:xfrm>
              <a:off x="3286725" y="4384575"/>
              <a:ext cx="2581425" cy="758925"/>
            </a:xfrm>
            <a:custGeom>
              <a:avLst/>
              <a:gdLst/>
              <a:ahLst/>
              <a:cxnLst/>
              <a:rect l="l" t="t" r="r" b="b"/>
              <a:pathLst>
                <a:path w="103257" h="30357" extrusionOk="0">
                  <a:moveTo>
                    <a:pt x="0" y="0"/>
                  </a:moveTo>
                  <a:lnTo>
                    <a:pt x="0" y="30356"/>
                  </a:lnTo>
                  <a:lnTo>
                    <a:pt x="103257" y="30356"/>
                  </a:lnTo>
                  <a:lnTo>
                    <a:pt x="103257" y="0"/>
                  </a:lnTo>
                  <a:close/>
                </a:path>
              </a:pathLst>
            </a:custGeom>
            <a:solidFill>
              <a:srgbClr val="292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1196;p26">
              <a:extLst>
                <a:ext uri="{FF2B5EF4-FFF2-40B4-BE49-F238E27FC236}">
                  <a16:creationId xmlns:a16="http://schemas.microsoft.com/office/drawing/2014/main" id="{97F3E6AB-C7E5-E9CB-CC1B-BFDF254190EB}"/>
                </a:ext>
              </a:extLst>
            </p:cNvPr>
            <p:cNvSpPr/>
            <p:nvPr/>
          </p:nvSpPr>
          <p:spPr>
            <a:xfrm>
              <a:off x="3286725" y="4384575"/>
              <a:ext cx="2581425" cy="758925"/>
            </a:xfrm>
            <a:custGeom>
              <a:avLst/>
              <a:gdLst/>
              <a:ahLst/>
              <a:cxnLst/>
              <a:rect l="l" t="t" r="r" b="b"/>
              <a:pathLst>
                <a:path w="103257" h="30357" fill="none" extrusionOk="0">
                  <a:moveTo>
                    <a:pt x="103257" y="0"/>
                  </a:moveTo>
                  <a:lnTo>
                    <a:pt x="0" y="0"/>
                  </a:lnTo>
                  <a:lnTo>
                    <a:pt x="0" y="30356"/>
                  </a:lnTo>
                  <a:lnTo>
                    <a:pt x="103257" y="30356"/>
                  </a:lnTo>
                  <a:lnTo>
                    <a:pt x="10325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197;p26">
              <a:extLst>
                <a:ext uri="{FF2B5EF4-FFF2-40B4-BE49-F238E27FC236}">
                  <a16:creationId xmlns:a16="http://schemas.microsoft.com/office/drawing/2014/main" id="{D8FFB426-03F7-4A12-F547-51CB684386A4}"/>
                </a:ext>
              </a:extLst>
            </p:cNvPr>
            <p:cNvSpPr/>
            <p:nvPr/>
          </p:nvSpPr>
          <p:spPr>
            <a:xfrm>
              <a:off x="5443800" y="4458775"/>
              <a:ext cx="51400" cy="142450"/>
            </a:xfrm>
            <a:custGeom>
              <a:avLst/>
              <a:gdLst/>
              <a:ahLst/>
              <a:cxnLst/>
              <a:rect l="l" t="t" r="r" b="b"/>
              <a:pathLst>
                <a:path w="2056" h="5698" extrusionOk="0">
                  <a:moveTo>
                    <a:pt x="930" y="0"/>
                  </a:moveTo>
                  <a:lnTo>
                    <a:pt x="828" y="17"/>
                  </a:lnTo>
                  <a:lnTo>
                    <a:pt x="725" y="43"/>
                  </a:lnTo>
                  <a:lnTo>
                    <a:pt x="632" y="77"/>
                  </a:lnTo>
                  <a:lnTo>
                    <a:pt x="538" y="120"/>
                  </a:lnTo>
                  <a:lnTo>
                    <a:pt x="461" y="171"/>
                  </a:lnTo>
                  <a:lnTo>
                    <a:pt x="376" y="231"/>
                  </a:lnTo>
                  <a:lnTo>
                    <a:pt x="307" y="299"/>
                  </a:lnTo>
                  <a:lnTo>
                    <a:pt x="239" y="367"/>
                  </a:lnTo>
                  <a:lnTo>
                    <a:pt x="180" y="452"/>
                  </a:lnTo>
                  <a:lnTo>
                    <a:pt x="128" y="538"/>
                  </a:lnTo>
                  <a:lnTo>
                    <a:pt x="86" y="623"/>
                  </a:lnTo>
                  <a:lnTo>
                    <a:pt x="52" y="717"/>
                  </a:lnTo>
                  <a:lnTo>
                    <a:pt x="26" y="819"/>
                  </a:lnTo>
                  <a:lnTo>
                    <a:pt x="9" y="921"/>
                  </a:lnTo>
                  <a:lnTo>
                    <a:pt x="0" y="1024"/>
                  </a:lnTo>
                  <a:lnTo>
                    <a:pt x="0" y="4666"/>
                  </a:lnTo>
                  <a:lnTo>
                    <a:pt x="9" y="4768"/>
                  </a:lnTo>
                  <a:lnTo>
                    <a:pt x="26" y="4871"/>
                  </a:lnTo>
                  <a:lnTo>
                    <a:pt x="52" y="4973"/>
                  </a:lnTo>
                  <a:lnTo>
                    <a:pt x="86" y="5067"/>
                  </a:lnTo>
                  <a:lnTo>
                    <a:pt x="128" y="5161"/>
                  </a:lnTo>
                  <a:lnTo>
                    <a:pt x="180" y="5237"/>
                  </a:lnTo>
                  <a:lnTo>
                    <a:pt x="239" y="5323"/>
                  </a:lnTo>
                  <a:lnTo>
                    <a:pt x="307" y="5391"/>
                  </a:lnTo>
                  <a:lnTo>
                    <a:pt x="376" y="5459"/>
                  </a:lnTo>
                  <a:lnTo>
                    <a:pt x="461" y="5519"/>
                  </a:lnTo>
                  <a:lnTo>
                    <a:pt x="538" y="5570"/>
                  </a:lnTo>
                  <a:lnTo>
                    <a:pt x="632" y="5613"/>
                  </a:lnTo>
                  <a:lnTo>
                    <a:pt x="725" y="5647"/>
                  </a:lnTo>
                  <a:lnTo>
                    <a:pt x="828" y="5672"/>
                  </a:lnTo>
                  <a:lnTo>
                    <a:pt x="930" y="5689"/>
                  </a:lnTo>
                  <a:lnTo>
                    <a:pt x="1032" y="5698"/>
                  </a:lnTo>
                  <a:lnTo>
                    <a:pt x="1135" y="5689"/>
                  </a:lnTo>
                  <a:lnTo>
                    <a:pt x="1237" y="5672"/>
                  </a:lnTo>
                  <a:lnTo>
                    <a:pt x="1340" y="5647"/>
                  </a:lnTo>
                  <a:lnTo>
                    <a:pt x="1433" y="5613"/>
                  </a:lnTo>
                  <a:lnTo>
                    <a:pt x="1519" y="5570"/>
                  </a:lnTo>
                  <a:lnTo>
                    <a:pt x="1604" y="5519"/>
                  </a:lnTo>
                  <a:lnTo>
                    <a:pt x="1689" y="5459"/>
                  </a:lnTo>
                  <a:lnTo>
                    <a:pt x="1757" y="5391"/>
                  </a:lnTo>
                  <a:lnTo>
                    <a:pt x="1826" y="5323"/>
                  </a:lnTo>
                  <a:lnTo>
                    <a:pt x="1885" y="5237"/>
                  </a:lnTo>
                  <a:lnTo>
                    <a:pt x="1937" y="5161"/>
                  </a:lnTo>
                  <a:lnTo>
                    <a:pt x="1979" y="5067"/>
                  </a:lnTo>
                  <a:lnTo>
                    <a:pt x="2013" y="4973"/>
                  </a:lnTo>
                  <a:lnTo>
                    <a:pt x="2039" y="4871"/>
                  </a:lnTo>
                  <a:lnTo>
                    <a:pt x="2056" y="4768"/>
                  </a:lnTo>
                  <a:lnTo>
                    <a:pt x="2056" y="4666"/>
                  </a:lnTo>
                  <a:lnTo>
                    <a:pt x="2056" y="1024"/>
                  </a:lnTo>
                  <a:lnTo>
                    <a:pt x="2056" y="921"/>
                  </a:lnTo>
                  <a:lnTo>
                    <a:pt x="2039" y="819"/>
                  </a:lnTo>
                  <a:lnTo>
                    <a:pt x="2013" y="717"/>
                  </a:lnTo>
                  <a:lnTo>
                    <a:pt x="1979" y="623"/>
                  </a:lnTo>
                  <a:lnTo>
                    <a:pt x="1937" y="538"/>
                  </a:lnTo>
                  <a:lnTo>
                    <a:pt x="1885" y="452"/>
                  </a:lnTo>
                  <a:lnTo>
                    <a:pt x="1826" y="367"/>
                  </a:lnTo>
                  <a:lnTo>
                    <a:pt x="1757" y="299"/>
                  </a:lnTo>
                  <a:lnTo>
                    <a:pt x="1689" y="231"/>
                  </a:lnTo>
                  <a:lnTo>
                    <a:pt x="1604" y="171"/>
                  </a:lnTo>
                  <a:lnTo>
                    <a:pt x="1519" y="120"/>
                  </a:lnTo>
                  <a:lnTo>
                    <a:pt x="1433" y="77"/>
                  </a:lnTo>
                  <a:lnTo>
                    <a:pt x="1340" y="43"/>
                  </a:lnTo>
                  <a:lnTo>
                    <a:pt x="1237" y="17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1198;p26">
              <a:extLst>
                <a:ext uri="{FF2B5EF4-FFF2-40B4-BE49-F238E27FC236}">
                  <a16:creationId xmlns:a16="http://schemas.microsoft.com/office/drawing/2014/main" id="{375379A0-B6A5-8AB1-2934-D03D08036321}"/>
                </a:ext>
              </a:extLst>
            </p:cNvPr>
            <p:cNvSpPr/>
            <p:nvPr/>
          </p:nvSpPr>
          <p:spPr>
            <a:xfrm>
              <a:off x="5543375" y="4458775"/>
              <a:ext cx="51425" cy="142450"/>
            </a:xfrm>
            <a:custGeom>
              <a:avLst/>
              <a:gdLst/>
              <a:ahLst/>
              <a:cxnLst/>
              <a:rect l="l" t="t" r="r" b="b"/>
              <a:pathLst>
                <a:path w="2057" h="5698" extrusionOk="0">
                  <a:moveTo>
                    <a:pt x="922" y="0"/>
                  </a:moveTo>
                  <a:lnTo>
                    <a:pt x="828" y="17"/>
                  </a:lnTo>
                  <a:lnTo>
                    <a:pt x="726" y="43"/>
                  </a:lnTo>
                  <a:lnTo>
                    <a:pt x="632" y="77"/>
                  </a:lnTo>
                  <a:lnTo>
                    <a:pt x="538" y="120"/>
                  </a:lnTo>
                  <a:lnTo>
                    <a:pt x="453" y="171"/>
                  </a:lnTo>
                  <a:lnTo>
                    <a:pt x="376" y="231"/>
                  </a:lnTo>
                  <a:lnTo>
                    <a:pt x="308" y="299"/>
                  </a:lnTo>
                  <a:lnTo>
                    <a:pt x="239" y="367"/>
                  </a:lnTo>
                  <a:lnTo>
                    <a:pt x="180" y="452"/>
                  </a:lnTo>
                  <a:lnTo>
                    <a:pt x="129" y="538"/>
                  </a:lnTo>
                  <a:lnTo>
                    <a:pt x="86" y="623"/>
                  </a:lnTo>
                  <a:lnTo>
                    <a:pt x="52" y="717"/>
                  </a:lnTo>
                  <a:lnTo>
                    <a:pt x="26" y="819"/>
                  </a:lnTo>
                  <a:lnTo>
                    <a:pt x="9" y="921"/>
                  </a:lnTo>
                  <a:lnTo>
                    <a:pt x="1" y="1024"/>
                  </a:lnTo>
                  <a:lnTo>
                    <a:pt x="1" y="4666"/>
                  </a:lnTo>
                  <a:lnTo>
                    <a:pt x="9" y="4768"/>
                  </a:lnTo>
                  <a:lnTo>
                    <a:pt x="26" y="4871"/>
                  </a:lnTo>
                  <a:lnTo>
                    <a:pt x="52" y="4973"/>
                  </a:lnTo>
                  <a:lnTo>
                    <a:pt x="86" y="5067"/>
                  </a:lnTo>
                  <a:lnTo>
                    <a:pt x="129" y="5161"/>
                  </a:lnTo>
                  <a:lnTo>
                    <a:pt x="180" y="5237"/>
                  </a:lnTo>
                  <a:lnTo>
                    <a:pt x="239" y="5323"/>
                  </a:lnTo>
                  <a:lnTo>
                    <a:pt x="308" y="5391"/>
                  </a:lnTo>
                  <a:lnTo>
                    <a:pt x="376" y="5459"/>
                  </a:lnTo>
                  <a:lnTo>
                    <a:pt x="453" y="5519"/>
                  </a:lnTo>
                  <a:lnTo>
                    <a:pt x="538" y="5570"/>
                  </a:lnTo>
                  <a:lnTo>
                    <a:pt x="632" y="5613"/>
                  </a:lnTo>
                  <a:lnTo>
                    <a:pt x="726" y="5647"/>
                  </a:lnTo>
                  <a:lnTo>
                    <a:pt x="828" y="5672"/>
                  </a:lnTo>
                  <a:lnTo>
                    <a:pt x="922" y="5689"/>
                  </a:lnTo>
                  <a:lnTo>
                    <a:pt x="1033" y="5698"/>
                  </a:lnTo>
                  <a:lnTo>
                    <a:pt x="1135" y="5689"/>
                  </a:lnTo>
                  <a:lnTo>
                    <a:pt x="1237" y="5672"/>
                  </a:lnTo>
                  <a:lnTo>
                    <a:pt x="1340" y="5647"/>
                  </a:lnTo>
                  <a:lnTo>
                    <a:pt x="1434" y="5613"/>
                  </a:lnTo>
                  <a:lnTo>
                    <a:pt x="1519" y="5570"/>
                  </a:lnTo>
                  <a:lnTo>
                    <a:pt x="1604" y="5519"/>
                  </a:lnTo>
                  <a:lnTo>
                    <a:pt x="1681" y="5459"/>
                  </a:lnTo>
                  <a:lnTo>
                    <a:pt x="1758" y="5391"/>
                  </a:lnTo>
                  <a:lnTo>
                    <a:pt x="1826" y="5323"/>
                  </a:lnTo>
                  <a:lnTo>
                    <a:pt x="1886" y="5237"/>
                  </a:lnTo>
                  <a:lnTo>
                    <a:pt x="1937" y="5161"/>
                  </a:lnTo>
                  <a:lnTo>
                    <a:pt x="1979" y="5067"/>
                  </a:lnTo>
                  <a:lnTo>
                    <a:pt x="2014" y="4973"/>
                  </a:lnTo>
                  <a:lnTo>
                    <a:pt x="2039" y="4871"/>
                  </a:lnTo>
                  <a:lnTo>
                    <a:pt x="2056" y="4768"/>
                  </a:lnTo>
                  <a:lnTo>
                    <a:pt x="2056" y="4666"/>
                  </a:lnTo>
                  <a:lnTo>
                    <a:pt x="2056" y="1024"/>
                  </a:lnTo>
                  <a:lnTo>
                    <a:pt x="2056" y="921"/>
                  </a:lnTo>
                  <a:lnTo>
                    <a:pt x="2039" y="819"/>
                  </a:lnTo>
                  <a:lnTo>
                    <a:pt x="2014" y="717"/>
                  </a:lnTo>
                  <a:lnTo>
                    <a:pt x="1979" y="623"/>
                  </a:lnTo>
                  <a:lnTo>
                    <a:pt x="1937" y="538"/>
                  </a:lnTo>
                  <a:lnTo>
                    <a:pt x="1886" y="452"/>
                  </a:lnTo>
                  <a:lnTo>
                    <a:pt x="1826" y="367"/>
                  </a:lnTo>
                  <a:lnTo>
                    <a:pt x="1758" y="299"/>
                  </a:lnTo>
                  <a:lnTo>
                    <a:pt x="1681" y="231"/>
                  </a:lnTo>
                  <a:lnTo>
                    <a:pt x="1604" y="171"/>
                  </a:lnTo>
                  <a:lnTo>
                    <a:pt x="1519" y="120"/>
                  </a:lnTo>
                  <a:lnTo>
                    <a:pt x="1434" y="77"/>
                  </a:lnTo>
                  <a:lnTo>
                    <a:pt x="1340" y="43"/>
                  </a:lnTo>
                  <a:lnTo>
                    <a:pt x="1237" y="17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1199;p26">
              <a:extLst>
                <a:ext uri="{FF2B5EF4-FFF2-40B4-BE49-F238E27FC236}">
                  <a16:creationId xmlns:a16="http://schemas.microsoft.com/office/drawing/2014/main" id="{90FF26C7-8369-7E3C-07E4-6C2F2F8535D5}"/>
                </a:ext>
              </a:extLst>
            </p:cNvPr>
            <p:cNvSpPr/>
            <p:nvPr/>
          </p:nvSpPr>
          <p:spPr>
            <a:xfrm>
              <a:off x="5642950" y="4458775"/>
              <a:ext cx="51425" cy="142450"/>
            </a:xfrm>
            <a:custGeom>
              <a:avLst/>
              <a:gdLst/>
              <a:ahLst/>
              <a:cxnLst/>
              <a:rect l="l" t="t" r="r" b="b"/>
              <a:pathLst>
                <a:path w="2057" h="5698" extrusionOk="0">
                  <a:moveTo>
                    <a:pt x="922" y="0"/>
                  </a:moveTo>
                  <a:lnTo>
                    <a:pt x="820" y="17"/>
                  </a:lnTo>
                  <a:lnTo>
                    <a:pt x="726" y="43"/>
                  </a:lnTo>
                  <a:lnTo>
                    <a:pt x="632" y="77"/>
                  </a:lnTo>
                  <a:lnTo>
                    <a:pt x="538" y="120"/>
                  </a:lnTo>
                  <a:lnTo>
                    <a:pt x="453" y="171"/>
                  </a:lnTo>
                  <a:lnTo>
                    <a:pt x="376" y="231"/>
                  </a:lnTo>
                  <a:lnTo>
                    <a:pt x="299" y="299"/>
                  </a:lnTo>
                  <a:lnTo>
                    <a:pt x="240" y="367"/>
                  </a:lnTo>
                  <a:lnTo>
                    <a:pt x="180" y="452"/>
                  </a:lnTo>
                  <a:lnTo>
                    <a:pt x="129" y="538"/>
                  </a:lnTo>
                  <a:lnTo>
                    <a:pt x="86" y="623"/>
                  </a:lnTo>
                  <a:lnTo>
                    <a:pt x="52" y="717"/>
                  </a:lnTo>
                  <a:lnTo>
                    <a:pt x="26" y="819"/>
                  </a:lnTo>
                  <a:lnTo>
                    <a:pt x="9" y="921"/>
                  </a:lnTo>
                  <a:lnTo>
                    <a:pt x="1" y="1024"/>
                  </a:lnTo>
                  <a:lnTo>
                    <a:pt x="1" y="4666"/>
                  </a:lnTo>
                  <a:lnTo>
                    <a:pt x="9" y="4768"/>
                  </a:lnTo>
                  <a:lnTo>
                    <a:pt x="26" y="4871"/>
                  </a:lnTo>
                  <a:lnTo>
                    <a:pt x="52" y="4973"/>
                  </a:lnTo>
                  <a:lnTo>
                    <a:pt x="86" y="5067"/>
                  </a:lnTo>
                  <a:lnTo>
                    <a:pt x="129" y="5161"/>
                  </a:lnTo>
                  <a:lnTo>
                    <a:pt x="180" y="5237"/>
                  </a:lnTo>
                  <a:lnTo>
                    <a:pt x="240" y="5323"/>
                  </a:lnTo>
                  <a:lnTo>
                    <a:pt x="299" y="5391"/>
                  </a:lnTo>
                  <a:lnTo>
                    <a:pt x="376" y="5459"/>
                  </a:lnTo>
                  <a:lnTo>
                    <a:pt x="453" y="5519"/>
                  </a:lnTo>
                  <a:lnTo>
                    <a:pt x="538" y="5570"/>
                  </a:lnTo>
                  <a:lnTo>
                    <a:pt x="632" y="5613"/>
                  </a:lnTo>
                  <a:lnTo>
                    <a:pt x="726" y="5647"/>
                  </a:lnTo>
                  <a:lnTo>
                    <a:pt x="820" y="5672"/>
                  </a:lnTo>
                  <a:lnTo>
                    <a:pt x="922" y="5689"/>
                  </a:lnTo>
                  <a:lnTo>
                    <a:pt x="1033" y="5698"/>
                  </a:lnTo>
                  <a:lnTo>
                    <a:pt x="1135" y="5689"/>
                  </a:lnTo>
                  <a:lnTo>
                    <a:pt x="1238" y="5672"/>
                  </a:lnTo>
                  <a:lnTo>
                    <a:pt x="1340" y="5647"/>
                  </a:lnTo>
                  <a:lnTo>
                    <a:pt x="1434" y="5613"/>
                  </a:lnTo>
                  <a:lnTo>
                    <a:pt x="1519" y="5570"/>
                  </a:lnTo>
                  <a:lnTo>
                    <a:pt x="1604" y="5519"/>
                  </a:lnTo>
                  <a:lnTo>
                    <a:pt x="1681" y="5459"/>
                  </a:lnTo>
                  <a:lnTo>
                    <a:pt x="1758" y="5391"/>
                  </a:lnTo>
                  <a:lnTo>
                    <a:pt x="1826" y="5323"/>
                  </a:lnTo>
                  <a:lnTo>
                    <a:pt x="1886" y="5237"/>
                  </a:lnTo>
                  <a:lnTo>
                    <a:pt x="1937" y="5161"/>
                  </a:lnTo>
                  <a:lnTo>
                    <a:pt x="1980" y="5067"/>
                  </a:lnTo>
                  <a:lnTo>
                    <a:pt x="2014" y="4973"/>
                  </a:lnTo>
                  <a:lnTo>
                    <a:pt x="2039" y="4871"/>
                  </a:lnTo>
                  <a:lnTo>
                    <a:pt x="2056" y="4768"/>
                  </a:lnTo>
                  <a:lnTo>
                    <a:pt x="2056" y="4666"/>
                  </a:lnTo>
                  <a:lnTo>
                    <a:pt x="2056" y="1024"/>
                  </a:lnTo>
                  <a:lnTo>
                    <a:pt x="2056" y="921"/>
                  </a:lnTo>
                  <a:lnTo>
                    <a:pt x="2039" y="819"/>
                  </a:lnTo>
                  <a:lnTo>
                    <a:pt x="2014" y="717"/>
                  </a:lnTo>
                  <a:lnTo>
                    <a:pt x="1980" y="623"/>
                  </a:lnTo>
                  <a:lnTo>
                    <a:pt x="1937" y="538"/>
                  </a:lnTo>
                  <a:lnTo>
                    <a:pt x="1886" y="452"/>
                  </a:lnTo>
                  <a:lnTo>
                    <a:pt x="1826" y="367"/>
                  </a:lnTo>
                  <a:lnTo>
                    <a:pt x="1758" y="299"/>
                  </a:lnTo>
                  <a:lnTo>
                    <a:pt x="1681" y="231"/>
                  </a:lnTo>
                  <a:lnTo>
                    <a:pt x="1604" y="171"/>
                  </a:lnTo>
                  <a:lnTo>
                    <a:pt x="1519" y="120"/>
                  </a:lnTo>
                  <a:lnTo>
                    <a:pt x="1434" y="77"/>
                  </a:lnTo>
                  <a:lnTo>
                    <a:pt x="1340" y="43"/>
                  </a:lnTo>
                  <a:lnTo>
                    <a:pt x="1238" y="17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1200;p26">
              <a:extLst>
                <a:ext uri="{FF2B5EF4-FFF2-40B4-BE49-F238E27FC236}">
                  <a16:creationId xmlns:a16="http://schemas.microsoft.com/office/drawing/2014/main" id="{C97C8761-B18F-C769-6E0E-644E0253F5B0}"/>
                </a:ext>
              </a:extLst>
            </p:cNvPr>
            <p:cNvSpPr/>
            <p:nvPr/>
          </p:nvSpPr>
          <p:spPr>
            <a:xfrm>
              <a:off x="5742550" y="4458775"/>
              <a:ext cx="51400" cy="142450"/>
            </a:xfrm>
            <a:custGeom>
              <a:avLst/>
              <a:gdLst/>
              <a:ahLst/>
              <a:cxnLst/>
              <a:rect l="l" t="t" r="r" b="b"/>
              <a:pathLst>
                <a:path w="2056" h="5698" extrusionOk="0">
                  <a:moveTo>
                    <a:pt x="921" y="0"/>
                  </a:moveTo>
                  <a:lnTo>
                    <a:pt x="819" y="17"/>
                  </a:lnTo>
                  <a:lnTo>
                    <a:pt x="725" y="43"/>
                  </a:lnTo>
                  <a:lnTo>
                    <a:pt x="631" y="77"/>
                  </a:lnTo>
                  <a:lnTo>
                    <a:pt x="537" y="120"/>
                  </a:lnTo>
                  <a:lnTo>
                    <a:pt x="452" y="171"/>
                  </a:lnTo>
                  <a:lnTo>
                    <a:pt x="375" y="231"/>
                  </a:lnTo>
                  <a:lnTo>
                    <a:pt x="299" y="299"/>
                  </a:lnTo>
                  <a:lnTo>
                    <a:pt x="239" y="367"/>
                  </a:lnTo>
                  <a:lnTo>
                    <a:pt x="179" y="452"/>
                  </a:lnTo>
                  <a:lnTo>
                    <a:pt x="128" y="538"/>
                  </a:lnTo>
                  <a:lnTo>
                    <a:pt x="85" y="623"/>
                  </a:lnTo>
                  <a:lnTo>
                    <a:pt x="43" y="717"/>
                  </a:lnTo>
                  <a:lnTo>
                    <a:pt x="26" y="819"/>
                  </a:lnTo>
                  <a:lnTo>
                    <a:pt x="9" y="921"/>
                  </a:lnTo>
                  <a:lnTo>
                    <a:pt x="0" y="1024"/>
                  </a:lnTo>
                  <a:lnTo>
                    <a:pt x="0" y="4666"/>
                  </a:lnTo>
                  <a:lnTo>
                    <a:pt x="9" y="4768"/>
                  </a:lnTo>
                  <a:lnTo>
                    <a:pt x="26" y="4871"/>
                  </a:lnTo>
                  <a:lnTo>
                    <a:pt x="43" y="4973"/>
                  </a:lnTo>
                  <a:lnTo>
                    <a:pt x="85" y="5067"/>
                  </a:lnTo>
                  <a:lnTo>
                    <a:pt x="128" y="5161"/>
                  </a:lnTo>
                  <a:lnTo>
                    <a:pt x="179" y="5237"/>
                  </a:lnTo>
                  <a:lnTo>
                    <a:pt x="239" y="5323"/>
                  </a:lnTo>
                  <a:lnTo>
                    <a:pt x="299" y="5391"/>
                  </a:lnTo>
                  <a:lnTo>
                    <a:pt x="375" y="5459"/>
                  </a:lnTo>
                  <a:lnTo>
                    <a:pt x="452" y="5519"/>
                  </a:lnTo>
                  <a:lnTo>
                    <a:pt x="537" y="5570"/>
                  </a:lnTo>
                  <a:lnTo>
                    <a:pt x="631" y="5613"/>
                  </a:lnTo>
                  <a:lnTo>
                    <a:pt x="725" y="5647"/>
                  </a:lnTo>
                  <a:lnTo>
                    <a:pt x="819" y="5672"/>
                  </a:lnTo>
                  <a:lnTo>
                    <a:pt x="921" y="5689"/>
                  </a:lnTo>
                  <a:lnTo>
                    <a:pt x="1032" y="5698"/>
                  </a:lnTo>
                  <a:lnTo>
                    <a:pt x="1134" y="5689"/>
                  </a:lnTo>
                  <a:lnTo>
                    <a:pt x="1237" y="5672"/>
                  </a:lnTo>
                  <a:lnTo>
                    <a:pt x="1331" y="5647"/>
                  </a:lnTo>
                  <a:lnTo>
                    <a:pt x="1424" y="5613"/>
                  </a:lnTo>
                  <a:lnTo>
                    <a:pt x="1518" y="5570"/>
                  </a:lnTo>
                  <a:lnTo>
                    <a:pt x="1604" y="5519"/>
                  </a:lnTo>
                  <a:lnTo>
                    <a:pt x="1680" y="5459"/>
                  </a:lnTo>
                  <a:lnTo>
                    <a:pt x="1757" y="5391"/>
                  </a:lnTo>
                  <a:lnTo>
                    <a:pt x="1825" y="5323"/>
                  </a:lnTo>
                  <a:lnTo>
                    <a:pt x="1885" y="5237"/>
                  </a:lnTo>
                  <a:lnTo>
                    <a:pt x="1936" y="5161"/>
                  </a:lnTo>
                  <a:lnTo>
                    <a:pt x="1979" y="5067"/>
                  </a:lnTo>
                  <a:lnTo>
                    <a:pt x="2013" y="4973"/>
                  </a:lnTo>
                  <a:lnTo>
                    <a:pt x="2039" y="4871"/>
                  </a:lnTo>
                  <a:lnTo>
                    <a:pt x="2047" y="4768"/>
                  </a:lnTo>
                  <a:lnTo>
                    <a:pt x="2056" y="4666"/>
                  </a:lnTo>
                  <a:lnTo>
                    <a:pt x="2056" y="1024"/>
                  </a:lnTo>
                  <a:lnTo>
                    <a:pt x="2047" y="921"/>
                  </a:lnTo>
                  <a:lnTo>
                    <a:pt x="2039" y="819"/>
                  </a:lnTo>
                  <a:lnTo>
                    <a:pt x="2013" y="717"/>
                  </a:lnTo>
                  <a:lnTo>
                    <a:pt x="1979" y="623"/>
                  </a:lnTo>
                  <a:lnTo>
                    <a:pt x="1936" y="538"/>
                  </a:lnTo>
                  <a:lnTo>
                    <a:pt x="1885" y="452"/>
                  </a:lnTo>
                  <a:lnTo>
                    <a:pt x="1825" y="367"/>
                  </a:lnTo>
                  <a:lnTo>
                    <a:pt x="1757" y="299"/>
                  </a:lnTo>
                  <a:lnTo>
                    <a:pt x="1680" y="231"/>
                  </a:lnTo>
                  <a:lnTo>
                    <a:pt x="1604" y="171"/>
                  </a:lnTo>
                  <a:lnTo>
                    <a:pt x="1518" y="120"/>
                  </a:lnTo>
                  <a:lnTo>
                    <a:pt x="1424" y="77"/>
                  </a:lnTo>
                  <a:lnTo>
                    <a:pt x="1331" y="43"/>
                  </a:lnTo>
                  <a:lnTo>
                    <a:pt x="1237" y="17"/>
                  </a:lnTo>
                  <a:lnTo>
                    <a:pt x="1134" y="0"/>
                  </a:lnTo>
                  <a:close/>
                </a:path>
              </a:pathLst>
            </a:custGeom>
            <a:solidFill>
              <a:srgbClr val="3838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0;p60">
            <a:extLst>
              <a:ext uri="{FF2B5EF4-FFF2-40B4-BE49-F238E27FC236}">
                <a16:creationId xmlns:a16="http://schemas.microsoft.com/office/drawing/2014/main" id="{A84506EF-D7C5-5F63-5163-0DF9AA3F14C3}"/>
              </a:ext>
            </a:extLst>
          </p:cNvPr>
          <p:cNvSpPr/>
          <p:nvPr/>
        </p:nvSpPr>
        <p:spPr>
          <a:xfrm>
            <a:off x="9116445" y="3380365"/>
            <a:ext cx="2944083" cy="3330799"/>
          </a:xfrm>
          <a:custGeom>
            <a:avLst/>
            <a:gdLst/>
            <a:ahLst/>
            <a:cxnLst/>
            <a:rect l="l" t="t" r="r" b="b"/>
            <a:pathLst>
              <a:path w="157902" h="178643" extrusionOk="0">
                <a:moveTo>
                  <a:pt x="44771" y="0"/>
                </a:moveTo>
                <a:cubicBezTo>
                  <a:pt x="35011" y="0"/>
                  <a:pt x="27099" y="5841"/>
                  <a:pt x="27099" y="13014"/>
                </a:cubicBezTo>
                <a:lnTo>
                  <a:pt x="27099" y="20149"/>
                </a:lnTo>
                <a:lnTo>
                  <a:pt x="0" y="20149"/>
                </a:lnTo>
                <a:lnTo>
                  <a:pt x="0" y="54902"/>
                </a:lnTo>
                <a:lnTo>
                  <a:pt x="27099" y="54902"/>
                </a:lnTo>
                <a:lnTo>
                  <a:pt x="27099" y="65068"/>
                </a:lnTo>
                <a:cubicBezTo>
                  <a:pt x="26730" y="64921"/>
                  <a:pt x="26360" y="64736"/>
                  <a:pt x="25953" y="64588"/>
                </a:cubicBezTo>
                <a:lnTo>
                  <a:pt x="25916" y="64588"/>
                </a:lnTo>
                <a:cubicBezTo>
                  <a:pt x="25621" y="64477"/>
                  <a:pt x="25325" y="64366"/>
                  <a:pt x="24992" y="64255"/>
                </a:cubicBezTo>
                <a:lnTo>
                  <a:pt x="24955" y="64255"/>
                </a:lnTo>
                <a:cubicBezTo>
                  <a:pt x="24622" y="64144"/>
                  <a:pt x="24327" y="64033"/>
                  <a:pt x="24031" y="63959"/>
                </a:cubicBezTo>
                <a:lnTo>
                  <a:pt x="22552" y="63516"/>
                </a:lnTo>
                <a:lnTo>
                  <a:pt x="13014" y="108435"/>
                </a:lnTo>
                <a:cubicBezTo>
                  <a:pt x="12274" y="111984"/>
                  <a:pt x="12089" y="121412"/>
                  <a:pt x="15639" y="124739"/>
                </a:cubicBezTo>
                <a:lnTo>
                  <a:pt x="14234" y="131135"/>
                </a:lnTo>
                <a:lnTo>
                  <a:pt x="9058" y="129989"/>
                </a:lnTo>
                <a:lnTo>
                  <a:pt x="1146" y="178643"/>
                </a:lnTo>
                <a:lnTo>
                  <a:pt x="47101" y="178643"/>
                </a:lnTo>
                <a:lnTo>
                  <a:pt x="52942" y="139564"/>
                </a:lnTo>
                <a:lnTo>
                  <a:pt x="48949" y="138714"/>
                </a:lnTo>
                <a:lnTo>
                  <a:pt x="50687" y="130765"/>
                </a:lnTo>
                <a:lnTo>
                  <a:pt x="63072" y="113759"/>
                </a:lnTo>
                <a:lnTo>
                  <a:pt x="75938" y="113759"/>
                </a:lnTo>
                <a:lnTo>
                  <a:pt x="86585" y="128880"/>
                </a:lnTo>
                <a:cubicBezTo>
                  <a:pt x="88138" y="131098"/>
                  <a:pt x="93388" y="135720"/>
                  <a:pt x="97639" y="138234"/>
                </a:cubicBezTo>
                <a:cubicBezTo>
                  <a:pt x="99118" y="139786"/>
                  <a:pt x="101004" y="141043"/>
                  <a:pt x="103148" y="142411"/>
                </a:cubicBezTo>
                <a:lnTo>
                  <a:pt x="106623" y="153502"/>
                </a:lnTo>
                <a:lnTo>
                  <a:pt x="106254" y="153650"/>
                </a:lnTo>
                <a:lnTo>
                  <a:pt x="111171" y="178643"/>
                </a:lnTo>
                <a:lnTo>
                  <a:pt x="157902" y="178643"/>
                </a:lnTo>
                <a:lnTo>
                  <a:pt x="146773" y="137531"/>
                </a:lnTo>
                <a:lnTo>
                  <a:pt x="142337" y="139269"/>
                </a:lnTo>
                <a:lnTo>
                  <a:pt x="140562" y="134795"/>
                </a:lnTo>
                <a:cubicBezTo>
                  <a:pt x="140710" y="134352"/>
                  <a:pt x="140821" y="133945"/>
                  <a:pt x="140969" y="133575"/>
                </a:cubicBezTo>
                <a:cubicBezTo>
                  <a:pt x="142596" y="127882"/>
                  <a:pt x="142152" y="116458"/>
                  <a:pt x="138936" y="109175"/>
                </a:cubicBezTo>
                <a:lnTo>
                  <a:pt x="127475" y="83295"/>
                </a:lnTo>
                <a:cubicBezTo>
                  <a:pt x="126144" y="80300"/>
                  <a:pt x="123260" y="78415"/>
                  <a:pt x="119896" y="78415"/>
                </a:cubicBezTo>
                <a:cubicBezTo>
                  <a:pt x="117197" y="78415"/>
                  <a:pt x="114794" y="79672"/>
                  <a:pt x="113537" y="81705"/>
                </a:cubicBezTo>
                <a:lnTo>
                  <a:pt x="110986" y="80559"/>
                </a:lnTo>
                <a:cubicBezTo>
                  <a:pt x="110210" y="80337"/>
                  <a:pt x="109396" y="80226"/>
                  <a:pt x="108583" y="80226"/>
                </a:cubicBezTo>
                <a:lnTo>
                  <a:pt x="108583" y="74718"/>
                </a:lnTo>
                <a:lnTo>
                  <a:pt x="142929" y="74718"/>
                </a:lnTo>
                <a:lnTo>
                  <a:pt x="142929" y="47286"/>
                </a:lnTo>
                <a:cubicBezTo>
                  <a:pt x="145553" y="46657"/>
                  <a:pt x="147476" y="44291"/>
                  <a:pt x="147476" y="41481"/>
                </a:cubicBezTo>
                <a:lnTo>
                  <a:pt x="147476" y="41222"/>
                </a:lnTo>
                <a:cubicBezTo>
                  <a:pt x="147476" y="37932"/>
                  <a:pt x="144814" y="35270"/>
                  <a:pt x="141524" y="35270"/>
                </a:cubicBezTo>
                <a:cubicBezTo>
                  <a:pt x="138677" y="35270"/>
                  <a:pt x="136311" y="37267"/>
                  <a:pt x="135719" y="39965"/>
                </a:cubicBezTo>
                <a:lnTo>
                  <a:pt x="108583" y="39965"/>
                </a:lnTo>
                <a:lnTo>
                  <a:pt x="108583" y="13014"/>
                </a:lnTo>
                <a:cubicBezTo>
                  <a:pt x="108583" y="5841"/>
                  <a:pt x="100671" y="0"/>
                  <a:pt x="90948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66675" dir="18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271;p60">
            <a:extLst>
              <a:ext uri="{FF2B5EF4-FFF2-40B4-BE49-F238E27FC236}">
                <a16:creationId xmlns:a16="http://schemas.microsoft.com/office/drawing/2014/main" id="{84D53449-FAD6-3830-3D55-F5B121A890AE}"/>
              </a:ext>
            </a:extLst>
          </p:cNvPr>
          <p:cNvSpPr/>
          <p:nvPr/>
        </p:nvSpPr>
        <p:spPr>
          <a:xfrm>
            <a:off x="11171982" y="3554062"/>
            <a:ext cx="525286" cy="503229"/>
          </a:xfrm>
          <a:custGeom>
            <a:avLst/>
            <a:gdLst/>
            <a:ahLst/>
            <a:cxnLst/>
            <a:rect l="l" t="t" r="r" b="b"/>
            <a:pathLst>
              <a:path w="28173" h="26990" extrusionOk="0">
                <a:moveTo>
                  <a:pt x="4844" y="1"/>
                </a:moveTo>
                <a:cubicBezTo>
                  <a:pt x="2182" y="1"/>
                  <a:pt x="0" y="2182"/>
                  <a:pt x="0" y="4844"/>
                </a:cubicBezTo>
                <a:lnTo>
                  <a:pt x="0" y="16896"/>
                </a:lnTo>
                <a:cubicBezTo>
                  <a:pt x="0" y="19558"/>
                  <a:pt x="2182" y="21702"/>
                  <a:pt x="4844" y="21702"/>
                </a:cubicBezTo>
                <a:lnTo>
                  <a:pt x="10020" y="21702"/>
                </a:lnTo>
                <a:lnTo>
                  <a:pt x="14086" y="26989"/>
                </a:lnTo>
                <a:lnTo>
                  <a:pt x="18190" y="21702"/>
                </a:lnTo>
                <a:lnTo>
                  <a:pt x="23366" y="21702"/>
                </a:lnTo>
                <a:cubicBezTo>
                  <a:pt x="26028" y="21702"/>
                  <a:pt x="28172" y="19558"/>
                  <a:pt x="28172" y="16896"/>
                </a:cubicBezTo>
                <a:lnTo>
                  <a:pt x="28172" y="4844"/>
                </a:lnTo>
                <a:cubicBezTo>
                  <a:pt x="28172" y="2182"/>
                  <a:pt x="26028" y="1"/>
                  <a:pt x="23366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66675" dir="18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272;p60">
            <a:extLst>
              <a:ext uri="{FF2B5EF4-FFF2-40B4-BE49-F238E27FC236}">
                <a16:creationId xmlns:a16="http://schemas.microsoft.com/office/drawing/2014/main" id="{34647210-4B71-4497-0735-56DD4784ED61}"/>
              </a:ext>
            </a:extLst>
          </p:cNvPr>
          <p:cNvSpPr/>
          <p:nvPr/>
        </p:nvSpPr>
        <p:spPr>
          <a:xfrm>
            <a:off x="11198178" y="3580258"/>
            <a:ext cx="473583" cy="434988"/>
          </a:xfrm>
          <a:custGeom>
            <a:avLst/>
            <a:gdLst/>
            <a:ahLst/>
            <a:cxnLst/>
            <a:rect l="l" t="t" r="r" b="b"/>
            <a:pathLst>
              <a:path w="25400" h="23330" extrusionOk="0">
                <a:moveTo>
                  <a:pt x="3439" y="1"/>
                </a:moveTo>
                <a:cubicBezTo>
                  <a:pt x="1553" y="1"/>
                  <a:pt x="0" y="1516"/>
                  <a:pt x="0" y="3439"/>
                </a:cubicBezTo>
                <a:lnTo>
                  <a:pt x="0" y="15491"/>
                </a:lnTo>
                <a:cubicBezTo>
                  <a:pt x="0" y="17377"/>
                  <a:pt x="1553" y="18930"/>
                  <a:pt x="3439" y="18930"/>
                </a:cubicBezTo>
                <a:lnTo>
                  <a:pt x="9317" y="18930"/>
                </a:lnTo>
                <a:lnTo>
                  <a:pt x="12681" y="23329"/>
                </a:lnTo>
                <a:lnTo>
                  <a:pt x="16083" y="18930"/>
                </a:lnTo>
                <a:lnTo>
                  <a:pt x="21961" y="18930"/>
                </a:lnTo>
                <a:cubicBezTo>
                  <a:pt x="23846" y="18930"/>
                  <a:pt x="25399" y="17377"/>
                  <a:pt x="25399" y="15491"/>
                </a:cubicBezTo>
                <a:lnTo>
                  <a:pt x="25399" y="3439"/>
                </a:lnTo>
                <a:cubicBezTo>
                  <a:pt x="25399" y="1516"/>
                  <a:pt x="23846" y="1"/>
                  <a:pt x="219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273;p60">
            <a:extLst>
              <a:ext uri="{FF2B5EF4-FFF2-40B4-BE49-F238E27FC236}">
                <a16:creationId xmlns:a16="http://schemas.microsoft.com/office/drawing/2014/main" id="{FCD2796E-78D9-EC45-A2A0-EB5591E07BAF}"/>
              </a:ext>
            </a:extLst>
          </p:cNvPr>
          <p:cNvSpPr/>
          <p:nvPr/>
        </p:nvSpPr>
        <p:spPr>
          <a:xfrm>
            <a:off x="11198178" y="3580258"/>
            <a:ext cx="473583" cy="434988"/>
          </a:xfrm>
          <a:custGeom>
            <a:avLst/>
            <a:gdLst/>
            <a:ahLst/>
            <a:cxnLst/>
            <a:rect l="l" t="t" r="r" b="b"/>
            <a:pathLst>
              <a:path w="25400" h="23330" extrusionOk="0">
                <a:moveTo>
                  <a:pt x="3439" y="1"/>
                </a:moveTo>
                <a:cubicBezTo>
                  <a:pt x="1553" y="1"/>
                  <a:pt x="0" y="1553"/>
                  <a:pt x="0" y="3439"/>
                </a:cubicBezTo>
                <a:lnTo>
                  <a:pt x="0" y="15491"/>
                </a:lnTo>
                <a:cubicBezTo>
                  <a:pt x="0" y="17377"/>
                  <a:pt x="1553" y="18930"/>
                  <a:pt x="3439" y="18930"/>
                </a:cubicBezTo>
                <a:lnTo>
                  <a:pt x="9317" y="18930"/>
                </a:lnTo>
                <a:lnTo>
                  <a:pt x="12681" y="23329"/>
                </a:lnTo>
                <a:lnTo>
                  <a:pt x="16083" y="18930"/>
                </a:lnTo>
                <a:lnTo>
                  <a:pt x="21961" y="18930"/>
                </a:lnTo>
                <a:cubicBezTo>
                  <a:pt x="23846" y="18930"/>
                  <a:pt x="25399" y="17377"/>
                  <a:pt x="25399" y="15491"/>
                </a:cubicBezTo>
                <a:lnTo>
                  <a:pt x="25399" y="3439"/>
                </a:lnTo>
                <a:cubicBezTo>
                  <a:pt x="25399" y="1516"/>
                  <a:pt x="23846" y="1"/>
                  <a:pt x="2196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274;p60">
            <a:extLst>
              <a:ext uri="{FF2B5EF4-FFF2-40B4-BE49-F238E27FC236}">
                <a16:creationId xmlns:a16="http://schemas.microsoft.com/office/drawing/2014/main" id="{A33909ED-2208-1014-E916-ED7EEAA749BA}"/>
              </a:ext>
            </a:extLst>
          </p:cNvPr>
          <p:cNvSpPr/>
          <p:nvPr/>
        </p:nvSpPr>
        <p:spPr>
          <a:xfrm>
            <a:off x="11287786" y="3662986"/>
            <a:ext cx="286089" cy="9658"/>
          </a:xfrm>
          <a:custGeom>
            <a:avLst/>
            <a:gdLst/>
            <a:ahLst/>
            <a:cxnLst/>
            <a:rect l="l" t="t" r="r" b="b"/>
            <a:pathLst>
              <a:path w="15344" h="518" extrusionOk="0">
                <a:moveTo>
                  <a:pt x="1" y="0"/>
                </a:moveTo>
                <a:lnTo>
                  <a:pt x="1" y="518"/>
                </a:lnTo>
                <a:lnTo>
                  <a:pt x="15343" y="518"/>
                </a:lnTo>
                <a:lnTo>
                  <a:pt x="153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275;p60">
            <a:extLst>
              <a:ext uri="{FF2B5EF4-FFF2-40B4-BE49-F238E27FC236}">
                <a16:creationId xmlns:a16="http://schemas.microsoft.com/office/drawing/2014/main" id="{0F1F77B0-36A8-3CB3-7F37-925D3DED99E2}"/>
              </a:ext>
            </a:extLst>
          </p:cNvPr>
          <p:cNvSpPr/>
          <p:nvPr/>
        </p:nvSpPr>
        <p:spPr>
          <a:xfrm>
            <a:off x="11287786" y="3688474"/>
            <a:ext cx="286089" cy="9677"/>
          </a:xfrm>
          <a:custGeom>
            <a:avLst/>
            <a:gdLst/>
            <a:ahLst/>
            <a:cxnLst/>
            <a:rect l="l" t="t" r="r" b="b"/>
            <a:pathLst>
              <a:path w="15344" h="519" extrusionOk="0">
                <a:moveTo>
                  <a:pt x="1" y="1"/>
                </a:moveTo>
                <a:lnTo>
                  <a:pt x="1" y="519"/>
                </a:lnTo>
                <a:lnTo>
                  <a:pt x="15343" y="519"/>
                </a:lnTo>
                <a:lnTo>
                  <a:pt x="1534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276;p60">
            <a:extLst>
              <a:ext uri="{FF2B5EF4-FFF2-40B4-BE49-F238E27FC236}">
                <a16:creationId xmlns:a16="http://schemas.microsoft.com/office/drawing/2014/main" id="{D973ABFE-EAF3-ED31-5359-2D37FE7362DE}"/>
              </a:ext>
            </a:extLst>
          </p:cNvPr>
          <p:cNvSpPr/>
          <p:nvPr/>
        </p:nvSpPr>
        <p:spPr>
          <a:xfrm>
            <a:off x="11287786" y="3714670"/>
            <a:ext cx="286089" cy="9677"/>
          </a:xfrm>
          <a:custGeom>
            <a:avLst/>
            <a:gdLst/>
            <a:ahLst/>
            <a:cxnLst/>
            <a:rect l="l" t="t" r="r" b="b"/>
            <a:pathLst>
              <a:path w="15344" h="519" extrusionOk="0">
                <a:moveTo>
                  <a:pt x="1" y="1"/>
                </a:moveTo>
                <a:lnTo>
                  <a:pt x="1" y="518"/>
                </a:lnTo>
                <a:lnTo>
                  <a:pt x="15343" y="518"/>
                </a:lnTo>
                <a:lnTo>
                  <a:pt x="1534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277;p60">
            <a:extLst>
              <a:ext uri="{FF2B5EF4-FFF2-40B4-BE49-F238E27FC236}">
                <a16:creationId xmlns:a16="http://schemas.microsoft.com/office/drawing/2014/main" id="{D0490B00-81D6-1B17-5641-A7F611FE3DC0}"/>
              </a:ext>
            </a:extLst>
          </p:cNvPr>
          <p:cNvSpPr/>
          <p:nvPr/>
        </p:nvSpPr>
        <p:spPr>
          <a:xfrm>
            <a:off x="11287786" y="3740866"/>
            <a:ext cx="56550" cy="9677"/>
          </a:xfrm>
          <a:custGeom>
            <a:avLst/>
            <a:gdLst/>
            <a:ahLst/>
            <a:cxnLst/>
            <a:rect l="l" t="t" r="r" b="b"/>
            <a:pathLst>
              <a:path w="3033" h="519" extrusionOk="0">
                <a:moveTo>
                  <a:pt x="1" y="1"/>
                </a:moveTo>
                <a:lnTo>
                  <a:pt x="1" y="518"/>
                </a:lnTo>
                <a:lnTo>
                  <a:pt x="3032" y="518"/>
                </a:lnTo>
                <a:lnTo>
                  <a:pt x="30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278;p60">
            <a:extLst>
              <a:ext uri="{FF2B5EF4-FFF2-40B4-BE49-F238E27FC236}">
                <a16:creationId xmlns:a16="http://schemas.microsoft.com/office/drawing/2014/main" id="{D35D47E5-B352-EF07-42AF-8C6F6E2052AA}"/>
              </a:ext>
            </a:extLst>
          </p:cNvPr>
          <p:cNvSpPr/>
          <p:nvPr/>
        </p:nvSpPr>
        <p:spPr>
          <a:xfrm>
            <a:off x="11364305" y="3740866"/>
            <a:ext cx="209570" cy="9677"/>
          </a:xfrm>
          <a:custGeom>
            <a:avLst/>
            <a:gdLst/>
            <a:ahLst/>
            <a:cxnLst/>
            <a:rect l="l" t="t" r="r" b="b"/>
            <a:pathLst>
              <a:path w="11240" h="519" extrusionOk="0">
                <a:moveTo>
                  <a:pt x="0" y="1"/>
                </a:moveTo>
                <a:lnTo>
                  <a:pt x="0" y="518"/>
                </a:lnTo>
                <a:lnTo>
                  <a:pt x="11239" y="518"/>
                </a:lnTo>
                <a:lnTo>
                  <a:pt x="1123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79;p60">
            <a:extLst>
              <a:ext uri="{FF2B5EF4-FFF2-40B4-BE49-F238E27FC236}">
                <a16:creationId xmlns:a16="http://schemas.microsoft.com/office/drawing/2014/main" id="{E583C307-FCEF-402C-579F-AFB6A47D68BE}"/>
              </a:ext>
            </a:extLst>
          </p:cNvPr>
          <p:cNvSpPr/>
          <p:nvPr/>
        </p:nvSpPr>
        <p:spPr>
          <a:xfrm>
            <a:off x="11287786" y="3767062"/>
            <a:ext cx="286089" cy="9677"/>
          </a:xfrm>
          <a:custGeom>
            <a:avLst/>
            <a:gdLst/>
            <a:ahLst/>
            <a:cxnLst/>
            <a:rect l="l" t="t" r="r" b="b"/>
            <a:pathLst>
              <a:path w="15344" h="519" extrusionOk="0">
                <a:moveTo>
                  <a:pt x="1" y="1"/>
                </a:moveTo>
                <a:lnTo>
                  <a:pt x="1" y="518"/>
                </a:lnTo>
                <a:lnTo>
                  <a:pt x="15343" y="518"/>
                </a:lnTo>
                <a:lnTo>
                  <a:pt x="1534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280;p60">
            <a:extLst>
              <a:ext uri="{FF2B5EF4-FFF2-40B4-BE49-F238E27FC236}">
                <a16:creationId xmlns:a16="http://schemas.microsoft.com/office/drawing/2014/main" id="{8D08E86C-153D-E2C6-2A7F-3E6B9B2B1180}"/>
              </a:ext>
            </a:extLst>
          </p:cNvPr>
          <p:cNvSpPr/>
          <p:nvPr/>
        </p:nvSpPr>
        <p:spPr>
          <a:xfrm>
            <a:off x="11287786" y="3792569"/>
            <a:ext cx="177855" cy="9677"/>
          </a:xfrm>
          <a:custGeom>
            <a:avLst/>
            <a:gdLst/>
            <a:ahLst/>
            <a:cxnLst/>
            <a:rect l="l" t="t" r="r" b="b"/>
            <a:pathLst>
              <a:path w="9539" h="519" extrusionOk="0">
                <a:moveTo>
                  <a:pt x="1" y="1"/>
                </a:moveTo>
                <a:lnTo>
                  <a:pt x="1" y="518"/>
                </a:lnTo>
                <a:lnTo>
                  <a:pt x="9539" y="518"/>
                </a:lnTo>
                <a:lnTo>
                  <a:pt x="953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281;p60">
            <a:extLst>
              <a:ext uri="{FF2B5EF4-FFF2-40B4-BE49-F238E27FC236}">
                <a16:creationId xmlns:a16="http://schemas.microsoft.com/office/drawing/2014/main" id="{3787C0C8-39CD-C0E7-301A-17E331D9D937}"/>
              </a:ext>
            </a:extLst>
          </p:cNvPr>
          <p:cNvSpPr/>
          <p:nvPr/>
        </p:nvSpPr>
        <p:spPr>
          <a:xfrm>
            <a:off x="11487008" y="3792569"/>
            <a:ext cx="86867" cy="9677"/>
          </a:xfrm>
          <a:custGeom>
            <a:avLst/>
            <a:gdLst/>
            <a:ahLst/>
            <a:cxnLst/>
            <a:rect l="l" t="t" r="r" b="b"/>
            <a:pathLst>
              <a:path w="4659" h="519" extrusionOk="0">
                <a:moveTo>
                  <a:pt x="0" y="1"/>
                </a:moveTo>
                <a:lnTo>
                  <a:pt x="0" y="518"/>
                </a:lnTo>
                <a:lnTo>
                  <a:pt x="4658" y="518"/>
                </a:lnTo>
                <a:lnTo>
                  <a:pt x="46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282;p60">
            <a:extLst>
              <a:ext uri="{FF2B5EF4-FFF2-40B4-BE49-F238E27FC236}">
                <a16:creationId xmlns:a16="http://schemas.microsoft.com/office/drawing/2014/main" id="{C99D3FF0-F044-8445-22E4-248CF25BBF89}"/>
              </a:ext>
            </a:extLst>
          </p:cNvPr>
          <p:cNvSpPr/>
          <p:nvPr/>
        </p:nvSpPr>
        <p:spPr>
          <a:xfrm>
            <a:off x="11287786" y="3818765"/>
            <a:ext cx="286089" cy="9658"/>
          </a:xfrm>
          <a:custGeom>
            <a:avLst/>
            <a:gdLst/>
            <a:ahLst/>
            <a:cxnLst/>
            <a:rect l="l" t="t" r="r" b="b"/>
            <a:pathLst>
              <a:path w="15344" h="518" extrusionOk="0">
                <a:moveTo>
                  <a:pt x="1" y="0"/>
                </a:moveTo>
                <a:lnTo>
                  <a:pt x="1" y="518"/>
                </a:lnTo>
                <a:lnTo>
                  <a:pt x="15343" y="518"/>
                </a:lnTo>
                <a:lnTo>
                  <a:pt x="153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283;p60">
            <a:extLst>
              <a:ext uri="{FF2B5EF4-FFF2-40B4-BE49-F238E27FC236}">
                <a16:creationId xmlns:a16="http://schemas.microsoft.com/office/drawing/2014/main" id="{BC8964C7-F573-150D-BB04-C23F64349CC8}"/>
              </a:ext>
            </a:extLst>
          </p:cNvPr>
          <p:cNvSpPr/>
          <p:nvPr/>
        </p:nvSpPr>
        <p:spPr>
          <a:xfrm>
            <a:off x="11287786" y="3844961"/>
            <a:ext cx="153057" cy="9658"/>
          </a:xfrm>
          <a:custGeom>
            <a:avLst/>
            <a:gdLst/>
            <a:ahLst/>
            <a:cxnLst/>
            <a:rect l="l" t="t" r="r" b="b"/>
            <a:pathLst>
              <a:path w="8209" h="518" extrusionOk="0">
                <a:moveTo>
                  <a:pt x="1" y="0"/>
                </a:moveTo>
                <a:lnTo>
                  <a:pt x="1" y="518"/>
                </a:lnTo>
                <a:lnTo>
                  <a:pt x="8208" y="518"/>
                </a:lnTo>
                <a:lnTo>
                  <a:pt x="82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284;p60">
            <a:extLst>
              <a:ext uri="{FF2B5EF4-FFF2-40B4-BE49-F238E27FC236}">
                <a16:creationId xmlns:a16="http://schemas.microsoft.com/office/drawing/2014/main" id="{4D9BA338-B5AD-88C2-EA5B-D924077DFF6E}"/>
              </a:ext>
            </a:extLst>
          </p:cNvPr>
          <p:cNvSpPr/>
          <p:nvPr/>
        </p:nvSpPr>
        <p:spPr>
          <a:xfrm>
            <a:off x="9141933" y="3782221"/>
            <a:ext cx="773432" cy="596286"/>
          </a:xfrm>
          <a:custGeom>
            <a:avLst/>
            <a:gdLst/>
            <a:ahLst/>
            <a:cxnLst/>
            <a:rect l="l" t="t" r="r" b="b"/>
            <a:pathLst>
              <a:path w="41482" h="31981" extrusionOk="0">
                <a:moveTo>
                  <a:pt x="1" y="1"/>
                </a:moveTo>
                <a:lnTo>
                  <a:pt x="1" y="31981"/>
                </a:lnTo>
                <a:lnTo>
                  <a:pt x="41482" y="31981"/>
                </a:lnTo>
                <a:lnTo>
                  <a:pt x="414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285;p60">
            <a:extLst>
              <a:ext uri="{FF2B5EF4-FFF2-40B4-BE49-F238E27FC236}">
                <a16:creationId xmlns:a16="http://schemas.microsoft.com/office/drawing/2014/main" id="{374CC7B7-36FC-7761-58CD-4EEA5E9C4BAE}"/>
              </a:ext>
            </a:extLst>
          </p:cNvPr>
          <p:cNvSpPr/>
          <p:nvPr/>
        </p:nvSpPr>
        <p:spPr>
          <a:xfrm>
            <a:off x="9222591" y="4198582"/>
            <a:ext cx="174424" cy="118582"/>
          </a:xfrm>
          <a:custGeom>
            <a:avLst/>
            <a:gdLst/>
            <a:ahLst/>
            <a:cxnLst/>
            <a:rect l="l" t="t" r="r" b="b"/>
            <a:pathLst>
              <a:path w="9355" h="6360" extrusionOk="0">
                <a:moveTo>
                  <a:pt x="0" y="0"/>
                </a:moveTo>
                <a:lnTo>
                  <a:pt x="0" y="6359"/>
                </a:lnTo>
                <a:lnTo>
                  <a:pt x="9354" y="6359"/>
                </a:lnTo>
                <a:lnTo>
                  <a:pt x="93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286;p60">
            <a:extLst>
              <a:ext uri="{FF2B5EF4-FFF2-40B4-BE49-F238E27FC236}">
                <a16:creationId xmlns:a16="http://schemas.microsoft.com/office/drawing/2014/main" id="{FA0466C9-CF31-7519-51EC-5188EADE51A3}"/>
              </a:ext>
            </a:extLst>
          </p:cNvPr>
          <p:cNvSpPr/>
          <p:nvPr/>
        </p:nvSpPr>
        <p:spPr>
          <a:xfrm>
            <a:off x="9441800" y="4198582"/>
            <a:ext cx="174405" cy="118582"/>
          </a:xfrm>
          <a:custGeom>
            <a:avLst/>
            <a:gdLst/>
            <a:ahLst/>
            <a:cxnLst/>
            <a:rect l="l" t="t" r="r" b="b"/>
            <a:pathLst>
              <a:path w="9354" h="6360" extrusionOk="0">
                <a:moveTo>
                  <a:pt x="0" y="0"/>
                </a:moveTo>
                <a:lnTo>
                  <a:pt x="0" y="6359"/>
                </a:lnTo>
                <a:lnTo>
                  <a:pt x="9354" y="6359"/>
                </a:lnTo>
                <a:lnTo>
                  <a:pt x="93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287;p60">
            <a:extLst>
              <a:ext uri="{FF2B5EF4-FFF2-40B4-BE49-F238E27FC236}">
                <a16:creationId xmlns:a16="http://schemas.microsoft.com/office/drawing/2014/main" id="{42B7F3F7-958D-1665-BD4B-0167BE8A9107}"/>
              </a:ext>
            </a:extLst>
          </p:cNvPr>
          <p:cNvSpPr/>
          <p:nvPr/>
        </p:nvSpPr>
        <p:spPr>
          <a:xfrm>
            <a:off x="9660301" y="4198582"/>
            <a:ext cx="174424" cy="118582"/>
          </a:xfrm>
          <a:custGeom>
            <a:avLst/>
            <a:gdLst/>
            <a:ahLst/>
            <a:cxnLst/>
            <a:rect l="l" t="t" r="r" b="b"/>
            <a:pathLst>
              <a:path w="9355" h="6360" extrusionOk="0">
                <a:moveTo>
                  <a:pt x="1" y="0"/>
                </a:moveTo>
                <a:lnTo>
                  <a:pt x="1" y="6359"/>
                </a:lnTo>
                <a:lnTo>
                  <a:pt x="9354" y="6359"/>
                </a:lnTo>
                <a:lnTo>
                  <a:pt x="9354" y="0"/>
                </a:lnTo>
                <a:close/>
              </a:path>
            </a:pathLst>
          </a:custGeom>
          <a:solidFill>
            <a:srgbClr val="2D4F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288;p60">
            <a:extLst>
              <a:ext uri="{FF2B5EF4-FFF2-40B4-BE49-F238E27FC236}">
                <a16:creationId xmlns:a16="http://schemas.microsoft.com/office/drawing/2014/main" id="{F856B936-235F-D2A1-7BBD-E60B60F6F8EF}"/>
              </a:ext>
            </a:extLst>
          </p:cNvPr>
          <p:cNvSpPr/>
          <p:nvPr/>
        </p:nvSpPr>
        <p:spPr>
          <a:xfrm>
            <a:off x="9206743" y="3948665"/>
            <a:ext cx="55152" cy="105176"/>
          </a:xfrm>
          <a:custGeom>
            <a:avLst/>
            <a:gdLst/>
            <a:ahLst/>
            <a:cxnLst/>
            <a:rect l="l" t="t" r="r" b="b"/>
            <a:pathLst>
              <a:path w="2958" h="5641" extrusionOk="0">
                <a:moveTo>
                  <a:pt x="2551" y="1"/>
                </a:moveTo>
                <a:cubicBezTo>
                  <a:pt x="2452" y="1"/>
                  <a:pt x="2355" y="49"/>
                  <a:pt x="2292" y="132"/>
                </a:cubicBezTo>
                <a:lnTo>
                  <a:pt x="111" y="2572"/>
                </a:lnTo>
                <a:cubicBezTo>
                  <a:pt x="0" y="2720"/>
                  <a:pt x="0" y="2905"/>
                  <a:pt x="111" y="3052"/>
                </a:cubicBezTo>
                <a:lnTo>
                  <a:pt x="2292" y="5530"/>
                </a:lnTo>
                <a:cubicBezTo>
                  <a:pt x="2366" y="5603"/>
                  <a:pt x="2440" y="5640"/>
                  <a:pt x="2551" y="5640"/>
                </a:cubicBezTo>
                <a:cubicBezTo>
                  <a:pt x="2625" y="5640"/>
                  <a:pt x="2736" y="5603"/>
                  <a:pt x="2773" y="5530"/>
                </a:cubicBezTo>
                <a:cubicBezTo>
                  <a:pt x="2921" y="5419"/>
                  <a:pt x="2958" y="5197"/>
                  <a:pt x="2810" y="5049"/>
                </a:cubicBezTo>
                <a:lnTo>
                  <a:pt x="814" y="2831"/>
                </a:lnTo>
                <a:lnTo>
                  <a:pt x="2810" y="575"/>
                </a:lnTo>
                <a:cubicBezTo>
                  <a:pt x="2958" y="428"/>
                  <a:pt x="2921" y="206"/>
                  <a:pt x="2773" y="95"/>
                </a:cubicBezTo>
                <a:cubicBezTo>
                  <a:pt x="2708" y="30"/>
                  <a:pt x="2629" y="1"/>
                  <a:pt x="25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289;p60">
            <a:extLst>
              <a:ext uri="{FF2B5EF4-FFF2-40B4-BE49-F238E27FC236}">
                <a16:creationId xmlns:a16="http://schemas.microsoft.com/office/drawing/2014/main" id="{F367A5DA-7BCE-CC7D-3B7E-6369E19E9903}"/>
              </a:ext>
            </a:extLst>
          </p:cNvPr>
          <p:cNvSpPr/>
          <p:nvPr/>
        </p:nvSpPr>
        <p:spPr>
          <a:xfrm>
            <a:off x="9796111" y="3948665"/>
            <a:ext cx="54462" cy="105176"/>
          </a:xfrm>
          <a:custGeom>
            <a:avLst/>
            <a:gdLst/>
            <a:ahLst/>
            <a:cxnLst/>
            <a:rect l="l" t="t" r="r" b="b"/>
            <a:pathLst>
              <a:path w="2921" h="5641" extrusionOk="0">
                <a:moveTo>
                  <a:pt x="370" y="1"/>
                </a:moveTo>
                <a:cubicBezTo>
                  <a:pt x="292" y="1"/>
                  <a:pt x="213" y="30"/>
                  <a:pt x="148" y="95"/>
                </a:cubicBezTo>
                <a:cubicBezTo>
                  <a:pt x="0" y="206"/>
                  <a:pt x="0" y="428"/>
                  <a:pt x="111" y="575"/>
                </a:cubicBezTo>
                <a:lnTo>
                  <a:pt x="2107" y="2831"/>
                </a:lnTo>
                <a:lnTo>
                  <a:pt x="111" y="5049"/>
                </a:lnTo>
                <a:cubicBezTo>
                  <a:pt x="0" y="5197"/>
                  <a:pt x="0" y="5419"/>
                  <a:pt x="148" y="5530"/>
                </a:cubicBezTo>
                <a:cubicBezTo>
                  <a:pt x="222" y="5603"/>
                  <a:pt x="296" y="5640"/>
                  <a:pt x="370" y="5640"/>
                </a:cubicBezTo>
                <a:cubicBezTo>
                  <a:pt x="481" y="5640"/>
                  <a:pt x="555" y="5603"/>
                  <a:pt x="629" y="5530"/>
                </a:cubicBezTo>
                <a:lnTo>
                  <a:pt x="2810" y="3052"/>
                </a:lnTo>
                <a:cubicBezTo>
                  <a:pt x="2921" y="2905"/>
                  <a:pt x="2921" y="2720"/>
                  <a:pt x="2810" y="2572"/>
                </a:cubicBezTo>
                <a:lnTo>
                  <a:pt x="629" y="132"/>
                </a:lnTo>
                <a:cubicBezTo>
                  <a:pt x="566" y="49"/>
                  <a:pt x="469" y="1"/>
                  <a:pt x="370" y="1"/>
                </a:cubicBezTo>
                <a:close/>
              </a:path>
            </a:pathLst>
          </a:custGeom>
          <a:solidFill>
            <a:srgbClr val="2D4F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1290;p60">
            <a:extLst>
              <a:ext uri="{FF2B5EF4-FFF2-40B4-BE49-F238E27FC236}">
                <a16:creationId xmlns:a16="http://schemas.microsoft.com/office/drawing/2014/main" id="{50A9455E-421F-CE94-C773-4D1884835C53}"/>
              </a:ext>
            </a:extLst>
          </p:cNvPr>
          <p:cNvSpPr/>
          <p:nvPr/>
        </p:nvSpPr>
        <p:spPr>
          <a:xfrm>
            <a:off x="9582421" y="3934569"/>
            <a:ext cx="133741" cy="133051"/>
          </a:xfrm>
          <a:custGeom>
            <a:avLst/>
            <a:gdLst/>
            <a:ahLst/>
            <a:cxnLst/>
            <a:rect l="l" t="t" r="r" b="b"/>
            <a:pathLst>
              <a:path w="7173" h="7136" extrusionOk="0">
                <a:moveTo>
                  <a:pt x="3586" y="0"/>
                </a:moveTo>
                <a:cubicBezTo>
                  <a:pt x="1590" y="0"/>
                  <a:pt x="0" y="1590"/>
                  <a:pt x="0" y="3587"/>
                </a:cubicBezTo>
                <a:cubicBezTo>
                  <a:pt x="0" y="5546"/>
                  <a:pt x="1590" y="7136"/>
                  <a:pt x="3586" y="7136"/>
                </a:cubicBezTo>
                <a:cubicBezTo>
                  <a:pt x="5546" y="7136"/>
                  <a:pt x="7172" y="5546"/>
                  <a:pt x="7172" y="3587"/>
                </a:cubicBezTo>
                <a:cubicBezTo>
                  <a:pt x="7172" y="1590"/>
                  <a:pt x="5546" y="0"/>
                  <a:pt x="35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291;p60">
            <a:extLst>
              <a:ext uri="{FF2B5EF4-FFF2-40B4-BE49-F238E27FC236}">
                <a16:creationId xmlns:a16="http://schemas.microsoft.com/office/drawing/2014/main" id="{A68BAF86-07AD-1ED7-B445-5A3DAA9CAAFF}"/>
              </a:ext>
            </a:extLst>
          </p:cNvPr>
          <p:cNvSpPr/>
          <p:nvPr/>
        </p:nvSpPr>
        <p:spPr>
          <a:xfrm>
            <a:off x="9461098" y="4020038"/>
            <a:ext cx="199222" cy="50342"/>
          </a:xfrm>
          <a:custGeom>
            <a:avLst/>
            <a:gdLst/>
            <a:ahLst/>
            <a:cxnLst/>
            <a:rect l="l" t="t" r="r" b="b"/>
            <a:pathLst>
              <a:path w="10685" h="2700" extrusionOk="0">
                <a:moveTo>
                  <a:pt x="1331" y="1"/>
                </a:moveTo>
                <a:cubicBezTo>
                  <a:pt x="592" y="1"/>
                  <a:pt x="0" y="592"/>
                  <a:pt x="0" y="1369"/>
                </a:cubicBezTo>
                <a:cubicBezTo>
                  <a:pt x="0" y="2108"/>
                  <a:pt x="592" y="2700"/>
                  <a:pt x="1331" y="2700"/>
                </a:cubicBezTo>
                <a:lnTo>
                  <a:pt x="9317" y="2700"/>
                </a:lnTo>
                <a:cubicBezTo>
                  <a:pt x="10056" y="2700"/>
                  <a:pt x="10685" y="2108"/>
                  <a:pt x="10685" y="1369"/>
                </a:cubicBezTo>
                <a:cubicBezTo>
                  <a:pt x="10685" y="592"/>
                  <a:pt x="10056" y="1"/>
                  <a:pt x="931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292;p60">
            <a:extLst>
              <a:ext uri="{FF2B5EF4-FFF2-40B4-BE49-F238E27FC236}">
                <a16:creationId xmlns:a16="http://schemas.microsoft.com/office/drawing/2014/main" id="{0386FBAB-4CF6-AB4B-1A71-A1A7176B424C}"/>
              </a:ext>
            </a:extLst>
          </p:cNvPr>
          <p:cNvSpPr/>
          <p:nvPr/>
        </p:nvSpPr>
        <p:spPr>
          <a:xfrm>
            <a:off x="9401117" y="3979373"/>
            <a:ext cx="148918" cy="22076"/>
          </a:xfrm>
          <a:custGeom>
            <a:avLst/>
            <a:gdLst/>
            <a:ahLst/>
            <a:cxnLst/>
            <a:rect l="l" t="t" r="r" b="b"/>
            <a:pathLst>
              <a:path w="7987" h="1184" extrusionOk="0">
                <a:moveTo>
                  <a:pt x="592" y="1"/>
                </a:moveTo>
                <a:cubicBezTo>
                  <a:pt x="260" y="1"/>
                  <a:pt x="1" y="259"/>
                  <a:pt x="1" y="592"/>
                </a:cubicBezTo>
                <a:cubicBezTo>
                  <a:pt x="1" y="925"/>
                  <a:pt x="260" y="1184"/>
                  <a:pt x="592" y="1184"/>
                </a:cubicBezTo>
                <a:lnTo>
                  <a:pt x="7395" y="1184"/>
                </a:lnTo>
                <a:cubicBezTo>
                  <a:pt x="7728" y="1184"/>
                  <a:pt x="7987" y="925"/>
                  <a:pt x="7987" y="592"/>
                </a:cubicBezTo>
                <a:cubicBezTo>
                  <a:pt x="7987" y="259"/>
                  <a:pt x="7728" y="1"/>
                  <a:pt x="739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293;p60">
            <a:extLst>
              <a:ext uri="{FF2B5EF4-FFF2-40B4-BE49-F238E27FC236}">
                <a16:creationId xmlns:a16="http://schemas.microsoft.com/office/drawing/2014/main" id="{16CD4842-7C3F-2006-3D08-6F58DC693871}"/>
              </a:ext>
            </a:extLst>
          </p:cNvPr>
          <p:cNvSpPr/>
          <p:nvPr/>
        </p:nvSpPr>
        <p:spPr>
          <a:xfrm>
            <a:off x="9448680" y="3907683"/>
            <a:ext cx="111702" cy="26905"/>
          </a:xfrm>
          <a:custGeom>
            <a:avLst/>
            <a:gdLst/>
            <a:ahLst/>
            <a:cxnLst/>
            <a:rect l="l" t="t" r="r" b="b"/>
            <a:pathLst>
              <a:path w="5991" h="1443" extrusionOk="0">
                <a:moveTo>
                  <a:pt x="703" y="1"/>
                </a:moveTo>
                <a:cubicBezTo>
                  <a:pt x="334" y="1"/>
                  <a:pt x="1" y="333"/>
                  <a:pt x="1" y="703"/>
                </a:cubicBezTo>
                <a:cubicBezTo>
                  <a:pt x="1" y="1110"/>
                  <a:pt x="334" y="1442"/>
                  <a:pt x="703" y="1442"/>
                </a:cubicBezTo>
                <a:lnTo>
                  <a:pt x="5288" y="1442"/>
                </a:lnTo>
                <a:cubicBezTo>
                  <a:pt x="5657" y="1442"/>
                  <a:pt x="5990" y="1110"/>
                  <a:pt x="5990" y="703"/>
                </a:cubicBezTo>
                <a:cubicBezTo>
                  <a:pt x="5990" y="333"/>
                  <a:pt x="5657" y="1"/>
                  <a:pt x="528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294;p60">
            <a:extLst>
              <a:ext uri="{FF2B5EF4-FFF2-40B4-BE49-F238E27FC236}">
                <a16:creationId xmlns:a16="http://schemas.microsoft.com/office/drawing/2014/main" id="{5BF4E424-107B-1AAA-EB60-5897D1F31960}"/>
              </a:ext>
            </a:extLst>
          </p:cNvPr>
          <p:cNvSpPr/>
          <p:nvPr/>
        </p:nvSpPr>
        <p:spPr>
          <a:xfrm>
            <a:off x="9337705" y="5014040"/>
            <a:ext cx="1136021" cy="1262844"/>
          </a:xfrm>
          <a:custGeom>
            <a:avLst/>
            <a:gdLst/>
            <a:ahLst/>
            <a:cxnLst/>
            <a:rect l="l" t="t" r="r" b="b"/>
            <a:pathLst>
              <a:path w="60929" h="67731" extrusionOk="0">
                <a:moveTo>
                  <a:pt x="1" y="60670"/>
                </a:moveTo>
                <a:lnTo>
                  <a:pt x="32017" y="67731"/>
                </a:lnTo>
                <a:lnTo>
                  <a:pt x="37563" y="42554"/>
                </a:lnTo>
                <a:lnTo>
                  <a:pt x="60928" y="10426"/>
                </a:lnTo>
                <a:lnTo>
                  <a:pt x="13347" y="1"/>
                </a:lnTo>
                <a:close/>
              </a:path>
            </a:pathLst>
          </a:custGeom>
          <a:solidFill>
            <a:srgbClr val="F3D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295;p60">
            <a:extLst>
              <a:ext uri="{FF2B5EF4-FFF2-40B4-BE49-F238E27FC236}">
                <a16:creationId xmlns:a16="http://schemas.microsoft.com/office/drawing/2014/main" id="{FE5E11FE-469E-9B9D-AA39-5F12B3F5755B}"/>
              </a:ext>
            </a:extLst>
          </p:cNvPr>
          <p:cNvSpPr/>
          <p:nvPr/>
        </p:nvSpPr>
        <p:spPr>
          <a:xfrm>
            <a:off x="9565864" y="5219452"/>
            <a:ext cx="293677" cy="512197"/>
          </a:xfrm>
          <a:custGeom>
            <a:avLst/>
            <a:gdLst/>
            <a:ahLst/>
            <a:cxnLst/>
            <a:rect l="l" t="t" r="r" b="b"/>
            <a:pathLst>
              <a:path w="15751" h="27471" extrusionOk="0">
                <a:moveTo>
                  <a:pt x="3883" y="1"/>
                </a:moveTo>
                <a:cubicBezTo>
                  <a:pt x="8652" y="7432"/>
                  <a:pt x="15750" y="18782"/>
                  <a:pt x="7987" y="27470"/>
                </a:cubicBezTo>
                <a:cubicBezTo>
                  <a:pt x="4511" y="24808"/>
                  <a:pt x="1" y="10538"/>
                  <a:pt x="3883" y="1"/>
                </a:cubicBezTo>
                <a:close/>
              </a:path>
            </a:pathLst>
          </a:custGeom>
          <a:solidFill>
            <a:srgbClr val="D2B7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296;p60">
            <a:extLst>
              <a:ext uri="{FF2B5EF4-FFF2-40B4-BE49-F238E27FC236}">
                <a16:creationId xmlns:a16="http://schemas.microsoft.com/office/drawing/2014/main" id="{5289B3A5-B72C-E46B-95E2-2258F14E9602}"/>
              </a:ext>
            </a:extLst>
          </p:cNvPr>
          <p:cNvSpPr/>
          <p:nvPr/>
        </p:nvSpPr>
        <p:spPr>
          <a:xfrm>
            <a:off x="9647902" y="3405853"/>
            <a:ext cx="1467567" cy="2069371"/>
          </a:xfrm>
          <a:custGeom>
            <a:avLst/>
            <a:gdLst/>
            <a:ahLst/>
            <a:cxnLst/>
            <a:rect l="l" t="t" r="r" b="b"/>
            <a:pathLst>
              <a:path w="78711" h="110988" extrusionOk="0">
                <a:moveTo>
                  <a:pt x="16267" y="1"/>
                </a:moveTo>
                <a:lnTo>
                  <a:pt x="62444" y="1"/>
                </a:lnTo>
                <a:cubicBezTo>
                  <a:pt x="71391" y="1"/>
                  <a:pt x="78711" y="5251"/>
                  <a:pt x="78711" y="11647"/>
                </a:cubicBezTo>
                <a:lnTo>
                  <a:pt x="78711" y="99378"/>
                </a:lnTo>
                <a:cubicBezTo>
                  <a:pt x="78711" y="105774"/>
                  <a:pt x="71391" y="110987"/>
                  <a:pt x="62444" y="110987"/>
                </a:cubicBezTo>
                <a:lnTo>
                  <a:pt x="16267" y="110987"/>
                </a:lnTo>
                <a:cubicBezTo>
                  <a:pt x="7321" y="110987"/>
                  <a:pt x="0" y="105774"/>
                  <a:pt x="0" y="99378"/>
                </a:cubicBezTo>
                <a:lnTo>
                  <a:pt x="0" y="11647"/>
                </a:lnTo>
                <a:cubicBezTo>
                  <a:pt x="0" y="5251"/>
                  <a:pt x="7321" y="1"/>
                  <a:pt x="1626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1297;p60">
            <a:extLst>
              <a:ext uri="{FF2B5EF4-FFF2-40B4-BE49-F238E27FC236}">
                <a16:creationId xmlns:a16="http://schemas.microsoft.com/office/drawing/2014/main" id="{F004D9E8-D6FB-C261-5B30-7A83A99D20FE}"/>
              </a:ext>
            </a:extLst>
          </p:cNvPr>
          <p:cNvSpPr/>
          <p:nvPr/>
        </p:nvSpPr>
        <p:spPr>
          <a:xfrm>
            <a:off x="9737510" y="3579568"/>
            <a:ext cx="1288351" cy="1704712"/>
          </a:xfrm>
          <a:custGeom>
            <a:avLst/>
            <a:gdLst/>
            <a:ahLst/>
            <a:cxnLst/>
            <a:rect l="l" t="t" r="r" b="b"/>
            <a:pathLst>
              <a:path w="69099" h="91430" extrusionOk="0">
                <a:moveTo>
                  <a:pt x="222" y="1"/>
                </a:moveTo>
                <a:lnTo>
                  <a:pt x="68840" y="1"/>
                </a:lnTo>
                <a:cubicBezTo>
                  <a:pt x="68988" y="1"/>
                  <a:pt x="69099" y="75"/>
                  <a:pt x="69099" y="185"/>
                </a:cubicBezTo>
                <a:lnTo>
                  <a:pt x="69099" y="91281"/>
                </a:lnTo>
                <a:cubicBezTo>
                  <a:pt x="69099" y="91355"/>
                  <a:pt x="68988" y="91429"/>
                  <a:pt x="68840" y="91429"/>
                </a:cubicBezTo>
                <a:lnTo>
                  <a:pt x="222" y="91429"/>
                </a:lnTo>
                <a:cubicBezTo>
                  <a:pt x="111" y="91429"/>
                  <a:pt x="1" y="91355"/>
                  <a:pt x="1" y="91281"/>
                </a:cubicBezTo>
                <a:lnTo>
                  <a:pt x="1" y="185"/>
                </a:lnTo>
                <a:cubicBezTo>
                  <a:pt x="1" y="75"/>
                  <a:pt x="111" y="1"/>
                  <a:pt x="22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1298;p60">
            <a:extLst>
              <a:ext uri="{FF2B5EF4-FFF2-40B4-BE49-F238E27FC236}">
                <a16:creationId xmlns:a16="http://schemas.microsoft.com/office/drawing/2014/main" id="{A00BA057-E8EA-F267-1ECE-7B364D5BE20F}"/>
              </a:ext>
            </a:extLst>
          </p:cNvPr>
          <p:cNvSpPr/>
          <p:nvPr/>
        </p:nvSpPr>
        <p:spPr>
          <a:xfrm>
            <a:off x="10206935" y="3457555"/>
            <a:ext cx="349501" cy="31044"/>
          </a:xfrm>
          <a:custGeom>
            <a:avLst/>
            <a:gdLst/>
            <a:ahLst/>
            <a:cxnLst/>
            <a:rect l="l" t="t" r="r" b="b"/>
            <a:pathLst>
              <a:path w="18745" h="1665" extrusionOk="0">
                <a:moveTo>
                  <a:pt x="814" y="1"/>
                </a:moveTo>
                <a:lnTo>
                  <a:pt x="17894" y="1"/>
                </a:lnTo>
                <a:cubicBezTo>
                  <a:pt x="18375" y="1"/>
                  <a:pt x="18745" y="370"/>
                  <a:pt x="18745" y="814"/>
                </a:cubicBezTo>
                <a:lnTo>
                  <a:pt x="18745" y="814"/>
                </a:lnTo>
                <a:cubicBezTo>
                  <a:pt x="18745" y="1295"/>
                  <a:pt x="18375" y="1664"/>
                  <a:pt x="17894" y="1664"/>
                </a:cubicBezTo>
                <a:lnTo>
                  <a:pt x="814" y="1664"/>
                </a:lnTo>
                <a:cubicBezTo>
                  <a:pt x="370" y="1664"/>
                  <a:pt x="1" y="1295"/>
                  <a:pt x="1" y="814"/>
                </a:cubicBezTo>
                <a:lnTo>
                  <a:pt x="1" y="814"/>
                </a:lnTo>
                <a:cubicBezTo>
                  <a:pt x="1" y="370"/>
                  <a:pt x="370" y="1"/>
                  <a:pt x="81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1299;p60">
            <a:extLst>
              <a:ext uri="{FF2B5EF4-FFF2-40B4-BE49-F238E27FC236}">
                <a16:creationId xmlns:a16="http://schemas.microsoft.com/office/drawing/2014/main" id="{B9744F5E-C5E6-F5CB-DE25-5DA7A4B52431}"/>
              </a:ext>
            </a:extLst>
          </p:cNvPr>
          <p:cNvSpPr/>
          <p:nvPr/>
        </p:nvSpPr>
        <p:spPr>
          <a:xfrm>
            <a:off x="10328258" y="5324237"/>
            <a:ext cx="106165" cy="105475"/>
          </a:xfrm>
          <a:custGeom>
            <a:avLst/>
            <a:gdLst/>
            <a:ahLst/>
            <a:cxnLst/>
            <a:rect l="l" t="t" r="r" b="b"/>
            <a:pathLst>
              <a:path w="5694" h="5657" extrusionOk="0">
                <a:moveTo>
                  <a:pt x="2847" y="0"/>
                </a:moveTo>
                <a:cubicBezTo>
                  <a:pt x="4437" y="0"/>
                  <a:pt x="5694" y="1257"/>
                  <a:pt x="5694" y="2810"/>
                </a:cubicBezTo>
                <a:cubicBezTo>
                  <a:pt x="5694" y="4400"/>
                  <a:pt x="4437" y="5657"/>
                  <a:pt x="2847" y="5657"/>
                </a:cubicBezTo>
                <a:cubicBezTo>
                  <a:pt x="1294" y="5657"/>
                  <a:pt x="0" y="4400"/>
                  <a:pt x="0" y="2810"/>
                </a:cubicBezTo>
                <a:cubicBezTo>
                  <a:pt x="0" y="1257"/>
                  <a:pt x="1294" y="0"/>
                  <a:pt x="284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300;p60">
            <a:extLst>
              <a:ext uri="{FF2B5EF4-FFF2-40B4-BE49-F238E27FC236}">
                <a16:creationId xmlns:a16="http://schemas.microsoft.com/office/drawing/2014/main" id="{E87CCE00-CB77-2A05-CE12-85CC9C5F798C}"/>
              </a:ext>
            </a:extLst>
          </p:cNvPr>
          <p:cNvSpPr/>
          <p:nvPr/>
        </p:nvSpPr>
        <p:spPr>
          <a:xfrm>
            <a:off x="9838846" y="3971784"/>
            <a:ext cx="446697" cy="336412"/>
          </a:xfrm>
          <a:custGeom>
            <a:avLst/>
            <a:gdLst/>
            <a:ahLst/>
            <a:cxnLst/>
            <a:rect l="l" t="t" r="r" b="b"/>
            <a:pathLst>
              <a:path w="23958" h="18043" extrusionOk="0">
                <a:moveTo>
                  <a:pt x="0" y="1"/>
                </a:moveTo>
                <a:lnTo>
                  <a:pt x="0" y="18043"/>
                </a:lnTo>
                <a:lnTo>
                  <a:pt x="23957" y="18043"/>
                </a:lnTo>
                <a:lnTo>
                  <a:pt x="2395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301;p60">
            <a:extLst>
              <a:ext uri="{FF2B5EF4-FFF2-40B4-BE49-F238E27FC236}">
                <a16:creationId xmlns:a16="http://schemas.microsoft.com/office/drawing/2014/main" id="{DD4E4F13-EF66-2A37-F7F2-9E2471655C0D}"/>
              </a:ext>
            </a:extLst>
          </p:cNvPr>
          <p:cNvSpPr/>
          <p:nvPr/>
        </p:nvSpPr>
        <p:spPr>
          <a:xfrm>
            <a:off x="10340657" y="4020038"/>
            <a:ext cx="396374" cy="35873"/>
          </a:xfrm>
          <a:custGeom>
            <a:avLst/>
            <a:gdLst/>
            <a:ahLst/>
            <a:cxnLst/>
            <a:rect l="l" t="t" r="r" b="b"/>
            <a:pathLst>
              <a:path w="21259" h="1924" extrusionOk="0">
                <a:moveTo>
                  <a:pt x="962" y="1"/>
                </a:moveTo>
                <a:cubicBezTo>
                  <a:pt x="445" y="1"/>
                  <a:pt x="1" y="445"/>
                  <a:pt x="1" y="962"/>
                </a:cubicBezTo>
                <a:cubicBezTo>
                  <a:pt x="1" y="1517"/>
                  <a:pt x="445" y="1923"/>
                  <a:pt x="962" y="1923"/>
                </a:cubicBezTo>
                <a:lnTo>
                  <a:pt x="20298" y="1923"/>
                </a:lnTo>
                <a:cubicBezTo>
                  <a:pt x="20852" y="1923"/>
                  <a:pt x="21259" y="1517"/>
                  <a:pt x="21259" y="962"/>
                </a:cubicBezTo>
                <a:cubicBezTo>
                  <a:pt x="21259" y="445"/>
                  <a:pt x="20852" y="1"/>
                  <a:pt x="202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302;p60">
            <a:extLst>
              <a:ext uri="{FF2B5EF4-FFF2-40B4-BE49-F238E27FC236}">
                <a16:creationId xmlns:a16="http://schemas.microsoft.com/office/drawing/2014/main" id="{171C743A-5FA5-FCBA-A343-FA759FFFC7F1}"/>
              </a:ext>
            </a:extLst>
          </p:cNvPr>
          <p:cNvSpPr/>
          <p:nvPr/>
        </p:nvSpPr>
        <p:spPr>
          <a:xfrm>
            <a:off x="10340657" y="4100696"/>
            <a:ext cx="396374" cy="35854"/>
          </a:xfrm>
          <a:custGeom>
            <a:avLst/>
            <a:gdLst/>
            <a:ahLst/>
            <a:cxnLst/>
            <a:rect l="l" t="t" r="r" b="b"/>
            <a:pathLst>
              <a:path w="21259" h="1923" extrusionOk="0">
                <a:moveTo>
                  <a:pt x="962" y="0"/>
                </a:moveTo>
                <a:cubicBezTo>
                  <a:pt x="445" y="0"/>
                  <a:pt x="1" y="444"/>
                  <a:pt x="1" y="962"/>
                </a:cubicBezTo>
                <a:cubicBezTo>
                  <a:pt x="1" y="1516"/>
                  <a:pt x="445" y="1923"/>
                  <a:pt x="962" y="1923"/>
                </a:cubicBezTo>
                <a:lnTo>
                  <a:pt x="20298" y="1923"/>
                </a:lnTo>
                <a:cubicBezTo>
                  <a:pt x="20852" y="1923"/>
                  <a:pt x="21259" y="1516"/>
                  <a:pt x="21259" y="962"/>
                </a:cubicBezTo>
                <a:cubicBezTo>
                  <a:pt x="21259" y="444"/>
                  <a:pt x="20852" y="0"/>
                  <a:pt x="2029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1303;p60">
            <a:extLst>
              <a:ext uri="{FF2B5EF4-FFF2-40B4-BE49-F238E27FC236}">
                <a16:creationId xmlns:a16="http://schemas.microsoft.com/office/drawing/2014/main" id="{FBADDE14-A8FC-6A53-0127-E9D4F1A9ACC9}"/>
              </a:ext>
            </a:extLst>
          </p:cNvPr>
          <p:cNvSpPr/>
          <p:nvPr/>
        </p:nvSpPr>
        <p:spPr>
          <a:xfrm>
            <a:off x="10340657" y="4181354"/>
            <a:ext cx="178563" cy="35854"/>
          </a:xfrm>
          <a:custGeom>
            <a:avLst/>
            <a:gdLst/>
            <a:ahLst/>
            <a:cxnLst/>
            <a:rect l="l" t="t" r="r" b="b"/>
            <a:pathLst>
              <a:path w="9577" h="1923" extrusionOk="0">
                <a:moveTo>
                  <a:pt x="962" y="0"/>
                </a:moveTo>
                <a:cubicBezTo>
                  <a:pt x="445" y="0"/>
                  <a:pt x="1" y="407"/>
                  <a:pt x="1" y="961"/>
                </a:cubicBezTo>
                <a:cubicBezTo>
                  <a:pt x="1" y="1479"/>
                  <a:pt x="445" y="1922"/>
                  <a:pt x="962" y="1922"/>
                </a:cubicBezTo>
                <a:lnTo>
                  <a:pt x="8615" y="1922"/>
                </a:lnTo>
                <a:cubicBezTo>
                  <a:pt x="9133" y="1922"/>
                  <a:pt x="9576" y="1479"/>
                  <a:pt x="9576" y="961"/>
                </a:cubicBezTo>
                <a:cubicBezTo>
                  <a:pt x="9576" y="444"/>
                  <a:pt x="9133" y="0"/>
                  <a:pt x="861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1304;p60">
            <a:extLst>
              <a:ext uri="{FF2B5EF4-FFF2-40B4-BE49-F238E27FC236}">
                <a16:creationId xmlns:a16="http://schemas.microsoft.com/office/drawing/2014/main" id="{5EEC3C97-1B16-C19E-67D2-F0B14E913B05}"/>
              </a:ext>
            </a:extLst>
          </p:cNvPr>
          <p:cNvSpPr/>
          <p:nvPr/>
        </p:nvSpPr>
        <p:spPr>
          <a:xfrm>
            <a:off x="10340657" y="4481203"/>
            <a:ext cx="396374" cy="36544"/>
          </a:xfrm>
          <a:custGeom>
            <a:avLst/>
            <a:gdLst/>
            <a:ahLst/>
            <a:cxnLst/>
            <a:rect l="l" t="t" r="r" b="b"/>
            <a:pathLst>
              <a:path w="21259" h="1960" extrusionOk="0">
                <a:moveTo>
                  <a:pt x="962" y="0"/>
                </a:moveTo>
                <a:cubicBezTo>
                  <a:pt x="445" y="0"/>
                  <a:pt x="1" y="444"/>
                  <a:pt x="1" y="998"/>
                </a:cubicBezTo>
                <a:cubicBezTo>
                  <a:pt x="1" y="1516"/>
                  <a:pt x="445" y="1960"/>
                  <a:pt x="962" y="1960"/>
                </a:cubicBezTo>
                <a:lnTo>
                  <a:pt x="20298" y="1960"/>
                </a:lnTo>
                <a:cubicBezTo>
                  <a:pt x="20852" y="1960"/>
                  <a:pt x="21259" y="1516"/>
                  <a:pt x="21259" y="998"/>
                </a:cubicBezTo>
                <a:cubicBezTo>
                  <a:pt x="21259" y="444"/>
                  <a:pt x="20852" y="0"/>
                  <a:pt x="2029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305;p60">
            <a:extLst>
              <a:ext uri="{FF2B5EF4-FFF2-40B4-BE49-F238E27FC236}">
                <a16:creationId xmlns:a16="http://schemas.microsoft.com/office/drawing/2014/main" id="{A17A162B-3E3E-616E-F4BA-A43D8E2C6003}"/>
              </a:ext>
            </a:extLst>
          </p:cNvPr>
          <p:cNvSpPr/>
          <p:nvPr/>
        </p:nvSpPr>
        <p:spPr>
          <a:xfrm>
            <a:off x="10340657" y="4561843"/>
            <a:ext cx="396374" cy="36563"/>
          </a:xfrm>
          <a:custGeom>
            <a:avLst/>
            <a:gdLst/>
            <a:ahLst/>
            <a:cxnLst/>
            <a:rect l="l" t="t" r="r" b="b"/>
            <a:pathLst>
              <a:path w="21259" h="1961" extrusionOk="0">
                <a:moveTo>
                  <a:pt x="962" y="1"/>
                </a:moveTo>
                <a:cubicBezTo>
                  <a:pt x="445" y="1"/>
                  <a:pt x="1" y="444"/>
                  <a:pt x="1" y="999"/>
                </a:cubicBezTo>
                <a:cubicBezTo>
                  <a:pt x="1" y="1517"/>
                  <a:pt x="445" y="1960"/>
                  <a:pt x="962" y="1960"/>
                </a:cubicBezTo>
                <a:lnTo>
                  <a:pt x="20298" y="1960"/>
                </a:lnTo>
                <a:cubicBezTo>
                  <a:pt x="20852" y="1960"/>
                  <a:pt x="21259" y="1517"/>
                  <a:pt x="21259" y="999"/>
                </a:cubicBezTo>
                <a:cubicBezTo>
                  <a:pt x="21259" y="444"/>
                  <a:pt x="20852" y="1"/>
                  <a:pt x="202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306;p60">
            <a:extLst>
              <a:ext uri="{FF2B5EF4-FFF2-40B4-BE49-F238E27FC236}">
                <a16:creationId xmlns:a16="http://schemas.microsoft.com/office/drawing/2014/main" id="{F59C1209-E285-351E-8B5A-FD9455912165}"/>
              </a:ext>
            </a:extLst>
          </p:cNvPr>
          <p:cNvSpPr/>
          <p:nvPr/>
        </p:nvSpPr>
        <p:spPr>
          <a:xfrm>
            <a:off x="10340657" y="4642501"/>
            <a:ext cx="178563" cy="36544"/>
          </a:xfrm>
          <a:custGeom>
            <a:avLst/>
            <a:gdLst/>
            <a:ahLst/>
            <a:cxnLst/>
            <a:rect l="l" t="t" r="r" b="b"/>
            <a:pathLst>
              <a:path w="9577" h="1960" extrusionOk="0">
                <a:moveTo>
                  <a:pt x="962" y="0"/>
                </a:moveTo>
                <a:cubicBezTo>
                  <a:pt x="445" y="0"/>
                  <a:pt x="1" y="444"/>
                  <a:pt x="1" y="962"/>
                </a:cubicBezTo>
                <a:cubicBezTo>
                  <a:pt x="1" y="1516"/>
                  <a:pt x="445" y="1960"/>
                  <a:pt x="962" y="1960"/>
                </a:cubicBezTo>
                <a:lnTo>
                  <a:pt x="8615" y="1960"/>
                </a:lnTo>
                <a:cubicBezTo>
                  <a:pt x="9133" y="1960"/>
                  <a:pt x="9576" y="1516"/>
                  <a:pt x="9576" y="962"/>
                </a:cubicBezTo>
                <a:cubicBezTo>
                  <a:pt x="9576" y="444"/>
                  <a:pt x="9133" y="0"/>
                  <a:pt x="861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307;p60">
            <a:extLst>
              <a:ext uri="{FF2B5EF4-FFF2-40B4-BE49-F238E27FC236}">
                <a16:creationId xmlns:a16="http://schemas.microsoft.com/office/drawing/2014/main" id="{1CE04618-621E-1775-0C6B-29524C7474FE}"/>
              </a:ext>
            </a:extLst>
          </p:cNvPr>
          <p:cNvSpPr/>
          <p:nvPr/>
        </p:nvSpPr>
        <p:spPr>
          <a:xfrm>
            <a:off x="10340657" y="4921673"/>
            <a:ext cx="396374" cy="35873"/>
          </a:xfrm>
          <a:custGeom>
            <a:avLst/>
            <a:gdLst/>
            <a:ahLst/>
            <a:cxnLst/>
            <a:rect l="l" t="t" r="r" b="b"/>
            <a:pathLst>
              <a:path w="21259" h="1924" extrusionOk="0">
                <a:moveTo>
                  <a:pt x="962" y="1"/>
                </a:moveTo>
                <a:cubicBezTo>
                  <a:pt x="445" y="1"/>
                  <a:pt x="1" y="444"/>
                  <a:pt x="1" y="962"/>
                </a:cubicBezTo>
                <a:cubicBezTo>
                  <a:pt x="1" y="1516"/>
                  <a:pt x="445" y="1923"/>
                  <a:pt x="962" y="1923"/>
                </a:cubicBezTo>
                <a:lnTo>
                  <a:pt x="20298" y="1923"/>
                </a:lnTo>
                <a:cubicBezTo>
                  <a:pt x="20852" y="1923"/>
                  <a:pt x="21259" y="1516"/>
                  <a:pt x="21259" y="962"/>
                </a:cubicBezTo>
                <a:cubicBezTo>
                  <a:pt x="21259" y="444"/>
                  <a:pt x="20852" y="1"/>
                  <a:pt x="202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308;p60">
            <a:extLst>
              <a:ext uri="{FF2B5EF4-FFF2-40B4-BE49-F238E27FC236}">
                <a16:creationId xmlns:a16="http://schemas.microsoft.com/office/drawing/2014/main" id="{5C6346BA-4C7E-0082-A3F4-02BA0C935D30}"/>
              </a:ext>
            </a:extLst>
          </p:cNvPr>
          <p:cNvSpPr/>
          <p:nvPr/>
        </p:nvSpPr>
        <p:spPr>
          <a:xfrm>
            <a:off x="10340657" y="5002331"/>
            <a:ext cx="396374" cy="35854"/>
          </a:xfrm>
          <a:custGeom>
            <a:avLst/>
            <a:gdLst/>
            <a:ahLst/>
            <a:cxnLst/>
            <a:rect l="l" t="t" r="r" b="b"/>
            <a:pathLst>
              <a:path w="21259" h="1923" extrusionOk="0">
                <a:moveTo>
                  <a:pt x="962" y="0"/>
                </a:moveTo>
                <a:cubicBezTo>
                  <a:pt x="445" y="0"/>
                  <a:pt x="1" y="407"/>
                  <a:pt x="1" y="961"/>
                </a:cubicBezTo>
                <a:cubicBezTo>
                  <a:pt x="1" y="1479"/>
                  <a:pt x="445" y="1923"/>
                  <a:pt x="962" y="1923"/>
                </a:cubicBezTo>
                <a:lnTo>
                  <a:pt x="20298" y="1923"/>
                </a:lnTo>
                <a:cubicBezTo>
                  <a:pt x="20852" y="1923"/>
                  <a:pt x="21259" y="1479"/>
                  <a:pt x="21259" y="961"/>
                </a:cubicBezTo>
                <a:cubicBezTo>
                  <a:pt x="21259" y="407"/>
                  <a:pt x="20852" y="0"/>
                  <a:pt x="2029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309;p60">
            <a:extLst>
              <a:ext uri="{FF2B5EF4-FFF2-40B4-BE49-F238E27FC236}">
                <a16:creationId xmlns:a16="http://schemas.microsoft.com/office/drawing/2014/main" id="{506BAC64-9D52-B093-CE43-4F69A5724989}"/>
              </a:ext>
            </a:extLst>
          </p:cNvPr>
          <p:cNvSpPr/>
          <p:nvPr/>
        </p:nvSpPr>
        <p:spPr>
          <a:xfrm>
            <a:off x="10340657" y="5082970"/>
            <a:ext cx="178563" cy="35873"/>
          </a:xfrm>
          <a:custGeom>
            <a:avLst/>
            <a:gdLst/>
            <a:ahLst/>
            <a:cxnLst/>
            <a:rect l="l" t="t" r="r" b="b"/>
            <a:pathLst>
              <a:path w="9577" h="1924" extrusionOk="0">
                <a:moveTo>
                  <a:pt x="962" y="1"/>
                </a:moveTo>
                <a:cubicBezTo>
                  <a:pt x="445" y="1"/>
                  <a:pt x="1" y="407"/>
                  <a:pt x="1" y="962"/>
                </a:cubicBezTo>
                <a:cubicBezTo>
                  <a:pt x="1" y="1480"/>
                  <a:pt x="445" y="1923"/>
                  <a:pt x="962" y="1923"/>
                </a:cubicBezTo>
                <a:lnTo>
                  <a:pt x="8615" y="1923"/>
                </a:lnTo>
                <a:cubicBezTo>
                  <a:pt x="9133" y="1923"/>
                  <a:pt x="9576" y="1480"/>
                  <a:pt x="9576" y="962"/>
                </a:cubicBezTo>
                <a:cubicBezTo>
                  <a:pt x="9576" y="407"/>
                  <a:pt x="9133" y="1"/>
                  <a:pt x="861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310;p60">
            <a:extLst>
              <a:ext uri="{FF2B5EF4-FFF2-40B4-BE49-F238E27FC236}">
                <a16:creationId xmlns:a16="http://schemas.microsoft.com/office/drawing/2014/main" id="{0F7FE603-7EC6-D75A-9E71-8490E3DE6F10}"/>
              </a:ext>
            </a:extLst>
          </p:cNvPr>
          <p:cNvSpPr/>
          <p:nvPr/>
        </p:nvSpPr>
        <p:spPr>
          <a:xfrm>
            <a:off x="9838846" y="4411583"/>
            <a:ext cx="446697" cy="337083"/>
          </a:xfrm>
          <a:custGeom>
            <a:avLst/>
            <a:gdLst/>
            <a:ahLst/>
            <a:cxnLst/>
            <a:rect l="l" t="t" r="r" b="b"/>
            <a:pathLst>
              <a:path w="23958" h="18079" extrusionOk="0">
                <a:moveTo>
                  <a:pt x="0" y="0"/>
                </a:moveTo>
                <a:lnTo>
                  <a:pt x="0" y="18079"/>
                </a:lnTo>
                <a:lnTo>
                  <a:pt x="23957" y="18079"/>
                </a:lnTo>
                <a:lnTo>
                  <a:pt x="239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1311;p60">
            <a:extLst>
              <a:ext uri="{FF2B5EF4-FFF2-40B4-BE49-F238E27FC236}">
                <a16:creationId xmlns:a16="http://schemas.microsoft.com/office/drawing/2014/main" id="{85B0AD8A-AA76-0864-D794-8FBA889FB8DF}"/>
              </a:ext>
            </a:extLst>
          </p:cNvPr>
          <p:cNvSpPr/>
          <p:nvPr/>
        </p:nvSpPr>
        <p:spPr>
          <a:xfrm>
            <a:off x="9838846" y="4852052"/>
            <a:ext cx="446697" cy="336412"/>
          </a:xfrm>
          <a:custGeom>
            <a:avLst/>
            <a:gdLst/>
            <a:ahLst/>
            <a:cxnLst/>
            <a:rect l="l" t="t" r="r" b="b"/>
            <a:pathLst>
              <a:path w="23958" h="18043" extrusionOk="0">
                <a:moveTo>
                  <a:pt x="0" y="1"/>
                </a:moveTo>
                <a:lnTo>
                  <a:pt x="0" y="18042"/>
                </a:lnTo>
                <a:lnTo>
                  <a:pt x="23957" y="18042"/>
                </a:lnTo>
                <a:lnTo>
                  <a:pt x="2395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1312;p60">
            <a:extLst>
              <a:ext uri="{FF2B5EF4-FFF2-40B4-BE49-F238E27FC236}">
                <a16:creationId xmlns:a16="http://schemas.microsoft.com/office/drawing/2014/main" id="{59791292-6DA0-3B29-BCE1-2D0734EE5C30}"/>
              </a:ext>
            </a:extLst>
          </p:cNvPr>
          <p:cNvSpPr/>
          <p:nvPr/>
        </p:nvSpPr>
        <p:spPr>
          <a:xfrm>
            <a:off x="9942922" y="4027980"/>
            <a:ext cx="238525" cy="217830"/>
          </a:xfrm>
          <a:custGeom>
            <a:avLst/>
            <a:gdLst/>
            <a:ahLst/>
            <a:cxnLst/>
            <a:rect l="l" t="t" r="r" b="b"/>
            <a:pathLst>
              <a:path w="12793" h="11683" extrusionOk="0">
                <a:moveTo>
                  <a:pt x="6397" y="0"/>
                </a:moveTo>
                <a:cubicBezTo>
                  <a:pt x="4899" y="0"/>
                  <a:pt x="3402" y="573"/>
                  <a:pt x="2256" y="1719"/>
                </a:cubicBezTo>
                <a:cubicBezTo>
                  <a:pt x="1" y="3974"/>
                  <a:pt x="1" y="7671"/>
                  <a:pt x="2256" y="9964"/>
                </a:cubicBezTo>
                <a:cubicBezTo>
                  <a:pt x="3402" y="11110"/>
                  <a:pt x="4899" y="11683"/>
                  <a:pt x="6397" y="11683"/>
                </a:cubicBezTo>
                <a:cubicBezTo>
                  <a:pt x="7894" y="11683"/>
                  <a:pt x="9391" y="11110"/>
                  <a:pt x="10537" y="9964"/>
                </a:cubicBezTo>
                <a:cubicBezTo>
                  <a:pt x="12793" y="7671"/>
                  <a:pt x="12793" y="3974"/>
                  <a:pt x="10537" y="1719"/>
                </a:cubicBezTo>
                <a:cubicBezTo>
                  <a:pt x="9391" y="573"/>
                  <a:pt x="7894" y="0"/>
                  <a:pt x="639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1313;p60">
            <a:extLst>
              <a:ext uri="{FF2B5EF4-FFF2-40B4-BE49-F238E27FC236}">
                <a16:creationId xmlns:a16="http://schemas.microsoft.com/office/drawing/2014/main" id="{C13ADFF0-E4EF-FB34-0CE2-36997CABF8CB}"/>
              </a:ext>
            </a:extLst>
          </p:cNvPr>
          <p:cNvSpPr/>
          <p:nvPr/>
        </p:nvSpPr>
        <p:spPr>
          <a:xfrm>
            <a:off x="10033220" y="4078639"/>
            <a:ext cx="87576" cy="115823"/>
          </a:xfrm>
          <a:custGeom>
            <a:avLst/>
            <a:gdLst/>
            <a:ahLst/>
            <a:cxnLst/>
            <a:rect l="l" t="t" r="r" b="b"/>
            <a:pathLst>
              <a:path w="4697" h="6212" extrusionOk="0">
                <a:moveTo>
                  <a:pt x="1" y="0"/>
                </a:moveTo>
                <a:lnTo>
                  <a:pt x="1" y="6211"/>
                </a:lnTo>
                <a:lnTo>
                  <a:pt x="4696" y="3106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314;p60">
            <a:extLst>
              <a:ext uri="{FF2B5EF4-FFF2-40B4-BE49-F238E27FC236}">
                <a16:creationId xmlns:a16="http://schemas.microsoft.com/office/drawing/2014/main" id="{9D4549A2-C19A-2958-EC91-A285235A7D9F}"/>
              </a:ext>
            </a:extLst>
          </p:cNvPr>
          <p:cNvSpPr/>
          <p:nvPr/>
        </p:nvSpPr>
        <p:spPr>
          <a:xfrm>
            <a:off x="9942922" y="4471209"/>
            <a:ext cx="238525" cy="217830"/>
          </a:xfrm>
          <a:custGeom>
            <a:avLst/>
            <a:gdLst/>
            <a:ahLst/>
            <a:cxnLst/>
            <a:rect l="l" t="t" r="r" b="b"/>
            <a:pathLst>
              <a:path w="12793" h="11683" extrusionOk="0">
                <a:moveTo>
                  <a:pt x="6397" y="0"/>
                </a:moveTo>
                <a:cubicBezTo>
                  <a:pt x="4899" y="0"/>
                  <a:pt x="3402" y="573"/>
                  <a:pt x="2256" y="1719"/>
                </a:cubicBezTo>
                <a:cubicBezTo>
                  <a:pt x="1" y="4012"/>
                  <a:pt x="1" y="7709"/>
                  <a:pt x="2256" y="9964"/>
                </a:cubicBezTo>
                <a:cubicBezTo>
                  <a:pt x="3402" y="11110"/>
                  <a:pt x="4899" y="11683"/>
                  <a:pt x="6397" y="11683"/>
                </a:cubicBezTo>
                <a:cubicBezTo>
                  <a:pt x="7894" y="11683"/>
                  <a:pt x="9391" y="11110"/>
                  <a:pt x="10537" y="9964"/>
                </a:cubicBezTo>
                <a:cubicBezTo>
                  <a:pt x="12793" y="7709"/>
                  <a:pt x="12793" y="4012"/>
                  <a:pt x="10537" y="1719"/>
                </a:cubicBezTo>
                <a:cubicBezTo>
                  <a:pt x="9391" y="573"/>
                  <a:pt x="7894" y="0"/>
                  <a:pt x="639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315;p60">
            <a:extLst>
              <a:ext uri="{FF2B5EF4-FFF2-40B4-BE49-F238E27FC236}">
                <a16:creationId xmlns:a16="http://schemas.microsoft.com/office/drawing/2014/main" id="{5E2FA41F-E3B6-CC78-1699-5C85D387CBB6}"/>
              </a:ext>
            </a:extLst>
          </p:cNvPr>
          <p:cNvSpPr/>
          <p:nvPr/>
        </p:nvSpPr>
        <p:spPr>
          <a:xfrm>
            <a:off x="10033220" y="4522558"/>
            <a:ext cx="87576" cy="115133"/>
          </a:xfrm>
          <a:custGeom>
            <a:avLst/>
            <a:gdLst/>
            <a:ahLst/>
            <a:cxnLst/>
            <a:rect l="l" t="t" r="r" b="b"/>
            <a:pathLst>
              <a:path w="4697" h="6175" extrusionOk="0">
                <a:moveTo>
                  <a:pt x="1" y="1"/>
                </a:moveTo>
                <a:lnTo>
                  <a:pt x="1" y="6175"/>
                </a:lnTo>
                <a:lnTo>
                  <a:pt x="4696" y="3106"/>
                </a:ln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1316;p60">
            <a:extLst>
              <a:ext uri="{FF2B5EF4-FFF2-40B4-BE49-F238E27FC236}">
                <a16:creationId xmlns:a16="http://schemas.microsoft.com/office/drawing/2014/main" id="{84352462-ADC0-00A7-7134-744984E77B93}"/>
              </a:ext>
            </a:extLst>
          </p:cNvPr>
          <p:cNvSpPr/>
          <p:nvPr/>
        </p:nvSpPr>
        <p:spPr>
          <a:xfrm>
            <a:off x="9953270" y="4920293"/>
            <a:ext cx="217848" cy="217848"/>
          </a:xfrm>
          <a:custGeom>
            <a:avLst/>
            <a:gdLst/>
            <a:ahLst/>
            <a:cxnLst/>
            <a:rect l="l" t="t" r="r" b="b"/>
            <a:pathLst>
              <a:path w="11684" h="11684" extrusionOk="0">
                <a:moveTo>
                  <a:pt x="5842" y="1"/>
                </a:moveTo>
                <a:cubicBezTo>
                  <a:pt x="2625" y="1"/>
                  <a:pt x="0" y="2589"/>
                  <a:pt x="0" y="5842"/>
                </a:cubicBezTo>
                <a:cubicBezTo>
                  <a:pt x="0" y="9058"/>
                  <a:pt x="2625" y="11683"/>
                  <a:pt x="5842" y="11683"/>
                </a:cubicBezTo>
                <a:cubicBezTo>
                  <a:pt x="9058" y="11683"/>
                  <a:pt x="11683" y="9058"/>
                  <a:pt x="11683" y="5842"/>
                </a:cubicBezTo>
                <a:cubicBezTo>
                  <a:pt x="11683" y="2589"/>
                  <a:pt x="9058" y="1"/>
                  <a:pt x="58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1317;p60">
            <a:extLst>
              <a:ext uri="{FF2B5EF4-FFF2-40B4-BE49-F238E27FC236}">
                <a16:creationId xmlns:a16="http://schemas.microsoft.com/office/drawing/2014/main" id="{690BA246-86DA-FCC4-0ECD-FAAA7F303F64}"/>
              </a:ext>
            </a:extLst>
          </p:cNvPr>
          <p:cNvSpPr/>
          <p:nvPr/>
        </p:nvSpPr>
        <p:spPr>
          <a:xfrm>
            <a:off x="10033220" y="4971306"/>
            <a:ext cx="87576" cy="115823"/>
          </a:xfrm>
          <a:custGeom>
            <a:avLst/>
            <a:gdLst/>
            <a:ahLst/>
            <a:cxnLst/>
            <a:rect l="l" t="t" r="r" b="b"/>
            <a:pathLst>
              <a:path w="4697" h="6212" extrusionOk="0">
                <a:moveTo>
                  <a:pt x="1" y="0"/>
                </a:moveTo>
                <a:lnTo>
                  <a:pt x="1" y="6212"/>
                </a:lnTo>
                <a:lnTo>
                  <a:pt x="4696" y="3106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1318;p60">
            <a:extLst>
              <a:ext uri="{FF2B5EF4-FFF2-40B4-BE49-F238E27FC236}">
                <a16:creationId xmlns:a16="http://schemas.microsoft.com/office/drawing/2014/main" id="{6932F510-DA7E-F5E5-4E29-CD689FEC516F}"/>
              </a:ext>
            </a:extLst>
          </p:cNvPr>
          <p:cNvSpPr/>
          <p:nvPr/>
        </p:nvSpPr>
        <p:spPr>
          <a:xfrm>
            <a:off x="10818361" y="4064842"/>
            <a:ext cx="14487" cy="30354"/>
          </a:xfrm>
          <a:custGeom>
            <a:avLst/>
            <a:gdLst/>
            <a:ahLst/>
            <a:cxnLst/>
            <a:rect l="l" t="t" r="r" b="b"/>
            <a:pathLst>
              <a:path w="777" h="1628" extrusionOk="0">
                <a:moveTo>
                  <a:pt x="148" y="1"/>
                </a:moveTo>
                <a:cubicBezTo>
                  <a:pt x="74" y="1"/>
                  <a:pt x="1" y="75"/>
                  <a:pt x="1" y="149"/>
                </a:cubicBezTo>
                <a:lnTo>
                  <a:pt x="1" y="1480"/>
                </a:lnTo>
                <a:cubicBezTo>
                  <a:pt x="1" y="1554"/>
                  <a:pt x="74" y="1628"/>
                  <a:pt x="148" y="1628"/>
                </a:cubicBezTo>
                <a:lnTo>
                  <a:pt x="629" y="1628"/>
                </a:lnTo>
                <a:cubicBezTo>
                  <a:pt x="703" y="1628"/>
                  <a:pt x="777" y="1554"/>
                  <a:pt x="777" y="1480"/>
                </a:cubicBezTo>
                <a:lnTo>
                  <a:pt x="777" y="149"/>
                </a:lnTo>
                <a:cubicBezTo>
                  <a:pt x="777" y="75"/>
                  <a:pt x="703" y="1"/>
                  <a:pt x="62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319;p60">
            <a:extLst>
              <a:ext uri="{FF2B5EF4-FFF2-40B4-BE49-F238E27FC236}">
                <a16:creationId xmlns:a16="http://schemas.microsoft.com/office/drawing/2014/main" id="{CD8B71FD-9541-E6A0-A250-0E6A796893DD}"/>
              </a:ext>
            </a:extLst>
          </p:cNvPr>
          <p:cNvSpPr/>
          <p:nvPr/>
        </p:nvSpPr>
        <p:spPr>
          <a:xfrm>
            <a:off x="10836279" y="4036594"/>
            <a:ext cx="38632" cy="55152"/>
          </a:xfrm>
          <a:custGeom>
            <a:avLst/>
            <a:gdLst/>
            <a:ahLst/>
            <a:cxnLst/>
            <a:rect l="l" t="t" r="r" b="b"/>
            <a:pathLst>
              <a:path w="2072" h="2958" extrusionOk="0">
                <a:moveTo>
                  <a:pt x="925" y="0"/>
                </a:moveTo>
                <a:cubicBezTo>
                  <a:pt x="814" y="0"/>
                  <a:pt x="740" y="37"/>
                  <a:pt x="703" y="148"/>
                </a:cubicBezTo>
                <a:cubicBezTo>
                  <a:pt x="666" y="259"/>
                  <a:pt x="703" y="444"/>
                  <a:pt x="703" y="518"/>
                </a:cubicBezTo>
                <a:cubicBezTo>
                  <a:pt x="666" y="592"/>
                  <a:pt x="481" y="740"/>
                  <a:pt x="223" y="1072"/>
                </a:cubicBezTo>
                <a:cubicBezTo>
                  <a:pt x="1" y="1331"/>
                  <a:pt x="38" y="1664"/>
                  <a:pt x="38" y="1664"/>
                </a:cubicBezTo>
                <a:lnTo>
                  <a:pt x="38" y="2107"/>
                </a:lnTo>
                <a:lnTo>
                  <a:pt x="38" y="2588"/>
                </a:lnTo>
                <a:lnTo>
                  <a:pt x="38" y="2773"/>
                </a:lnTo>
                <a:cubicBezTo>
                  <a:pt x="38" y="2884"/>
                  <a:pt x="112" y="2958"/>
                  <a:pt x="186" y="2958"/>
                </a:cubicBezTo>
                <a:lnTo>
                  <a:pt x="1701" y="2958"/>
                </a:lnTo>
                <a:cubicBezTo>
                  <a:pt x="1812" y="2958"/>
                  <a:pt x="1886" y="2847"/>
                  <a:pt x="1886" y="2773"/>
                </a:cubicBezTo>
                <a:cubicBezTo>
                  <a:pt x="1886" y="2662"/>
                  <a:pt x="1812" y="2588"/>
                  <a:pt x="1701" y="2588"/>
                </a:cubicBezTo>
                <a:lnTo>
                  <a:pt x="1738" y="2588"/>
                </a:lnTo>
                <a:cubicBezTo>
                  <a:pt x="1886" y="2588"/>
                  <a:pt x="1960" y="2477"/>
                  <a:pt x="1960" y="2329"/>
                </a:cubicBezTo>
                <a:cubicBezTo>
                  <a:pt x="1960" y="2218"/>
                  <a:pt x="1886" y="2107"/>
                  <a:pt x="1738" y="2107"/>
                </a:cubicBezTo>
                <a:lnTo>
                  <a:pt x="1812" y="2107"/>
                </a:lnTo>
                <a:cubicBezTo>
                  <a:pt x="1960" y="2107"/>
                  <a:pt x="2071" y="2034"/>
                  <a:pt x="2071" y="1886"/>
                </a:cubicBezTo>
                <a:cubicBezTo>
                  <a:pt x="2071" y="1775"/>
                  <a:pt x="1960" y="1664"/>
                  <a:pt x="1812" y="1664"/>
                </a:cubicBezTo>
                <a:cubicBezTo>
                  <a:pt x="1923" y="1664"/>
                  <a:pt x="2071" y="1553"/>
                  <a:pt x="2071" y="1405"/>
                </a:cubicBezTo>
                <a:cubicBezTo>
                  <a:pt x="2071" y="1257"/>
                  <a:pt x="1923" y="1146"/>
                  <a:pt x="1812" y="1146"/>
                </a:cubicBezTo>
                <a:lnTo>
                  <a:pt x="999" y="1146"/>
                </a:lnTo>
                <a:cubicBezTo>
                  <a:pt x="1073" y="998"/>
                  <a:pt x="1221" y="740"/>
                  <a:pt x="1221" y="555"/>
                </a:cubicBezTo>
                <a:cubicBezTo>
                  <a:pt x="1221" y="222"/>
                  <a:pt x="1036" y="37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1320;p60">
            <a:extLst>
              <a:ext uri="{FF2B5EF4-FFF2-40B4-BE49-F238E27FC236}">
                <a16:creationId xmlns:a16="http://schemas.microsoft.com/office/drawing/2014/main" id="{35DB2211-BEF5-BBF4-1B2F-9D9AA0022ACA}"/>
              </a:ext>
            </a:extLst>
          </p:cNvPr>
          <p:cNvSpPr/>
          <p:nvPr/>
        </p:nvSpPr>
        <p:spPr>
          <a:xfrm>
            <a:off x="10947272" y="4053822"/>
            <a:ext cx="15177" cy="31044"/>
          </a:xfrm>
          <a:custGeom>
            <a:avLst/>
            <a:gdLst/>
            <a:ahLst/>
            <a:cxnLst/>
            <a:rect l="l" t="t" r="r" b="b"/>
            <a:pathLst>
              <a:path w="814" h="1665" extrusionOk="0">
                <a:moveTo>
                  <a:pt x="148" y="0"/>
                </a:moveTo>
                <a:cubicBezTo>
                  <a:pt x="74" y="0"/>
                  <a:pt x="0" y="74"/>
                  <a:pt x="0" y="148"/>
                </a:cubicBezTo>
                <a:lnTo>
                  <a:pt x="0" y="1479"/>
                </a:lnTo>
                <a:cubicBezTo>
                  <a:pt x="0" y="1590"/>
                  <a:pt x="74" y="1664"/>
                  <a:pt x="148" y="1664"/>
                </a:cubicBezTo>
                <a:lnTo>
                  <a:pt x="629" y="1664"/>
                </a:lnTo>
                <a:cubicBezTo>
                  <a:pt x="739" y="1664"/>
                  <a:pt x="813" y="1590"/>
                  <a:pt x="813" y="1479"/>
                </a:cubicBezTo>
                <a:lnTo>
                  <a:pt x="813" y="148"/>
                </a:lnTo>
                <a:cubicBezTo>
                  <a:pt x="813" y="74"/>
                  <a:pt x="739" y="0"/>
                  <a:pt x="6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1321;p60">
            <a:extLst>
              <a:ext uri="{FF2B5EF4-FFF2-40B4-BE49-F238E27FC236}">
                <a16:creationId xmlns:a16="http://schemas.microsoft.com/office/drawing/2014/main" id="{673D8AA2-D2FF-D265-D242-36B401B9D4F9}"/>
              </a:ext>
            </a:extLst>
          </p:cNvPr>
          <p:cNvSpPr/>
          <p:nvPr/>
        </p:nvSpPr>
        <p:spPr>
          <a:xfrm>
            <a:off x="10905899" y="4057962"/>
            <a:ext cx="37943" cy="54648"/>
          </a:xfrm>
          <a:custGeom>
            <a:avLst/>
            <a:gdLst/>
            <a:ahLst/>
            <a:cxnLst/>
            <a:rect l="l" t="t" r="r" b="b"/>
            <a:pathLst>
              <a:path w="2035" h="2931" extrusionOk="0">
                <a:moveTo>
                  <a:pt x="334" y="0"/>
                </a:moveTo>
                <a:cubicBezTo>
                  <a:pt x="223" y="0"/>
                  <a:pt x="149" y="74"/>
                  <a:pt x="149" y="185"/>
                </a:cubicBezTo>
                <a:cubicBezTo>
                  <a:pt x="149" y="296"/>
                  <a:pt x="223" y="370"/>
                  <a:pt x="334" y="370"/>
                </a:cubicBezTo>
                <a:lnTo>
                  <a:pt x="297" y="370"/>
                </a:lnTo>
                <a:cubicBezTo>
                  <a:pt x="186" y="370"/>
                  <a:pt x="75" y="481"/>
                  <a:pt x="75" y="592"/>
                </a:cubicBezTo>
                <a:cubicBezTo>
                  <a:pt x="75" y="703"/>
                  <a:pt x="186" y="814"/>
                  <a:pt x="297" y="814"/>
                </a:cubicBezTo>
                <a:lnTo>
                  <a:pt x="223" y="814"/>
                </a:lnTo>
                <a:cubicBezTo>
                  <a:pt x="112" y="814"/>
                  <a:pt x="1" y="925"/>
                  <a:pt x="1" y="1035"/>
                </a:cubicBezTo>
                <a:cubicBezTo>
                  <a:pt x="1" y="1183"/>
                  <a:pt x="112" y="1257"/>
                  <a:pt x="223" y="1257"/>
                </a:cubicBezTo>
                <a:lnTo>
                  <a:pt x="260" y="1257"/>
                </a:lnTo>
                <a:cubicBezTo>
                  <a:pt x="112" y="1257"/>
                  <a:pt x="1" y="1368"/>
                  <a:pt x="1" y="1516"/>
                </a:cubicBezTo>
                <a:cubicBezTo>
                  <a:pt x="1" y="1664"/>
                  <a:pt x="112" y="1775"/>
                  <a:pt x="260" y="1775"/>
                </a:cubicBezTo>
                <a:lnTo>
                  <a:pt x="1073" y="1775"/>
                </a:lnTo>
                <a:cubicBezTo>
                  <a:pt x="962" y="1923"/>
                  <a:pt x="851" y="2182"/>
                  <a:pt x="851" y="2403"/>
                </a:cubicBezTo>
                <a:cubicBezTo>
                  <a:pt x="851" y="2736"/>
                  <a:pt x="999" y="2921"/>
                  <a:pt x="1147" y="2921"/>
                </a:cubicBezTo>
                <a:cubicBezTo>
                  <a:pt x="1167" y="2927"/>
                  <a:pt x="1185" y="2931"/>
                  <a:pt x="1202" y="2931"/>
                </a:cubicBezTo>
                <a:cubicBezTo>
                  <a:pt x="1283" y="2931"/>
                  <a:pt x="1338" y="2864"/>
                  <a:pt x="1369" y="2773"/>
                </a:cubicBezTo>
                <a:cubicBezTo>
                  <a:pt x="1406" y="2699"/>
                  <a:pt x="1332" y="2514"/>
                  <a:pt x="1369" y="2440"/>
                </a:cubicBezTo>
                <a:cubicBezTo>
                  <a:pt x="1406" y="2329"/>
                  <a:pt x="1591" y="2182"/>
                  <a:pt x="1812" y="1886"/>
                </a:cubicBezTo>
                <a:cubicBezTo>
                  <a:pt x="2034" y="1590"/>
                  <a:pt x="1997" y="1257"/>
                  <a:pt x="1997" y="1257"/>
                </a:cubicBezTo>
                <a:lnTo>
                  <a:pt x="1997" y="814"/>
                </a:lnTo>
                <a:lnTo>
                  <a:pt x="1997" y="370"/>
                </a:lnTo>
                <a:lnTo>
                  <a:pt x="1997" y="148"/>
                </a:lnTo>
                <a:cubicBezTo>
                  <a:pt x="1997" y="74"/>
                  <a:pt x="1923" y="0"/>
                  <a:pt x="184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1322;p60">
            <a:extLst>
              <a:ext uri="{FF2B5EF4-FFF2-40B4-BE49-F238E27FC236}">
                <a16:creationId xmlns:a16="http://schemas.microsoft.com/office/drawing/2014/main" id="{17B0B226-2EB1-3F93-A5FE-71E00517B921}"/>
              </a:ext>
            </a:extLst>
          </p:cNvPr>
          <p:cNvSpPr/>
          <p:nvPr/>
        </p:nvSpPr>
        <p:spPr>
          <a:xfrm>
            <a:off x="10818361" y="4521178"/>
            <a:ext cx="14487" cy="31044"/>
          </a:xfrm>
          <a:custGeom>
            <a:avLst/>
            <a:gdLst/>
            <a:ahLst/>
            <a:cxnLst/>
            <a:rect l="l" t="t" r="r" b="b"/>
            <a:pathLst>
              <a:path w="777" h="1665" extrusionOk="0">
                <a:moveTo>
                  <a:pt x="148" y="1"/>
                </a:moveTo>
                <a:cubicBezTo>
                  <a:pt x="74" y="1"/>
                  <a:pt x="1" y="75"/>
                  <a:pt x="1" y="185"/>
                </a:cubicBezTo>
                <a:lnTo>
                  <a:pt x="1" y="1516"/>
                </a:lnTo>
                <a:cubicBezTo>
                  <a:pt x="1" y="1590"/>
                  <a:pt x="74" y="1664"/>
                  <a:pt x="148" y="1664"/>
                </a:cubicBezTo>
                <a:lnTo>
                  <a:pt x="629" y="1664"/>
                </a:lnTo>
                <a:cubicBezTo>
                  <a:pt x="703" y="1664"/>
                  <a:pt x="777" y="1590"/>
                  <a:pt x="777" y="1516"/>
                </a:cubicBezTo>
                <a:lnTo>
                  <a:pt x="777" y="185"/>
                </a:lnTo>
                <a:cubicBezTo>
                  <a:pt x="777" y="75"/>
                  <a:pt x="703" y="1"/>
                  <a:pt x="62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323;p60">
            <a:extLst>
              <a:ext uri="{FF2B5EF4-FFF2-40B4-BE49-F238E27FC236}">
                <a16:creationId xmlns:a16="http://schemas.microsoft.com/office/drawing/2014/main" id="{123B34B4-DD90-0412-0B81-19EA8CD35851}"/>
              </a:ext>
            </a:extLst>
          </p:cNvPr>
          <p:cNvSpPr/>
          <p:nvPr/>
        </p:nvSpPr>
        <p:spPr>
          <a:xfrm>
            <a:off x="10836279" y="4493434"/>
            <a:ext cx="38632" cy="54648"/>
          </a:xfrm>
          <a:custGeom>
            <a:avLst/>
            <a:gdLst/>
            <a:ahLst/>
            <a:cxnLst/>
            <a:rect l="l" t="t" r="r" b="b"/>
            <a:pathLst>
              <a:path w="2072" h="2931" extrusionOk="0">
                <a:moveTo>
                  <a:pt x="870" y="0"/>
                </a:moveTo>
                <a:cubicBezTo>
                  <a:pt x="789" y="0"/>
                  <a:pt x="734" y="66"/>
                  <a:pt x="703" y="158"/>
                </a:cubicBezTo>
                <a:cubicBezTo>
                  <a:pt x="666" y="232"/>
                  <a:pt x="703" y="416"/>
                  <a:pt x="703" y="490"/>
                </a:cubicBezTo>
                <a:cubicBezTo>
                  <a:pt x="666" y="601"/>
                  <a:pt x="481" y="749"/>
                  <a:pt x="223" y="1045"/>
                </a:cubicBezTo>
                <a:cubicBezTo>
                  <a:pt x="1" y="1341"/>
                  <a:pt x="38" y="1673"/>
                  <a:pt x="38" y="1673"/>
                </a:cubicBezTo>
                <a:lnTo>
                  <a:pt x="38" y="2117"/>
                </a:lnTo>
                <a:lnTo>
                  <a:pt x="38" y="2561"/>
                </a:lnTo>
                <a:lnTo>
                  <a:pt x="38" y="2783"/>
                </a:lnTo>
                <a:cubicBezTo>
                  <a:pt x="38" y="2856"/>
                  <a:pt x="112" y="2930"/>
                  <a:pt x="186" y="2930"/>
                </a:cubicBezTo>
                <a:lnTo>
                  <a:pt x="1701" y="2930"/>
                </a:lnTo>
                <a:cubicBezTo>
                  <a:pt x="1812" y="2930"/>
                  <a:pt x="1886" y="2856"/>
                  <a:pt x="1886" y="2746"/>
                </a:cubicBezTo>
                <a:cubicBezTo>
                  <a:pt x="1886" y="2635"/>
                  <a:pt x="1812" y="2561"/>
                  <a:pt x="1701" y="2561"/>
                </a:cubicBezTo>
                <a:lnTo>
                  <a:pt x="1738" y="2561"/>
                </a:lnTo>
                <a:cubicBezTo>
                  <a:pt x="1886" y="2561"/>
                  <a:pt x="1960" y="2450"/>
                  <a:pt x="1960" y="2339"/>
                </a:cubicBezTo>
                <a:cubicBezTo>
                  <a:pt x="1960" y="2228"/>
                  <a:pt x="1886" y="2117"/>
                  <a:pt x="1738" y="2117"/>
                </a:cubicBezTo>
                <a:lnTo>
                  <a:pt x="1812" y="2117"/>
                </a:lnTo>
                <a:cubicBezTo>
                  <a:pt x="1960" y="2117"/>
                  <a:pt x="2071" y="2006"/>
                  <a:pt x="2071" y="1895"/>
                </a:cubicBezTo>
                <a:cubicBezTo>
                  <a:pt x="2071" y="1747"/>
                  <a:pt x="1960" y="1673"/>
                  <a:pt x="1812" y="1673"/>
                </a:cubicBezTo>
                <a:cubicBezTo>
                  <a:pt x="1923" y="1673"/>
                  <a:pt x="2071" y="1526"/>
                  <a:pt x="2071" y="1415"/>
                </a:cubicBezTo>
                <a:cubicBezTo>
                  <a:pt x="2071" y="1267"/>
                  <a:pt x="1923" y="1156"/>
                  <a:pt x="1812" y="1156"/>
                </a:cubicBezTo>
                <a:lnTo>
                  <a:pt x="999" y="1156"/>
                </a:lnTo>
                <a:cubicBezTo>
                  <a:pt x="1073" y="1008"/>
                  <a:pt x="1221" y="749"/>
                  <a:pt x="1221" y="527"/>
                </a:cubicBezTo>
                <a:cubicBezTo>
                  <a:pt x="1221" y="195"/>
                  <a:pt x="1036" y="10"/>
                  <a:pt x="925" y="10"/>
                </a:cubicBezTo>
                <a:cubicBezTo>
                  <a:pt x="905" y="3"/>
                  <a:pt x="887" y="0"/>
                  <a:pt x="8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1324;p60">
            <a:extLst>
              <a:ext uri="{FF2B5EF4-FFF2-40B4-BE49-F238E27FC236}">
                <a16:creationId xmlns:a16="http://schemas.microsoft.com/office/drawing/2014/main" id="{CE9BDE19-D996-082B-1287-AF7BAA6F9B98}"/>
              </a:ext>
            </a:extLst>
          </p:cNvPr>
          <p:cNvSpPr/>
          <p:nvPr/>
        </p:nvSpPr>
        <p:spPr>
          <a:xfrm>
            <a:off x="10947272" y="4510159"/>
            <a:ext cx="15177" cy="31025"/>
          </a:xfrm>
          <a:custGeom>
            <a:avLst/>
            <a:gdLst/>
            <a:ahLst/>
            <a:cxnLst/>
            <a:rect l="l" t="t" r="r" b="b"/>
            <a:pathLst>
              <a:path w="814" h="1664" extrusionOk="0">
                <a:moveTo>
                  <a:pt x="148" y="0"/>
                </a:moveTo>
                <a:cubicBezTo>
                  <a:pt x="74" y="0"/>
                  <a:pt x="0" y="74"/>
                  <a:pt x="0" y="185"/>
                </a:cubicBezTo>
                <a:lnTo>
                  <a:pt x="0" y="1516"/>
                </a:lnTo>
                <a:cubicBezTo>
                  <a:pt x="0" y="1590"/>
                  <a:pt x="74" y="1664"/>
                  <a:pt x="148" y="1664"/>
                </a:cubicBezTo>
                <a:lnTo>
                  <a:pt x="629" y="1664"/>
                </a:lnTo>
                <a:cubicBezTo>
                  <a:pt x="739" y="1664"/>
                  <a:pt x="813" y="1590"/>
                  <a:pt x="813" y="1516"/>
                </a:cubicBezTo>
                <a:lnTo>
                  <a:pt x="813" y="185"/>
                </a:lnTo>
                <a:cubicBezTo>
                  <a:pt x="813" y="74"/>
                  <a:pt x="739" y="0"/>
                  <a:pt x="6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325;p60">
            <a:extLst>
              <a:ext uri="{FF2B5EF4-FFF2-40B4-BE49-F238E27FC236}">
                <a16:creationId xmlns:a16="http://schemas.microsoft.com/office/drawing/2014/main" id="{83628919-ADA3-C454-585A-20F7CF0F0938}"/>
              </a:ext>
            </a:extLst>
          </p:cNvPr>
          <p:cNvSpPr/>
          <p:nvPr/>
        </p:nvSpPr>
        <p:spPr>
          <a:xfrm>
            <a:off x="10905899" y="4514279"/>
            <a:ext cx="37943" cy="55171"/>
          </a:xfrm>
          <a:custGeom>
            <a:avLst/>
            <a:gdLst/>
            <a:ahLst/>
            <a:cxnLst/>
            <a:rect l="l" t="t" r="r" b="b"/>
            <a:pathLst>
              <a:path w="2035" h="2959" extrusionOk="0">
                <a:moveTo>
                  <a:pt x="334" y="1"/>
                </a:moveTo>
                <a:cubicBezTo>
                  <a:pt x="223" y="1"/>
                  <a:pt x="149" y="112"/>
                  <a:pt x="149" y="186"/>
                </a:cubicBezTo>
                <a:cubicBezTo>
                  <a:pt x="149" y="297"/>
                  <a:pt x="223" y="371"/>
                  <a:pt x="334" y="371"/>
                </a:cubicBezTo>
                <a:lnTo>
                  <a:pt x="297" y="371"/>
                </a:lnTo>
                <a:cubicBezTo>
                  <a:pt x="186" y="371"/>
                  <a:pt x="75" y="481"/>
                  <a:pt x="75" y="592"/>
                </a:cubicBezTo>
                <a:cubicBezTo>
                  <a:pt x="75" y="740"/>
                  <a:pt x="186" y="851"/>
                  <a:pt x="297" y="851"/>
                </a:cubicBezTo>
                <a:lnTo>
                  <a:pt x="223" y="851"/>
                </a:lnTo>
                <a:cubicBezTo>
                  <a:pt x="112" y="851"/>
                  <a:pt x="1" y="925"/>
                  <a:pt x="1" y="1073"/>
                </a:cubicBezTo>
                <a:cubicBezTo>
                  <a:pt x="1" y="1184"/>
                  <a:pt x="112" y="1295"/>
                  <a:pt x="223" y="1295"/>
                </a:cubicBezTo>
                <a:lnTo>
                  <a:pt x="260" y="1295"/>
                </a:lnTo>
                <a:cubicBezTo>
                  <a:pt x="112" y="1295"/>
                  <a:pt x="1" y="1406"/>
                  <a:pt x="1" y="1554"/>
                </a:cubicBezTo>
                <a:cubicBezTo>
                  <a:pt x="1" y="1665"/>
                  <a:pt x="112" y="1812"/>
                  <a:pt x="260" y="1812"/>
                </a:cubicBezTo>
                <a:lnTo>
                  <a:pt x="1073" y="1812"/>
                </a:lnTo>
                <a:cubicBezTo>
                  <a:pt x="962" y="1960"/>
                  <a:pt x="851" y="2219"/>
                  <a:pt x="851" y="2404"/>
                </a:cubicBezTo>
                <a:cubicBezTo>
                  <a:pt x="851" y="2737"/>
                  <a:pt x="999" y="2922"/>
                  <a:pt x="1147" y="2959"/>
                </a:cubicBezTo>
                <a:cubicBezTo>
                  <a:pt x="1258" y="2959"/>
                  <a:pt x="1332" y="2922"/>
                  <a:pt x="1369" y="2811"/>
                </a:cubicBezTo>
                <a:cubicBezTo>
                  <a:pt x="1406" y="2700"/>
                  <a:pt x="1332" y="2515"/>
                  <a:pt x="1369" y="2441"/>
                </a:cubicBezTo>
                <a:cubicBezTo>
                  <a:pt x="1406" y="2367"/>
                  <a:pt x="1591" y="2219"/>
                  <a:pt x="1812" y="1886"/>
                </a:cubicBezTo>
                <a:cubicBezTo>
                  <a:pt x="2034" y="1628"/>
                  <a:pt x="1997" y="1295"/>
                  <a:pt x="1997" y="1295"/>
                </a:cubicBezTo>
                <a:lnTo>
                  <a:pt x="1997" y="851"/>
                </a:lnTo>
                <a:lnTo>
                  <a:pt x="1997" y="371"/>
                </a:lnTo>
                <a:lnTo>
                  <a:pt x="1997" y="186"/>
                </a:lnTo>
                <a:cubicBezTo>
                  <a:pt x="1997" y="75"/>
                  <a:pt x="1923" y="1"/>
                  <a:pt x="18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1326;p60">
            <a:extLst>
              <a:ext uri="{FF2B5EF4-FFF2-40B4-BE49-F238E27FC236}">
                <a16:creationId xmlns:a16="http://schemas.microsoft.com/office/drawing/2014/main" id="{1388EF09-8366-2217-FA47-77C45BB65628}"/>
              </a:ext>
            </a:extLst>
          </p:cNvPr>
          <p:cNvSpPr/>
          <p:nvPr/>
        </p:nvSpPr>
        <p:spPr>
          <a:xfrm>
            <a:off x="10818361" y="4961647"/>
            <a:ext cx="14487" cy="30354"/>
          </a:xfrm>
          <a:custGeom>
            <a:avLst/>
            <a:gdLst/>
            <a:ahLst/>
            <a:cxnLst/>
            <a:rect l="l" t="t" r="r" b="b"/>
            <a:pathLst>
              <a:path w="777" h="1628" extrusionOk="0">
                <a:moveTo>
                  <a:pt x="148" y="1"/>
                </a:moveTo>
                <a:cubicBezTo>
                  <a:pt x="74" y="1"/>
                  <a:pt x="1" y="75"/>
                  <a:pt x="1" y="149"/>
                </a:cubicBezTo>
                <a:lnTo>
                  <a:pt x="1" y="1480"/>
                </a:lnTo>
                <a:cubicBezTo>
                  <a:pt x="1" y="1554"/>
                  <a:pt x="74" y="1628"/>
                  <a:pt x="148" y="1628"/>
                </a:cubicBezTo>
                <a:lnTo>
                  <a:pt x="629" y="1628"/>
                </a:lnTo>
                <a:cubicBezTo>
                  <a:pt x="703" y="1628"/>
                  <a:pt x="777" y="1554"/>
                  <a:pt x="777" y="1480"/>
                </a:cubicBezTo>
                <a:lnTo>
                  <a:pt x="777" y="149"/>
                </a:lnTo>
                <a:cubicBezTo>
                  <a:pt x="777" y="75"/>
                  <a:pt x="703" y="1"/>
                  <a:pt x="629" y="1"/>
                </a:cubicBezTo>
                <a:close/>
              </a:path>
            </a:pathLst>
          </a:custGeom>
          <a:solidFill>
            <a:srgbClr val="DBE2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327;p60">
            <a:extLst>
              <a:ext uri="{FF2B5EF4-FFF2-40B4-BE49-F238E27FC236}">
                <a16:creationId xmlns:a16="http://schemas.microsoft.com/office/drawing/2014/main" id="{7EDDA334-346B-E79E-6BA0-CD1237F2DABC}"/>
              </a:ext>
            </a:extLst>
          </p:cNvPr>
          <p:cNvSpPr/>
          <p:nvPr/>
        </p:nvSpPr>
        <p:spPr>
          <a:xfrm>
            <a:off x="10836279" y="4933214"/>
            <a:ext cx="38632" cy="54648"/>
          </a:xfrm>
          <a:custGeom>
            <a:avLst/>
            <a:gdLst/>
            <a:ahLst/>
            <a:cxnLst/>
            <a:rect l="l" t="t" r="r" b="b"/>
            <a:pathLst>
              <a:path w="2072" h="2931" extrusionOk="0">
                <a:moveTo>
                  <a:pt x="870" y="0"/>
                </a:moveTo>
                <a:cubicBezTo>
                  <a:pt x="789" y="0"/>
                  <a:pt x="734" y="67"/>
                  <a:pt x="703" y="158"/>
                </a:cubicBezTo>
                <a:cubicBezTo>
                  <a:pt x="666" y="232"/>
                  <a:pt x="703" y="417"/>
                  <a:pt x="703" y="491"/>
                </a:cubicBezTo>
                <a:cubicBezTo>
                  <a:pt x="666" y="602"/>
                  <a:pt x="481" y="749"/>
                  <a:pt x="223" y="1045"/>
                </a:cubicBezTo>
                <a:cubicBezTo>
                  <a:pt x="1" y="1341"/>
                  <a:pt x="38" y="1674"/>
                  <a:pt x="38" y="1674"/>
                </a:cubicBezTo>
                <a:lnTo>
                  <a:pt x="38" y="2117"/>
                </a:lnTo>
                <a:lnTo>
                  <a:pt x="38" y="2561"/>
                </a:lnTo>
                <a:lnTo>
                  <a:pt x="38" y="2783"/>
                </a:lnTo>
                <a:cubicBezTo>
                  <a:pt x="38" y="2857"/>
                  <a:pt x="112" y="2931"/>
                  <a:pt x="186" y="2931"/>
                </a:cubicBezTo>
                <a:lnTo>
                  <a:pt x="1701" y="2931"/>
                </a:lnTo>
                <a:cubicBezTo>
                  <a:pt x="1812" y="2931"/>
                  <a:pt x="1886" y="2857"/>
                  <a:pt x="1886" y="2746"/>
                </a:cubicBezTo>
                <a:cubicBezTo>
                  <a:pt x="1886" y="2635"/>
                  <a:pt x="1812" y="2561"/>
                  <a:pt x="1701" y="2561"/>
                </a:cubicBezTo>
                <a:lnTo>
                  <a:pt x="1738" y="2561"/>
                </a:lnTo>
                <a:cubicBezTo>
                  <a:pt x="1886" y="2561"/>
                  <a:pt x="1960" y="2450"/>
                  <a:pt x="1960" y="2339"/>
                </a:cubicBezTo>
                <a:cubicBezTo>
                  <a:pt x="1960" y="2228"/>
                  <a:pt x="1886" y="2117"/>
                  <a:pt x="1738" y="2117"/>
                </a:cubicBezTo>
                <a:lnTo>
                  <a:pt x="1812" y="2117"/>
                </a:lnTo>
                <a:cubicBezTo>
                  <a:pt x="1960" y="2117"/>
                  <a:pt x="2071" y="2006"/>
                  <a:pt x="2071" y="1896"/>
                </a:cubicBezTo>
                <a:cubicBezTo>
                  <a:pt x="2071" y="1785"/>
                  <a:pt x="1960" y="1674"/>
                  <a:pt x="1812" y="1674"/>
                </a:cubicBezTo>
                <a:cubicBezTo>
                  <a:pt x="1923" y="1674"/>
                  <a:pt x="2071" y="1563"/>
                  <a:pt x="2071" y="1415"/>
                </a:cubicBezTo>
                <a:cubicBezTo>
                  <a:pt x="2071" y="1267"/>
                  <a:pt x="1923" y="1156"/>
                  <a:pt x="1812" y="1156"/>
                </a:cubicBezTo>
                <a:lnTo>
                  <a:pt x="999" y="1156"/>
                </a:lnTo>
                <a:cubicBezTo>
                  <a:pt x="1073" y="1008"/>
                  <a:pt x="1221" y="749"/>
                  <a:pt x="1221" y="528"/>
                </a:cubicBezTo>
                <a:cubicBezTo>
                  <a:pt x="1221" y="195"/>
                  <a:pt x="1036" y="10"/>
                  <a:pt x="925" y="10"/>
                </a:cubicBezTo>
                <a:cubicBezTo>
                  <a:pt x="905" y="4"/>
                  <a:pt x="887" y="0"/>
                  <a:pt x="870" y="0"/>
                </a:cubicBezTo>
                <a:close/>
              </a:path>
            </a:pathLst>
          </a:custGeom>
          <a:solidFill>
            <a:srgbClr val="DBE2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1328;p60">
            <a:extLst>
              <a:ext uri="{FF2B5EF4-FFF2-40B4-BE49-F238E27FC236}">
                <a16:creationId xmlns:a16="http://schemas.microsoft.com/office/drawing/2014/main" id="{B483ADEF-8D87-6619-3D5F-2D66F5F4B62B}"/>
              </a:ext>
            </a:extLst>
          </p:cNvPr>
          <p:cNvSpPr/>
          <p:nvPr/>
        </p:nvSpPr>
        <p:spPr>
          <a:xfrm>
            <a:off x="10947272" y="4950628"/>
            <a:ext cx="15177" cy="30354"/>
          </a:xfrm>
          <a:custGeom>
            <a:avLst/>
            <a:gdLst/>
            <a:ahLst/>
            <a:cxnLst/>
            <a:rect l="l" t="t" r="r" b="b"/>
            <a:pathLst>
              <a:path w="814" h="1628" extrusionOk="0">
                <a:moveTo>
                  <a:pt x="148" y="0"/>
                </a:moveTo>
                <a:cubicBezTo>
                  <a:pt x="74" y="0"/>
                  <a:pt x="0" y="74"/>
                  <a:pt x="0" y="148"/>
                </a:cubicBezTo>
                <a:lnTo>
                  <a:pt x="0" y="1479"/>
                </a:lnTo>
                <a:cubicBezTo>
                  <a:pt x="0" y="1553"/>
                  <a:pt x="74" y="1627"/>
                  <a:pt x="148" y="1627"/>
                </a:cubicBezTo>
                <a:lnTo>
                  <a:pt x="629" y="1627"/>
                </a:lnTo>
                <a:cubicBezTo>
                  <a:pt x="739" y="1627"/>
                  <a:pt x="813" y="1553"/>
                  <a:pt x="813" y="1479"/>
                </a:cubicBezTo>
                <a:lnTo>
                  <a:pt x="813" y="148"/>
                </a:lnTo>
                <a:cubicBezTo>
                  <a:pt x="813" y="74"/>
                  <a:pt x="739" y="0"/>
                  <a:pt x="629" y="0"/>
                </a:cubicBezTo>
                <a:close/>
              </a:path>
            </a:pathLst>
          </a:custGeom>
          <a:solidFill>
            <a:srgbClr val="DBE2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329;p60">
            <a:extLst>
              <a:ext uri="{FF2B5EF4-FFF2-40B4-BE49-F238E27FC236}">
                <a16:creationId xmlns:a16="http://schemas.microsoft.com/office/drawing/2014/main" id="{28528E8E-C0B8-8FF2-4123-72E398E0963B}"/>
              </a:ext>
            </a:extLst>
          </p:cNvPr>
          <p:cNvSpPr/>
          <p:nvPr/>
        </p:nvSpPr>
        <p:spPr>
          <a:xfrm>
            <a:off x="10905899" y="4954767"/>
            <a:ext cx="37943" cy="54462"/>
          </a:xfrm>
          <a:custGeom>
            <a:avLst/>
            <a:gdLst/>
            <a:ahLst/>
            <a:cxnLst/>
            <a:rect l="l" t="t" r="r" b="b"/>
            <a:pathLst>
              <a:path w="2035" h="2921" extrusionOk="0">
                <a:moveTo>
                  <a:pt x="334" y="0"/>
                </a:moveTo>
                <a:cubicBezTo>
                  <a:pt x="223" y="0"/>
                  <a:pt x="149" y="74"/>
                  <a:pt x="149" y="185"/>
                </a:cubicBezTo>
                <a:cubicBezTo>
                  <a:pt x="149" y="259"/>
                  <a:pt x="223" y="370"/>
                  <a:pt x="334" y="370"/>
                </a:cubicBezTo>
                <a:lnTo>
                  <a:pt x="297" y="370"/>
                </a:lnTo>
                <a:cubicBezTo>
                  <a:pt x="186" y="370"/>
                  <a:pt x="75" y="444"/>
                  <a:pt x="75" y="592"/>
                </a:cubicBezTo>
                <a:cubicBezTo>
                  <a:pt x="75" y="703"/>
                  <a:pt x="186" y="814"/>
                  <a:pt x="297" y="814"/>
                </a:cubicBezTo>
                <a:lnTo>
                  <a:pt x="223" y="814"/>
                </a:lnTo>
                <a:cubicBezTo>
                  <a:pt x="112" y="814"/>
                  <a:pt x="1" y="924"/>
                  <a:pt x="1" y="1035"/>
                </a:cubicBezTo>
                <a:cubicBezTo>
                  <a:pt x="1" y="1146"/>
                  <a:pt x="112" y="1257"/>
                  <a:pt x="223" y="1257"/>
                </a:cubicBezTo>
                <a:lnTo>
                  <a:pt x="260" y="1257"/>
                </a:lnTo>
                <a:cubicBezTo>
                  <a:pt x="112" y="1257"/>
                  <a:pt x="1" y="1368"/>
                  <a:pt x="1" y="1516"/>
                </a:cubicBezTo>
                <a:cubicBezTo>
                  <a:pt x="1" y="1664"/>
                  <a:pt x="112" y="1775"/>
                  <a:pt x="260" y="1775"/>
                </a:cubicBezTo>
                <a:lnTo>
                  <a:pt x="1073" y="1775"/>
                </a:lnTo>
                <a:cubicBezTo>
                  <a:pt x="962" y="1923"/>
                  <a:pt x="851" y="2181"/>
                  <a:pt x="851" y="2366"/>
                </a:cubicBezTo>
                <a:cubicBezTo>
                  <a:pt x="851" y="2699"/>
                  <a:pt x="999" y="2884"/>
                  <a:pt x="1147" y="2921"/>
                </a:cubicBezTo>
                <a:cubicBezTo>
                  <a:pt x="1258" y="2921"/>
                  <a:pt x="1332" y="2884"/>
                  <a:pt x="1369" y="2773"/>
                </a:cubicBezTo>
                <a:cubicBezTo>
                  <a:pt x="1406" y="2662"/>
                  <a:pt x="1332" y="2477"/>
                  <a:pt x="1369" y="2403"/>
                </a:cubicBezTo>
                <a:cubicBezTo>
                  <a:pt x="1406" y="2329"/>
                  <a:pt x="1591" y="2181"/>
                  <a:pt x="1812" y="1886"/>
                </a:cubicBezTo>
                <a:cubicBezTo>
                  <a:pt x="2034" y="1590"/>
                  <a:pt x="1997" y="1257"/>
                  <a:pt x="1997" y="1257"/>
                </a:cubicBezTo>
                <a:lnTo>
                  <a:pt x="1997" y="814"/>
                </a:lnTo>
                <a:lnTo>
                  <a:pt x="1997" y="370"/>
                </a:lnTo>
                <a:lnTo>
                  <a:pt x="1997" y="148"/>
                </a:lnTo>
                <a:cubicBezTo>
                  <a:pt x="1997" y="37"/>
                  <a:pt x="1923" y="0"/>
                  <a:pt x="1849" y="0"/>
                </a:cubicBezTo>
                <a:close/>
              </a:path>
            </a:pathLst>
          </a:custGeom>
          <a:solidFill>
            <a:srgbClr val="DBE2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330;p60">
            <a:extLst>
              <a:ext uri="{FF2B5EF4-FFF2-40B4-BE49-F238E27FC236}">
                <a16:creationId xmlns:a16="http://schemas.microsoft.com/office/drawing/2014/main" id="{3B64A704-9C44-D4AB-5FEC-EEAA8FD3CF06}"/>
              </a:ext>
            </a:extLst>
          </p:cNvPr>
          <p:cNvSpPr/>
          <p:nvPr/>
        </p:nvSpPr>
        <p:spPr>
          <a:xfrm>
            <a:off x="9736820" y="3579568"/>
            <a:ext cx="1289731" cy="134430"/>
          </a:xfrm>
          <a:custGeom>
            <a:avLst/>
            <a:gdLst/>
            <a:ahLst/>
            <a:cxnLst/>
            <a:rect l="l" t="t" r="r" b="b"/>
            <a:pathLst>
              <a:path w="69173" h="7210" extrusionOk="0">
                <a:moveTo>
                  <a:pt x="1" y="1"/>
                </a:moveTo>
                <a:lnTo>
                  <a:pt x="1" y="7210"/>
                </a:lnTo>
                <a:lnTo>
                  <a:pt x="69173" y="7210"/>
                </a:lnTo>
                <a:lnTo>
                  <a:pt x="6917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1331;p60">
            <a:extLst>
              <a:ext uri="{FF2B5EF4-FFF2-40B4-BE49-F238E27FC236}">
                <a16:creationId xmlns:a16="http://schemas.microsoft.com/office/drawing/2014/main" id="{5964F31A-C732-DE24-96AE-2E71302F1429}"/>
              </a:ext>
            </a:extLst>
          </p:cNvPr>
          <p:cNvSpPr/>
          <p:nvPr/>
        </p:nvSpPr>
        <p:spPr>
          <a:xfrm>
            <a:off x="9736820" y="3713980"/>
            <a:ext cx="1289731" cy="176494"/>
          </a:xfrm>
          <a:custGeom>
            <a:avLst/>
            <a:gdLst/>
            <a:ahLst/>
            <a:cxnLst/>
            <a:rect l="l" t="t" r="r" b="b"/>
            <a:pathLst>
              <a:path w="69173" h="9466" extrusionOk="0">
                <a:moveTo>
                  <a:pt x="1" y="1"/>
                </a:moveTo>
                <a:lnTo>
                  <a:pt x="1" y="9465"/>
                </a:lnTo>
                <a:lnTo>
                  <a:pt x="69173" y="9465"/>
                </a:lnTo>
                <a:lnTo>
                  <a:pt x="691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1332;p60">
            <a:extLst>
              <a:ext uri="{FF2B5EF4-FFF2-40B4-BE49-F238E27FC236}">
                <a16:creationId xmlns:a16="http://schemas.microsoft.com/office/drawing/2014/main" id="{986AEABD-98BA-2264-DF0A-0F0B7B81D7E1}"/>
              </a:ext>
            </a:extLst>
          </p:cNvPr>
          <p:cNvSpPr/>
          <p:nvPr/>
        </p:nvSpPr>
        <p:spPr>
          <a:xfrm>
            <a:off x="9800922" y="3612663"/>
            <a:ext cx="91006" cy="13797"/>
          </a:xfrm>
          <a:custGeom>
            <a:avLst/>
            <a:gdLst/>
            <a:ahLst/>
            <a:cxnLst/>
            <a:rect l="l" t="t" r="r" b="b"/>
            <a:pathLst>
              <a:path w="4881" h="740" extrusionOk="0">
                <a:moveTo>
                  <a:pt x="371" y="0"/>
                </a:moveTo>
                <a:cubicBezTo>
                  <a:pt x="149" y="0"/>
                  <a:pt x="1" y="148"/>
                  <a:pt x="1" y="370"/>
                </a:cubicBezTo>
                <a:cubicBezTo>
                  <a:pt x="1" y="555"/>
                  <a:pt x="149" y="740"/>
                  <a:pt x="371" y="740"/>
                </a:cubicBezTo>
                <a:lnTo>
                  <a:pt x="4511" y="740"/>
                </a:lnTo>
                <a:cubicBezTo>
                  <a:pt x="4733" y="740"/>
                  <a:pt x="4881" y="555"/>
                  <a:pt x="4881" y="370"/>
                </a:cubicBezTo>
                <a:cubicBezTo>
                  <a:pt x="4881" y="148"/>
                  <a:pt x="4733" y="0"/>
                  <a:pt x="45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1333;p60">
            <a:extLst>
              <a:ext uri="{FF2B5EF4-FFF2-40B4-BE49-F238E27FC236}">
                <a16:creationId xmlns:a16="http://schemas.microsoft.com/office/drawing/2014/main" id="{2D689591-F4AD-389C-3B92-405B7CDC27C7}"/>
              </a:ext>
            </a:extLst>
          </p:cNvPr>
          <p:cNvSpPr/>
          <p:nvPr/>
        </p:nvSpPr>
        <p:spPr>
          <a:xfrm>
            <a:off x="9800922" y="3640220"/>
            <a:ext cx="91006" cy="13126"/>
          </a:xfrm>
          <a:custGeom>
            <a:avLst/>
            <a:gdLst/>
            <a:ahLst/>
            <a:cxnLst/>
            <a:rect l="l" t="t" r="r" b="b"/>
            <a:pathLst>
              <a:path w="4881" h="704" extrusionOk="0">
                <a:moveTo>
                  <a:pt x="371" y="1"/>
                </a:moveTo>
                <a:cubicBezTo>
                  <a:pt x="149" y="1"/>
                  <a:pt x="1" y="149"/>
                  <a:pt x="1" y="334"/>
                </a:cubicBezTo>
                <a:cubicBezTo>
                  <a:pt x="1" y="556"/>
                  <a:pt x="149" y="703"/>
                  <a:pt x="371" y="703"/>
                </a:cubicBezTo>
                <a:lnTo>
                  <a:pt x="4511" y="703"/>
                </a:lnTo>
                <a:cubicBezTo>
                  <a:pt x="4733" y="703"/>
                  <a:pt x="4881" y="556"/>
                  <a:pt x="4881" y="334"/>
                </a:cubicBezTo>
                <a:cubicBezTo>
                  <a:pt x="4881" y="149"/>
                  <a:pt x="4733" y="1"/>
                  <a:pt x="451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1334;p60">
            <a:extLst>
              <a:ext uri="{FF2B5EF4-FFF2-40B4-BE49-F238E27FC236}">
                <a16:creationId xmlns:a16="http://schemas.microsoft.com/office/drawing/2014/main" id="{8C2A5DEF-6D67-1F5D-CDF4-74A4C416F7C7}"/>
              </a:ext>
            </a:extLst>
          </p:cNvPr>
          <p:cNvSpPr/>
          <p:nvPr/>
        </p:nvSpPr>
        <p:spPr>
          <a:xfrm>
            <a:off x="9800922" y="3667106"/>
            <a:ext cx="91006" cy="13816"/>
          </a:xfrm>
          <a:custGeom>
            <a:avLst/>
            <a:gdLst/>
            <a:ahLst/>
            <a:cxnLst/>
            <a:rect l="l" t="t" r="r" b="b"/>
            <a:pathLst>
              <a:path w="4881" h="741" extrusionOk="0">
                <a:moveTo>
                  <a:pt x="371" y="1"/>
                </a:moveTo>
                <a:cubicBezTo>
                  <a:pt x="149" y="1"/>
                  <a:pt x="1" y="149"/>
                  <a:pt x="1" y="371"/>
                </a:cubicBezTo>
                <a:cubicBezTo>
                  <a:pt x="1" y="555"/>
                  <a:pt x="149" y="740"/>
                  <a:pt x="371" y="740"/>
                </a:cubicBezTo>
                <a:lnTo>
                  <a:pt x="4511" y="740"/>
                </a:lnTo>
                <a:cubicBezTo>
                  <a:pt x="4733" y="740"/>
                  <a:pt x="4881" y="555"/>
                  <a:pt x="4881" y="371"/>
                </a:cubicBezTo>
                <a:cubicBezTo>
                  <a:pt x="4881" y="149"/>
                  <a:pt x="4733" y="1"/>
                  <a:pt x="451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1335;p60">
            <a:extLst>
              <a:ext uri="{FF2B5EF4-FFF2-40B4-BE49-F238E27FC236}">
                <a16:creationId xmlns:a16="http://schemas.microsoft.com/office/drawing/2014/main" id="{22C5394B-9C9A-787A-4901-BFF5B2913909}"/>
              </a:ext>
            </a:extLst>
          </p:cNvPr>
          <p:cNvSpPr/>
          <p:nvPr/>
        </p:nvSpPr>
        <p:spPr>
          <a:xfrm>
            <a:off x="10872823" y="3603005"/>
            <a:ext cx="89627" cy="87557"/>
          </a:xfrm>
          <a:custGeom>
            <a:avLst/>
            <a:gdLst/>
            <a:ahLst/>
            <a:cxnLst/>
            <a:rect l="l" t="t" r="r" b="b"/>
            <a:pathLst>
              <a:path w="4807" h="4696" extrusionOk="0">
                <a:moveTo>
                  <a:pt x="2403" y="1590"/>
                </a:moveTo>
                <a:cubicBezTo>
                  <a:pt x="2847" y="1590"/>
                  <a:pt x="3180" y="1923"/>
                  <a:pt x="3180" y="2330"/>
                </a:cubicBezTo>
                <a:cubicBezTo>
                  <a:pt x="3180" y="2773"/>
                  <a:pt x="2847" y="3106"/>
                  <a:pt x="2403" y="3106"/>
                </a:cubicBezTo>
                <a:cubicBezTo>
                  <a:pt x="1997" y="3106"/>
                  <a:pt x="1627" y="2773"/>
                  <a:pt x="1627" y="2330"/>
                </a:cubicBezTo>
                <a:cubicBezTo>
                  <a:pt x="1627" y="1923"/>
                  <a:pt x="1997" y="1590"/>
                  <a:pt x="2403" y="1590"/>
                </a:cubicBezTo>
                <a:close/>
                <a:moveTo>
                  <a:pt x="2145" y="1"/>
                </a:moveTo>
                <a:cubicBezTo>
                  <a:pt x="2108" y="1"/>
                  <a:pt x="1849" y="629"/>
                  <a:pt x="1849" y="629"/>
                </a:cubicBezTo>
                <a:lnTo>
                  <a:pt x="1553" y="777"/>
                </a:lnTo>
                <a:cubicBezTo>
                  <a:pt x="1553" y="777"/>
                  <a:pt x="996" y="515"/>
                  <a:pt x="900" y="515"/>
                </a:cubicBezTo>
                <a:cubicBezTo>
                  <a:pt x="894" y="515"/>
                  <a:pt x="890" y="516"/>
                  <a:pt x="888" y="518"/>
                </a:cubicBezTo>
                <a:lnTo>
                  <a:pt x="518" y="888"/>
                </a:lnTo>
                <a:cubicBezTo>
                  <a:pt x="481" y="888"/>
                  <a:pt x="777" y="1516"/>
                  <a:pt x="777" y="1516"/>
                </a:cubicBezTo>
                <a:lnTo>
                  <a:pt x="666" y="1812"/>
                </a:lnTo>
                <a:cubicBezTo>
                  <a:pt x="666" y="1812"/>
                  <a:pt x="0" y="2071"/>
                  <a:pt x="0" y="2108"/>
                </a:cubicBezTo>
                <a:lnTo>
                  <a:pt x="0" y="2625"/>
                </a:lnTo>
                <a:cubicBezTo>
                  <a:pt x="0" y="2662"/>
                  <a:pt x="666" y="2884"/>
                  <a:pt x="666" y="2884"/>
                </a:cubicBezTo>
                <a:lnTo>
                  <a:pt x="777" y="3180"/>
                </a:lnTo>
                <a:cubicBezTo>
                  <a:pt x="777" y="3180"/>
                  <a:pt x="518" y="3809"/>
                  <a:pt x="555" y="3809"/>
                </a:cubicBezTo>
                <a:lnTo>
                  <a:pt x="924" y="4178"/>
                </a:lnTo>
                <a:cubicBezTo>
                  <a:pt x="924" y="4180"/>
                  <a:pt x="927" y="4181"/>
                  <a:pt x="931" y="4181"/>
                </a:cubicBezTo>
                <a:cubicBezTo>
                  <a:pt x="996" y="4181"/>
                  <a:pt x="1553" y="3919"/>
                  <a:pt x="1553" y="3919"/>
                </a:cubicBezTo>
                <a:lnTo>
                  <a:pt x="1849" y="4030"/>
                </a:lnTo>
                <a:cubicBezTo>
                  <a:pt x="1849" y="4030"/>
                  <a:pt x="2108" y="4696"/>
                  <a:pt x="2145" y="4696"/>
                </a:cubicBezTo>
                <a:lnTo>
                  <a:pt x="2662" y="4696"/>
                </a:lnTo>
                <a:cubicBezTo>
                  <a:pt x="2699" y="4696"/>
                  <a:pt x="2958" y="4030"/>
                  <a:pt x="2958" y="4030"/>
                </a:cubicBezTo>
                <a:lnTo>
                  <a:pt x="3254" y="3919"/>
                </a:lnTo>
                <a:cubicBezTo>
                  <a:pt x="3254" y="3919"/>
                  <a:pt x="3882" y="4178"/>
                  <a:pt x="3919" y="4178"/>
                </a:cubicBezTo>
                <a:lnTo>
                  <a:pt x="4289" y="3809"/>
                </a:lnTo>
                <a:cubicBezTo>
                  <a:pt x="4326" y="3772"/>
                  <a:pt x="4030" y="3180"/>
                  <a:pt x="4030" y="3180"/>
                </a:cubicBezTo>
                <a:lnTo>
                  <a:pt x="4141" y="2884"/>
                </a:lnTo>
                <a:cubicBezTo>
                  <a:pt x="4141" y="2884"/>
                  <a:pt x="4806" y="2625"/>
                  <a:pt x="4806" y="2589"/>
                </a:cubicBezTo>
                <a:lnTo>
                  <a:pt x="4806" y="2071"/>
                </a:lnTo>
                <a:cubicBezTo>
                  <a:pt x="4806" y="2034"/>
                  <a:pt x="4141" y="1812"/>
                  <a:pt x="4141" y="1812"/>
                </a:cubicBezTo>
                <a:lnTo>
                  <a:pt x="4030" y="1516"/>
                </a:lnTo>
                <a:cubicBezTo>
                  <a:pt x="4030" y="1516"/>
                  <a:pt x="4289" y="888"/>
                  <a:pt x="4289" y="851"/>
                </a:cubicBezTo>
                <a:lnTo>
                  <a:pt x="3919" y="518"/>
                </a:lnTo>
                <a:cubicBezTo>
                  <a:pt x="3917" y="516"/>
                  <a:pt x="3913" y="515"/>
                  <a:pt x="3907" y="515"/>
                </a:cubicBezTo>
                <a:cubicBezTo>
                  <a:pt x="3810" y="515"/>
                  <a:pt x="3254" y="777"/>
                  <a:pt x="3254" y="777"/>
                </a:cubicBezTo>
                <a:lnTo>
                  <a:pt x="2958" y="629"/>
                </a:lnTo>
                <a:cubicBezTo>
                  <a:pt x="2958" y="629"/>
                  <a:pt x="2699" y="1"/>
                  <a:pt x="266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1336;p60">
            <a:extLst>
              <a:ext uri="{FF2B5EF4-FFF2-40B4-BE49-F238E27FC236}">
                <a16:creationId xmlns:a16="http://schemas.microsoft.com/office/drawing/2014/main" id="{540421B4-BD67-4008-5365-BED322B3B4C3}"/>
              </a:ext>
            </a:extLst>
          </p:cNvPr>
          <p:cNvSpPr/>
          <p:nvPr/>
        </p:nvSpPr>
        <p:spPr>
          <a:xfrm>
            <a:off x="9168129" y="5835017"/>
            <a:ext cx="905793" cy="850641"/>
          </a:xfrm>
          <a:custGeom>
            <a:avLst/>
            <a:gdLst/>
            <a:ahLst/>
            <a:cxnLst/>
            <a:rect l="l" t="t" r="r" b="b"/>
            <a:pathLst>
              <a:path w="48581" h="45623" extrusionOk="0">
                <a:moveTo>
                  <a:pt x="7432" y="1"/>
                </a:moveTo>
                <a:lnTo>
                  <a:pt x="48580" y="9022"/>
                </a:lnTo>
                <a:lnTo>
                  <a:pt x="43109" y="45623"/>
                </a:lnTo>
                <a:lnTo>
                  <a:pt x="1" y="4562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1337;p60">
            <a:extLst>
              <a:ext uri="{FF2B5EF4-FFF2-40B4-BE49-F238E27FC236}">
                <a16:creationId xmlns:a16="http://schemas.microsoft.com/office/drawing/2014/main" id="{D68CA4B2-5F2B-6237-6F46-6C1DD616804E}"/>
              </a:ext>
            </a:extLst>
          </p:cNvPr>
          <p:cNvSpPr/>
          <p:nvPr/>
        </p:nvSpPr>
        <p:spPr>
          <a:xfrm>
            <a:off x="9368731" y="4597697"/>
            <a:ext cx="383956" cy="1152559"/>
          </a:xfrm>
          <a:custGeom>
            <a:avLst/>
            <a:gdLst/>
            <a:ahLst/>
            <a:cxnLst/>
            <a:rect l="l" t="t" r="r" b="b"/>
            <a:pathLst>
              <a:path w="20593" h="61816" extrusionOk="0">
                <a:moveTo>
                  <a:pt x="3660" y="58895"/>
                </a:moveTo>
                <a:lnTo>
                  <a:pt x="8873" y="61815"/>
                </a:lnTo>
                <a:lnTo>
                  <a:pt x="10130" y="53756"/>
                </a:lnTo>
                <a:lnTo>
                  <a:pt x="18818" y="12940"/>
                </a:lnTo>
                <a:cubicBezTo>
                  <a:pt x="20593" y="4437"/>
                  <a:pt x="15306" y="1590"/>
                  <a:pt x="10093" y="0"/>
                </a:cubicBezTo>
                <a:lnTo>
                  <a:pt x="851" y="43441"/>
                </a:lnTo>
                <a:cubicBezTo>
                  <a:pt x="0" y="47508"/>
                  <a:pt x="259" y="56972"/>
                  <a:pt x="3660" y="58895"/>
                </a:cubicBezTo>
                <a:close/>
              </a:path>
            </a:pathLst>
          </a:custGeom>
          <a:solidFill>
            <a:srgbClr val="F3D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1338;p60">
            <a:extLst>
              <a:ext uri="{FF2B5EF4-FFF2-40B4-BE49-F238E27FC236}">
                <a16:creationId xmlns:a16="http://schemas.microsoft.com/office/drawing/2014/main" id="{77327DD6-5B74-7CA9-2894-BEC17964A0FC}"/>
              </a:ext>
            </a:extLst>
          </p:cNvPr>
          <p:cNvSpPr/>
          <p:nvPr/>
        </p:nvSpPr>
        <p:spPr>
          <a:xfrm>
            <a:off x="11001716" y="5710263"/>
            <a:ext cx="911293" cy="975395"/>
          </a:xfrm>
          <a:custGeom>
            <a:avLst/>
            <a:gdLst/>
            <a:ahLst/>
            <a:cxnLst/>
            <a:rect l="l" t="t" r="r" b="b"/>
            <a:pathLst>
              <a:path w="48876" h="52314" extrusionOk="0">
                <a:moveTo>
                  <a:pt x="1" y="6433"/>
                </a:moveTo>
                <a:lnTo>
                  <a:pt x="14419" y="52314"/>
                </a:lnTo>
                <a:lnTo>
                  <a:pt x="44920" y="52314"/>
                </a:lnTo>
                <a:cubicBezTo>
                  <a:pt x="46251" y="51094"/>
                  <a:pt x="47582" y="38339"/>
                  <a:pt x="48876" y="37082"/>
                </a:cubicBezTo>
                <a:lnTo>
                  <a:pt x="34014" y="0"/>
                </a:lnTo>
                <a:close/>
              </a:path>
            </a:pathLst>
          </a:custGeom>
          <a:solidFill>
            <a:srgbClr val="F3D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1339;p60">
            <a:extLst>
              <a:ext uri="{FF2B5EF4-FFF2-40B4-BE49-F238E27FC236}">
                <a16:creationId xmlns:a16="http://schemas.microsoft.com/office/drawing/2014/main" id="{70DB4CED-BEC8-38CC-CB67-83A4143F8062}"/>
              </a:ext>
            </a:extLst>
          </p:cNvPr>
          <p:cNvSpPr/>
          <p:nvPr/>
        </p:nvSpPr>
        <p:spPr>
          <a:xfrm>
            <a:off x="11127178" y="5979086"/>
            <a:ext cx="899584" cy="706571"/>
          </a:xfrm>
          <a:custGeom>
            <a:avLst/>
            <a:gdLst/>
            <a:ahLst/>
            <a:cxnLst/>
            <a:rect l="l" t="t" r="r" b="b"/>
            <a:pathLst>
              <a:path w="48248" h="37896" extrusionOk="0">
                <a:moveTo>
                  <a:pt x="37969" y="1"/>
                </a:moveTo>
                <a:lnTo>
                  <a:pt x="48247" y="37896"/>
                </a:lnTo>
                <a:lnTo>
                  <a:pt x="4474" y="37896"/>
                </a:lnTo>
                <a:lnTo>
                  <a:pt x="0" y="1515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1340;p60">
            <a:extLst>
              <a:ext uri="{FF2B5EF4-FFF2-40B4-BE49-F238E27FC236}">
                <a16:creationId xmlns:a16="http://schemas.microsoft.com/office/drawing/2014/main" id="{E6ACEA27-7D5D-3722-B162-1CDF20341EB9}"/>
              </a:ext>
            </a:extLst>
          </p:cNvPr>
          <p:cNvSpPr/>
          <p:nvPr/>
        </p:nvSpPr>
        <p:spPr>
          <a:xfrm>
            <a:off x="10442683" y="5212572"/>
            <a:ext cx="675546" cy="787900"/>
          </a:xfrm>
          <a:custGeom>
            <a:avLst/>
            <a:gdLst/>
            <a:ahLst/>
            <a:cxnLst/>
            <a:rect l="l" t="t" r="r" b="b"/>
            <a:pathLst>
              <a:path w="36232" h="42258" extrusionOk="0">
                <a:moveTo>
                  <a:pt x="1" y="6248"/>
                </a:moveTo>
                <a:lnTo>
                  <a:pt x="16600" y="29836"/>
                </a:lnTo>
                <a:cubicBezTo>
                  <a:pt x="18745" y="32867"/>
                  <a:pt x="29836" y="42258"/>
                  <a:pt x="33052" y="40372"/>
                </a:cubicBezTo>
                <a:cubicBezTo>
                  <a:pt x="36232" y="38487"/>
                  <a:pt x="31721" y="28098"/>
                  <a:pt x="29503" y="25103"/>
                </a:cubicBezTo>
                <a:lnTo>
                  <a:pt x="16785" y="9169"/>
                </a:lnTo>
                <a:cubicBezTo>
                  <a:pt x="9502" y="0"/>
                  <a:pt x="3217" y="3845"/>
                  <a:pt x="1" y="6248"/>
                </a:cubicBezTo>
                <a:close/>
              </a:path>
            </a:pathLst>
          </a:custGeom>
          <a:solidFill>
            <a:srgbClr val="F3D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1341;p60">
            <a:extLst>
              <a:ext uri="{FF2B5EF4-FFF2-40B4-BE49-F238E27FC236}">
                <a16:creationId xmlns:a16="http://schemas.microsoft.com/office/drawing/2014/main" id="{A7FFA46E-3BEA-C33E-A45F-67E70D111F95}"/>
              </a:ext>
            </a:extLst>
          </p:cNvPr>
          <p:cNvSpPr/>
          <p:nvPr/>
        </p:nvSpPr>
        <p:spPr>
          <a:xfrm>
            <a:off x="10232442" y="4315766"/>
            <a:ext cx="1514440" cy="1837744"/>
          </a:xfrm>
          <a:custGeom>
            <a:avLst/>
            <a:gdLst/>
            <a:ahLst/>
            <a:cxnLst/>
            <a:rect l="l" t="t" r="r" b="b"/>
            <a:pathLst>
              <a:path w="81225" h="98565" extrusionOk="0">
                <a:moveTo>
                  <a:pt x="16415" y="7542"/>
                </a:moveTo>
                <a:lnTo>
                  <a:pt x="29799" y="38080"/>
                </a:lnTo>
                <a:cubicBezTo>
                  <a:pt x="30871" y="32535"/>
                  <a:pt x="39300" y="31721"/>
                  <a:pt x="42332" y="36934"/>
                </a:cubicBezTo>
                <a:cubicBezTo>
                  <a:pt x="42665" y="31093"/>
                  <a:pt x="50539" y="29651"/>
                  <a:pt x="54236" y="33828"/>
                </a:cubicBezTo>
                <a:cubicBezTo>
                  <a:pt x="55383" y="28542"/>
                  <a:pt x="63849" y="28024"/>
                  <a:pt x="66363" y="33681"/>
                </a:cubicBezTo>
                <a:lnTo>
                  <a:pt x="77824" y="59560"/>
                </a:lnTo>
                <a:cubicBezTo>
                  <a:pt x="81040" y="66843"/>
                  <a:pt x="81225" y="77935"/>
                  <a:pt x="79746" y="83000"/>
                </a:cubicBezTo>
                <a:cubicBezTo>
                  <a:pt x="75421" y="98084"/>
                  <a:pt x="55530" y="98564"/>
                  <a:pt x="48506" y="93906"/>
                </a:cubicBezTo>
                <a:cubicBezTo>
                  <a:pt x="43034" y="90320"/>
                  <a:pt x="38746" y="88360"/>
                  <a:pt x="36971" y="84478"/>
                </a:cubicBezTo>
                <a:lnTo>
                  <a:pt x="4178" y="12755"/>
                </a:lnTo>
                <a:cubicBezTo>
                  <a:pt x="0" y="3697"/>
                  <a:pt x="13199" y="0"/>
                  <a:pt x="16415" y="7542"/>
                </a:cubicBezTo>
                <a:close/>
              </a:path>
            </a:pathLst>
          </a:custGeom>
          <a:solidFill>
            <a:srgbClr val="F3D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1342;p60">
            <a:extLst>
              <a:ext uri="{FF2B5EF4-FFF2-40B4-BE49-F238E27FC236}">
                <a16:creationId xmlns:a16="http://schemas.microsoft.com/office/drawing/2014/main" id="{1AFA8EB3-BFD7-AF1E-BCA8-2F8DB5EFDAEF}"/>
              </a:ext>
            </a:extLst>
          </p:cNvPr>
          <p:cNvSpPr/>
          <p:nvPr/>
        </p:nvSpPr>
        <p:spPr>
          <a:xfrm>
            <a:off x="10788025" y="4928571"/>
            <a:ext cx="536995" cy="330893"/>
          </a:xfrm>
          <a:custGeom>
            <a:avLst/>
            <a:gdLst/>
            <a:ahLst/>
            <a:cxnLst/>
            <a:rect l="l" t="t" r="r" b="b"/>
            <a:pathLst>
              <a:path w="28801" h="17747" extrusionOk="0">
                <a:moveTo>
                  <a:pt x="28801" y="9871"/>
                </a:moveTo>
                <a:cubicBezTo>
                  <a:pt x="28801" y="9871"/>
                  <a:pt x="26657" y="4696"/>
                  <a:pt x="24697" y="111"/>
                </a:cubicBezTo>
                <a:cubicBezTo>
                  <a:pt x="24586" y="370"/>
                  <a:pt x="24475" y="666"/>
                  <a:pt x="24438" y="998"/>
                </a:cubicBezTo>
                <a:cubicBezTo>
                  <a:pt x="24106" y="629"/>
                  <a:pt x="23736" y="296"/>
                  <a:pt x="23366" y="0"/>
                </a:cubicBezTo>
                <a:cubicBezTo>
                  <a:pt x="25806" y="4474"/>
                  <a:pt x="28801" y="9871"/>
                  <a:pt x="28801" y="9871"/>
                </a:cubicBezTo>
                <a:close/>
                <a:moveTo>
                  <a:pt x="38" y="5065"/>
                </a:moveTo>
                <a:cubicBezTo>
                  <a:pt x="149" y="4585"/>
                  <a:pt x="297" y="4104"/>
                  <a:pt x="518" y="3697"/>
                </a:cubicBezTo>
                <a:cubicBezTo>
                  <a:pt x="2700" y="8873"/>
                  <a:pt x="6175" y="17746"/>
                  <a:pt x="6175" y="17746"/>
                </a:cubicBezTo>
                <a:cubicBezTo>
                  <a:pt x="6175" y="17746"/>
                  <a:pt x="1701" y="8984"/>
                  <a:pt x="1" y="5213"/>
                </a:cubicBezTo>
                <a:cubicBezTo>
                  <a:pt x="1" y="5287"/>
                  <a:pt x="38" y="5213"/>
                  <a:pt x="38" y="5065"/>
                </a:cubicBezTo>
                <a:close/>
                <a:moveTo>
                  <a:pt x="10907" y="2182"/>
                </a:moveTo>
                <a:cubicBezTo>
                  <a:pt x="11536" y="2662"/>
                  <a:pt x="12090" y="3291"/>
                  <a:pt x="12534" y="4067"/>
                </a:cubicBezTo>
                <a:cubicBezTo>
                  <a:pt x="12571" y="3660"/>
                  <a:pt x="12608" y="3291"/>
                  <a:pt x="12719" y="2958"/>
                </a:cubicBezTo>
                <a:cubicBezTo>
                  <a:pt x="14900" y="8023"/>
                  <a:pt x="17599" y="14308"/>
                  <a:pt x="17599" y="14308"/>
                </a:cubicBezTo>
                <a:cubicBezTo>
                  <a:pt x="17599" y="14308"/>
                  <a:pt x="13421" y="6877"/>
                  <a:pt x="10907" y="2182"/>
                </a:cubicBezTo>
                <a:close/>
              </a:path>
            </a:pathLst>
          </a:custGeom>
          <a:solidFill>
            <a:srgbClr val="D2B7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1343;p60">
            <a:extLst>
              <a:ext uri="{FF2B5EF4-FFF2-40B4-BE49-F238E27FC236}">
                <a16:creationId xmlns:a16="http://schemas.microsoft.com/office/drawing/2014/main" id="{A0493537-28F4-312E-BC16-7913855A0E30}"/>
              </a:ext>
            </a:extLst>
          </p:cNvPr>
          <p:cNvSpPr/>
          <p:nvPr/>
        </p:nvSpPr>
        <p:spPr>
          <a:xfrm>
            <a:off x="9518301" y="4597697"/>
            <a:ext cx="72399" cy="180614"/>
          </a:xfrm>
          <a:custGeom>
            <a:avLst/>
            <a:gdLst/>
            <a:ahLst/>
            <a:cxnLst/>
            <a:rect l="l" t="t" r="r" b="b"/>
            <a:pathLst>
              <a:path w="3883" h="9687" extrusionOk="0">
                <a:moveTo>
                  <a:pt x="3883" y="592"/>
                </a:moveTo>
                <a:cubicBezTo>
                  <a:pt x="3291" y="370"/>
                  <a:pt x="2663" y="185"/>
                  <a:pt x="2071" y="0"/>
                </a:cubicBezTo>
                <a:lnTo>
                  <a:pt x="1" y="9687"/>
                </a:lnTo>
                <a:cubicBezTo>
                  <a:pt x="3476" y="9650"/>
                  <a:pt x="3772" y="4178"/>
                  <a:pt x="3883" y="592"/>
                </a:cubicBezTo>
                <a:close/>
              </a:path>
            </a:pathLst>
          </a:custGeom>
          <a:solidFill>
            <a:srgbClr val="FAF1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1344;p60">
            <a:extLst>
              <a:ext uri="{FF2B5EF4-FFF2-40B4-BE49-F238E27FC236}">
                <a16:creationId xmlns:a16="http://schemas.microsoft.com/office/drawing/2014/main" id="{B7995007-5BA3-1C7E-2E38-832E4548033D}"/>
              </a:ext>
            </a:extLst>
          </p:cNvPr>
          <p:cNvSpPr/>
          <p:nvPr/>
        </p:nvSpPr>
        <p:spPr>
          <a:xfrm>
            <a:off x="10275866" y="4357121"/>
            <a:ext cx="252994" cy="246114"/>
          </a:xfrm>
          <a:custGeom>
            <a:avLst/>
            <a:gdLst/>
            <a:ahLst/>
            <a:cxnLst/>
            <a:rect l="l" t="t" r="r" b="b"/>
            <a:pathLst>
              <a:path w="13569" h="13200" extrusionOk="0">
                <a:moveTo>
                  <a:pt x="12423" y="5620"/>
                </a:moveTo>
                <a:lnTo>
                  <a:pt x="13569" y="8245"/>
                </a:lnTo>
                <a:cubicBezTo>
                  <a:pt x="11499" y="11979"/>
                  <a:pt x="8319" y="13199"/>
                  <a:pt x="4215" y="12349"/>
                </a:cubicBezTo>
                <a:lnTo>
                  <a:pt x="3069" y="9872"/>
                </a:lnTo>
                <a:cubicBezTo>
                  <a:pt x="1" y="3106"/>
                  <a:pt x="10057" y="1"/>
                  <a:pt x="12423" y="5620"/>
                </a:cubicBezTo>
                <a:close/>
              </a:path>
            </a:pathLst>
          </a:custGeom>
          <a:solidFill>
            <a:srgbClr val="FAF1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1345;p60">
            <a:extLst>
              <a:ext uri="{FF2B5EF4-FFF2-40B4-BE49-F238E27FC236}">
                <a16:creationId xmlns:a16="http://schemas.microsoft.com/office/drawing/2014/main" id="{D6C1F4A1-005F-57A8-38FE-DA083FF14F36}"/>
              </a:ext>
            </a:extLst>
          </p:cNvPr>
          <p:cNvSpPr/>
          <p:nvPr/>
        </p:nvSpPr>
        <p:spPr>
          <a:xfrm>
            <a:off x="9521750" y="5219452"/>
            <a:ext cx="264722" cy="650748"/>
          </a:xfrm>
          <a:custGeom>
            <a:avLst/>
            <a:gdLst/>
            <a:ahLst/>
            <a:cxnLst/>
            <a:rect l="l" t="t" r="r" b="b"/>
            <a:pathLst>
              <a:path w="14198" h="34902" extrusionOk="0">
                <a:moveTo>
                  <a:pt x="6249" y="1"/>
                </a:moveTo>
                <a:cubicBezTo>
                  <a:pt x="9539" y="5768"/>
                  <a:pt x="14197" y="16305"/>
                  <a:pt x="11240" y="25622"/>
                </a:cubicBezTo>
                <a:cubicBezTo>
                  <a:pt x="8319" y="34901"/>
                  <a:pt x="1" y="14087"/>
                  <a:pt x="6249" y="1"/>
                </a:cubicBezTo>
                <a:close/>
              </a:path>
            </a:pathLst>
          </a:custGeom>
          <a:solidFill>
            <a:srgbClr val="F3D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1346;p60">
            <a:extLst>
              <a:ext uri="{FF2B5EF4-FFF2-40B4-BE49-F238E27FC236}">
                <a16:creationId xmlns:a16="http://schemas.microsoft.com/office/drawing/2014/main" id="{1E2F3147-1F60-0D73-E2E8-76AB9510DA83}"/>
              </a:ext>
            </a:extLst>
          </p:cNvPr>
          <p:cNvSpPr/>
          <p:nvPr/>
        </p:nvSpPr>
        <p:spPr>
          <a:xfrm>
            <a:off x="10442683" y="5311819"/>
            <a:ext cx="150297" cy="168905"/>
          </a:xfrm>
          <a:custGeom>
            <a:avLst/>
            <a:gdLst/>
            <a:ahLst/>
            <a:cxnLst/>
            <a:rect l="l" t="t" r="r" b="b"/>
            <a:pathLst>
              <a:path w="8061" h="9059" extrusionOk="0">
                <a:moveTo>
                  <a:pt x="1701" y="1"/>
                </a:moveTo>
                <a:cubicBezTo>
                  <a:pt x="1147" y="297"/>
                  <a:pt x="555" y="629"/>
                  <a:pt x="1" y="925"/>
                </a:cubicBezTo>
                <a:lnTo>
                  <a:pt x="5731" y="9059"/>
                </a:lnTo>
                <a:cubicBezTo>
                  <a:pt x="8060" y="6471"/>
                  <a:pt x="4252" y="2515"/>
                  <a:pt x="1701" y="1"/>
                </a:cubicBezTo>
                <a:close/>
              </a:path>
            </a:pathLst>
          </a:custGeom>
          <a:solidFill>
            <a:srgbClr val="FAF1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1347;p60">
            <a:extLst>
              <a:ext uri="{FF2B5EF4-FFF2-40B4-BE49-F238E27FC236}">
                <a16:creationId xmlns:a16="http://schemas.microsoft.com/office/drawing/2014/main" id="{D2033094-8FDD-81E1-B946-104AE6DA2812}"/>
              </a:ext>
            </a:extLst>
          </p:cNvPr>
          <p:cNvSpPr/>
          <p:nvPr/>
        </p:nvSpPr>
        <p:spPr>
          <a:xfrm>
            <a:off x="10604670" y="5284262"/>
            <a:ext cx="193722" cy="337083"/>
          </a:xfrm>
          <a:custGeom>
            <a:avLst/>
            <a:gdLst/>
            <a:ahLst/>
            <a:cxnLst/>
            <a:rect l="l" t="t" r="r" b="b"/>
            <a:pathLst>
              <a:path w="10390" h="18079" extrusionOk="0">
                <a:moveTo>
                  <a:pt x="2293" y="370"/>
                </a:moveTo>
                <a:lnTo>
                  <a:pt x="10389" y="18079"/>
                </a:lnTo>
                <a:lnTo>
                  <a:pt x="1" y="0"/>
                </a:lnTo>
                <a:close/>
              </a:path>
            </a:pathLst>
          </a:custGeom>
          <a:solidFill>
            <a:srgbClr val="D2B7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1348;p60">
            <a:extLst>
              <a:ext uri="{FF2B5EF4-FFF2-40B4-BE49-F238E27FC236}">
                <a16:creationId xmlns:a16="http://schemas.microsoft.com/office/drawing/2014/main" id="{1AF27C3B-79F5-951D-E323-03D85813AF58}"/>
              </a:ext>
            </a:extLst>
          </p:cNvPr>
          <p:cNvSpPr/>
          <p:nvPr/>
        </p:nvSpPr>
        <p:spPr>
          <a:xfrm>
            <a:off x="10052536" y="3757423"/>
            <a:ext cx="657628" cy="88937"/>
          </a:xfrm>
          <a:custGeom>
            <a:avLst/>
            <a:gdLst/>
            <a:ahLst/>
            <a:cxnLst/>
            <a:rect l="l" t="t" r="r" b="b"/>
            <a:pathLst>
              <a:path w="35271" h="4770" extrusionOk="0">
                <a:moveTo>
                  <a:pt x="2403" y="0"/>
                </a:moveTo>
                <a:cubicBezTo>
                  <a:pt x="1072" y="0"/>
                  <a:pt x="0" y="1072"/>
                  <a:pt x="0" y="2403"/>
                </a:cubicBezTo>
                <a:cubicBezTo>
                  <a:pt x="0" y="3697"/>
                  <a:pt x="1072" y="4769"/>
                  <a:pt x="2403" y="4769"/>
                </a:cubicBezTo>
                <a:lnTo>
                  <a:pt x="32904" y="4769"/>
                </a:lnTo>
                <a:cubicBezTo>
                  <a:pt x="34235" y="4769"/>
                  <a:pt x="35270" y="3697"/>
                  <a:pt x="35270" y="2403"/>
                </a:cubicBezTo>
                <a:cubicBezTo>
                  <a:pt x="35270" y="1072"/>
                  <a:pt x="34235" y="0"/>
                  <a:pt x="3290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1349;p60">
            <a:extLst>
              <a:ext uri="{FF2B5EF4-FFF2-40B4-BE49-F238E27FC236}">
                <a16:creationId xmlns:a16="http://schemas.microsoft.com/office/drawing/2014/main" id="{B1043D7F-A733-C692-760E-C99C4B1BB8C7}"/>
              </a:ext>
            </a:extLst>
          </p:cNvPr>
          <p:cNvSpPr/>
          <p:nvPr/>
        </p:nvSpPr>
        <p:spPr>
          <a:xfrm>
            <a:off x="10617088" y="3775844"/>
            <a:ext cx="54462" cy="52579"/>
          </a:xfrm>
          <a:custGeom>
            <a:avLst/>
            <a:gdLst/>
            <a:ahLst/>
            <a:cxnLst/>
            <a:rect l="l" t="t" r="r" b="b"/>
            <a:pathLst>
              <a:path w="2921" h="2820" extrusionOk="0">
                <a:moveTo>
                  <a:pt x="1165" y="445"/>
                </a:moveTo>
                <a:cubicBezTo>
                  <a:pt x="1322" y="445"/>
                  <a:pt x="1479" y="509"/>
                  <a:pt x="1590" y="639"/>
                </a:cubicBezTo>
                <a:cubicBezTo>
                  <a:pt x="1849" y="861"/>
                  <a:pt x="1849" y="1267"/>
                  <a:pt x="1590" y="1489"/>
                </a:cubicBezTo>
                <a:cubicBezTo>
                  <a:pt x="1479" y="1618"/>
                  <a:pt x="1322" y="1683"/>
                  <a:pt x="1165" y="1683"/>
                </a:cubicBezTo>
                <a:cubicBezTo>
                  <a:pt x="1008" y="1683"/>
                  <a:pt x="850" y="1618"/>
                  <a:pt x="740" y="1489"/>
                </a:cubicBezTo>
                <a:cubicBezTo>
                  <a:pt x="481" y="1267"/>
                  <a:pt x="481" y="861"/>
                  <a:pt x="740" y="639"/>
                </a:cubicBezTo>
                <a:cubicBezTo>
                  <a:pt x="850" y="509"/>
                  <a:pt x="1008" y="445"/>
                  <a:pt x="1165" y="445"/>
                </a:cubicBezTo>
                <a:close/>
                <a:moveTo>
                  <a:pt x="1179" y="1"/>
                </a:moveTo>
                <a:cubicBezTo>
                  <a:pt x="906" y="1"/>
                  <a:pt x="629" y="103"/>
                  <a:pt x="407" y="306"/>
                </a:cubicBezTo>
                <a:cubicBezTo>
                  <a:pt x="0" y="713"/>
                  <a:pt x="0" y="1378"/>
                  <a:pt x="407" y="1822"/>
                </a:cubicBezTo>
                <a:cubicBezTo>
                  <a:pt x="609" y="2024"/>
                  <a:pt x="880" y="2117"/>
                  <a:pt x="1153" y="2117"/>
                </a:cubicBezTo>
                <a:cubicBezTo>
                  <a:pt x="1329" y="2117"/>
                  <a:pt x="1505" y="2079"/>
                  <a:pt x="1664" y="2007"/>
                </a:cubicBezTo>
                <a:lnTo>
                  <a:pt x="2440" y="2820"/>
                </a:lnTo>
                <a:lnTo>
                  <a:pt x="2921" y="2339"/>
                </a:lnTo>
                <a:lnTo>
                  <a:pt x="2107" y="1526"/>
                </a:lnTo>
                <a:cubicBezTo>
                  <a:pt x="2329" y="1156"/>
                  <a:pt x="2255" y="639"/>
                  <a:pt x="1923" y="306"/>
                </a:cubicBezTo>
                <a:cubicBezTo>
                  <a:pt x="1719" y="103"/>
                  <a:pt x="1451" y="1"/>
                  <a:pt x="117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1350;p60">
            <a:extLst>
              <a:ext uri="{FF2B5EF4-FFF2-40B4-BE49-F238E27FC236}">
                <a16:creationId xmlns:a16="http://schemas.microsoft.com/office/drawing/2014/main" id="{83CD7607-8215-C426-BAEE-6EAB7780C286}"/>
              </a:ext>
            </a:extLst>
          </p:cNvPr>
          <p:cNvSpPr/>
          <p:nvPr/>
        </p:nvSpPr>
        <p:spPr>
          <a:xfrm>
            <a:off x="10982418" y="4151019"/>
            <a:ext cx="772742" cy="596267"/>
          </a:xfrm>
          <a:custGeom>
            <a:avLst/>
            <a:gdLst/>
            <a:ahLst/>
            <a:cxnLst/>
            <a:rect l="l" t="t" r="r" b="b"/>
            <a:pathLst>
              <a:path w="41445" h="31980" extrusionOk="0">
                <a:moveTo>
                  <a:pt x="1" y="0"/>
                </a:moveTo>
                <a:lnTo>
                  <a:pt x="1" y="31980"/>
                </a:lnTo>
                <a:lnTo>
                  <a:pt x="41445" y="31980"/>
                </a:lnTo>
                <a:lnTo>
                  <a:pt x="414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1351;p60">
            <a:extLst>
              <a:ext uri="{FF2B5EF4-FFF2-40B4-BE49-F238E27FC236}">
                <a16:creationId xmlns:a16="http://schemas.microsoft.com/office/drawing/2014/main" id="{412D46E7-FBDA-CF90-6A8C-691215DF24DF}"/>
              </a:ext>
            </a:extLst>
          </p:cNvPr>
          <p:cNvSpPr/>
          <p:nvPr/>
        </p:nvSpPr>
        <p:spPr>
          <a:xfrm>
            <a:off x="11083754" y="4215120"/>
            <a:ext cx="570761" cy="468754"/>
          </a:xfrm>
          <a:custGeom>
            <a:avLst/>
            <a:gdLst/>
            <a:ahLst/>
            <a:cxnLst/>
            <a:rect l="l" t="t" r="r" b="b"/>
            <a:pathLst>
              <a:path w="30612" h="25141" extrusionOk="0">
                <a:moveTo>
                  <a:pt x="0" y="1"/>
                </a:moveTo>
                <a:lnTo>
                  <a:pt x="0" y="25141"/>
                </a:lnTo>
                <a:lnTo>
                  <a:pt x="30612" y="25141"/>
                </a:lnTo>
                <a:lnTo>
                  <a:pt x="3061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1352;p60">
            <a:extLst>
              <a:ext uri="{FF2B5EF4-FFF2-40B4-BE49-F238E27FC236}">
                <a16:creationId xmlns:a16="http://schemas.microsoft.com/office/drawing/2014/main" id="{69C1C411-E287-57D8-44CA-E372505A9A3B}"/>
              </a:ext>
            </a:extLst>
          </p:cNvPr>
          <p:cNvSpPr/>
          <p:nvPr/>
        </p:nvSpPr>
        <p:spPr>
          <a:xfrm>
            <a:off x="11322260" y="4379178"/>
            <a:ext cx="121323" cy="139949"/>
          </a:xfrm>
          <a:custGeom>
            <a:avLst/>
            <a:gdLst/>
            <a:ahLst/>
            <a:cxnLst/>
            <a:rect l="l" t="t" r="r" b="b"/>
            <a:pathLst>
              <a:path w="6507" h="7506" extrusionOk="0">
                <a:moveTo>
                  <a:pt x="0" y="1"/>
                </a:moveTo>
                <a:lnTo>
                  <a:pt x="0" y="7506"/>
                </a:lnTo>
                <a:lnTo>
                  <a:pt x="6507" y="3772"/>
                </a:lnTo>
                <a:lnTo>
                  <a:pt x="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1353;p60">
            <a:extLst>
              <a:ext uri="{FF2B5EF4-FFF2-40B4-BE49-F238E27FC236}">
                <a16:creationId xmlns:a16="http://schemas.microsoft.com/office/drawing/2014/main" id="{E2EA31BE-FFCB-A808-D22A-B16C740169AE}"/>
              </a:ext>
            </a:extLst>
          </p:cNvPr>
          <p:cNvSpPr/>
          <p:nvPr/>
        </p:nvSpPr>
        <p:spPr>
          <a:xfrm>
            <a:off x="11249881" y="4330235"/>
            <a:ext cx="237836" cy="237836"/>
          </a:xfrm>
          <a:custGeom>
            <a:avLst/>
            <a:gdLst/>
            <a:ahLst/>
            <a:cxnLst/>
            <a:rect l="l" t="t" r="r" b="b"/>
            <a:pathLst>
              <a:path w="12756" h="12756" extrusionOk="0">
                <a:moveTo>
                  <a:pt x="6396" y="888"/>
                </a:moveTo>
                <a:cubicBezTo>
                  <a:pt x="9428" y="888"/>
                  <a:pt x="11868" y="3365"/>
                  <a:pt x="11868" y="6397"/>
                </a:cubicBezTo>
                <a:cubicBezTo>
                  <a:pt x="11868" y="9428"/>
                  <a:pt x="9428" y="11868"/>
                  <a:pt x="6396" y="11868"/>
                </a:cubicBezTo>
                <a:cubicBezTo>
                  <a:pt x="3364" y="11868"/>
                  <a:pt x="924" y="9428"/>
                  <a:pt x="924" y="6397"/>
                </a:cubicBezTo>
                <a:cubicBezTo>
                  <a:pt x="924" y="3365"/>
                  <a:pt x="3364" y="888"/>
                  <a:pt x="6396" y="888"/>
                </a:cubicBezTo>
                <a:close/>
                <a:moveTo>
                  <a:pt x="6396" y="1"/>
                </a:moveTo>
                <a:cubicBezTo>
                  <a:pt x="2884" y="1"/>
                  <a:pt x="0" y="2884"/>
                  <a:pt x="0" y="6397"/>
                </a:cubicBezTo>
                <a:cubicBezTo>
                  <a:pt x="0" y="9909"/>
                  <a:pt x="2884" y="12756"/>
                  <a:pt x="6396" y="12756"/>
                </a:cubicBezTo>
                <a:cubicBezTo>
                  <a:pt x="9908" y="12756"/>
                  <a:pt x="12755" y="9909"/>
                  <a:pt x="12755" y="6397"/>
                </a:cubicBezTo>
                <a:cubicBezTo>
                  <a:pt x="12755" y="2884"/>
                  <a:pt x="9908" y="1"/>
                  <a:pt x="63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1354;p60">
            <a:extLst>
              <a:ext uri="{FF2B5EF4-FFF2-40B4-BE49-F238E27FC236}">
                <a16:creationId xmlns:a16="http://schemas.microsoft.com/office/drawing/2014/main" id="{FD3454C4-23D4-F6FF-9E2D-569D52F4DCCE}"/>
              </a:ext>
            </a:extLst>
          </p:cNvPr>
          <p:cNvSpPr/>
          <p:nvPr/>
        </p:nvSpPr>
        <p:spPr>
          <a:xfrm>
            <a:off x="11130627" y="4645260"/>
            <a:ext cx="476324" cy="13107"/>
          </a:xfrm>
          <a:custGeom>
            <a:avLst/>
            <a:gdLst/>
            <a:ahLst/>
            <a:cxnLst/>
            <a:rect l="l" t="t" r="r" b="b"/>
            <a:pathLst>
              <a:path w="25547" h="703" extrusionOk="0">
                <a:moveTo>
                  <a:pt x="370" y="0"/>
                </a:moveTo>
                <a:cubicBezTo>
                  <a:pt x="185" y="0"/>
                  <a:pt x="0" y="148"/>
                  <a:pt x="0" y="370"/>
                </a:cubicBezTo>
                <a:cubicBezTo>
                  <a:pt x="0" y="555"/>
                  <a:pt x="185" y="703"/>
                  <a:pt x="370" y="703"/>
                </a:cubicBezTo>
                <a:lnTo>
                  <a:pt x="25214" y="703"/>
                </a:lnTo>
                <a:cubicBezTo>
                  <a:pt x="25399" y="703"/>
                  <a:pt x="25547" y="555"/>
                  <a:pt x="25547" y="370"/>
                </a:cubicBezTo>
                <a:cubicBezTo>
                  <a:pt x="25547" y="148"/>
                  <a:pt x="25399" y="0"/>
                  <a:pt x="2521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1355;p60">
            <a:extLst>
              <a:ext uri="{FF2B5EF4-FFF2-40B4-BE49-F238E27FC236}">
                <a16:creationId xmlns:a16="http://schemas.microsoft.com/office/drawing/2014/main" id="{FFF44F8E-368A-49E0-9CD6-9D2CCA6A378A}"/>
              </a:ext>
            </a:extLst>
          </p:cNvPr>
          <p:cNvSpPr/>
          <p:nvPr/>
        </p:nvSpPr>
        <p:spPr>
          <a:xfrm>
            <a:off x="11130627" y="4645260"/>
            <a:ext cx="244026" cy="13107"/>
          </a:xfrm>
          <a:custGeom>
            <a:avLst/>
            <a:gdLst/>
            <a:ahLst/>
            <a:cxnLst/>
            <a:rect l="l" t="t" r="r" b="b"/>
            <a:pathLst>
              <a:path w="13088" h="703" extrusionOk="0">
                <a:moveTo>
                  <a:pt x="370" y="0"/>
                </a:moveTo>
                <a:cubicBezTo>
                  <a:pt x="185" y="0"/>
                  <a:pt x="0" y="148"/>
                  <a:pt x="0" y="370"/>
                </a:cubicBezTo>
                <a:cubicBezTo>
                  <a:pt x="0" y="555"/>
                  <a:pt x="185" y="703"/>
                  <a:pt x="370" y="703"/>
                </a:cubicBezTo>
                <a:lnTo>
                  <a:pt x="12718" y="703"/>
                </a:lnTo>
                <a:cubicBezTo>
                  <a:pt x="12940" y="703"/>
                  <a:pt x="13088" y="555"/>
                  <a:pt x="13088" y="370"/>
                </a:cubicBezTo>
                <a:cubicBezTo>
                  <a:pt x="13088" y="148"/>
                  <a:pt x="12940" y="0"/>
                  <a:pt x="1271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1356;p60">
            <a:extLst>
              <a:ext uri="{FF2B5EF4-FFF2-40B4-BE49-F238E27FC236}">
                <a16:creationId xmlns:a16="http://schemas.microsoft.com/office/drawing/2014/main" id="{47C7CDD0-FF2F-A8DD-0713-60446AEF99F7}"/>
              </a:ext>
            </a:extLst>
          </p:cNvPr>
          <p:cNvSpPr/>
          <p:nvPr/>
        </p:nvSpPr>
        <p:spPr>
          <a:xfrm>
            <a:off x="11353267" y="4636292"/>
            <a:ext cx="31734" cy="31044"/>
          </a:xfrm>
          <a:custGeom>
            <a:avLst/>
            <a:gdLst/>
            <a:ahLst/>
            <a:cxnLst/>
            <a:rect l="l" t="t" r="r" b="b"/>
            <a:pathLst>
              <a:path w="1702" h="1665" extrusionOk="0">
                <a:moveTo>
                  <a:pt x="851" y="1"/>
                </a:moveTo>
                <a:cubicBezTo>
                  <a:pt x="370" y="1"/>
                  <a:pt x="1" y="370"/>
                  <a:pt x="1" y="851"/>
                </a:cubicBezTo>
                <a:cubicBezTo>
                  <a:pt x="1" y="1295"/>
                  <a:pt x="370" y="1664"/>
                  <a:pt x="851" y="1664"/>
                </a:cubicBezTo>
                <a:cubicBezTo>
                  <a:pt x="1295" y="1664"/>
                  <a:pt x="1701" y="1295"/>
                  <a:pt x="1701" y="851"/>
                </a:cubicBezTo>
                <a:cubicBezTo>
                  <a:pt x="1701" y="370"/>
                  <a:pt x="1295" y="1"/>
                  <a:pt x="8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1357;p60">
            <a:extLst>
              <a:ext uri="{FF2B5EF4-FFF2-40B4-BE49-F238E27FC236}">
                <a16:creationId xmlns:a16="http://schemas.microsoft.com/office/drawing/2014/main" id="{B647C911-15F5-53CD-6B3E-59C19A52840C}"/>
              </a:ext>
            </a:extLst>
          </p:cNvPr>
          <p:cNvSpPr/>
          <p:nvPr/>
        </p:nvSpPr>
        <p:spPr>
          <a:xfrm>
            <a:off x="11670363" y="4063480"/>
            <a:ext cx="170266" cy="175095"/>
          </a:xfrm>
          <a:custGeom>
            <a:avLst/>
            <a:gdLst/>
            <a:ahLst/>
            <a:cxnLst/>
            <a:rect l="l" t="t" r="r" b="b"/>
            <a:pathLst>
              <a:path w="9132" h="9391" extrusionOk="0">
                <a:moveTo>
                  <a:pt x="4548" y="0"/>
                </a:moveTo>
                <a:cubicBezTo>
                  <a:pt x="2034" y="0"/>
                  <a:pt x="0" y="2070"/>
                  <a:pt x="0" y="4584"/>
                </a:cubicBezTo>
                <a:lnTo>
                  <a:pt x="0" y="4843"/>
                </a:lnTo>
                <a:cubicBezTo>
                  <a:pt x="0" y="7357"/>
                  <a:pt x="2034" y="9391"/>
                  <a:pt x="4548" y="9391"/>
                </a:cubicBezTo>
                <a:cubicBezTo>
                  <a:pt x="7099" y="9391"/>
                  <a:pt x="9132" y="7357"/>
                  <a:pt x="9132" y="4843"/>
                </a:cubicBezTo>
                <a:lnTo>
                  <a:pt x="9132" y="4584"/>
                </a:lnTo>
                <a:cubicBezTo>
                  <a:pt x="9132" y="2070"/>
                  <a:pt x="7099" y="0"/>
                  <a:pt x="45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1358;p60">
            <a:extLst>
              <a:ext uri="{FF2B5EF4-FFF2-40B4-BE49-F238E27FC236}">
                <a16:creationId xmlns:a16="http://schemas.microsoft.com/office/drawing/2014/main" id="{78048CB8-AEB0-BB09-BD5C-83E8BB25FB88}"/>
              </a:ext>
            </a:extLst>
          </p:cNvPr>
          <p:cNvSpPr/>
          <p:nvPr/>
        </p:nvSpPr>
        <p:spPr>
          <a:xfrm>
            <a:off x="11712407" y="4108788"/>
            <a:ext cx="86177" cy="84984"/>
          </a:xfrm>
          <a:custGeom>
            <a:avLst/>
            <a:gdLst/>
            <a:ahLst/>
            <a:cxnLst/>
            <a:rect l="l" t="t" r="r" b="b"/>
            <a:pathLst>
              <a:path w="4622" h="4558" extrusionOk="0">
                <a:moveTo>
                  <a:pt x="315" y="1"/>
                </a:moveTo>
                <a:cubicBezTo>
                  <a:pt x="241" y="1"/>
                  <a:pt x="167" y="29"/>
                  <a:pt x="111" y="84"/>
                </a:cubicBezTo>
                <a:cubicBezTo>
                  <a:pt x="0" y="195"/>
                  <a:pt x="0" y="380"/>
                  <a:pt x="111" y="491"/>
                </a:cubicBezTo>
                <a:lnTo>
                  <a:pt x="1923" y="2265"/>
                </a:lnTo>
                <a:lnTo>
                  <a:pt x="111" y="4077"/>
                </a:lnTo>
                <a:cubicBezTo>
                  <a:pt x="0" y="4188"/>
                  <a:pt x="0" y="4373"/>
                  <a:pt x="111" y="4484"/>
                </a:cubicBezTo>
                <a:cubicBezTo>
                  <a:pt x="148" y="4521"/>
                  <a:pt x="222" y="4557"/>
                  <a:pt x="296" y="4557"/>
                </a:cubicBezTo>
                <a:cubicBezTo>
                  <a:pt x="370" y="4557"/>
                  <a:pt x="444" y="4521"/>
                  <a:pt x="518" y="4484"/>
                </a:cubicBezTo>
                <a:lnTo>
                  <a:pt x="2293" y="2672"/>
                </a:lnTo>
                <a:lnTo>
                  <a:pt x="4104" y="4484"/>
                </a:lnTo>
                <a:cubicBezTo>
                  <a:pt x="4178" y="4521"/>
                  <a:pt x="4252" y="4557"/>
                  <a:pt x="4326" y="4557"/>
                </a:cubicBezTo>
                <a:cubicBezTo>
                  <a:pt x="4400" y="4557"/>
                  <a:pt x="4474" y="4521"/>
                  <a:pt x="4511" y="4484"/>
                </a:cubicBezTo>
                <a:cubicBezTo>
                  <a:pt x="4622" y="4373"/>
                  <a:pt x="4622" y="4188"/>
                  <a:pt x="4511" y="4077"/>
                </a:cubicBezTo>
                <a:lnTo>
                  <a:pt x="2699" y="2265"/>
                </a:lnTo>
                <a:lnTo>
                  <a:pt x="4511" y="491"/>
                </a:lnTo>
                <a:cubicBezTo>
                  <a:pt x="4622" y="380"/>
                  <a:pt x="4622" y="195"/>
                  <a:pt x="4511" y="84"/>
                </a:cubicBezTo>
                <a:cubicBezTo>
                  <a:pt x="4455" y="29"/>
                  <a:pt x="4381" y="1"/>
                  <a:pt x="4308" y="1"/>
                </a:cubicBezTo>
                <a:cubicBezTo>
                  <a:pt x="4234" y="1"/>
                  <a:pt x="4160" y="29"/>
                  <a:pt x="4104" y="84"/>
                </a:cubicBezTo>
                <a:lnTo>
                  <a:pt x="2293" y="1896"/>
                </a:lnTo>
                <a:lnTo>
                  <a:pt x="518" y="84"/>
                </a:lnTo>
                <a:cubicBezTo>
                  <a:pt x="463" y="29"/>
                  <a:pt x="389" y="1"/>
                  <a:pt x="31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1368;p60">
            <a:extLst>
              <a:ext uri="{FF2B5EF4-FFF2-40B4-BE49-F238E27FC236}">
                <a16:creationId xmlns:a16="http://schemas.microsoft.com/office/drawing/2014/main" id="{14872DDC-59E7-1BD6-892F-F3726E770EF3}"/>
              </a:ext>
            </a:extLst>
          </p:cNvPr>
          <p:cNvSpPr/>
          <p:nvPr/>
        </p:nvSpPr>
        <p:spPr>
          <a:xfrm>
            <a:off x="9844665" y="3599207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1370;p60">
            <a:extLst>
              <a:ext uri="{FF2B5EF4-FFF2-40B4-BE49-F238E27FC236}">
                <a16:creationId xmlns:a16="http://schemas.microsoft.com/office/drawing/2014/main" id="{835D3394-8AFF-3E91-6BFE-4B8AC229AEF5}"/>
              </a:ext>
            </a:extLst>
          </p:cNvPr>
          <p:cNvSpPr/>
          <p:nvPr/>
        </p:nvSpPr>
        <p:spPr>
          <a:xfrm>
            <a:off x="9844665" y="4578419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1371;p60">
            <a:extLst>
              <a:ext uri="{FF2B5EF4-FFF2-40B4-BE49-F238E27FC236}">
                <a16:creationId xmlns:a16="http://schemas.microsoft.com/office/drawing/2014/main" id="{B6779F93-D27D-0B78-D378-DFEA736B2A8E}"/>
              </a:ext>
            </a:extLst>
          </p:cNvPr>
          <p:cNvSpPr/>
          <p:nvPr/>
        </p:nvSpPr>
        <p:spPr>
          <a:xfrm>
            <a:off x="10016315" y="4578419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1372;p60">
            <a:extLst>
              <a:ext uri="{FF2B5EF4-FFF2-40B4-BE49-F238E27FC236}">
                <a16:creationId xmlns:a16="http://schemas.microsoft.com/office/drawing/2014/main" id="{D1F5AB99-97BB-FB4E-727C-A6F9022E2F14}"/>
              </a:ext>
            </a:extLst>
          </p:cNvPr>
          <p:cNvSpPr/>
          <p:nvPr/>
        </p:nvSpPr>
        <p:spPr>
          <a:xfrm>
            <a:off x="10520511" y="3733319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1375;p60">
            <a:extLst>
              <a:ext uri="{FF2B5EF4-FFF2-40B4-BE49-F238E27FC236}">
                <a16:creationId xmlns:a16="http://schemas.microsoft.com/office/drawing/2014/main" id="{CAD17398-0241-568D-336B-F7A05B222E59}"/>
              </a:ext>
            </a:extLst>
          </p:cNvPr>
          <p:cNvSpPr/>
          <p:nvPr/>
        </p:nvSpPr>
        <p:spPr>
          <a:xfrm>
            <a:off x="11284140" y="4583094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Title 96">
            <a:extLst>
              <a:ext uri="{FF2B5EF4-FFF2-40B4-BE49-F238E27FC236}">
                <a16:creationId xmlns:a16="http://schemas.microsoft.com/office/drawing/2014/main" id="{9D36302C-28E2-3142-9F03-0088D28E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Big Problem </a:t>
            </a:r>
          </a:p>
        </p:txBody>
      </p:sp>
      <p:sp>
        <p:nvSpPr>
          <p:cNvPr id="98" name="Content Placeholder 97">
            <a:extLst>
              <a:ext uri="{FF2B5EF4-FFF2-40B4-BE49-F238E27FC236}">
                <a16:creationId xmlns:a16="http://schemas.microsoft.com/office/drawing/2014/main" id="{1B011C6C-156D-18F4-51DD-63BA582F5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YouTube content also includes TV shows or web series. </a:t>
            </a: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But details about the source of the video is often  not provided.</a:t>
            </a:r>
            <a:endParaRPr lang="en-US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As a content viewer, this leads to a lot of curiosity, especially if the video is interesting. </a:t>
            </a: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It is often natural to have a feeling to watch the entire episode. </a:t>
            </a: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viewer would like to find information about the origin of the video. </a:t>
            </a:r>
          </a:p>
          <a:p>
            <a:pPr marL="0" marR="0" indent="0" algn="just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43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7" name="Arc 146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7CE26-53E8-0E6A-62EF-C79D0EA1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A5C0-0599-2801-2D23-1362F7AB2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480"/>
            <a:ext cx="5393361" cy="5222239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To find the season and episode information, a comments list can be a helpful source (if not provided in the description or title). 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Different methods can be tried for this use case. 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So, to solve this problem, different greedy and divide and concur methods will be used. 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These methods will be compared and contrasted.</a:t>
            </a:r>
          </a:p>
          <a:p>
            <a:pPr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The metrics will include Accuracy, precision, and recall.  </a:t>
            </a:r>
          </a:p>
          <a:p>
            <a:pPr>
              <a:spcBef>
                <a:spcPts val="0"/>
              </a:spcBef>
            </a:pP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oogle Shape;2037;p72">
            <a:extLst>
              <a:ext uri="{FF2B5EF4-FFF2-40B4-BE49-F238E27FC236}">
                <a16:creationId xmlns:a16="http://schemas.microsoft.com/office/drawing/2014/main" id="{DB4A94D1-0456-F17D-B2C7-1F5B8DDAF511}"/>
              </a:ext>
            </a:extLst>
          </p:cNvPr>
          <p:cNvGrpSpPr/>
          <p:nvPr/>
        </p:nvGrpSpPr>
        <p:grpSpPr>
          <a:xfrm>
            <a:off x="7325000" y="1847506"/>
            <a:ext cx="4006558" cy="4303912"/>
            <a:chOff x="5968292" y="711249"/>
            <a:chExt cx="2323895" cy="2496367"/>
          </a:xfrm>
        </p:grpSpPr>
        <p:sp>
          <p:nvSpPr>
            <p:cNvPr id="5" name="Google Shape;2038;p72">
              <a:extLst>
                <a:ext uri="{FF2B5EF4-FFF2-40B4-BE49-F238E27FC236}">
                  <a16:creationId xmlns:a16="http://schemas.microsoft.com/office/drawing/2014/main" id="{DDA4BFFD-5FF1-B1BE-352E-2D99B49EF0C8}"/>
                </a:ext>
              </a:extLst>
            </p:cNvPr>
            <p:cNvSpPr/>
            <p:nvPr/>
          </p:nvSpPr>
          <p:spPr>
            <a:xfrm>
              <a:off x="6119349" y="711249"/>
              <a:ext cx="2172838" cy="2030748"/>
            </a:xfrm>
            <a:custGeom>
              <a:avLst/>
              <a:gdLst/>
              <a:ahLst/>
              <a:cxnLst/>
              <a:rect l="l" t="t" r="r" b="b"/>
              <a:pathLst>
                <a:path w="146467" h="136889" extrusionOk="0">
                  <a:moveTo>
                    <a:pt x="3933" y="1"/>
                  </a:moveTo>
                  <a:cubicBezTo>
                    <a:pt x="1749" y="1"/>
                    <a:pt x="1" y="1748"/>
                    <a:pt x="1" y="3933"/>
                  </a:cubicBezTo>
                  <a:lnTo>
                    <a:pt x="1" y="76460"/>
                  </a:lnTo>
                  <a:cubicBezTo>
                    <a:pt x="1" y="78645"/>
                    <a:pt x="1749" y="80393"/>
                    <a:pt x="3933" y="80393"/>
                  </a:cubicBezTo>
                  <a:lnTo>
                    <a:pt x="39625" y="80393"/>
                  </a:lnTo>
                  <a:lnTo>
                    <a:pt x="38079" y="86610"/>
                  </a:lnTo>
                  <a:lnTo>
                    <a:pt x="37071" y="86610"/>
                  </a:lnTo>
                  <a:cubicBezTo>
                    <a:pt x="35458" y="86610"/>
                    <a:pt x="34147" y="88055"/>
                    <a:pt x="34147" y="89803"/>
                  </a:cubicBezTo>
                  <a:lnTo>
                    <a:pt x="34147" y="91786"/>
                  </a:lnTo>
                  <a:lnTo>
                    <a:pt x="75620" y="91786"/>
                  </a:lnTo>
                  <a:lnTo>
                    <a:pt x="75620" y="91618"/>
                  </a:lnTo>
                  <a:lnTo>
                    <a:pt x="141425" y="91618"/>
                  </a:lnTo>
                  <a:cubicBezTo>
                    <a:pt x="142165" y="91618"/>
                    <a:pt x="142803" y="92223"/>
                    <a:pt x="142803" y="92996"/>
                  </a:cubicBezTo>
                  <a:cubicBezTo>
                    <a:pt x="142803" y="93769"/>
                    <a:pt x="142165" y="94374"/>
                    <a:pt x="141425" y="94374"/>
                  </a:cubicBezTo>
                  <a:lnTo>
                    <a:pt x="127814" y="94374"/>
                  </a:lnTo>
                  <a:cubicBezTo>
                    <a:pt x="125663" y="94374"/>
                    <a:pt x="123915" y="96122"/>
                    <a:pt x="123915" y="98272"/>
                  </a:cubicBezTo>
                  <a:lnTo>
                    <a:pt x="123915" y="111279"/>
                  </a:lnTo>
                  <a:cubicBezTo>
                    <a:pt x="120487" y="111481"/>
                    <a:pt x="117731" y="114304"/>
                    <a:pt x="117731" y="117799"/>
                  </a:cubicBezTo>
                  <a:lnTo>
                    <a:pt x="117731" y="130402"/>
                  </a:lnTo>
                  <a:cubicBezTo>
                    <a:pt x="117731" y="133965"/>
                    <a:pt x="120655" y="136889"/>
                    <a:pt x="124252" y="136889"/>
                  </a:cubicBezTo>
                  <a:lnTo>
                    <a:pt x="127041" y="136889"/>
                  </a:lnTo>
                  <a:cubicBezTo>
                    <a:pt x="130637" y="136889"/>
                    <a:pt x="133561" y="133965"/>
                    <a:pt x="133561" y="130402"/>
                  </a:cubicBezTo>
                  <a:lnTo>
                    <a:pt x="133561" y="117799"/>
                  </a:lnTo>
                  <a:cubicBezTo>
                    <a:pt x="133561" y="114371"/>
                    <a:pt x="130906" y="111582"/>
                    <a:pt x="127579" y="111313"/>
                  </a:cubicBezTo>
                  <a:lnTo>
                    <a:pt x="127579" y="98272"/>
                  </a:lnTo>
                  <a:cubicBezTo>
                    <a:pt x="127579" y="98172"/>
                    <a:pt x="127680" y="98037"/>
                    <a:pt x="127814" y="98037"/>
                  </a:cubicBezTo>
                  <a:lnTo>
                    <a:pt x="141425" y="98037"/>
                  </a:lnTo>
                  <a:cubicBezTo>
                    <a:pt x="144181" y="98037"/>
                    <a:pt x="146467" y="95785"/>
                    <a:pt x="146467" y="92996"/>
                  </a:cubicBezTo>
                  <a:cubicBezTo>
                    <a:pt x="146467" y="90206"/>
                    <a:pt x="144215" y="87921"/>
                    <a:pt x="141425" y="87921"/>
                  </a:cubicBezTo>
                  <a:lnTo>
                    <a:pt x="75049" y="87921"/>
                  </a:lnTo>
                  <a:cubicBezTo>
                    <a:pt x="74545" y="87114"/>
                    <a:pt x="73671" y="86610"/>
                    <a:pt x="72730" y="86610"/>
                  </a:cubicBezTo>
                  <a:lnTo>
                    <a:pt x="71688" y="86610"/>
                  </a:lnTo>
                  <a:lnTo>
                    <a:pt x="70175" y="80393"/>
                  </a:lnTo>
                  <a:lnTo>
                    <a:pt x="105834" y="80393"/>
                  </a:lnTo>
                  <a:cubicBezTo>
                    <a:pt x="108019" y="80393"/>
                    <a:pt x="109766" y="78645"/>
                    <a:pt x="109766" y="76460"/>
                  </a:cubicBezTo>
                  <a:lnTo>
                    <a:pt x="109766" y="3933"/>
                  </a:lnTo>
                  <a:cubicBezTo>
                    <a:pt x="109766" y="1748"/>
                    <a:pt x="108019" y="1"/>
                    <a:pt x="105834" y="1"/>
                  </a:cubicBezTo>
                  <a:close/>
                </a:path>
              </a:pathLst>
            </a:cu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39;p72">
              <a:extLst>
                <a:ext uri="{FF2B5EF4-FFF2-40B4-BE49-F238E27FC236}">
                  <a16:creationId xmlns:a16="http://schemas.microsoft.com/office/drawing/2014/main" id="{54B397D5-92F2-5510-7071-4EB5F4C65558}"/>
                </a:ext>
              </a:extLst>
            </p:cNvPr>
            <p:cNvSpPr/>
            <p:nvPr/>
          </p:nvSpPr>
          <p:spPr>
            <a:xfrm>
              <a:off x="5968292" y="2121190"/>
              <a:ext cx="1929529" cy="1086426"/>
            </a:xfrm>
            <a:custGeom>
              <a:avLst/>
              <a:gdLst/>
              <a:ahLst/>
              <a:cxnLst/>
              <a:rect l="l" t="t" r="r" b="b"/>
              <a:pathLst>
                <a:path w="130066" h="73234" extrusionOk="0">
                  <a:moveTo>
                    <a:pt x="15931" y="0"/>
                  </a:moveTo>
                  <a:cubicBezTo>
                    <a:pt x="14519" y="0"/>
                    <a:pt x="13377" y="1109"/>
                    <a:pt x="13377" y="2487"/>
                  </a:cubicBezTo>
                  <a:lnTo>
                    <a:pt x="13377" y="38616"/>
                  </a:lnTo>
                  <a:cubicBezTo>
                    <a:pt x="13377" y="39961"/>
                    <a:pt x="14519" y="41070"/>
                    <a:pt x="15931" y="41070"/>
                  </a:cubicBezTo>
                  <a:lnTo>
                    <a:pt x="21611" y="41070"/>
                  </a:lnTo>
                  <a:lnTo>
                    <a:pt x="20972" y="42112"/>
                  </a:lnTo>
                  <a:lnTo>
                    <a:pt x="20031" y="41574"/>
                  </a:lnTo>
                  <a:lnTo>
                    <a:pt x="14755" y="50413"/>
                  </a:lnTo>
                  <a:lnTo>
                    <a:pt x="14855" y="50447"/>
                  </a:lnTo>
                  <a:lnTo>
                    <a:pt x="1" y="73233"/>
                  </a:lnTo>
                  <a:lnTo>
                    <a:pt x="23560" y="73233"/>
                  </a:lnTo>
                  <a:lnTo>
                    <a:pt x="31828" y="60563"/>
                  </a:lnTo>
                  <a:lnTo>
                    <a:pt x="32197" y="60798"/>
                  </a:lnTo>
                  <a:lnTo>
                    <a:pt x="37440" y="51925"/>
                  </a:lnTo>
                  <a:lnTo>
                    <a:pt x="36499" y="51354"/>
                  </a:lnTo>
                  <a:lnTo>
                    <a:pt x="37911" y="49001"/>
                  </a:lnTo>
                  <a:lnTo>
                    <a:pt x="37508" y="48766"/>
                  </a:lnTo>
                  <a:lnTo>
                    <a:pt x="38045" y="47892"/>
                  </a:lnTo>
                  <a:cubicBezTo>
                    <a:pt x="38079" y="47892"/>
                    <a:pt x="38146" y="47892"/>
                    <a:pt x="38213" y="47926"/>
                  </a:cubicBezTo>
                  <a:lnTo>
                    <a:pt x="37743" y="48665"/>
                  </a:lnTo>
                  <a:lnTo>
                    <a:pt x="37743" y="48665"/>
                  </a:lnTo>
                  <a:lnTo>
                    <a:pt x="51590" y="45170"/>
                  </a:lnTo>
                  <a:lnTo>
                    <a:pt x="54043" y="41070"/>
                  </a:lnTo>
                  <a:lnTo>
                    <a:pt x="77435" y="41070"/>
                  </a:lnTo>
                  <a:lnTo>
                    <a:pt x="80157" y="45674"/>
                  </a:lnTo>
                  <a:lnTo>
                    <a:pt x="94004" y="49203"/>
                  </a:lnTo>
                  <a:lnTo>
                    <a:pt x="93533" y="48430"/>
                  </a:lnTo>
                  <a:cubicBezTo>
                    <a:pt x="93600" y="48430"/>
                    <a:pt x="93667" y="48430"/>
                    <a:pt x="93735" y="48397"/>
                  </a:cubicBezTo>
                  <a:lnTo>
                    <a:pt x="94239" y="49270"/>
                  </a:lnTo>
                  <a:lnTo>
                    <a:pt x="93835" y="49506"/>
                  </a:lnTo>
                  <a:lnTo>
                    <a:pt x="95247" y="51892"/>
                  </a:lnTo>
                  <a:lnTo>
                    <a:pt x="94306" y="52463"/>
                  </a:lnTo>
                  <a:lnTo>
                    <a:pt x="99583" y="61302"/>
                  </a:lnTo>
                  <a:lnTo>
                    <a:pt x="99818" y="61168"/>
                  </a:lnTo>
                  <a:lnTo>
                    <a:pt x="107077" y="73233"/>
                  </a:lnTo>
                  <a:lnTo>
                    <a:pt x="130065" y="73200"/>
                  </a:lnTo>
                  <a:lnTo>
                    <a:pt x="116790" y="51052"/>
                  </a:lnTo>
                  <a:lnTo>
                    <a:pt x="116992" y="50917"/>
                  </a:lnTo>
                  <a:lnTo>
                    <a:pt x="111715" y="42078"/>
                  </a:lnTo>
                  <a:lnTo>
                    <a:pt x="110774" y="42649"/>
                  </a:lnTo>
                  <a:lnTo>
                    <a:pt x="109867" y="41070"/>
                  </a:lnTo>
                  <a:lnTo>
                    <a:pt x="114202" y="41070"/>
                  </a:lnTo>
                  <a:cubicBezTo>
                    <a:pt x="115614" y="41070"/>
                    <a:pt x="116756" y="39961"/>
                    <a:pt x="116756" y="38616"/>
                  </a:cubicBezTo>
                  <a:lnTo>
                    <a:pt x="116756" y="2487"/>
                  </a:lnTo>
                  <a:cubicBezTo>
                    <a:pt x="116756" y="1109"/>
                    <a:pt x="115614" y="0"/>
                    <a:pt x="114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40;p72">
              <a:extLst>
                <a:ext uri="{FF2B5EF4-FFF2-40B4-BE49-F238E27FC236}">
                  <a16:creationId xmlns:a16="http://schemas.microsoft.com/office/drawing/2014/main" id="{6FC3B67B-1CE5-019A-83D7-751106B7E4BE}"/>
                </a:ext>
              </a:extLst>
            </p:cNvPr>
            <p:cNvSpPr/>
            <p:nvPr/>
          </p:nvSpPr>
          <p:spPr>
            <a:xfrm>
              <a:off x="7215185" y="2034439"/>
              <a:ext cx="1060495" cy="361484"/>
            </a:xfrm>
            <a:custGeom>
              <a:avLst/>
              <a:gdLst/>
              <a:ahLst/>
              <a:cxnLst/>
              <a:rect l="l" t="t" r="r" b="b"/>
              <a:pathLst>
                <a:path w="71486" h="24367" extrusionOk="0">
                  <a:moveTo>
                    <a:pt x="0" y="0"/>
                  </a:moveTo>
                  <a:lnTo>
                    <a:pt x="0" y="1143"/>
                  </a:lnTo>
                  <a:lnTo>
                    <a:pt x="67688" y="1143"/>
                  </a:lnTo>
                  <a:cubicBezTo>
                    <a:pt x="69167" y="1143"/>
                    <a:pt x="70343" y="2319"/>
                    <a:pt x="70343" y="3798"/>
                  </a:cubicBezTo>
                  <a:cubicBezTo>
                    <a:pt x="70343" y="5243"/>
                    <a:pt x="69167" y="6453"/>
                    <a:pt x="67688" y="6453"/>
                  </a:cubicBezTo>
                  <a:lnTo>
                    <a:pt x="54110" y="6453"/>
                  </a:lnTo>
                  <a:cubicBezTo>
                    <a:pt x="52631" y="6453"/>
                    <a:pt x="51455" y="7629"/>
                    <a:pt x="51455" y="9074"/>
                  </a:cubicBezTo>
                  <a:lnTo>
                    <a:pt x="51455" y="24366"/>
                  </a:lnTo>
                  <a:lnTo>
                    <a:pt x="52598" y="24366"/>
                  </a:lnTo>
                  <a:lnTo>
                    <a:pt x="52598" y="9074"/>
                  </a:lnTo>
                  <a:cubicBezTo>
                    <a:pt x="52598" y="8268"/>
                    <a:pt x="53270" y="7596"/>
                    <a:pt x="54110" y="7596"/>
                  </a:cubicBezTo>
                  <a:lnTo>
                    <a:pt x="67688" y="7596"/>
                  </a:lnTo>
                  <a:cubicBezTo>
                    <a:pt x="69772" y="7596"/>
                    <a:pt x="71486" y="5882"/>
                    <a:pt x="71486" y="3798"/>
                  </a:cubicBezTo>
                  <a:cubicBezTo>
                    <a:pt x="71486" y="1714"/>
                    <a:pt x="69772" y="0"/>
                    <a:pt x="67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41;p72">
              <a:extLst>
                <a:ext uri="{FF2B5EF4-FFF2-40B4-BE49-F238E27FC236}">
                  <a16:creationId xmlns:a16="http://schemas.microsoft.com/office/drawing/2014/main" id="{4A61313C-F325-1B0B-22A4-6B0167DFDD48}"/>
                </a:ext>
              </a:extLst>
            </p:cNvPr>
            <p:cNvSpPr/>
            <p:nvPr/>
          </p:nvSpPr>
          <p:spPr>
            <a:xfrm>
              <a:off x="7985453" y="2380939"/>
              <a:ext cx="98727" cy="342540"/>
            </a:xfrm>
            <a:custGeom>
              <a:avLst/>
              <a:gdLst/>
              <a:ahLst/>
              <a:cxnLst/>
              <a:rect l="l" t="t" r="r" b="b"/>
              <a:pathLst>
                <a:path w="6655" h="23090" extrusionOk="0">
                  <a:moveTo>
                    <a:pt x="1" y="0"/>
                  </a:moveTo>
                  <a:lnTo>
                    <a:pt x="1" y="23089"/>
                  </a:lnTo>
                  <a:lnTo>
                    <a:pt x="1412" y="23089"/>
                  </a:lnTo>
                  <a:cubicBezTo>
                    <a:pt x="4302" y="23089"/>
                    <a:pt x="6655" y="20737"/>
                    <a:pt x="6655" y="17846"/>
                  </a:cubicBezTo>
                  <a:lnTo>
                    <a:pt x="6655" y="5243"/>
                  </a:lnTo>
                  <a:cubicBezTo>
                    <a:pt x="6655" y="2353"/>
                    <a:pt x="4302" y="0"/>
                    <a:pt x="14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42;p72">
              <a:extLst>
                <a:ext uri="{FF2B5EF4-FFF2-40B4-BE49-F238E27FC236}">
                  <a16:creationId xmlns:a16="http://schemas.microsoft.com/office/drawing/2014/main" id="{FD87D670-87E9-98DD-84BE-3B6752C7C070}"/>
                </a:ext>
              </a:extLst>
            </p:cNvPr>
            <p:cNvSpPr/>
            <p:nvPr/>
          </p:nvSpPr>
          <p:spPr>
            <a:xfrm>
              <a:off x="7887236" y="2380939"/>
              <a:ext cx="98237" cy="342540"/>
            </a:xfrm>
            <a:custGeom>
              <a:avLst/>
              <a:gdLst/>
              <a:ahLst/>
              <a:cxnLst/>
              <a:rect l="l" t="t" r="r" b="b"/>
              <a:pathLst>
                <a:path w="6622" h="23090" extrusionOk="0">
                  <a:moveTo>
                    <a:pt x="5244" y="0"/>
                  </a:moveTo>
                  <a:cubicBezTo>
                    <a:pt x="2353" y="0"/>
                    <a:pt x="1" y="2353"/>
                    <a:pt x="1" y="5243"/>
                  </a:cubicBezTo>
                  <a:lnTo>
                    <a:pt x="1" y="17846"/>
                  </a:lnTo>
                  <a:cubicBezTo>
                    <a:pt x="1" y="20737"/>
                    <a:pt x="2353" y="23089"/>
                    <a:pt x="5244" y="23089"/>
                  </a:cubicBezTo>
                  <a:lnTo>
                    <a:pt x="6622" y="23089"/>
                  </a:lnTo>
                  <a:lnTo>
                    <a:pt x="66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43;p72">
              <a:extLst>
                <a:ext uri="{FF2B5EF4-FFF2-40B4-BE49-F238E27FC236}">
                  <a16:creationId xmlns:a16="http://schemas.microsoft.com/office/drawing/2014/main" id="{65BAC74A-A300-98C2-DAC7-36555FCDF30D}"/>
                </a:ext>
              </a:extLst>
            </p:cNvPr>
            <p:cNvSpPr/>
            <p:nvPr/>
          </p:nvSpPr>
          <p:spPr>
            <a:xfrm>
              <a:off x="7985453" y="2437264"/>
              <a:ext cx="25946" cy="68820"/>
            </a:xfrm>
            <a:custGeom>
              <a:avLst/>
              <a:gdLst/>
              <a:ahLst/>
              <a:cxnLst/>
              <a:rect l="l" t="t" r="r" b="b"/>
              <a:pathLst>
                <a:path w="1749" h="4639" extrusionOk="0">
                  <a:moveTo>
                    <a:pt x="1" y="1"/>
                  </a:moveTo>
                  <a:lnTo>
                    <a:pt x="1" y="4639"/>
                  </a:lnTo>
                  <a:cubicBezTo>
                    <a:pt x="975" y="4639"/>
                    <a:pt x="1748" y="3866"/>
                    <a:pt x="1748" y="2891"/>
                  </a:cubicBezTo>
                  <a:lnTo>
                    <a:pt x="1748" y="1749"/>
                  </a:lnTo>
                  <a:cubicBezTo>
                    <a:pt x="1748" y="808"/>
                    <a:pt x="975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44;p72">
              <a:extLst>
                <a:ext uri="{FF2B5EF4-FFF2-40B4-BE49-F238E27FC236}">
                  <a16:creationId xmlns:a16="http://schemas.microsoft.com/office/drawing/2014/main" id="{31270C45-29AB-1CCB-1D58-797BC0CB5664}"/>
                </a:ext>
              </a:extLst>
            </p:cNvPr>
            <p:cNvSpPr/>
            <p:nvPr/>
          </p:nvSpPr>
          <p:spPr>
            <a:xfrm>
              <a:off x="7959523" y="2437264"/>
              <a:ext cx="25946" cy="68820"/>
            </a:xfrm>
            <a:custGeom>
              <a:avLst/>
              <a:gdLst/>
              <a:ahLst/>
              <a:cxnLst/>
              <a:rect l="l" t="t" r="r" b="b"/>
              <a:pathLst>
                <a:path w="1749" h="4639" extrusionOk="0">
                  <a:moveTo>
                    <a:pt x="1749" y="1"/>
                  </a:moveTo>
                  <a:cubicBezTo>
                    <a:pt x="807" y="1"/>
                    <a:pt x="1" y="808"/>
                    <a:pt x="1" y="1749"/>
                  </a:cubicBezTo>
                  <a:lnTo>
                    <a:pt x="1" y="2891"/>
                  </a:lnTo>
                  <a:cubicBezTo>
                    <a:pt x="1" y="3866"/>
                    <a:pt x="807" y="4639"/>
                    <a:pt x="1749" y="4639"/>
                  </a:cubicBezTo>
                  <a:lnTo>
                    <a:pt x="17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45;p72">
              <a:extLst>
                <a:ext uri="{FF2B5EF4-FFF2-40B4-BE49-F238E27FC236}">
                  <a16:creationId xmlns:a16="http://schemas.microsoft.com/office/drawing/2014/main" id="{8E7CF881-DE78-DBA5-1CAB-03472DE1DBC3}"/>
                </a:ext>
              </a:extLst>
            </p:cNvPr>
            <p:cNvSpPr/>
            <p:nvPr/>
          </p:nvSpPr>
          <p:spPr>
            <a:xfrm>
              <a:off x="6700674" y="1812073"/>
              <a:ext cx="470670" cy="206429"/>
            </a:xfrm>
            <a:custGeom>
              <a:avLst/>
              <a:gdLst/>
              <a:ahLst/>
              <a:cxnLst/>
              <a:rect l="l" t="t" r="r" b="b"/>
              <a:pathLst>
                <a:path w="31727" h="13915" extrusionOk="0">
                  <a:moveTo>
                    <a:pt x="3395" y="1"/>
                  </a:moveTo>
                  <a:cubicBezTo>
                    <a:pt x="2252" y="4639"/>
                    <a:pt x="1109" y="9277"/>
                    <a:pt x="0" y="13915"/>
                  </a:cubicBezTo>
                  <a:lnTo>
                    <a:pt x="31727" y="13915"/>
                  </a:lnTo>
                  <a:cubicBezTo>
                    <a:pt x="30584" y="9277"/>
                    <a:pt x="29475" y="4639"/>
                    <a:pt x="283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46;p72">
              <a:extLst>
                <a:ext uri="{FF2B5EF4-FFF2-40B4-BE49-F238E27FC236}">
                  <a16:creationId xmlns:a16="http://schemas.microsoft.com/office/drawing/2014/main" id="{5485FD3E-F67A-94E9-0094-91AC71D95CFC}"/>
                </a:ext>
              </a:extLst>
            </p:cNvPr>
            <p:cNvSpPr/>
            <p:nvPr/>
          </p:nvSpPr>
          <p:spPr>
            <a:xfrm>
              <a:off x="6646825" y="2014991"/>
              <a:ext cx="577868" cy="39402"/>
            </a:xfrm>
            <a:custGeom>
              <a:avLst/>
              <a:gdLst/>
              <a:ahLst/>
              <a:cxnLst/>
              <a:rect l="l" t="t" r="r" b="b"/>
              <a:pathLst>
                <a:path w="38953" h="2656" extrusionOk="0">
                  <a:moveTo>
                    <a:pt x="1648" y="0"/>
                  </a:moveTo>
                  <a:cubicBezTo>
                    <a:pt x="740" y="0"/>
                    <a:pt x="1" y="841"/>
                    <a:pt x="1" y="1916"/>
                  </a:cubicBezTo>
                  <a:lnTo>
                    <a:pt x="1" y="2656"/>
                  </a:lnTo>
                  <a:lnTo>
                    <a:pt x="38953" y="2656"/>
                  </a:lnTo>
                  <a:lnTo>
                    <a:pt x="38953" y="1916"/>
                  </a:lnTo>
                  <a:cubicBezTo>
                    <a:pt x="38953" y="841"/>
                    <a:pt x="38214" y="0"/>
                    <a:pt x="373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47;p72">
              <a:extLst>
                <a:ext uri="{FF2B5EF4-FFF2-40B4-BE49-F238E27FC236}">
                  <a16:creationId xmlns:a16="http://schemas.microsoft.com/office/drawing/2014/main" id="{2B882FB2-A6F1-34D9-E8B2-92004292AEB1}"/>
                </a:ext>
              </a:extLst>
            </p:cNvPr>
            <p:cNvSpPr/>
            <p:nvPr/>
          </p:nvSpPr>
          <p:spPr>
            <a:xfrm>
              <a:off x="6140295" y="1731805"/>
              <a:ext cx="1591484" cy="153587"/>
            </a:xfrm>
            <a:custGeom>
              <a:avLst/>
              <a:gdLst/>
              <a:ahLst/>
              <a:cxnLst/>
              <a:rect l="l" t="t" r="r" b="b"/>
              <a:pathLst>
                <a:path w="107279" h="10353" extrusionOk="0">
                  <a:moveTo>
                    <a:pt x="0" y="1"/>
                  </a:moveTo>
                  <a:lnTo>
                    <a:pt x="0" y="7663"/>
                  </a:lnTo>
                  <a:cubicBezTo>
                    <a:pt x="0" y="9142"/>
                    <a:pt x="1210" y="10352"/>
                    <a:pt x="2689" y="10352"/>
                  </a:cubicBezTo>
                  <a:lnTo>
                    <a:pt x="104590" y="10352"/>
                  </a:lnTo>
                  <a:cubicBezTo>
                    <a:pt x="106069" y="10352"/>
                    <a:pt x="107279" y="9142"/>
                    <a:pt x="107279" y="7663"/>
                  </a:cubicBezTo>
                  <a:lnTo>
                    <a:pt x="1072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48;p72">
              <a:extLst>
                <a:ext uri="{FF2B5EF4-FFF2-40B4-BE49-F238E27FC236}">
                  <a16:creationId xmlns:a16="http://schemas.microsoft.com/office/drawing/2014/main" id="{D45B06B7-D530-E29E-D180-C5F8D2FECDA9}"/>
                </a:ext>
              </a:extLst>
            </p:cNvPr>
            <p:cNvSpPr/>
            <p:nvPr/>
          </p:nvSpPr>
          <p:spPr>
            <a:xfrm>
              <a:off x="6140295" y="729703"/>
              <a:ext cx="1591484" cy="1002164"/>
            </a:xfrm>
            <a:custGeom>
              <a:avLst/>
              <a:gdLst/>
              <a:ahLst/>
              <a:cxnLst/>
              <a:rect l="l" t="t" r="r" b="b"/>
              <a:pathLst>
                <a:path w="107279" h="67554" extrusionOk="0">
                  <a:moveTo>
                    <a:pt x="2689" y="0"/>
                  </a:moveTo>
                  <a:cubicBezTo>
                    <a:pt x="1210" y="0"/>
                    <a:pt x="0" y="1210"/>
                    <a:pt x="0" y="2689"/>
                  </a:cubicBezTo>
                  <a:lnTo>
                    <a:pt x="0" y="67554"/>
                  </a:lnTo>
                  <a:lnTo>
                    <a:pt x="107279" y="67554"/>
                  </a:lnTo>
                  <a:lnTo>
                    <a:pt x="107279" y="2689"/>
                  </a:lnTo>
                  <a:cubicBezTo>
                    <a:pt x="107279" y="1210"/>
                    <a:pt x="106069" y="0"/>
                    <a:pt x="1045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049;p72">
              <a:extLst>
                <a:ext uri="{FF2B5EF4-FFF2-40B4-BE49-F238E27FC236}">
                  <a16:creationId xmlns:a16="http://schemas.microsoft.com/office/drawing/2014/main" id="{FB942187-2EE8-7E01-2573-7CF763E2CA7C}"/>
                </a:ext>
              </a:extLst>
            </p:cNvPr>
            <p:cNvSpPr/>
            <p:nvPr/>
          </p:nvSpPr>
          <p:spPr>
            <a:xfrm>
              <a:off x="6205610" y="792022"/>
              <a:ext cx="1460862" cy="874523"/>
            </a:xfrm>
            <a:custGeom>
              <a:avLst/>
              <a:gdLst/>
              <a:ahLst/>
              <a:cxnLst/>
              <a:rect l="l" t="t" r="r" b="b"/>
              <a:pathLst>
                <a:path w="98474" h="58950" extrusionOk="0">
                  <a:moveTo>
                    <a:pt x="0" y="0"/>
                  </a:moveTo>
                  <a:lnTo>
                    <a:pt x="0" y="58950"/>
                  </a:lnTo>
                  <a:lnTo>
                    <a:pt x="98473" y="58950"/>
                  </a:lnTo>
                  <a:lnTo>
                    <a:pt x="98473" y="0"/>
                  </a:lnTo>
                  <a:close/>
                </a:path>
              </a:pathLst>
            </a:custGeom>
            <a:solidFill>
              <a:srgbClr val="E9E7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050;p72">
              <a:extLst>
                <a:ext uri="{FF2B5EF4-FFF2-40B4-BE49-F238E27FC236}">
                  <a16:creationId xmlns:a16="http://schemas.microsoft.com/office/drawing/2014/main" id="{277535A4-CCA4-E62B-A07E-F35CEB2EE3F7}"/>
                </a:ext>
              </a:extLst>
            </p:cNvPr>
            <p:cNvSpPr/>
            <p:nvPr/>
          </p:nvSpPr>
          <p:spPr>
            <a:xfrm>
              <a:off x="6187661" y="2140133"/>
              <a:ext cx="1496748" cy="571889"/>
            </a:xfrm>
            <a:custGeom>
              <a:avLst/>
              <a:gdLst/>
              <a:ahLst/>
              <a:cxnLst/>
              <a:rect l="l" t="t" r="r" b="b"/>
              <a:pathLst>
                <a:path w="100893" h="38550" extrusionOk="0">
                  <a:moveTo>
                    <a:pt x="1311" y="0"/>
                  </a:moveTo>
                  <a:cubicBezTo>
                    <a:pt x="605" y="0"/>
                    <a:pt x="0" y="538"/>
                    <a:pt x="0" y="1210"/>
                  </a:cubicBezTo>
                  <a:lnTo>
                    <a:pt x="0" y="37339"/>
                  </a:lnTo>
                  <a:cubicBezTo>
                    <a:pt x="0" y="38012"/>
                    <a:pt x="605" y="38549"/>
                    <a:pt x="1311" y="38549"/>
                  </a:cubicBezTo>
                  <a:lnTo>
                    <a:pt x="99582" y="38549"/>
                  </a:lnTo>
                  <a:cubicBezTo>
                    <a:pt x="100288" y="38549"/>
                    <a:pt x="100893" y="38012"/>
                    <a:pt x="100893" y="37339"/>
                  </a:cubicBezTo>
                  <a:lnTo>
                    <a:pt x="100893" y="1210"/>
                  </a:lnTo>
                  <a:cubicBezTo>
                    <a:pt x="100893" y="538"/>
                    <a:pt x="100288" y="0"/>
                    <a:pt x="99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051;p72">
              <a:extLst>
                <a:ext uri="{FF2B5EF4-FFF2-40B4-BE49-F238E27FC236}">
                  <a16:creationId xmlns:a16="http://schemas.microsoft.com/office/drawing/2014/main" id="{17BDB17D-0652-C729-C313-C3E2CDC91037}"/>
                </a:ext>
              </a:extLst>
            </p:cNvPr>
            <p:cNvSpPr/>
            <p:nvPr/>
          </p:nvSpPr>
          <p:spPr>
            <a:xfrm>
              <a:off x="6225043" y="2186995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7" y="0"/>
                  </a:moveTo>
                  <a:cubicBezTo>
                    <a:pt x="135" y="0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37" y="5479"/>
                  </a:cubicBezTo>
                  <a:lnTo>
                    <a:pt x="5177" y="5479"/>
                  </a:lnTo>
                  <a:cubicBezTo>
                    <a:pt x="5345" y="5479"/>
                    <a:pt x="5513" y="5344"/>
                    <a:pt x="5513" y="5176"/>
                  </a:cubicBezTo>
                  <a:lnTo>
                    <a:pt x="5513" y="303"/>
                  </a:lnTo>
                  <a:cubicBezTo>
                    <a:pt x="5513" y="135"/>
                    <a:pt x="5345" y="0"/>
                    <a:pt x="51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052;p72">
              <a:extLst>
                <a:ext uri="{FF2B5EF4-FFF2-40B4-BE49-F238E27FC236}">
                  <a16:creationId xmlns:a16="http://schemas.microsoft.com/office/drawing/2014/main" id="{32F899EB-1AA4-4B0E-A555-1447592EB688}"/>
                </a:ext>
              </a:extLst>
            </p:cNvPr>
            <p:cNvSpPr/>
            <p:nvPr/>
          </p:nvSpPr>
          <p:spPr>
            <a:xfrm>
              <a:off x="6374617" y="2286207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43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53;p72">
              <a:extLst>
                <a:ext uri="{FF2B5EF4-FFF2-40B4-BE49-F238E27FC236}">
                  <a16:creationId xmlns:a16="http://schemas.microsoft.com/office/drawing/2014/main" id="{14491A92-47EE-22F2-F9B2-106025DB81C5}"/>
                </a:ext>
              </a:extLst>
            </p:cNvPr>
            <p:cNvSpPr/>
            <p:nvPr/>
          </p:nvSpPr>
          <p:spPr>
            <a:xfrm>
              <a:off x="6398055" y="2385419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4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4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054;p72">
              <a:extLst>
                <a:ext uri="{FF2B5EF4-FFF2-40B4-BE49-F238E27FC236}">
                  <a16:creationId xmlns:a16="http://schemas.microsoft.com/office/drawing/2014/main" id="{ED779DFC-5A58-C6D6-23CE-B49E003E2C21}"/>
                </a:ext>
              </a:extLst>
            </p:cNvPr>
            <p:cNvSpPr/>
            <p:nvPr/>
          </p:nvSpPr>
          <p:spPr>
            <a:xfrm>
              <a:off x="6349191" y="2484630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7" y="1"/>
                  </a:moveTo>
                  <a:cubicBezTo>
                    <a:pt x="168" y="1"/>
                    <a:pt x="0" y="135"/>
                    <a:pt x="0" y="303"/>
                  </a:cubicBezTo>
                  <a:lnTo>
                    <a:pt x="0" y="5177"/>
                  </a:lnTo>
                  <a:cubicBezTo>
                    <a:pt x="0" y="5345"/>
                    <a:pt x="168" y="5479"/>
                    <a:pt x="337" y="5479"/>
                  </a:cubicBezTo>
                  <a:lnTo>
                    <a:pt x="5176" y="5479"/>
                  </a:lnTo>
                  <a:cubicBezTo>
                    <a:pt x="5344" y="5479"/>
                    <a:pt x="5512" y="5345"/>
                    <a:pt x="5512" y="5177"/>
                  </a:cubicBezTo>
                  <a:lnTo>
                    <a:pt x="5512" y="303"/>
                  </a:lnTo>
                  <a:cubicBezTo>
                    <a:pt x="5512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055;p72">
              <a:extLst>
                <a:ext uri="{FF2B5EF4-FFF2-40B4-BE49-F238E27FC236}">
                  <a16:creationId xmlns:a16="http://schemas.microsoft.com/office/drawing/2014/main" id="{405F26EE-BC5A-6617-CA17-07FDE5C7769A}"/>
                </a:ext>
              </a:extLst>
            </p:cNvPr>
            <p:cNvSpPr/>
            <p:nvPr/>
          </p:nvSpPr>
          <p:spPr>
            <a:xfrm>
              <a:off x="6225043" y="2583842"/>
              <a:ext cx="81785" cy="93757"/>
            </a:xfrm>
            <a:custGeom>
              <a:avLst/>
              <a:gdLst/>
              <a:ahLst/>
              <a:cxnLst/>
              <a:rect l="l" t="t" r="r" b="b"/>
              <a:pathLst>
                <a:path w="5513" h="6320" extrusionOk="0">
                  <a:moveTo>
                    <a:pt x="337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6017"/>
                  </a:lnTo>
                  <a:cubicBezTo>
                    <a:pt x="1" y="6185"/>
                    <a:pt x="135" y="6319"/>
                    <a:pt x="337" y="6319"/>
                  </a:cubicBezTo>
                  <a:lnTo>
                    <a:pt x="5177" y="6319"/>
                  </a:lnTo>
                  <a:cubicBezTo>
                    <a:pt x="5345" y="6319"/>
                    <a:pt x="5513" y="6185"/>
                    <a:pt x="5513" y="6017"/>
                  </a:cubicBezTo>
                  <a:lnTo>
                    <a:pt x="5513" y="303"/>
                  </a:lnTo>
                  <a:cubicBezTo>
                    <a:pt x="5513" y="135"/>
                    <a:pt x="5345" y="1"/>
                    <a:pt x="5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056;p72">
              <a:extLst>
                <a:ext uri="{FF2B5EF4-FFF2-40B4-BE49-F238E27FC236}">
                  <a16:creationId xmlns:a16="http://schemas.microsoft.com/office/drawing/2014/main" id="{0C178041-4738-6BC4-27C1-DFC133794509}"/>
                </a:ext>
              </a:extLst>
            </p:cNvPr>
            <p:cNvSpPr/>
            <p:nvPr/>
          </p:nvSpPr>
          <p:spPr>
            <a:xfrm>
              <a:off x="6324254" y="2583842"/>
              <a:ext cx="81296" cy="93757"/>
            </a:xfrm>
            <a:custGeom>
              <a:avLst/>
              <a:gdLst/>
              <a:ahLst/>
              <a:cxnLst/>
              <a:rect l="l" t="t" r="r" b="b"/>
              <a:pathLst>
                <a:path w="5480" h="6320" extrusionOk="0">
                  <a:moveTo>
                    <a:pt x="303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6017"/>
                  </a:lnTo>
                  <a:cubicBezTo>
                    <a:pt x="1" y="6185"/>
                    <a:pt x="135" y="6319"/>
                    <a:pt x="303" y="6319"/>
                  </a:cubicBezTo>
                  <a:lnTo>
                    <a:pt x="5143" y="6319"/>
                  </a:lnTo>
                  <a:cubicBezTo>
                    <a:pt x="5345" y="6319"/>
                    <a:pt x="5479" y="6185"/>
                    <a:pt x="5479" y="6017"/>
                  </a:cubicBezTo>
                  <a:lnTo>
                    <a:pt x="5479" y="303"/>
                  </a:lnTo>
                  <a:cubicBezTo>
                    <a:pt x="5479" y="135"/>
                    <a:pt x="5345" y="1"/>
                    <a:pt x="5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057;p72">
              <a:extLst>
                <a:ext uri="{FF2B5EF4-FFF2-40B4-BE49-F238E27FC236}">
                  <a16:creationId xmlns:a16="http://schemas.microsoft.com/office/drawing/2014/main" id="{269D32E2-ACE0-0D26-1554-205B9EE9F59E}"/>
                </a:ext>
              </a:extLst>
            </p:cNvPr>
            <p:cNvSpPr/>
            <p:nvPr/>
          </p:nvSpPr>
          <p:spPr>
            <a:xfrm>
              <a:off x="6422976" y="2583842"/>
              <a:ext cx="81281" cy="93757"/>
            </a:xfrm>
            <a:custGeom>
              <a:avLst/>
              <a:gdLst/>
              <a:ahLst/>
              <a:cxnLst/>
              <a:rect l="l" t="t" r="r" b="b"/>
              <a:pathLst>
                <a:path w="5479" h="6320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6017"/>
                  </a:lnTo>
                  <a:cubicBezTo>
                    <a:pt x="0" y="6185"/>
                    <a:pt x="135" y="6319"/>
                    <a:pt x="303" y="6319"/>
                  </a:cubicBezTo>
                  <a:lnTo>
                    <a:pt x="5176" y="6319"/>
                  </a:lnTo>
                  <a:cubicBezTo>
                    <a:pt x="5344" y="6319"/>
                    <a:pt x="5479" y="6185"/>
                    <a:pt x="5479" y="6017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058;p72">
              <a:extLst>
                <a:ext uri="{FF2B5EF4-FFF2-40B4-BE49-F238E27FC236}">
                  <a16:creationId xmlns:a16="http://schemas.microsoft.com/office/drawing/2014/main" id="{B0272004-C3B6-11BA-5E3E-83D48C5C8982}"/>
                </a:ext>
              </a:extLst>
            </p:cNvPr>
            <p:cNvSpPr/>
            <p:nvPr/>
          </p:nvSpPr>
          <p:spPr>
            <a:xfrm>
              <a:off x="7267535" y="2583842"/>
              <a:ext cx="81785" cy="93757"/>
            </a:xfrm>
            <a:custGeom>
              <a:avLst/>
              <a:gdLst/>
              <a:ahLst/>
              <a:cxnLst/>
              <a:rect l="l" t="t" r="r" b="b"/>
              <a:pathLst>
                <a:path w="5513" h="6320" extrusionOk="0">
                  <a:moveTo>
                    <a:pt x="336" y="1"/>
                  </a:moveTo>
                  <a:cubicBezTo>
                    <a:pt x="168" y="1"/>
                    <a:pt x="0" y="135"/>
                    <a:pt x="0" y="303"/>
                  </a:cubicBezTo>
                  <a:lnTo>
                    <a:pt x="0" y="6017"/>
                  </a:lnTo>
                  <a:cubicBezTo>
                    <a:pt x="0" y="6185"/>
                    <a:pt x="168" y="6319"/>
                    <a:pt x="336" y="6319"/>
                  </a:cubicBezTo>
                  <a:lnTo>
                    <a:pt x="5176" y="6319"/>
                  </a:lnTo>
                  <a:cubicBezTo>
                    <a:pt x="5344" y="6319"/>
                    <a:pt x="5512" y="6185"/>
                    <a:pt x="5512" y="6017"/>
                  </a:cubicBezTo>
                  <a:lnTo>
                    <a:pt x="5512" y="303"/>
                  </a:lnTo>
                  <a:cubicBezTo>
                    <a:pt x="5512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059;p72">
              <a:extLst>
                <a:ext uri="{FF2B5EF4-FFF2-40B4-BE49-F238E27FC236}">
                  <a16:creationId xmlns:a16="http://schemas.microsoft.com/office/drawing/2014/main" id="{FDC7E20C-FB5E-69BF-87CE-C2EF36F20028}"/>
                </a:ext>
              </a:extLst>
            </p:cNvPr>
            <p:cNvSpPr/>
            <p:nvPr/>
          </p:nvSpPr>
          <p:spPr>
            <a:xfrm>
              <a:off x="7366746" y="2630719"/>
              <a:ext cx="81785" cy="46879"/>
            </a:xfrm>
            <a:custGeom>
              <a:avLst/>
              <a:gdLst/>
              <a:ahLst/>
              <a:cxnLst/>
              <a:rect l="l" t="t" r="r" b="b"/>
              <a:pathLst>
                <a:path w="5513" h="3160" extrusionOk="0">
                  <a:moveTo>
                    <a:pt x="336" y="0"/>
                  </a:moveTo>
                  <a:cubicBezTo>
                    <a:pt x="168" y="0"/>
                    <a:pt x="0" y="135"/>
                    <a:pt x="0" y="303"/>
                  </a:cubicBezTo>
                  <a:lnTo>
                    <a:pt x="0" y="2857"/>
                  </a:lnTo>
                  <a:cubicBezTo>
                    <a:pt x="0" y="3025"/>
                    <a:pt x="168" y="3159"/>
                    <a:pt x="336" y="3159"/>
                  </a:cubicBezTo>
                  <a:lnTo>
                    <a:pt x="5176" y="3159"/>
                  </a:lnTo>
                  <a:cubicBezTo>
                    <a:pt x="5344" y="3159"/>
                    <a:pt x="5512" y="3025"/>
                    <a:pt x="5512" y="2857"/>
                  </a:cubicBezTo>
                  <a:lnTo>
                    <a:pt x="5512" y="303"/>
                  </a:lnTo>
                  <a:cubicBezTo>
                    <a:pt x="5512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060;p72">
              <a:extLst>
                <a:ext uri="{FF2B5EF4-FFF2-40B4-BE49-F238E27FC236}">
                  <a16:creationId xmlns:a16="http://schemas.microsoft.com/office/drawing/2014/main" id="{22D9D0FD-6A06-8EB1-18C4-C22B534F4E30}"/>
                </a:ext>
              </a:extLst>
            </p:cNvPr>
            <p:cNvSpPr/>
            <p:nvPr/>
          </p:nvSpPr>
          <p:spPr>
            <a:xfrm>
              <a:off x="7565169" y="2630719"/>
              <a:ext cx="81281" cy="46879"/>
            </a:xfrm>
            <a:custGeom>
              <a:avLst/>
              <a:gdLst/>
              <a:ahLst/>
              <a:cxnLst/>
              <a:rect l="l" t="t" r="r" b="b"/>
              <a:pathLst>
                <a:path w="5479" h="3160" extrusionOk="0">
                  <a:moveTo>
                    <a:pt x="337" y="0"/>
                  </a:moveTo>
                  <a:cubicBezTo>
                    <a:pt x="135" y="0"/>
                    <a:pt x="1" y="135"/>
                    <a:pt x="1" y="303"/>
                  </a:cubicBezTo>
                  <a:lnTo>
                    <a:pt x="1" y="2857"/>
                  </a:lnTo>
                  <a:cubicBezTo>
                    <a:pt x="1" y="3025"/>
                    <a:pt x="135" y="3159"/>
                    <a:pt x="337" y="3159"/>
                  </a:cubicBezTo>
                  <a:lnTo>
                    <a:pt x="5176" y="3159"/>
                  </a:lnTo>
                  <a:cubicBezTo>
                    <a:pt x="5344" y="3159"/>
                    <a:pt x="5479" y="3025"/>
                    <a:pt x="5479" y="2857"/>
                  </a:cubicBezTo>
                  <a:lnTo>
                    <a:pt x="5479" y="303"/>
                  </a:lnTo>
                  <a:cubicBezTo>
                    <a:pt x="5479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061;p72">
              <a:extLst>
                <a:ext uri="{FF2B5EF4-FFF2-40B4-BE49-F238E27FC236}">
                  <a16:creationId xmlns:a16="http://schemas.microsoft.com/office/drawing/2014/main" id="{FC798D7D-E784-653D-8461-548F1CC3D26E}"/>
                </a:ext>
              </a:extLst>
            </p:cNvPr>
            <p:cNvSpPr/>
            <p:nvPr/>
          </p:nvSpPr>
          <p:spPr>
            <a:xfrm>
              <a:off x="6521683" y="2583842"/>
              <a:ext cx="107213" cy="93757"/>
            </a:xfrm>
            <a:custGeom>
              <a:avLst/>
              <a:gdLst/>
              <a:ahLst/>
              <a:cxnLst/>
              <a:rect l="l" t="t" r="r" b="b"/>
              <a:pathLst>
                <a:path w="7227" h="6320" extrusionOk="0">
                  <a:moveTo>
                    <a:pt x="337" y="1"/>
                  </a:moveTo>
                  <a:cubicBezTo>
                    <a:pt x="169" y="1"/>
                    <a:pt x="1" y="135"/>
                    <a:pt x="1" y="303"/>
                  </a:cubicBezTo>
                  <a:lnTo>
                    <a:pt x="1" y="6017"/>
                  </a:lnTo>
                  <a:cubicBezTo>
                    <a:pt x="1" y="6185"/>
                    <a:pt x="169" y="6319"/>
                    <a:pt x="337" y="6319"/>
                  </a:cubicBezTo>
                  <a:lnTo>
                    <a:pt x="6924" y="6319"/>
                  </a:lnTo>
                  <a:cubicBezTo>
                    <a:pt x="7092" y="6319"/>
                    <a:pt x="7227" y="6185"/>
                    <a:pt x="7227" y="6017"/>
                  </a:cubicBezTo>
                  <a:lnTo>
                    <a:pt x="7227" y="303"/>
                  </a:lnTo>
                  <a:cubicBezTo>
                    <a:pt x="7227" y="135"/>
                    <a:pt x="7092" y="1"/>
                    <a:pt x="69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062;p72">
              <a:extLst>
                <a:ext uri="{FF2B5EF4-FFF2-40B4-BE49-F238E27FC236}">
                  <a16:creationId xmlns:a16="http://schemas.microsoft.com/office/drawing/2014/main" id="{13A85ED8-B037-B8FD-E1A3-046FC49FEB56}"/>
                </a:ext>
              </a:extLst>
            </p:cNvPr>
            <p:cNvSpPr/>
            <p:nvPr/>
          </p:nvSpPr>
          <p:spPr>
            <a:xfrm>
              <a:off x="7142897" y="2583842"/>
              <a:ext cx="107198" cy="93757"/>
            </a:xfrm>
            <a:custGeom>
              <a:avLst/>
              <a:gdLst/>
              <a:ahLst/>
              <a:cxnLst/>
              <a:rect l="l" t="t" r="r" b="b"/>
              <a:pathLst>
                <a:path w="7226" h="6320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6017"/>
                  </a:lnTo>
                  <a:cubicBezTo>
                    <a:pt x="0" y="6185"/>
                    <a:pt x="135" y="6319"/>
                    <a:pt x="303" y="6319"/>
                  </a:cubicBezTo>
                  <a:lnTo>
                    <a:pt x="6890" y="6319"/>
                  </a:lnTo>
                  <a:cubicBezTo>
                    <a:pt x="7092" y="6319"/>
                    <a:pt x="7226" y="6185"/>
                    <a:pt x="7226" y="6017"/>
                  </a:cubicBezTo>
                  <a:lnTo>
                    <a:pt x="7226" y="303"/>
                  </a:lnTo>
                  <a:cubicBezTo>
                    <a:pt x="7226" y="135"/>
                    <a:pt x="7092" y="1"/>
                    <a:pt x="68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063;p72">
              <a:extLst>
                <a:ext uri="{FF2B5EF4-FFF2-40B4-BE49-F238E27FC236}">
                  <a16:creationId xmlns:a16="http://schemas.microsoft.com/office/drawing/2014/main" id="{4287B077-1078-29A7-25C3-B089F3CD53C6}"/>
                </a:ext>
              </a:extLst>
            </p:cNvPr>
            <p:cNvSpPr/>
            <p:nvPr/>
          </p:nvSpPr>
          <p:spPr>
            <a:xfrm>
              <a:off x="6646825" y="2583842"/>
              <a:ext cx="478162" cy="93757"/>
            </a:xfrm>
            <a:custGeom>
              <a:avLst/>
              <a:gdLst/>
              <a:ahLst/>
              <a:cxnLst/>
              <a:rect l="l" t="t" r="r" b="b"/>
              <a:pathLst>
                <a:path w="32232" h="6320" extrusionOk="0">
                  <a:moveTo>
                    <a:pt x="337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6017"/>
                  </a:lnTo>
                  <a:cubicBezTo>
                    <a:pt x="1" y="6185"/>
                    <a:pt x="135" y="6319"/>
                    <a:pt x="337" y="6319"/>
                  </a:cubicBezTo>
                  <a:lnTo>
                    <a:pt x="31929" y="6319"/>
                  </a:lnTo>
                  <a:cubicBezTo>
                    <a:pt x="32097" y="6319"/>
                    <a:pt x="32231" y="6185"/>
                    <a:pt x="32231" y="6017"/>
                  </a:cubicBezTo>
                  <a:lnTo>
                    <a:pt x="32231" y="303"/>
                  </a:lnTo>
                  <a:cubicBezTo>
                    <a:pt x="32231" y="135"/>
                    <a:pt x="32097" y="1"/>
                    <a:pt x="3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064;p72">
              <a:extLst>
                <a:ext uri="{FF2B5EF4-FFF2-40B4-BE49-F238E27FC236}">
                  <a16:creationId xmlns:a16="http://schemas.microsoft.com/office/drawing/2014/main" id="{EF0DF382-CF02-7873-033D-5AC1C676EC1E}"/>
                </a:ext>
              </a:extLst>
            </p:cNvPr>
            <p:cNvSpPr/>
            <p:nvPr/>
          </p:nvSpPr>
          <p:spPr>
            <a:xfrm>
              <a:off x="6448402" y="2484630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7" y="1"/>
                  </a:moveTo>
                  <a:cubicBezTo>
                    <a:pt x="169" y="1"/>
                    <a:pt x="1" y="135"/>
                    <a:pt x="1" y="303"/>
                  </a:cubicBezTo>
                  <a:lnTo>
                    <a:pt x="1" y="5177"/>
                  </a:lnTo>
                  <a:cubicBezTo>
                    <a:pt x="1" y="5345"/>
                    <a:pt x="169" y="5479"/>
                    <a:pt x="337" y="5479"/>
                  </a:cubicBezTo>
                  <a:lnTo>
                    <a:pt x="5176" y="5479"/>
                  </a:lnTo>
                  <a:cubicBezTo>
                    <a:pt x="5344" y="5479"/>
                    <a:pt x="5512" y="5345"/>
                    <a:pt x="5512" y="5177"/>
                  </a:cubicBezTo>
                  <a:lnTo>
                    <a:pt x="5512" y="303"/>
                  </a:lnTo>
                  <a:cubicBezTo>
                    <a:pt x="5512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065;p72">
              <a:extLst>
                <a:ext uri="{FF2B5EF4-FFF2-40B4-BE49-F238E27FC236}">
                  <a16:creationId xmlns:a16="http://schemas.microsoft.com/office/drawing/2014/main" id="{16033023-03F5-96CD-4F55-E7E9EB7C8961}"/>
                </a:ext>
              </a:extLst>
            </p:cNvPr>
            <p:cNvSpPr/>
            <p:nvPr/>
          </p:nvSpPr>
          <p:spPr>
            <a:xfrm>
              <a:off x="6547614" y="2484630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37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7"/>
                  </a:lnTo>
                  <a:cubicBezTo>
                    <a:pt x="1" y="5345"/>
                    <a:pt x="135" y="5479"/>
                    <a:pt x="337" y="5479"/>
                  </a:cubicBezTo>
                  <a:lnTo>
                    <a:pt x="5176" y="5479"/>
                  </a:lnTo>
                  <a:cubicBezTo>
                    <a:pt x="5344" y="5479"/>
                    <a:pt x="5479" y="5345"/>
                    <a:pt x="5479" y="5177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066;p72">
              <a:extLst>
                <a:ext uri="{FF2B5EF4-FFF2-40B4-BE49-F238E27FC236}">
                  <a16:creationId xmlns:a16="http://schemas.microsoft.com/office/drawing/2014/main" id="{4522C55B-DA66-41B2-E837-B1C73A9F19D1}"/>
                </a:ext>
              </a:extLst>
            </p:cNvPr>
            <p:cNvSpPr/>
            <p:nvPr/>
          </p:nvSpPr>
          <p:spPr>
            <a:xfrm>
              <a:off x="6646825" y="2484630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7"/>
                  </a:lnTo>
                  <a:cubicBezTo>
                    <a:pt x="1" y="5345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9" y="5345"/>
                    <a:pt x="5479" y="5177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067;p72">
              <a:extLst>
                <a:ext uri="{FF2B5EF4-FFF2-40B4-BE49-F238E27FC236}">
                  <a16:creationId xmlns:a16="http://schemas.microsoft.com/office/drawing/2014/main" id="{29B4C58E-6ED8-D557-930F-4D4085F777F5}"/>
                </a:ext>
              </a:extLst>
            </p:cNvPr>
            <p:cNvSpPr/>
            <p:nvPr/>
          </p:nvSpPr>
          <p:spPr>
            <a:xfrm>
              <a:off x="6746037" y="2484630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7"/>
                  </a:lnTo>
                  <a:cubicBezTo>
                    <a:pt x="1" y="5345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5" y="5479"/>
                    <a:pt x="5479" y="5345"/>
                    <a:pt x="5479" y="5177"/>
                  </a:cubicBezTo>
                  <a:lnTo>
                    <a:pt x="5479" y="303"/>
                  </a:lnTo>
                  <a:cubicBezTo>
                    <a:pt x="5479" y="135"/>
                    <a:pt x="5345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068;p72">
              <a:extLst>
                <a:ext uri="{FF2B5EF4-FFF2-40B4-BE49-F238E27FC236}">
                  <a16:creationId xmlns:a16="http://schemas.microsoft.com/office/drawing/2014/main" id="{C610933D-CB69-ADA0-85E3-7A6B31136D03}"/>
                </a:ext>
              </a:extLst>
            </p:cNvPr>
            <p:cNvSpPr/>
            <p:nvPr/>
          </p:nvSpPr>
          <p:spPr>
            <a:xfrm>
              <a:off x="6845248" y="2484630"/>
              <a:ext cx="81296" cy="81281"/>
            </a:xfrm>
            <a:custGeom>
              <a:avLst/>
              <a:gdLst/>
              <a:ahLst/>
              <a:cxnLst/>
              <a:rect l="l" t="t" r="r" b="b"/>
              <a:pathLst>
                <a:path w="5480" h="5479" extrusionOk="0">
                  <a:moveTo>
                    <a:pt x="303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7"/>
                  </a:lnTo>
                  <a:cubicBezTo>
                    <a:pt x="1" y="5345"/>
                    <a:pt x="135" y="5479"/>
                    <a:pt x="303" y="5479"/>
                  </a:cubicBezTo>
                  <a:lnTo>
                    <a:pt x="5177" y="5479"/>
                  </a:lnTo>
                  <a:cubicBezTo>
                    <a:pt x="5345" y="5479"/>
                    <a:pt x="5479" y="5345"/>
                    <a:pt x="5479" y="5177"/>
                  </a:cubicBezTo>
                  <a:lnTo>
                    <a:pt x="5479" y="303"/>
                  </a:lnTo>
                  <a:cubicBezTo>
                    <a:pt x="5479" y="135"/>
                    <a:pt x="5345" y="1"/>
                    <a:pt x="5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069;p72">
              <a:extLst>
                <a:ext uri="{FF2B5EF4-FFF2-40B4-BE49-F238E27FC236}">
                  <a16:creationId xmlns:a16="http://schemas.microsoft.com/office/drawing/2014/main" id="{C8A6006D-678D-6623-0A81-AB0581F7CBCF}"/>
                </a:ext>
              </a:extLst>
            </p:cNvPr>
            <p:cNvSpPr/>
            <p:nvPr/>
          </p:nvSpPr>
          <p:spPr>
            <a:xfrm>
              <a:off x="6944460" y="2484630"/>
              <a:ext cx="81296" cy="81281"/>
            </a:xfrm>
            <a:custGeom>
              <a:avLst/>
              <a:gdLst/>
              <a:ahLst/>
              <a:cxnLst/>
              <a:rect l="l" t="t" r="r" b="b"/>
              <a:pathLst>
                <a:path w="5480" h="5479" extrusionOk="0">
                  <a:moveTo>
                    <a:pt x="303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7"/>
                  </a:lnTo>
                  <a:cubicBezTo>
                    <a:pt x="1" y="5345"/>
                    <a:pt x="135" y="5479"/>
                    <a:pt x="303" y="5479"/>
                  </a:cubicBezTo>
                  <a:lnTo>
                    <a:pt x="5177" y="5479"/>
                  </a:lnTo>
                  <a:cubicBezTo>
                    <a:pt x="5345" y="5479"/>
                    <a:pt x="5479" y="5345"/>
                    <a:pt x="5479" y="5177"/>
                  </a:cubicBezTo>
                  <a:lnTo>
                    <a:pt x="5479" y="303"/>
                  </a:lnTo>
                  <a:cubicBezTo>
                    <a:pt x="5479" y="135"/>
                    <a:pt x="5345" y="1"/>
                    <a:pt x="5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070;p72">
              <a:extLst>
                <a:ext uri="{FF2B5EF4-FFF2-40B4-BE49-F238E27FC236}">
                  <a16:creationId xmlns:a16="http://schemas.microsoft.com/office/drawing/2014/main" id="{A02F027F-2634-DD1D-09E6-803C778D856A}"/>
                </a:ext>
              </a:extLst>
            </p:cNvPr>
            <p:cNvSpPr/>
            <p:nvPr/>
          </p:nvSpPr>
          <p:spPr>
            <a:xfrm>
              <a:off x="7043686" y="2484630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4" y="1"/>
                    <a:pt x="0" y="135"/>
                    <a:pt x="0" y="303"/>
                  </a:cubicBezTo>
                  <a:lnTo>
                    <a:pt x="0" y="5177"/>
                  </a:lnTo>
                  <a:cubicBezTo>
                    <a:pt x="0" y="5345"/>
                    <a:pt x="134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8" y="5345"/>
                    <a:pt x="5478" y="5177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071;p72">
              <a:extLst>
                <a:ext uri="{FF2B5EF4-FFF2-40B4-BE49-F238E27FC236}">
                  <a16:creationId xmlns:a16="http://schemas.microsoft.com/office/drawing/2014/main" id="{A55A6BD8-E4ED-02A7-20A2-0A62900417C6}"/>
                </a:ext>
              </a:extLst>
            </p:cNvPr>
            <p:cNvSpPr/>
            <p:nvPr/>
          </p:nvSpPr>
          <p:spPr>
            <a:xfrm>
              <a:off x="7142897" y="2484630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7"/>
                  </a:lnTo>
                  <a:cubicBezTo>
                    <a:pt x="0" y="5345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8" y="5345"/>
                    <a:pt x="5478" y="5177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072;p72">
              <a:extLst>
                <a:ext uri="{FF2B5EF4-FFF2-40B4-BE49-F238E27FC236}">
                  <a16:creationId xmlns:a16="http://schemas.microsoft.com/office/drawing/2014/main" id="{880E9652-6ADE-5458-20BD-A07605C34A53}"/>
                </a:ext>
              </a:extLst>
            </p:cNvPr>
            <p:cNvSpPr/>
            <p:nvPr/>
          </p:nvSpPr>
          <p:spPr>
            <a:xfrm>
              <a:off x="7242109" y="2484630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7"/>
                  </a:lnTo>
                  <a:cubicBezTo>
                    <a:pt x="0" y="5345"/>
                    <a:pt x="135" y="5479"/>
                    <a:pt x="303" y="5479"/>
                  </a:cubicBezTo>
                  <a:lnTo>
                    <a:pt x="5142" y="5479"/>
                  </a:lnTo>
                  <a:cubicBezTo>
                    <a:pt x="5344" y="5479"/>
                    <a:pt x="5478" y="5345"/>
                    <a:pt x="5478" y="5177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073;p72">
              <a:extLst>
                <a:ext uri="{FF2B5EF4-FFF2-40B4-BE49-F238E27FC236}">
                  <a16:creationId xmlns:a16="http://schemas.microsoft.com/office/drawing/2014/main" id="{DA19AD36-1977-14F2-63D7-0A43DC42DA2D}"/>
                </a:ext>
              </a:extLst>
            </p:cNvPr>
            <p:cNvSpPr/>
            <p:nvPr/>
          </p:nvSpPr>
          <p:spPr>
            <a:xfrm>
              <a:off x="7340816" y="2484630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7" y="1"/>
                  </a:moveTo>
                  <a:cubicBezTo>
                    <a:pt x="169" y="1"/>
                    <a:pt x="1" y="135"/>
                    <a:pt x="1" y="303"/>
                  </a:cubicBezTo>
                  <a:lnTo>
                    <a:pt x="1" y="5177"/>
                  </a:lnTo>
                  <a:cubicBezTo>
                    <a:pt x="1" y="5345"/>
                    <a:pt x="169" y="5479"/>
                    <a:pt x="337" y="5479"/>
                  </a:cubicBezTo>
                  <a:lnTo>
                    <a:pt x="5176" y="5479"/>
                  </a:lnTo>
                  <a:cubicBezTo>
                    <a:pt x="5378" y="5479"/>
                    <a:pt x="5513" y="5345"/>
                    <a:pt x="5513" y="5177"/>
                  </a:cubicBezTo>
                  <a:lnTo>
                    <a:pt x="5513" y="303"/>
                  </a:lnTo>
                  <a:cubicBezTo>
                    <a:pt x="5513" y="135"/>
                    <a:pt x="5378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074;p72">
              <a:extLst>
                <a:ext uri="{FF2B5EF4-FFF2-40B4-BE49-F238E27FC236}">
                  <a16:creationId xmlns:a16="http://schemas.microsoft.com/office/drawing/2014/main" id="{D14B64E5-4FBC-7829-ACCA-2BC70B9840EA}"/>
                </a:ext>
              </a:extLst>
            </p:cNvPr>
            <p:cNvSpPr/>
            <p:nvPr/>
          </p:nvSpPr>
          <p:spPr>
            <a:xfrm>
              <a:off x="7440027" y="2484630"/>
              <a:ext cx="205939" cy="81281"/>
            </a:xfrm>
            <a:custGeom>
              <a:avLst/>
              <a:gdLst/>
              <a:ahLst/>
              <a:cxnLst/>
              <a:rect l="l" t="t" r="r" b="b"/>
              <a:pathLst>
                <a:path w="13882" h="5479" extrusionOk="0">
                  <a:moveTo>
                    <a:pt x="337" y="1"/>
                  </a:moveTo>
                  <a:cubicBezTo>
                    <a:pt x="169" y="1"/>
                    <a:pt x="1" y="135"/>
                    <a:pt x="1" y="303"/>
                  </a:cubicBezTo>
                  <a:lnTo>
                    <a:pt x="1" y="5177"/>
                  </a:lnTo>
                  <a:cubicBezTo>
                    <a:pt x="1" y="5345"/>
                    <a:pt x="169" y="5479"/>
                    <a:pt x="337" y="5479"/>
                  </a:cubicBezTo>
                  <a:lnTo>
                    <a:pt x="13545" y="5479"/>
                  </a:lnTo>
                  <a:cubicBezTo>
                    <a:pt x="13747" y="5479"/>
                    <a:pt x="13881" y="5345"/>
                    <a:pt x="13881" y="5177"/>
                  </a:cubicBezTo>
                  <a:lnTo>
                    <a:pt x="13881" y="303"/>
                  </a:lnTo>
                  <a:cubicBezTo>
                    <a:pt x="13881" y="135"/>
                    <a:pt x="13747" y="1"/>
                    <a:pt x="13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075;p72">
              <a:extLst>
                <a:ext uri="{FF2B5EF4-FFF2-40B4-BE49-F238E27FC236}">
                  <a16:creationId xmlns:a16="http://schemas.microsoft.com/office/drawing/2014/main" id="{B07BA88E-A5CC-53AB-2B59-77F11C518F8D}"/>
                </a:ext>
              </a:extLst>
            </p:cNvPr>
            <p:cNvSpPr/>
            <p:nvPr/>
          </p:nvSpPr>
          <p:spPr>
            <a:xfrm>
              <a:off x="6497266" y="2385419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076;p72">
              <a:extLst>
                <a:ext uri="{FF2B5EF4-FFF2-40B4-BE49-F238E27FC236}">
                  <a16:creationId xmlns:a16="http://schemas.microsoft.com/office/drawing/2014/main" id="{BBA4FEA6-0A40-C685-6CD9-96C16BF179D1}"/>
                </a:ext>
              </a:extLst>
            </p:cNvPr>
            <p:cNvSpPr/>
            <p:nvPr/>
          </p:nvSpPr>
          <p:spPr>
            <a:xfrm>
              <a:off x="6596478" y="2385419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42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077;p72">
              <a:extLst>
                <a:ext uri="{FF2B5EF4-FFF2-40B4-BE49-F238E27FC236}">
                  <a16:creationId xmlns:a16="http://schemas.microsoft.com/office/drawing/2014/main" id="{DF19D60E-8A73-E128-C101-12A26C0CF554}"/>
                </a:ext>
              </a:extLst>
            </p:cNvPr>
            <p:cNvSpPr/>
            <p:nvPr/>
          </p:nvSpPr>
          <p:spPr>
            <a:xfrm>
              <a:off x="6695185" y="2385419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7" y="1"/>
                  </a:moveTo>
                  <a:cubicBezTo>
                    <a:pt x="169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69" y="5479"/>
                    <a:pt x="337" y="5479"/>
                  </a:cubicBezTo>
                  <a:lnTo>
                    <a:pt x="5176" y="5479"/>
                  </a:lnTo>
                  <a:cubicBezTo>
                    <a:pt x="5378" y="5479"/>
                    <a:pt x="5513" y="5344"/>
                    <a:pt x="5513" y="5176"/>
                  </a:cubicBezTo>
                  <a:lnTo>
                    <a:pt x="5513" y="303"/>
                  </a:lnTo>
                  <a:cubicBezTo>
                    <a:pt x="5513" y="135"/>
                    <a:pt x="5378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078;p72">
              <a:extLst>
                <a:ext uri="{FF2B5EF4-FFF2-40B4-BE49-F238E27FC236}">
                  <a16:creationId xmlns:a16="http://schemas.microsoft.com/office/drawing/2014/main" id="{E80C7FC2-FD49-FEF7-D0E4-4FAC1B5B83BF}"/>
                </a:ext>
              </a:extLst>
            </p:cNvPr>
            <p:cNvSpPr/>
            <p:nvPr/>
          </p:nvSpPr>
          <p:spPr>
            <a:xfrm>
              <a:off x="6794396" y="2385419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7" y="1"/>
                  </a:moveTo>
                  <a:cubicBezTo>
                    <a:pt x="169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69" y="5479"/>
                    <a:pt x="337" y="5479"/>
                  </a:cubicBezTo>
                  <a:lnTo>
                    <a:pt x="5177" y="5479"/>
                  </a:lnTo>
                  <a:cubicBezTo>
                    <a:pt x="5345" y="5479"/>
                    <a:pt x="5513" y="5344"/>
                    <a:pt x="5513" y="5176"/>
                  </a:cubicBezTo>
                  <a:lnTo>
                    <a:pt x="5513" y="303"/>
                  </a:lnTo>
                  <a:cubicBezTo>
                    <a:pt x="5513" y="135"/>
                    <a:pt x="5345" y="1"/>
                    <a:pt x="5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079;p72">
              <a:extLst>
                <a:ext uri="{FF2B5EF4-FFF2-40B4-BE49-F238E27FC236}">
                  <a16:creationId xmlns:a16="http://schemas.microsoft.com/office/drawing/2014/main" id="{0F18FD4B-6024-1FBD-3ACB-80C4D4AFB19F}"/>
                </a:ext>
              </a:extLst>
            </p:cNvPr>
            <p:cNvSpPr/>
            <p:nvPr/>
          </p:nvSpPr>
          <p:spPr>
            <a:xfrm>
              <a:off x="6893608" y="2385419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7" y="1"/>
                  </a:moveTo>
                  <a:cubicBezTo>
                    <a:pt x="169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69" y="5479"/>
                    <a:pt x="337" y="5479"/>
                  </a:cubicBezTo>
                  <a:lnTo>
                    <a:pt x="5177" y="5479"/>
                  </a:lnTo>
                  <a:cubicBezTo>
                    <a:pt x="5345" y="5479"/>
                    <a:pt x="5513" y="5344"/>
                    <a:pt x="5513" y="5176"/>
                  </a:cubicBezTo>
                  <a:lnTo>
                    <a:pt x="5513" y="303"/>
                  </a:lnTo>
                  <a:cubicBezTo>
                    <a:pt x="5513" y="135"/>
                    <a:pt x="5345" y="1"/>
                    <a:pt x="5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080;p72">
              <a:extLst>
                <a:ext uri="{FF2B5EF4-FFF2-40B4-BE49-F238E27FC236}">
                  <a16:creationId xmlns:a16="http://schemas.microsoft.com/office/drawing/2014/main" id="{6ED84C7F-7D4C-F91D-475C-8DC136C253DC}"/>
                </a:ext>
              </a:extLst>
            </p:cNvPr>
            <p:cNvSpPr/>
            <p:nvPr/>
          </p:nvSpPr>
          <p:spPr>
            <a:xfrm>
              <a:off x="6992819" y="2385419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7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37" y="5479"/>
                  </a:cubicBezTo>
                  <a:lnTo>
                    <a:pt x="5177" y="5479"/>
                  </a:lnTo>
                  <a:cubicBezTo>
                    <a:pt x="5345" y="5479"/>
                    <a:pt x="5513" y="5344"/>
                    <a:pt x="5513" y="5176"/>
                  </a:cubicBezTo>
                  <a:lnTo>
                    <a:pt x="5513" y="303"/>
                  </a:lnTo>
                  <a:cubicBezTo>
                    <a:pt x="5513" y="135"/>
                    <a:pt x="5345" y="1"/>
                    <a:pt x="5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081;p72">
              <a:extLst>
                <a:ext uri="{FF2B5EF4-FFF2-40B4-BE49-F238E27FC236}">
                  <a16:creationId xmlns:a16="http://schemas.microsoft.com/office/drawing/2014/main" id="{7500696D-B9F3-E15D-4296-D3B50595B8C2}"/>
                </a:ext>
              </a:extLst>
            </p:cNvPr>
            <p:cNvSpPr/>
            <p:nvPr/>
          </p:nvSpPr>
          <p:spPr>
            <a:xfrm>
              <a:off x="7092046" y="2385419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36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36" y="5479"/>
                  </a:cubicBezTo>
                  <a:lnTo>
                    <a:pt x="5176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082;p72">
              <a:extLst>
                <a:ext uri="{FF2B5EF4-FFF2-40B4-BE49-F238E27FC236}">
                  <a16:creationId xmlns:a16="http://schemas.microsoft.com/office/drawing/2014/main" id="{9C1D15BC-BB25-74D7-DFC5-6F1A5F056183}"/>
                </a:ext>
              </a:extLst>
            </p:cNvPr>
            <p:cNvSpPr/>
            <p:nvPr/>
          </p:nvSpPr>
          <p:spPr>
            <a:xfrm>
              <a:off x="7191257" y="2385419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083;p72">
              <a:extLst>
                <a:ext uri="{FF2B5EF4-FFF2-40B4-BE49-F238E27FC236}">
                  <a16:creationId xmlns:a16="http://schemas.microsoft.com/office/drawing/2014/main" id="{81B9505D-865A-6195-C164-85F0E574C039}"/>
                </a:ext>
              </a:extLst>
            </p:cNvPr>
            <p:cNvSpPr/>
            <p:nvPr/>
          </p:nvSpPr>
          <p:spPr>
            <a:xfrm>
              <a:off x="7290468" y="2385419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084;p72">
              <a:extLst>
                <a:ext uri="{FF2B5EF4-FFF2-40B4-BE49-F238E27FC236}">
                  <a16:creationId xmlns:a16="http://schemas.microsoft.com/office/drawing/2014/main" id="{69E689AF-8EA3-F8D3-C6B8-FB369923F1A1}"/>
                </a:ext>
              </a:extLst>
            </p:cNvPr>
            <p:cNvSpPr/>
            <p:nvPr/>
          </p:nvSpPr>
          <p:spPr>
            <a:xfrm>
              <a:off x="7389680" y="2385419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085;p72">
              <a:extLst>
                <a:ext uri="{FF2B5EF4-FFF2-40B4-BE49-F238E27FC236}">
                  <a16:creationId xmlns:a16="http://schemas.microsoft.com/office/drawing/2014/main" id="{FBEE306D-A0B3-431D-B9B9-EF96D3D87377}"/>
                </a:ext>
              </a:extLst>
            </p:cNvPr>
            <p:cNvSpPr/>
            <p:nvPr/>
          </p:nvSpPr>
          <p:spPr>
            <a:xfrm>
              <a:off x="7488891" y="2385419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086;p72">
              <a:extLst>
                <a:ext uri="{FF2B5EF4-FFF2-40B4-BE49-F238E27FC236}">
                  <a16:creationId xmlns:a16="http://schemas.microsoft.com/office/drawing/2014/main" id="{77A1626B-3BC7-6E41-3D41-A1294F9E242E}"/>
                </a:ext>
              </a:extLst>
            </p:cNvPr>
            <p:cNvSpPr/>
            <p:nvPr/>
          </p:nvSpPr>
          <p:spPr>
            <a:xfrm>
              <a:off x="6473324" y="2286207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7" y="1"/>
                  </a:moveTo>
                  <a:cubicBezTo>
                    <a:pt x="169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69" y="5479"/>
                    <a:pt x="337" y="5479"/>
                  </a:cubicBezTo>
                  <a:lnTo>
                    <a:pt x="5177" y="5479"/>
                  </a:lnTo>
                  <a:cubicBezTo>
                    <a:pt x="5378" y="5479"/>
                    <a:pt x="5513" y="5344"/>
                    <a:pt x="5513" y="5176"/>
                  </a:cubicBezTo>
                  <a:lnTo>
                    <a:pt x="5513" y="303"/>
                  </a:lnTo>
                  <a:cubicBezTo>
                    <a:pt x="5513" y="135"/>
                    <a:pt x="5378" y="1"/>
                    <a:pt x="5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087;p72">
              <a:extLst>
                <a:ext uri="{FF2B5EF4-FFF2-40B4-BE49-F238E27FC236}">
                  <a16:creationId xmlns:a16="http://schemas.microsoft.com/office/drawing/2014/main" id="{D51E8702-3981-152A-7ACF-ABD66CE0AF82}"/>
                </a:ext>
              </a:extLst>
            </p:cNvPr>
            <p:cNvSpPr/>
            <p:nvPr/>
          </p:nvSpPr>
          <p:spPr>
            <a:xfrm>
              <a:off x="6572550" y="2286207"/>
              <a:ext cx="81771" cy="81281"/>
            </a:xfrm>
            <a:custGeom>
              <a:avLst/>
              <a:gdLst/>
              <a:ahLst/>
              <a:cxnLst/>
              <a:rect l="l" t="t" r="r" b="b"/>
              <a:pathLst>
                <a:path w="5512" h="5479" extrusionOk="0">
                  <a:moveTo>
                    <a:pt x="336" y="1"/>
                  </a:moveTo>
                  <a:cubicBezTo>
                    <a:pt x="168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68" y="5479"/>
                    <a:pt x="336" y="5479"/>
                  </a:cubicBezTo>
                  <a:lnTo>
                    <a:pt x="5176" y="5479"/>
                  </a:lnTo>
                  <a:cubicBezTo>
                    <a:pt x="5377" y="5479"/>
                    <a:pt x="5512" y="5344"/>
                    <a:pt x="5512" y="5176"/>
                  </a:cubicBezTo>
                  <a:lnTo>
                    <a:pt x="5512" y="303"/>
                  </a:lnTo>
                  <a:cubicBezTo>
                    <a:pt x="5512" y="135"/>
                    <a:pt x="5377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088;p72">
              <a:extLst>
                <a:ext uri="{FF2B5EF4-FFF2-40B4-BE49-F238E27FC236}">
                  <a16:creationId xmlns:a16="http://schemas.microsoft.com/office/drawing/2014/main" id="{C6E85FC4-7A26-A601-10DA-962FE0B4B86B}"/>
                </a:ext>
              </a:extLst>
            </p:cNvPr>
            <p:cNvSpPr/>
            <p:nvPr/>
          </p:nvSpPr>
          <p:spPr>
            <a:xfrm>
              <a:off x="6671762" y="2286207"/>
              <a:ext cx="81771" cy="81281"/>
            </a:xfrm>
            <a:custGeom>
              <a:avLst/>
              <a:gdLst/>
              <a:ahLst/>
              <a:cxnLst/>
              <a:rect l="l" t="t" r="r" b="b"/>
              <a:pathLst>
                <a:path w="5512" h="5479" extrusionOk="0">
                  <a:moveTo>
                    <a:pt x="336" y="1"/>
                  </a:moveTo>
                  <a:cubicBezTo>
                    <a:pt x="168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68" y="5479"/>
                    <a:pt x="336" y="5479"/>
                  </a:cubicBezTo>
                  <a:lnTo>
                    <a:pt x="5176" y="5479"/>
                  </a:lnTo>
                  <a:cubicBezTo>
                    <a:pt x="5344" y="5479"/>
                    <a:pt x="5512" y="5344"/>
                    <a:pt x="5512" y="5176"/>
                  </a:cubicBezTo>
                  <a:lnTo>
                    <a:pt x="5512" y="303"/>
                  </a:lnTo>
                  <a:cubicBezTo>
                    <a:pt x="5512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089;p72">
              <a:extLst>
                <a:ext uri="{FF2B5EF4-FFF2-40B4-BE49-F238E27FC236}">
                  <a16:creationId xmlns:a16="http://schemas.microsoft.com/office/drawing/2014/main" id="{2D50BC41-D685-1D11-B9DD-FC248B3A93DE}"/>
                </a:ext>
              </a:extLst>
            </p:cNvPr>
            <p:cNvSpPr/>
            <p:nvPr/>
          </p:nvSpPr>
          <p:spPr>
            <a:xfrm>
              <a:off x="6770973" y="2286207"/>
              <a:ext cx="81771" cy="81281"/>
            </a:xfrm>
            <a:custGeom>
              <a:avLst/>
              <a:gdLst/>
              <a:ahLst/>
              <a:cxnLst/>
              <a:rect l="l" t="t" r="r" b="b"/>
              <a:pathLst>
                <a:path w="5512" h="5479" extrusionOk="0">
                  <a:moveTo>
                    <a:pt x="336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36" y="5479"/>
                  </a:cubicBezTo>
                  <a:lnTo>
                    <a:pt x="5176" y="5479"/>
                  </a:lnTo>
                  <a:cubicBezTo>
                    <a:pt x="5344" y="5479"/>
                    <a:pt x="5512" y="5344"/>
                    <a:pt x="5512" y="5176"/>
                  </a:cubicBezTo>
                  <a:lnTo>
                    <a:pt x="5512" y="303"/>
                  </a:lnTo>
                  <a:cubicBezTo>
                    <a:pt x="5512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090;p72">
              <a:extLst>
                <a:ext uri="{FF2B5EF4-FFF2-40B4-BE49-F238E27FC236}">
                  <a16:creationId xmlns:a16="http://schemas.microsoft.com/office/drawing/2014/main" id="{1CD59CC0-8E2B-3770-F0EA-09D2F9ADAD73}"/>
                </a:ext>
              </a:extLst>
            </p:cNvPr>
            <p:cNvSpPr/>
            <p:nvPr/>
          </p:nvSpPr>
          <p:spPr>
            <a:xfrm>
              <a:off x="6870184" y="2286207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36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36" y="5479"/>
                  </a:cubicBezTo>
                  <a:lnTo>
                    <a:pt x="5176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091;p72">
              <a:extLst>
                <a:ext uri="{FF2B5EF4-FFF2-40B4-BE49-F238E27FC236}">
                  <a16:creationId xmlns:a16="http://schemas.microsoft.com/office/drawing/2014/main" id="{260B297B-2F7C-3A26-751A-243B101795EB}"/>
                </a:ext>
              </a:extLst>
            </p:cNvPr>
            <p:cNvSpPr/>
            <p:nvPr/>
          </p:nvSpPr>
          <p:spPr>
            <a:xfrm>
              <a:off x="6969396" y="2286207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36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36" y="5479"/>
                  </a:cubicBezTo>
                  <a:lnTo>
                    <a:pt x="5176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092;p72">
              <a:extLst>
                <a:ext uri="{FF2B5EF4-FFF2-40B4-BE49-F238E27FC236}">
                  <a16:creationId xmlns:a16="http://schemas.microsoft.com/office/drawing/2014/main" id="{A33F0A43-C772-0192-99C1-E1B73B3E0A8F}"/>
                </a:ext>
              </a:extLst>
            </p:cNvPr>
            <p:cNvSpPr/>
            <p:nvPr/>
          </p:nvSpPr>
          <p:spPr>
            <a:xfrm>
              <a:off x="7068607" y="2286207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093;p72">
              <a:extLst>
                <a:ext uri="{FF2B5EF4-FFF2-40B4-BE49-F238E27FC236}">
                  <a16:creationId xmlns:a16="http://schemas.microsoft.com/office/drawing/2014/main" id="{1C874E16-5232-18F4-7FC3-1EA037DB223C}"/>
                </a:ext>
              </a:extLst>
            </p:cNvPr>
            <p:cNvSpPr/>
            <p:nvPr/>
          </p:nvSpPr>
          <p:spPr>
            <a:xfrm>
              <a:off x="7167819" y="2286207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094;p72">
              <a:extLst>
                <a:ext uri="{FF2B5EF4-FFF2-40B4-BE49-F238E27FC236}">
                  <a16:creationId xmlns:a16="http://schemas.microsoft.com/office/drawing/2014/main" id="{148182B3-3C2C-40F3-FE6B-19EDD5AF71E0}"/>
                </a:ext>
              </a:extLst>
            </p:cNvPr>
            <p:cNvSpPr/>
            <p:nvPr/>
          </p:nvSpPr>
          <p:spPr>
            <a:xfrm>
              <a:off x="7267030" y="2286207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095;p72">
              <a:extLst>
                <a:ext uri="{FF2B5EF4-FFF2-40B4-BE49-F238E27FC236}">
                  <a16:creationId xmlns:a16="http://schemas.microsoft.com/office/drawing/2014/main" id="{E58585E9-D672-300A-DEB6-0193C92EF324}"/>
                </a:ext>
              </a:extLst>
            </p:cNvPr>
            <p:cNvSpPr/>
            <p:nvPr/>
          </p:nvSpPr>
          <p:spPr>
            <a:xfrm>
              <a:off x="7366242" y="2286207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5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5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096;p72">
              <a:extLst>
                <a:ext uri="{FF2B5EF4-FFF2-40B4-BE49-F238E27FC236}">
                  <a16:creationId xmlns:a16="http://schemas.microsoft.com/office/drawing/2014/main" id="{FBCED62B-3FD3-90FF-CAD5-7366ACEF8D79}"/>
                </a:ext>
              </a:extLst>
            </p:cNvPr>
            <p:cNvSpPr/>
            <p:nvPr/>
          </p:nvSpPr>
          <p:spPr>
            <a:xfrm>
              <a:off x="7465453" y="2286207"/>
              <a:ext cx="81296" cy="81281"/>
            </a:xfrm>
            <a:custGeom>
              <a:avLst/>
              <a:gdLst/>
              <a:ahLst/>
              <a:cxnLst/>
              <a:rect l="l" t="t" r="r" b="b"/>
              <a:pathLst>
                <a:path w="5480" h="5479" extrusionOk="0">
                  <a:moveTo>
                    <a:pt x="303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03" y="5479"/>
                  </a:cubicBezTo>
                  <a:lnTo>
                    <a:pt x="5177" y="5479"/>
                  </a:lnTo>
                  <a:cubicBezTo>
                    <a:pt x="5345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5" y="1"/>
                    <a:pt x="5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097;p72">
              <a:extLst>
                <a:ext uri="{FF2B5EF4-FFF2-40B4-BE49-F238E27FC236}">
                  <a16:creationId xmlns:a16="http://schemas.microsoft.com/office/drawing/2014/main" id="{DAB3C1FD-DB62-2B8C-0D2E-89BB2DA01B8C}"/>
                </a:ext>
              </a:extLst>
            </p:cNvPr>
            <p:cNvSpPr/>
            <p:nvPr/>
          </p:nvSpPr>
          <p:spPr>
            <a:xfrm>
              <a:off x="6225043" y="2286207"/>
              <a:ext cx="131646" cy="81281"/>
            </a:xfrm>
            <a:custGeom>
              <a:avLst/>
              <a:gdLst/>
              <a:ahLst/>
              <a:cxnLst/>
              <a:rect l="l" t="t" r="r" b="b"/>
              <a:pathLst>
                <a:path w="8874" h="5479" extrusionOk="0">
                  <a:moveTo>
                    <a:pt x="337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37" y="5479"/>
                  </a:cubicBezTo>
                  <a:lnTo>
                    <a:pt x="8571" y="5479"/>
                  </a:lnTo>
                  <a:cubicBezTo>
                    <a:pt x="8739" y="5479"/>
                    <a:pt x="8874" y="5344"/>
                    <a:pt x="8874" y="5176"/>
                  </a:cubicBezTo>
                  <a:lnTo>
                    <a:pt x="8874" y="303"/>
                  </a:lnTo>
                  <a:cubicBezTo>
                    <a:pt x="8874" y="135"/>
                    <a:pt x="8739" y="1"/>
                    <a:pt x="8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098;p72">
              <a:extLst>
                <a:ext uri="{FF2B5EF4-FFF2-40B4-BE49-F238E27FC236}">
                  <a16:creationId xmlns:a16="http://schemas.microsoft.com/office/drawing/2014/main" id="{101DBC8C-8FF6-AA27-056A-23D9BDB5F16F}"/>
                </a:ext>
              </a:extLst>
            </p:cNvPr>
            <p:cNvSpPr/>
            <p:nvPr/>
          </p:nvSpPr>
          <p:spPr>
            <a:xfrm>
              <a:off x="7514317" y="2186995"/>
              <a:ext cx="131646" cy="81281"/>
            </a:xfrm>
            <a:custGeom>
              <a:avLst/>
              <a:gdLst/>
              <a:ahLst/>
              <a:cxnLst/>
              <a:rect l="l" t="t" r="r" b="b"/>
              <a:pathLst>
                <a:path w="8874" h="5479" extrusionOk="0">
                  <a:moveTo>
                    <a:pt x="303" y="0"/>
                  </a:moveTo>
                  <a:cubicBezTo>
                    <a:pt x="135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8537" y="5479"/>
                  </a:lnTo>
                  <a:cubicBezTo>
                    <a:pt x="8739" y="5479"/>
                    <a:pt x="8873" y="5344"/>
                    <a:pt x="8873" y="5176"/>
                  </a:cubicBezTo>
                  <a:lnTo>
                    <a:pt x="8873" y="303"/>
                  </a:lnTo>
                  <a:cubicBezTo>
                    <a:pt x="8873" y="135"/>
                    <a:pt x="8739" y="0"/>
                    <a:pt x="8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099;p72">
              <a:extLst>
                <a:ext uri="{FF2B5EF4-FFF2-40B4-BE49-F238E27FC236}">
                  <a16:creationId xmlns:a16="http://schemas.microsoft.com/office/drawing/2014/main" id="{E3EF6D65-A949-766A-07C4-CD1691DA6E25}"/>
                </a:ext>
              </a:extLst>
            </p:cNvPr>
            <p:cNvSpPr/>
            <p:nvPr/>
          </p:nvSpPr>
          <p:spPr>
            <a:xfrm>
              <a:off x="6225043" y="2385419"/>
              <a:ext cx="155085" cy="81281"/>
            </a:xfrm>
            <a:custGeom>
              <a:avLst/>
              <a:gdLst/>
              <a:ahLst/>
              <a:cxnLst/>
              <a:rect l="l" t="t" r="r" b="b"/>
              <a:pathLst>
                <a:path w="10454" h="5479" extrusionOk="0">
                  <a:moveTo>
                    <a:pt x="337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37" y="5479"/>
                  </a:cubicBezTo>
                  <a:lnTo>
                    <a:pt x="10151" y="5479"/>
                  </a:lnTo>
                  <a:cubicBezTo>
                    <a:pt x="10319" y="5479"/>
                    <a:pt x="10453" y="5344"/>
                    <a:pt x="10453" y="5176"/>
                  </a:cubicBezTo>
                  <a:lnTo>
                    <a:pt x="10453" y="303"/>
                  </a:lnTo>
                  <a:cubicBezTo>
                    <a:pt x="10453" y="135"/>
                    <a:pt x="10319" y="1"/>
                    <a:pt x="10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100;p72">
              <a:extLst>
                <a:ext uri="{FF2B5EF4-FFF2-40B4-BE49-F238E27FC236}">
                  <a16:creationId xmlns:a16="http://schemas.microsoft.com/office/drawing/2014/main" id="{9D58907C-D9BC-41CB-68FD-6CBE4F1B1AA5}"/>
                </a:ext>
              </a:extLst>
            </p:cNvPr>
            <p:cNvSpPr/>
            <p:nvPr/>
          </p:nvSpPr>
          <p:spPr>
            <a:xfrm>
              <a:off x="6225043" y="2484630"/>
              <a:ext cx="106723" cy="81281"/>
            </a:xfrm>
            <a:custGeom>
              <a:avLst/>
              <a:gdLst/>
              <a:ahLst/>
              <a:cxnLst/>
              <a:rect l="l" t="t" r="r" b="b"/>
              <a:pathLst>
                <a:path w="7194" h="5479" extrusionOk="0">
                  <a:moveTo>
                    <a:pt x="337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5177"/>
                  </a:lnTo>
                  <a:cubicBezTo>
                    <a:pt x="1" y="5345"/>
                    <a:pt x="135" y="5479"/>
                    <a:pt x="337" y="5479"/>
                  </a:cubicBezTo>
                  <a:lnTo>
                    <a:pt x="6857" y="5479"/>
                  </a:lnTo>
                  <a:cubicBezTo>
                    <a:pt x="7059" y="5479"/>
                    <a:pt x="7193" y="5345"/>
                    <a:pt x="7193" y="5177"/>
                  </a:cubicBezTo>
                  <a:lnTo>
                    <a:pt x="7193" y="303"/>
                  </a:lnTo>
                  <a:cubicBezTo>
                    <a:pt x="7193" y="135"/>
                    <a:pt x="7059" y="1"/>
                    <a:pt x="68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101;p72">
              <a:extLst>
                <a:ext uri="{FF2B5EF4-FFF2-40B4-BE49-F238E27FC236}">
                  <a16:creationId xmlns:a16="http://schemas.microsoft.com/office/drawing/2014/main" id="{F89945A0-FD1D-153C-A891-EFB5D7F01C2A}"/>
                </a:ext>
              </a:extLst>
            </p:cNvPr>
            <p:cNvSpPr/>
            <p:nvPr/>
          </p:nvSpPr>
          <p:spPr>
            <a:xfrm>
              <a:off x="6324254" y="2186995"/>
              <a:ext cx="81296" cy="81281"/>
            </a:xfrm>
            <a:custGeom>
              <a:avLst/>
              <a:gdLst/>
              <a:ahLst/>
              <a:cxnLst/>
              <a:rect l="l" t="t" r="r" b="b"/>
              <a:pathLst>
                <a:path w="5480" h="5479" extrusionOk="0">
                  <a:moveTo>
                    <a:pt x="337" y="0"/>
                  </a:moveTo>
                  <a:cubicBezTo>
                    <a:pt x="135" y="0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37" y="5479"/>
                  </a:cubicBezTo>
                  <a:lnTo>
                    <a:pt x="5177" y="5479"/>
                  </a:lnTo>
                  <a:cubicBezTo>
                    <a:pt x="5345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5" y="0"/>
                    <a:pt x="51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102;p72">
              <a:extLst>
                <a:ext uri="{FF2B5EF4-FFF2-40B4-BE49-F238E27FC236}">
                  <a16:creationId xmlns:a16="http://schemas.microsoft.com/office/drawing/2014/main" id="{5F3F0F81-4633-6B1A-AE44-D929C987D040}"/>
                </a:ext>
              </a:extLst>
            </p:cNvPr>
            <p:cNvSpPr/>
            <p:nvPr/>
          </p:nvSpPr>
          <p:spPr>
            <a:xfrm>
              <a:off x="6423481" y="2186995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0"/>
                  </a:moveTo>
                  <a:cubicBezTo>
                    <a:pt x="135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103;p72">
              <a:extLst>
                <a:ext uri="{FF2B5EF4-FFF2-40B4-BE49-F238E27FC236}">
                  <a16:creationId xmlns:a16="http://schemas.microsoft.com/office/drawing/2014/main" id="{41EC8C98-C0A8-79D6-19E0-63A42AC5F1DD}"/>
                </a:ext>
              </a:extLst>
            </p:cNvPr>
            <p:cNvSpPr/>
            <p:nvPr/>
          </p:nvSpPr>
          <p:spPr>
            <a:xfrm>
              <a:off x="6522692" y="2186995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0"/>
                  </a:moveTo>
                  <a:cubicBezTo>
                    <a:pt x="135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104;p72">
              <a:extLst>
                <a:ext uri="{FF2B5EF4-FFF2-40B4-BE49-F238E27FC236}">
                  <a16:creationId xmlns:a16="http://schemas.microsoft.com/office/drawing/2014/main" id="{FA42B0C2-7226-9AE7-4B41-FDA338ECA366}"/>
                </a:ext>
              </a:extLst>
            </p:cNvPr>
            <p:cNvSpPr/>
            <p:nvPr/>
          </p:nvSpPr>
          <p:spPr>
            <a:xfrm>
              <a:off x="6621904" y="2186995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0"/>
                  </a:moveTo>
                  <a:cubicBezTo>
                    <a:pt x="135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8" y="5344"/>
                    <a:pt x="5478" y="5176"/>
                  </a:cubicBezTo>
                  <a:lnTo>
                    <a:pt x="5478" y="303"/>
                  </a:lnTo>
                  <a:cubicBezTo>
                    <a:pt x="5478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105;p72">
              <a:extLst>
                <a:ext uri="{FF2B5EF4-FFF2-40B4-BE49-F238E27FC236}">
                  <a16:creationId xmlns:a16="http://schemas.microsoft.com/office/drawing/2014/main" id="{ED721B00-0A4D-412F-9FF0-7E29D0A1F248}"/>
                </a:ext>
              </a:extLst>
            </p:cNvPr>
            <p:cNvSpPr/>
            <p:nvPr/>
          </p:nvSpPr>
          <p:spPr>
            <a:xfrm>
              <a:off x="6721115" y="2186995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0"/>
                  </a:moveTo>
                  <a:cubicBezTo>
                    <a:pt x="135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106;p72">
              <a:extLst>
                <a:ext uri="{FF2B5EF4-FFF2-40B4-BE49-F238E27FC236}">
                  <a16:creationId xmlns:a16="http://schemas.microsoft.com/office/drawing/2014/main" id="{88E218D9-D89B-C160-1BA6-42DD41D04236}"/>
                </a:ext>
              </a:extLst>
            </p:cNvPr>
            <p:cNvSpPr/>
            <p:nvPr/>
          </p:nvSpPr>
          <p:spPr>
            <a:xfrm>
              <a:off x="6820327" y="2186995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0"/>
                  </a:moveTo>
                  <a:cubicBezTo>
                    <a:pt x="135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03" y="5479"/>
                  </a:cubicBezTo>
                  <a:lnTo>
                    <a:pt x="5176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107;p72">
              <a:extLst>
                <a:ext uri="{FF2B5EF4-FFF2-40B4-BE49-F238E27FC236}">
                  <a16:creationId xmlns:a16="http://schemas.microsoft.com/office/drawing/2014/main" id="{07A4FD86-9E63-C6BC-E2C0-17BAF43DEEF3}"/>
                </a:ext>
              </a:extLst>
            </p:cNvPr>
            <p:cNvSpPr/>
            <p:nvPr/>
          </p:nvSpPr>
          <p:spPr>
            <a:xfrm>
              <a:off x="6919538" y="2186995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03" y="0"/>
                  </a:moveTo>
                  <a:cubicBezTo>
                    <a:pt x="135" y="0"/>
                    <a:pt x="1" y="135"/>
                    <a:pt x="1" y="303"/>
                  </a:cubicBezTo>
                  <a:lnTo>
                    <a:pt x="1" y="5176"/>
                  </a:lnTo>
                  <a:cubicBezTo>
                    <a:pt x="1" y="5344"/>
                    <a:pt x="135" y="5479"/>
                    <a:pt x="303" y="5479"/>
                  </a:cubicBezTo>
                  <a:lnTo>
                    <a:pt x="5143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0"/>
                    <a:pt x="5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108;p72">
              <a:extLst>
                <a:ext uri="{FF2B5EF4-FFF2-40B4-BE49-F238E27FC236}">
                  <a16:creationId xmlns:a16="http://schemas.microsoft.com/office/drawing/2014/main" id="{018EEBB1-EEE6-EC4D-7966-1FAD9B8DBD65}"/>
                </a:ext>
              </a:extLst>
            </p:cNvPr>
            <p:cNvSpPr/>
            <p:nvPr/>
          </p:nvSpPr>
          <p:spPr>
            <a:xfrm>
              <a:off x="7018260" y="2186995"/>
              <a:ext cx="81771" cy="81281"/>
            </a:xfrm>
            <a:custGeom>
              <a:avLst/>
              <a:gdLst/>
              <a:ahLst/>
              <a:cxnLst/>
              <a:rect l="l" t="t" r="r" b="b"/>
              <a:pathLst>
                <a:path w="5512" h="5479" extrusionOk="0">
                  <a:moveTo>
                    <a:pt x="336" y="0"/>
                  </a:moveTo>
                  <a:cubicBezTo>
                    <a:pt x="168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68" y="5479"/>
                    <a:pt x="336" y="5479"/>
                  </a:cubicBezTo>
                  <a:lnTo>
                    <a:pt x="5176" y="5479"/>
                  </a:lnTo>
                  <a:cubicBezTo>
                    <a:pt x="5377" y="5479"/>
                    <a:pt x="5512" y="5344"/>
                    <a:pt x="5512" y="5176"/>
                  </a:cubicBezTo>
                  <a:lnTo>
                    <a:pt x="5512" y="303"/>
                  </a:lnTo>
                  <a:cubicBezTo>
                    <a:pt x="5512" y="135"/>
                    <a:pt x="5377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109;p72">
              <a:extLst>
                <a:ext uri="{FF2B5EF4-FFF2-40B4-BE49-F238E27FC236}">
                  <a16:creationId xmlns:a16="http://schemas.microsoft.com/office/drawing/2014/main" id="{6CF5B6D8-1060-6D17-853F-EDF4B532B051}"/>
                </a:ext>
              </a:extLst>
            </p:cNvPr>
            <p:cNvSpPr/>
            <p:nvPr/>
          </p:nvSpPr>
          <p:spPr>
            <a:xfrm>
              <a:off x="7117471" y="2186995"/>
              <a:ext cx="81771" cy="81281"/>
            </a:xfrm>
            <a:custGeom>
              <a:avLst/>
              <a:gdLst/>
              <a:ahLst/>
              <a:cxnLst/>
              <a:rect l="l" t="t" r="r" b="b"/>
              <a:pathLst>
                <a:path w="5512" h="5479" extrusionOk="0">
                  <a:moveTo>
                    <a:pt x="336" y="0"/>
                  </a:moveTo>
                  <a:cubicBezTo>
                    <a:pt x="168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68" y="5479"/>
                    <a:pt x="336" y="5479"/>
                  </a:cubicBezTo>
                  <a:lnTo>
                    <a:pt x="5176" y="5479"/>
                  </a:lnTo>
                  <a:cubicBezTo>
                    <a:pt x="5377" y="5479"/>
                    <a:pt x="5512" y="5344"/>
                    <a:pt x="5512" y="5176"/>
                  </a:cubicBezTo>
                  <a:lnTo>
                    <a:pt x="5512" y="303"/>
                  </a:lnTo>
                  <a:cubicBezTo>
                    <a:pt x="5512" y="135"/>
                    <a:pt x="5377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110;p72">
              <a:extLst>
                <a:ext uri="{FF2B5EF4-FFF2-40B4-BE49-F238E27FC236}">
                  <a16:creationId xmlns:a16="http://schemas.microsoft.com/office/drawing/2014/main" id="{5C9A91FF-C5FF-C324-65B2-0681B31DE765}"/>
                </a:ext>
              </a:extLst>
            </p:cNvPr>
            <p:cNvSpPr/>
            <p:nvPr/>
          </p:nvSpPr>
          <p:spPr>
            <a:xfrm>
              <a:off x="7216683" y="2186995"/>
              <a:ext cx="81771" cy="81281"/>
            </a:xfrm>
            <a:custGeom>
              <a:avLst/>
              <a:gdLst/>
              <a:ahLst/>
              <a:cxnLst/>
              <a:rect l="l" t="t" r="r" b="b"/>
              <a:pathLst>
                <a:path w="5512" h="5479" extrusionOk="0">
                  <a:moveTo>
                    <a:pt x="336" y="0"/>
                  </a:moveTo>
                  <a:cubicBezTo>
                    <a:pt x="168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68" y="5479"/>
                    <a:pt x="336" y="5479"/>
                  </a:cubicBezTo>
                  <a:lnTo>
                    <a:pt x="5176" y="5479"/>
                  </a:lnTo>
                  <a:cubicBezTo>
                    <a:pt x="5344" y="5479"/>
                    <a:pt x="5512" y="5344"/>
                    <a:pt x="5512" y="5176"/>
                  </a:cubicBezTo>
                  <a:lnTo>
                    <a:pt x="5512" y="303"/>
                  </a:lnTo>
                  <a:cubicBezTo>
                    <a:pt x="5512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111;p72">
              <a:extLst>
                <a:ext uri="{FF2B5EF4-FFF2-40B4-BE49-F238E27FC236}">
                  <a16:creationId xmlns:a16="http://schemas.microsoft.com/office/drawing/2014/main" id="{ED95CA95-7D9D-337C-318F-282277492DD5}"/>
                </a:ext>
              </a:extLst>
            </p:cNvPr>
            <p:cNvSpPr/>
            <p:nvPr/>
          </p:nvSpPr>
          <p:spPr>
            <a:xfrm>
              <a:off x="7315894" y="2186995"/>
              <a:ext cx="81785" cy="81281"/>
            </a:xfrm>
            <a:custGeom>
              <a:avLst/>
              <a:gdLst/>
              <a:ahLst/>
              <a:cxnLst/>
              <a:rect l="l" t="t" r="r" b="b"/>
              <a:pathLst>
                <a:path w="5513" h="5479" extrusionOk="0">
                  <a:moveTo>
                    <a:pt x="336" y="0"/>
                  </a:moveTo>
                  <a:cubicBezTo>
                    <a:pt x="135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36" y="5479"/>
                  </a:cubicBezTo>
                  <a:lnTo>
                    <a:pt x="5176" y="5479"/>
                  </a:lnTo>
                  <a:cubicBezTo>
                    <a:pt x="5344" y="5479"/>
                    <a:pt x="5512" y="5344"/>
                    <a:pt x="5512" y="5176"/>
                  </a:cubicBezTo>
                  <a:lnTo>
                    <a:pt x="5512" y="303"/>
                  </a:lnTo>
                  <a:cubicBezTo>
                    <a:pt x="5512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112;p72">
              <a:extLst>
                <a:ext uri="{FF2B5EF4-FFF2-40B4-BE49-F238E27FC236}">
                  <a16:creationId xmlns:a16="http://schemas.microsoft.com/office/drawing/2014/main" id="{787087D5-4FBA-85C8-A6E7-E2281BA33268}"/>
                </a:ext>
              </a:extLst>
            </p:cNvPr>
            <p:cNvSpPr/>
            <p:nvPr/>
          </p:nvSpPr>
          <p:spPr>
            <a:xfrm>
              <a:off x="7415106" y="2186995"/>
              <a:ext cx="81281" cy="81281"/>
            </a:xfrm>
            <a:custGeom>
              <a:avLst/>
              <a:gdLst/>
              <a:ahLst/>
              <a:cxnLst/>
              <a:rect l="l" t="t" r="r" b="b"/>
              <a:pathLst>
                <a:path w="5479" h="5479" extrusionOk="0">
                  <a:moveTo>
                    <a:pt x="336" y="0"/>
                  </a:moveTo>
                  <a:cubicBezTo>
                    <a:pt x="135" y="0"/>
                    <a:pt x="0" y="135"/>
                    <a:pt x="0" y="303"/>
                  </a:cubicBezTo>
                  <a:lnTo>
                    <a:pt x="0" y="5176"/>
                  </a:lnTo>
                  <a:cubicBezTo>
                    <a:pt x="0" y="5344"/>
                    <a:pt x="135" y="5479"/>
                    <a:pt x="336" y="5479"/>
                  </a:cubicBezTo>
                  <a:lnTo>
                    <a:pt x="5176" y="5479"/>
                  </a:lnTo>
                  <a:cubicBezTo>
                    <a:pt x="5344" y="5479"/>
                    <a:pt x="5479" y="5344"/>
                    <a:pt x="5479" y="5176"/>
                  </a:cubicBezTo>
                  <a:lnTo>
                    <a:pt x="5479" y="303"/>
                  </a:lnTo>
                  <a:cubicBezTo>
                    <a:pt x="5479" y="135"/>
                    <a:pt x="5344" y="0"/>
                    <a:pt x="5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113;p72">
              <a:extLst>
                <a:ext uri="{FF2B5EF4-FFF2-40B4-BE49-F238E27FC236}">
                  <a16:creationId xmlns:a16="http://schemas.microsoft.com/office/drawing/2014/main" id="{22080C7C-FC5D-9E0C-B7E6-A35BEBB0CBD6}"/>
                </a:ext>
              </a:extLst>
            </p:cNvPr>
            <p:cNvSpPr/>
            <p:nvPr/>
          </p:nvSpPr>
          <p:spPr>
            <a:xfrm>
              <a:off x="7465958" y="2633211"/>
              <a:ext cx="81785" cy="44386"/>
            </a:xfrm>
            <a:custGeom>
              <a:avLst/>
              <a:gdLst/>
              <a:ahLst/>
              <a:cxnLst/>
              <a:rect l="l" t="t" r="r" b="b"/>
              <a:pathLst>
                <a:path w="5513" h="2992" extrusionOk="0">
                  <a:moveTo>
                    <a:pt x="0" y="0"/>
                  </a:moveTo>
                  <a:lnTo>
                    <a:pt x="0" y="2689"/>
                  </a:lnTo>
                  <a:cubicBezTo>
                    <a:pt x="0" y="2756"/>
                    <a:pt x="34" y="2823"/>
                    <a:pt x="101" y="2891"/>
                  </a:cubicBezTo>
                  <a:cubicBezTo>
                    <a:pt x="169" y="2958"/>
                    <a:pt x="236" y="2991"/>
                    <a:pt x="337" y="2991"/>
                  </a:cubicBezTo>
                  <a:lnTo>
                    <a:pt x="5176" y="2991"/>
                  </a:lnTo>
                  <a:cubicBezTo>
                    <a:pt x="5277" y="2991"/>
                    <a:pt x="5344" y="2958"/>
                    <a:pt x="5411" y="2891"/>
                  </a:cubicBezTo>
                  <a:cubicBezTo>
                    <a:pt x="5479" y="2823"/>
                    <a:pt x="5512" y="2756"/>
                    <a:pt x="5512" y="2689"/>
                  </a:cubicBezTo>
                  <a:lnTo>
                    <a:pt x="55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114;p72">
              <a:extLst>
                <a:ext uri="{FF2B5EF4-FFF2-40B4-BE49-F238E27FC236}">
                  <a16:creationId xmlns:a16="http://schemas.microsoft.com/office/drawing/2014/main" id="{AB7BD875-D55A-FCA2-9ECF-4AB99829D76D}"/>
                </a:ext>
              </a:extLst>
            </p:cNvPr>
            <p:cNvSpPr/>
            <p:nvPr/>
          </p:nvSpPr>
          <p:spPr>
            <a:xfrm>
              <a:off x="7465958" y="2583842"/>
              <a:ext cx="81785" cy="43897"/>
            </a:xfrm>
            <a:custGeom>
              <a:avLst/>
              <a:gdLst/>
              <a:ahLst/>
              <a:cxnLst/>
              <a:rect l="l" t="t" r="r" b="b"/>
              <a:pathLst>
                <a:path w="5513" h="2959" extrusionOk="0">
                  <a:moveTo>
                    <a:pt x="337" y="1"/>
                  </a:moveTo>
                  <a:cubicBezTo>
                    <a:pt x="236" y="1"/>
                    <a:pt x="169" y="35"/>
                    <a:pt x="101" y="68"/>
                  </a:cubicBezTo>
                  <a:cubicBezTo>
                    <a:pt x="34" y="135"/>
                    <a:pt x="0" y="236"/>
                    <a:pt x="0" y="303"/>
                  </a:cubicBezTo>
                  <a:lnTo>
                    <a:pt x="0" y="2958"/>
                  </a:lnTo>
                  <a:lnTo>
                    <a:pt x="5512" y="2958"/>
                  </a:lnTo>
                  <a:lnTo>
                    <a:pt x="5512" y="303"/>
                  </a:lnTo>
                  <a:cubicBezTo>
                    <a:pt x="5512" y="236"/>
                    <a:pt x="5479" y="135"/>
                    <a:pt x="5411" y="68"/>
                  </a:cubicBezTo>
                  <a:cubicBezTo>
                    <a:pt x="5344" y="35"/>
                    <a:pt x="5277" y="1"/>
                    <a:pt x="5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115;p72">
              <a:extLst>
                <a:ext uri="{FF2B5EF4-FFF2-40B4-BE49-F238E27FC236}">
                  <a16:creationId xmlns:a16="http://schemas.microsoft.com/office/drawing/2014/main" id="{6F03C5E4-1098-EC43-468A-CAC8D0CFF531}"/>
                </a:ext>
              </a:extLst>
            </p:cNvPr>
            <p:cNvSpPr/>
            <p:nvPr/>
          </p:nvSpPr>
          <p:spPr>
            <a:xfrm>
              <a:off x="7564665" y="2286207"/>
              <a:ext cx="81296" cy="180497"/>
            </a:xfrm>
            <a:custGeom>
              <a:avLst/>
              <a:gdLst/>
              <a:ahLst/>
              <a:cxnLst/>
              <a:rect l="l" t="t" r="r" b="b"/>
              <a:pathLst>
                <a:path w="5480" h="12167" extrusionOk="0">
                  <a:moveTo>
                    <a:pt x="303" y="1"/>
                  </a:moveTo>
                  <a:cubicBezTo>
                    <a:pt x="236" y="1"/>
                    <a:pt x="135" y="34"/>
                    <a:pt x="68" y="101"/>
                  </a:cubicBezTo>
                  <a:cubicBezTo>
                    <a:pt x="35" y="135"/>
                    <a:pt x="1" y="236"/>
                    <a:pt x="1" y="303"/>
                  </a:cubicBezTo>
                  <a:lnTo>
                    <a:pt x="1" y="5176"/>
                  </a:lnTo>
                  <a:cubicBezTo>
                    <a:pt x="1" y="5243"/>
                    <a:pt x="35" y="5344"/>
                    <a:pt x="68" y="5378"/>
                  </a:cubicBezTo>
                  <a:cubicBezTo>
                    <a:pt x="135" y="5445"/>
                    <a:pt x="236" y="5479"/>
                    <a:pt x="303" y="5479"/>
                  </a:cubicBezTo>
                  <a:lnTo>
                    <a:pt x="1581" y="5479"/>
                  </a:lnTo>
                  <a:lnTo>
                    <a:pt x="1581" y="11864"/>
                  </a:lnTo>
                  <a:cubicBezTo>
                    <a:pt x="1581" y="11932"/>
                    <a:pt x="1614" y="11999"/>
                    <a:pt x="1648" y="12066"/>
                  </a:cubicBezTo>
                  <a:cubicBezTo>
                    <a:pt x="1715" y="12133"/>
                    <a:pt x="1816" y="12167"/>
                    <a:pt x="1883" y="12167"/>
                  </a:cubicBezTo>
                  <a:lnTo>
                    <a:pt x="5143" y="12167"/>
                  </a:lnTo>
                  <a:cubicBezTo>
                    <a:pt x="5244" y="12167"/>
                    <a:pt x="5311" y="12133"/>
                    <a:pt x="5378" y="12066"/>
                  </a:cubicBezTo>
                  <a:cubicBezTo>
                    <a:pt x="5446" y="11999"/>
                    <a:pt x="5479" y="11932"/>
                    <a:pt x="5479" y="11864"/>
                  </a:cubicBezTo>
                  <a:lnTo>
                    <a:pt x="5479" y="303"/>
                  </a:lnTo>
                  <a:cubicBezTo>
                    <a:pt x="5479" y="236"/>
                    <a:pt x="5446" y="135"/>
                    <a:pt x="5378" y="101"/>
                  </a:cubicBezTo>
                  <a:cubicBezTo>
                    <a:pt x="5311" y="34"/>
                    <a:pt x="5244" y="1"/>
                    <a:pt x="5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116;p72">
              <a:extLst>
                <a:ext uri="{FF2B5EF4-FFF2-40B4-BE49-F238E27FC236}">
                  <a16:creationId xmlns:a16="http://schemas.microsoft.com/office/drawing/2014/main" id="{DE00CB36-D917-0B87-C284-1520D7E60FA7}"/>
                </a:ext>
              </a:extLst>
            </p:cNvPr>
            <p:cNvSpPr/>
            <p:nvPr/>
          </p:nvSpPr>
          <p:spPr>
            <a:xfrm>
              <a:off x="7114979" y="2320830"/>
              <a:ext cx="205420" cy="282770"/>
            </a:xfrm>
            <a:custGeom>
              <a:avLst/>
              <a:gdLst/>
              <a:ahLst/>
              <a:cxnLst/>
              <a:rect l="l" t="t" r="r" b="b"/>
              <a:pathLst>
                <a:path w="13847" h="19061" extrusionOk="0">
                  <a:moveTo>
                    <a:pt x="2613" y="0"/>
                  </a:moveTo>
                  <a:cubicBezTo>
                    <a:pt x="2214" y="0"/>
                    <a:pt x="1810" y="105"/>
                    <a:pt x="1445" y="322"/>
                  </a:cubicBezTo>
                  <a:cubicBezTo>
                    <a:pt x="336" y="960"/>
                    <a:pt x="0" y="2372"/>
                    <a:pt x="639" y="3447"/>
                  </a:cubicBezTo>
                  <a:lnTo>
                    <a:pt x="9276" y="17933"/>
                  </a:lnTo>
                  <a:cubicBezTo>
                    <a:pt x="9698" y="18665"/>
                    <a:pt x="10457" y="19060"/>
                    <a:pt x="11233" y="19060"/>
                  </a:cubicBezTo>
                  <a:cubicBezTo>
                    <a:pt x="11633" y="19060"/>
                    <a:pt x="12036" y="18956"/>
                    <a:pt x="12402" y="18739"/>
                  </a:cubicBezTo>
                  <a:cubicBezTo>
                    <a:pt x="13477" y="18101"/>
                    <a:pt x="13847" y="16689"/>
                    <a:pt x="13208" y="15614"/>
                  </a:cubicBezTo>
                  <a:lnTo>
                    <a:pt x="4571" y="1128"/>
                  </a:lnTo>
                  <a:cubicBezTo>
                    <a:pt x="4149" y="396"/>
                    <a:pt x="3390" y="0"/>
                    <a:pt x="2613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117;p72">
              <a:extLst>
                <a:ext uri="{FF2B5EF4-FFF2-40B4-BE49-F238E27FC236}">
                  <a16:creationId xmlns:a16="http://schemas.microsoft.com/office/drawing/2014/main" id="{F2C88ACF-918C-8872-CCE7-07C25D0EE804}"/>
                </a:ext>
              </a:extLst>
            </p:cNvPr>
            <p:cNvSpPr/>
            <p:nvPr/>
          </p:nvSpPr>
          <p:spPr>
            <a:xfrm>
              <a:off x="7170311" y="2448835"/>
              <a:ext cx="397890" cy="373263"/>
            </a:xfrm>
            <a:custGeom>
              <a:avLst/>
              <a:gdLst/>
              <a:ahLst/>
              <a:cxnLst/>
              <a:rect l="l" t="t" r="r" b="b"/>
              <a:pathLst>
                <a:path w="26821" h="25161" extrusionOk="0">
                  <a:moveTo>
                    <a:pt x="15060" y="0"/>
                  </a:moveTo>
                  <a:cubicBezTo>
                    <a:pt x="14027" y="0"/>
                    <a:pt x="12982" y="269"/>
                    <a:pt x="12032" y="834"/>
                  </a:cubicBezTo>
                  <a:lnTo>
                    <a:pt x="3731" y="5808"/>
                  </a:lnTo>
                  <a:cubicBezTo>
                    <a:pt x="908" y="7489"/>
                    <a:pt x="1" y="11118"/>
                    <a:pt x="1681" y="13942"/>
                  </a:cubicBezTo>
                  <a:lnTo>
                    <a:pt x="6621" y="22243"/>
                  </a:lnTo>
                  <a:cubicBezTo>
                    <a:pt x="7736" y="24116"/>
                    <a:pt x="9710" y="25161"/>
                    <a:pt x="11736" y="25161"/>
                  </a:cubicBezTo>
                  <a:cubicBezTo>
                    <a:pt x="12764" y="25161"/>
                    <a:pt x="13805" y="24892"/>
                    <a:pt x="14755" y="24327"/>
                  </a:cubicBezTo>
                  <a:lnTo>
                    <a:pt x="23056" y="19386"/>
                  </a:lnTo>
                  <a:cubicBezTo>
                    <a:pt x="25879" y="17706"/>
                    <a:pt x="26820" y="14042"/>
                    <a:pt x="25140" y="11219"/>
                  </a:cubicBezTo>
                  <a:lnTo>
                    <a:pt x="20199" y="2918"/>
                  </a:lnTo>
                  <a:cubicBezTo>
                    <a:pt x="19084" y="1045"/>
                    <a:pt x="17096" y="0"/>
                    <a:pt x="15060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118;p72">
              <a:extLst>
                <a:ext uri="{FF2B5EF4-FFF2-40B4-BE49-F238E27FC236}">
                  <a16:creationId xmlns:a16="http://schemas.microsoft.com/office/drawing/2014/main" id="{1380C65D-35DB-9B63-5963-808F8D57D646}"/>
                </a:ext>
              </a:extLst>
            </p:cNvPr>
            <p:cNvSpPr/>
            <p:nvPr/>
          </p:nvSpPr>
          <p:spPr>
            <a:xfrm>
              <a:off x="7315894" y="2330917"/>
              <a:ext cx="159565" cy="205613"/>
            </a:xfrm>
            <a:custGeom>
              <a:avLst/>
              <a:gdLst/>
              <a:ahLst/>
              <a:cxnLst/>
              <a:rect l="l" t="t" r="r" b="b"/>
              <a:pathLst>
                <a:path w="10756" h="13860" extrusionOk="0">
                  <a:moveTo>
                    <a:pt x="2592" y="0"/>
                  </a:moveTo>
                  <a:cubicBezTo>
                    <a:pt x="2200" y="0"/>
                    <a:pt x="1804" y="101"/>
                    <a:pt x="1445" y="314"/>
                  </a:cubicBezTo>
                  <a:cubicBezTo>
                    <a:pt x="336" y="952"/>
                    <a:pt x="0" y="2364"/>
                    <a:pt x="639" y="3473"/>
                  </a:cubicBezTo>
                  <a:lnTo>
                    <a:pt x="6151" y="12749"/>
                  </a:lnTo>
                  <a:cubicBezTo>
                    <a:pt x="6593" y="13457"/>
                    <a:pt x="7342" y="13860"/>
                    <a:pt x="8119" y="13860"/>
                  </a:cubicBezTo>
                  <a:cubicBezTo>
                    <a:pt x="8521" y="13860"/>
                    <a:pt x="8931" y="13751"/>
                    <a:pt x="9310" y="13522"/>
                  </a:cubicBezTo>
                  <a:cubicBezTo>
                    <a:pt x="10385" y="12883"/>
                    <a:pt x="10755" y="11472"/>
                    <a:pt x="10083" y="10396"/>
                  </a:cubicBezTo>
                  <a:lnTo>
                    <a:pt x="4571" y="1120"/>
                  </a:lnTo>
                  <a:cubicBezTo>
                    <a:pt x="4145" y="403"/>
                    <a:pt x="3376" y="0"/>
                    <a:pt x="2592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119;p72">
              <a:extLst>
                <a:ext uri="{FF2B5EF4-FFF2-40B4-BE49-F238E27FC236}">
                  <a16:creationId xmlns:a16="http://schemas.microsoft.com/office/drawing/2014/main" id="{B408FBD5-9B2F-F3DF-662D-3B4AA8AE44C9}"/>
                </a:ext>
              </a:extLst>
            </p:cNvPr>
            <p:cNvSpPr/>
            <p:nvPr/>
          </p:nvSpPr>
          <p:spPr>
            <a:xfrm>
              <a:off x="7210200" y="2316335"/>
              <a:ext cx="205420" cy="282770"/>
            </a:xfrm>
            <a:custGeom>
              <a:avLst/>
              <a:gdLst/>
              <a:ahLst/>
              <a:cxnLst/>
              <a:rect l="l" t="t" r="r" b="b"/>
              <a:pathLst>
                <a:path w="13847" h="19061" extrusionOk="0">
                  <a:moveTo>
                    <a:pt x="2615" y="1"/>
                  </a:moveTo>
                  <a:cubicBezTo>
                    <a:pt x="2214" y="1"/>
                    <a:pt x="1811" y="105"/>
                    <a:pt x="1445" y="322"/>
                  </a:cubicBezTo>
                  <a:cubicBezTo>
                    <a:pt x="370" y="961"/>
                    <a:pt x="0" y="2372"/>
                    <a:pt x="639" y="3448"/>
                  </a:cubicBezTo>
                  <a:lnTo>
                    <a:pt x="9276" y="17933"/>
                  </a:lnTo>
                  <a:cubicBezTo>
                    <a:pt x="9698" y="18666"/>
                    <a:pt x="10457" y="19061"/>
                    <a:pt x="11234" y="19061"/>
                  </a:cubicBezTo>
                  <a:cubicBezTo>
                    <a:pt x="11633" y="19061"/>
                    <a:pt x="12037" y="18956"/>
                    <a:pt x="12402" y="18740"/>
                  </a:cubicBezTo>
                  <a:cubicBezTo>
                    <a:pt x="13511" y="18101"/>
                    <a:pt x="13847" y="16690"/>
                    <a:pt x="13208" y="15614"/>
                  </a:cubicBezTo>
                  <a:lnTo>
                    <a:pt x="4605" y="1129"/>
                  </a:lnTo>
                  <a:cubicBezTo>
                    <a:pt x="4161" y="396"/>
                    <a:pt x="3394" y="1"/>
                    <a:pt x="2615" y="1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120;p72">
              <a:extLst>
                <a:ext uri="{FF2B5EF4-FFF2-40B4-BE49-F238E27FC236}">
                  <a16:creationId xmlns:a16="http://schemas.microsoft.com/office/drawing/2014/main" id="{8EB3C01F-8C63-600F-8E3F-6A85486B075D}"/>
                </a:ext>
              </a:extLst>
            </p:cNvPr>
            <p:cNvSpPr/>
            <p:nvPr/>
          </p:nvSpPr>
          <p:spPr>
            <a:xfrm>
              <a:off x="7059128" y="2391886"/>
              <a:ext cx="205435" cy="282889"/>
            </a:xfrm>
            <a:custGeom>
              <a:avLst/>
              <a:gdLst/>
              <a:ahLst/>
              <a:cxnLst/>
              <a:rect l="l" t="t" r="r" b="b"/>
              <a:pathLst>
                <a:path w="13848" h="19069" extrusionOk="0">
                  <a:moveTo>
                    <a:pt x="2621" y="0"/>
                  </a:moveTo>
                  <a:cubicBezTo>
                    <a:pt x="2220" y="0"/>
                    <a:pt x="1813" y="108"/>
                    <a:pt x="1446" y="338"/>
                  </a:cubicBezTo>
                  <a:cubicBezTo>
                    <a:pt x="371" y="976"/>
                    <a:pt x="1" y="2388"/>
                    <a:pt x="639" y="3463"/>
                  </a:cubicBezTo>
                  <a:lnTo>
                    <a:pt x="9277" y="17949"/>
                  </a:lnTo>
                  <a:cubicBezTo>
                    <a:pt x="9703" y="18666"/>
                    <a:pt x="10472" y="19069"/>
                    <a:pt x="11256" y="19069"/>
                  </a:cubicBezTo>
                  <a:cubicBezTo>
                    <a:pt x="11648" y="19069"/>
                    <a:pt x="12044" y="18968"/>
                    <a:pt x="12402" y="18755"/>
                  </a:cubicBezTo>
                  <a:cubicBezTo>
                    <a:pt x="13512" y="18083"/>
                    <a:pt x="13848" y="16705"/>
                    <a:pt x="13209" y="15596"/>
                  </a:cubicBezTo>
                  <a:lnTo>
                    <a:pt x="4572" y="1111"/>
                  </a:lnTo>
                  <a:cubicBezTo>
                    <a:pt x="4151" y="402"/>
                    <a:pt x="3395" y="0"/>
                    <a:pt x="2621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121;p72">
              <a:extLst>
                <a:ext uri="{FF2B5EF4-FFF2-40B4-BE49-F238E27FC236}">
                  <a16:creationId xmlns:a16="http://schemas.microsoft.com/office/drawing/2014/main" id="{3CD8D711-4C3F-83F0-A9C5-E92B4178D0DA}"/>
                </a:ext>
              </a:extLst>
            </p:cNvPr>
            <p:cNvSpPr/>
            <p:nvPr/>
          </p:nvSpPr>
          <p:spPr>
            <a:xfrm>
              <a:off x="7295453" y="2581409"/>
              <a:ext cx="370460" cy="420261"/>
            </a:xfrm>
            <a:custGeom>
              <a:avLst/>
              <a:gdLst/>
              <a:ahLst/>
              <a:cxnLst/>
              <a:rect l="l" t="t" r="r" b="b"/>
              <a:pathLst>
                <a:path w="24972" h="28329" extrusionOk="0">
                  <a:moveTo>
                    <a:pt x="10249" y="1"/>
                  </a:moveTo>
                  <a:cubicBezTo>
                    <a:pt x="9552" y="1"/>
                    <a:pt x="8846" y="183"/>
                    <a:pt x="8201" y="568"/>
                  </a:cubicBezTo>
                  <a:lnTo>
                    <a:pt x="2555" y="3929"/>
                  </a:lnTo>
                  <a:cubicBezTo>
                    <a:pt x="639" y="5072"/>
                    <a:pt x="0" y="7525"/>
                    <a:pt x="1143" y="9441"/>
                  </a:cubicBezTo>
                  <a:lnTo>
                    <a:pt x="12402" y="28329"/>
                  </a:lnTo>
                  <a:lnTo>
                    <a:pt x="24971" y="20868"/>
                  </a:lnTo>
                  <a:lnTo>
                    <a:pt x="13713" y="1980"/>
                  </a:lnTo>
                  <a:cubicBezTo>
                    <a:pt x="12955" y="709"/>
                    <a:pt x="11620" y="1"/>
                    <a:pt x="10249" y="1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122;p72">
              <a:extLst>
                <a:ext uri="{FF2B5EF4-FFF2-40B4-BE49-F238E27FC236}">
                  <a16:creationId xmlns:a16="http://schemas.microsoft.com/office/drawing/2014/main" id="{B374D300-DA7E-B564-D7E5-7DD87DFDB46E}"/>
                </a:ext>
              </a:extLst>
            </p:cNvPr>
            <p:cNvSpPr/>
            <p:nvPr/>
          </p:nvSpPr>
          <p:spPr>
            <a:xfrm>
              <a:off x="7097519" y="2640168"/>
              <a:ext cx="151094" cy="135651"/>
            </a:xfrm>
            <a:custGeom>
              <a:avLst/>
              <a:gdLst/>
              <a:ahLst/>
              <a:cxnLst/>
              <a:rect l="l" t="t" r="r" b="b"/>
              <a:pathLst>
                <a:path w="10185" h="9144" extrusionOk="0">
                  <a:moveTo>
                    <a:pt x="2808" y="0"/>
                  </a:moveTo>
                  <a:cubicBezTo>
                    <a:pt x="2220" y="0"/>
                    <a:pt x="1623" y="153"/>
                    <a:pt x="1076" y="472"/>
                  </a:cubicBezTo>
                  <a:lnTo>
                    <a:pt x="102" y="1044"/>
                  </a:lnTo>
                  <a:cubicBezTo>
                    <a:pt x="68" y="1077"/>
                    <a:pt x="34" y="1111"/>
                    <a:pt x="1" y="1144"/>
                  </a:cubicBezTo>
                  <a:lnTo>
                    <a:pt x="3799" y="7530"/>
                  </a:lnTo>
                  <a:lnTo>
                    <a:pt x="10184" y="9143"/>
                  </a:lnTo>
                  <a:lnTo>
                    <a:pt x="5714" y="1649"/>
                  </a:lnTo>
                  <a:cubicBezTo>
                    <a:pt x="5070" y="582"/>
                    <a:pt x="3956" y="0"/>
                    <a:pt x="2808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123;p72">
              <a:extLst>
                <a:ext uri="{FF2B5EF4-FFF2-40B4-BE49-F238E27FC236}">
                  <a16:creationId xmlns:a16="http://schemas.microsoft.com/office/drawing/2014/main" id="{D06505CB-D6ED-9F3C-9006-37400E6384FB}"/>
                </a:ext>
              </a:extLst>
            </p:cNvPr>
            <p:cNvSpPr/>
            <p:nvPr/>
          </p:nvSpPr>
          <p:spPr>
            <a:xfrm>
              <a:off x="7128938" y="2707130"/>
              <a:ext cx="196949" cy="114556"/>
            </a:xfrm>
            <a:custGeom>
              <a:avLst/>
              <a:gdLst/>
              <a:ahLst/>
              <a:cxnLst/>
              <a:rect l="l" t="t" r="r" b="b"/>
              <a:pathLst>
                <a:path w="13276" h="7722" extrusionOk="0">
                  <a:moveTo>
                    <a:pt x="1341" y="0"/>
                  </a:moveTo>
                  <a:cubicBezTo>
                    <a:pt x="878" y="0"/>
                    <a:pt x="426" y="90"/>
                    <a:pt x="0" y="260"/>
                  </a:cubicBezTo>
                  <a:lnTo>
                    <a:pt x="2890" y="5100"/>
                  </a:lnTo>
                  <a:lnTo>
                    <a:pt x="13275" y="7721"/>
                  </a:lnTo>
                  <a:lnTo>
                    <a:pt x="9915" y="2075"/>
                  </a:lnTo>
                  <a:lnTo>
                    <a:pt x="2151" y="92"/>
                  </a:lnTo>
                  <a:cubicBezTo>
                    <a:pt x="1880" y="30"/>
                    <a:pt x="1609" y="0"/>
                    <a:pt x="1341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124;p72">
              <a:extLst>
                <a:ext uri="{FF2B5EF4-FFF2-40B4-BE49-F238E27FC236}">
                  <a16:creationId xmlns:a16="http://schemas.microsoft.com/office/drawing/2014/main" id="{9A84109A-C43F-85A0-2B34-F84CAC9BD3E0}"/>
                </a:ext>
              </a:extLst>
            </p:cNvPr>
            <p:cNvSpPr/>
            <p:nvPr/>
          </p:nvSpPr>
          <p:spPr>
            <a:xfrm>
              <a:off x="7435547" y="2834631"/>
              <a:ext cx="431788" cy="354497"/>
            </a:xfrm>
            <a:custGeom>
              <a:avLst/>
              <a:gdLst/>
              <a:ahLst/>
              <a:cxnLst/>
              <a:rect l="l" t="t" r="r" b="b"/>
              <a:pathLst>
                <a:path w="29106" h="23896" extrusionOk="0">
                  <a:moveTo>
                    <a:pt x="14788" y="0"/>
                  </a:moveTo>
                  <a:lnTo>
                    <a:pt x="0" y="8839"/>
                  </a:lnTo>
                  <a:lnTo>
                    <a:pt x="9007" y="23896"/>
                  </a:lnTo>
                  <a:lnTo>
                    <a:pt x="29105" y="23829"/>
                  </a:lnTo>
                  <a:lnTo>
                    <a:pt x="147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125;p72">
              <a:extLst>
                <a:ext uri="{FF2B5EF4-FFF2-40B4-BE49-F238E27FC236}">
                  <a16:creationId xmlns:a16="http://schemas.microsoft.com/office/drawing/2014/main" id="{EED85C07-9A9F-433D-1B8E-EAA3BB72DA56}"/>
                </a:ext>
              </a:extLst>
            </p:cNvPr>
            <p:cNvSpPr/>
            <p:nvPr/>
          </p:nvSpPr>
          <p:spPr>
            <a:xfrm>
              <a:off x="7388686" y="2744379"/>
              <a:ext cx="245312" cy="197454"/>
            </a:xfrm>
            <a:custGeom>
              <a:avLst/>
              <a:gdLst/>
              <a:ahLst/>
              <a:cxnLst/>
              <a:rect l="l" t="t" r="r" b="b"/>
              <a:pathLst>
                <a:path w="16536" h="13310" extrusionOk="0">
                  <a:moveTo>
                    <a:pt x="13343" y="1"/>
                  </a:moveTo>
                  <a:lnTo>
                    <a:pt x="0" y="7933"/>
                  </a:lnTo>
                  <a:lnTo>
                    <a:pt x="3193" y="13310"/>
                  </a:lnTo>
                  <a:lnTo>
                    <a:pt x="16536" y="5378"/>
                  </a:lnTo>
                  <a:lnTo>
                    <a:pt x="133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126;p72">
              <a:extLst>
                <a:ext uri="{FF2B5EF4-FFF2-40B4-BE49-F238E27FC236}">
                  <a16:creationId xmlns:a16="http://schemas.microsoft.com/office/drawing/2014/main" id="{87CE1FD6-7CB6-93FF-AE1B-CAC0F50A5FA3}"/>
                </a:ext>
              </a:extLst>
            </p:cNvPr>
            <p:cNvSpPr/>
            <p:nvPr/>
          </p:nvSpPr>
          <p:spPr>
            <a:xfrm>
              <a:off x="7395169" y="2770814"/>
              <a:ext cx="285692" cy="234348"/>
            </a:xfrm>
            <a:custGeom>
              <a:avLst/>
              <a:gdLst/>
              <a:ahLst/>
              <a:cxnLst/>
              <a:rect l="l" t="t" r="r" b="b"/>
              <a:pathLst>
                <a:path w="19258" h="15797" extrusionOk="0">
                  <a:moveTo>
                    <a:pt x="15258" y="0"/>
                  </a:moveTo>
                  <a:lnTo>
                    <a:pt x="0" y="9108"/>
                  </a:lnTo>
                  <a:lnTo>
                    <a:pt x="3999" y="15796"/>
                  </a:lnTo>
                  <a:lnTo>
                    <a:pt x="19258" y="6688"/>
                  </a:lnTo>
                  <a:lnTo>
                    <a:pt x="152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127;p72">
              <a:extLst>
                <a:ext uri="{FF2B5EF4-FFF2-40B4-BE49-F238E27FC236}">
                  <a16:creationId xmlns:a16="http://schemas.microsoft.com/office/drawing/2014/main" id="{72C3FEFD-5E19-C533-F7B6-9710BCBC57A7}"/>
                </a:ext>
              </a:extLst>
            </p:cNvPr>
            <p:cNvSpPr/>
            <p:nvPr/>
          </p:nvSpPr>
          <p:spPr>
            <a:xfrm>
              <a:off x="6575532" y="2313101"/>
              <a:ext cx="205435" cy="282903"/>
            </a:xfrm>
            <a:custGeom>
              <a:avLst/>
              <a:gdLst/>
              <a:ahLst/>
              <a:cxnLst/>
              <a:rect l="l" t="t" r="r" b="b"/>
              <a:pathLst>
                <a:path w="13848" h="19070" extrusionOk="0">
                  <a:moveTo>
                    <a:pt x="11227" y="1"/>
                  </a:moveTo>
                  <a:cubicBezTo>
                    <a:pt x="10453" y="1"/>
                    <a:pt x="9697" y="403"/>
                    <a:pt x="9277" y="1111"/>
                  </a:cubicBezTo>
                  <a:lnTo>
                    <a:pt x="639" y="15597"/>
                  </a:lnTo>
                  <a:cubicBezTo>
                    <a:pt x="1" y="16706"/>
                    <a:pt x="337" y="18084"/>
                    <a:pt x="1446" y="18756"/>
                  </a:cubicBezTo>
                  <a:cubicBezTo>
                    <a:pt x="1804" y="18969"/>
                    <a:pt x="2200" y="19070"/>
                    <a:pt x="2592" y="19070"/>
                  </a:cubicBezTo>
                  <a:cubicBezTo>
                    <a:pt x="3376" y="19070"/>
                    <a:pt x="4146" y="18666"/>
                    <a:pt x="4571" y="17949"/>
                  </a:cubicBezTo>
                  <a:lnTo>
                    <a:pt x="13209" y="3464"/>
                  </a:lnTo>
                  <a:cubicBezTo>
                    <a:pt x="13847" y="2389"/>
                    <a:pt x="13478" y="977"/>
                    <a:pt x="12402" y="338"/>
                  </a:cubicBezTo>
                  <a:cubicBezTo>
                    <a:pt x="12035" y="109"/>
                    <a:pt x="11629" y="1"/>
                    <a:pt x="11227" y="1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128;p72">
              <a:extLst>
                <a:ext uri="{FF2B5EF4-FFF2-40B4-BE49-F238E27FC236}">
                  <a16:creationId xmlns:a16="http://schemas.microsoft.com/office/drawing/2014/main" id="{57C75D84-8277-1B20-23A8-291E3E86D7AB}"/>
                </a:ext>
              </a:extLst>
            </p:cNvPr>
            <p:cNvSpPr/>
            <p:nvPr/>
          </p:nvSpPr>
          <p:spPr>
            <a:xfrm>
              <a:off x="6327755" y="2441344"/>
              <a:ext cx="397875" cy="372907"/>
            </a:xfrm>
            <a:custGeom>
              <a:avLst/>
              <a:gdLst/>
              <a:ahLst/>
              <a:cxnLst/>
              <a:rect l="l" t="t" r="r" b="b"/>
              <a:pathLst>
                <a:path w="26820" h="25137" extrusionOk="0">
                  <a:moveTo>
                    <a:pt x="11760" y="1"/>
                  </a:moveTo>
                  <a:cubicBezTo>
                    <a:pt x="9724" y="1"/>
                    <a:pt x="7736" y="1046"/>
                    <a:pt x="6621" y="2919"/>
                  </a:cubicBezTo>
                  <a:lnTo>
                    <a:pt x="1681" y="11220"/>
                  </a:lnTo>
                  <a:cubicBezTo>
                    <a:pt x="0" y="14043"/>
                    <a:pt x="941" y="17673"/>
                    <a:pt x="3764" y="19353"/>
                  </a:cubicBezTo>
                  <a:lnTo>
                    <a:pt x="12066" y="24294"/>
                  </a:lnTo>
                  <a:cubicBezTo>
                    <a:pt x="13025" y="24865"/>
                    <a:pt x="14077" y="25137"/>
                    <a:pt x="15114" y="25137"/>
                  </a:cubicBezTo>
                  <a:cubicBezTo>
                    <a:pt x="17130" y="25137"/>
                    <a:pt x="19089" y="24108"/>
                    <a:pt x="20199" y="22244"/>
                  </a:cubicBezTo>
                  <a:lnTo>
                    <a:pt x="25139" y="13942"/>
                  </a:lnTo>
                  <a:cubicBezTo>
                    <a:pt x="26820" y="11119"/>
                    <a:pt x="25912" y="7456"/>
                    <a:pt x="23089" y="5776"/>
                  </a:cubicBezTo>
                  <a:lnTo>
                    <a:pt x="14788" y="835"/>
                  </a:lnTo>
                  <a:cubicBezTo>
                    <a:pt x="13838" y="270"/>
                    <a:pt x="12793" y="1"/>
                    <a:pt x="11760" y="1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129;p72">
              <a:extLst>
                <a:ext uri="{FF2B5EF4-FFF2-40B4-BE49-F238E27FC236}">
                  <a16:creationId xmlns:a16="http://schemas.microsoft.com/office/drawing/2014/main" id="{81727E8A-B313-602C-181A-A531F08FE8E0}"/>
                </a:ext>
              </a:extLst>
            </p:cNvPr>
            <p:cNvSpPr/>
            <p:nvPr/>
          </p:nvSpPr>
          <p:spPr>
            <a:xfrm>
              <a:off x="6420484" y="2323322"/>
              <a:ext cx="159565" cy="205494"/>
            </a:xfrm>
            <a:custGeom>
              <a:avLst/>
              <a:gdLst/>
              <a:ahLst/>
              <a:cxnLst/>
              <a:rect l="l" t="t" r="r" b="b"/>
              <a:pathLst>
                <a:path w="10756" h="13852" extrusionOk="0">
                  <a:moveTo>
                    <a:pt x="8142" y="0"/>
                  </a:moveTo>
                  <a:cubicBezTo>
                    <a:pt x="7365" y="0"/>
                    <a:pt x="6606" y="396"/>
                    <a:pt x="6184" y="1128"/>
                  </a:cubicBezTo>
                  <a:lnTo>
                    <a:pt x="673" y="10404"/>
                  </a:lnTo>
                  <a:cubicBezTo>
                    <a:pt x="0" y="11480"/>
                    <a:pt x="370" y="12891"/>
                    <a:pt x="1446" y="13530"/>
                  </a:cubicBezTo>
                  <a:cubicBezTo>
                    <a:pt x="1822" y="13747"/>
                    <a:pt x="2230" y="13851"/>
                    <a:pt x="2630" y="13851"/>
                  </a:cubicBezTo>
                  <a:cubicBezTo>
                    <a:pt x="3409" y="13851"/>
                    <a:pt x="4161" y="13456"/>
                    <a:pt x="4605" y="12723"/>
                  </a:cubicBezTo>
                  <a:lnTo>
                    <a:pt x="10117" y="3447"/>
                  </a:lnTo>
                  <a:cubicBezTo>
                    <a:pt x="10755" y="2372"/>
                    <a:pt x="10419" y="960"/>
                    <a:pt x="9310" y="322"/>
                  </a:cubicBezTo>
                  <a:cubicBezTo>
                    <a:pt x="8945" y="105"/>
                    <a:pt x="8541" y="0"/>
                    <a:pt x="8142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130;p72">
              <a:extLst>
                <a:ext uri="{FF2B5EF4-FFF2-40B4-BE49-F238E27FC236}">
                  <a16:creationId xmlns:a16="http://schemas.microsoft.com/office/drawing/2014/main" id="{730EF781-FD29-F9E3-C71C-087137BAED4F}"/>
                </a:ext>
              </a:extLst>
            </p:cNvPr>
            <p:cNvSpPr/>
            <p:nvPr/>
          </p:nvSpPr>
          <p:spPr>
            <a:xfrm>
              <a:off x="6479806" y="2308621"/>
              <a:ext cx="205939" cy="282903"/>
            </a:xfrm>
            <a:custGeom>
              <a:avLst/>
              <a:gdLst/>
              <a:ahLst/>
              <a:cxnLst/>
              <a:rect l="l" t="t" r="r" b="b"/>
              <a:pathLst>
                <a:path w="13882" h="19070" extrusionOk="0">
                  <a:moveTo>
                    <a:pt x="11245" y="0"/>
                  </a:moveTo>
                  <a:cubicBezTo>
                    <a:pt x="10468" y="0"/>
                    <a:pt x="9719" y="403"/>
                    <a:pt x="9277" y="1111"/>
                  </a:cubicBezTo>
                  <a:lnTo>
                    <a:pt x="673" y="15596"/>
                  </a:lnTo>
                  <a:cubicBezTo>
                    <a:pt x="1" y="16705"/>
                    <a:pt x="371" y="18083"/>
                    <a:pt x="1446" y="18756"/>
                  </a:cubicBezTo>
                  <a:cubicBezTo>
                    <a:pt x="1816" y="18968"/>
                    <a:pt x="2219" y="19069"/>
                    <a:pt x="2616" y="19069"/>
                  </a:cubicBezTo>
                  <a:cubicBezTo>
                    <a:pt x="3410" y="19069"/>
                    <a:pt x="4180" y="18666"/>
                    <a:pt x="4605" y="17949"/>
                  </a:cubicBezTo>
                  <a:lnTo>
                    <a:pt x="13209" y="3464"/>
                  </a:lnTo>
                  <a:cubicBezTo>
                    <a:pt x="13881" y="2388"/>
                    <a:pt x="13511" y="977"/>
                    <a:pt x="12436" y="338"/>
                  </a:cubicBezTo>
                  <a:cubicBezTo>
                    <a:pt x="12057" y="109"/>
                    <a:pt x="11647" y="0"/>
                    <a:pt x="11245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131;p72">
              <a:extLst>
                <a:ext uri="{FF2B5EF4-FFF2-40B4-BE49-F238E27FC236}">
                  <a16:creationId xmlns:a16="http://schemas.microsoft.com/office/drawing/2014/main" id="{C1B26155-6AC2-22B8-2754-7C0C0964CAB1}"/>
                </a:ext>
              </a:extLst>
            </p:cNvPr>
            <p:cNvSpPr/>
            <p:nvPr/>
          </p:nvSpPr>
          <p:spPr>
            <a:xfrm>
              <a:off x="6631368" y="2384262"/>
              <a:ext cx="205435" cy="282681"/>
            </a:xfrm>
            <a:custGeom>
              <a:avLst/>
              <a:gdLst/>
              <a:ahLst/>
              <a:cxnLst/>
              <a:rect l="l" t="t" r="r" b="b"/>
              <a:pathLst>
                <a:path w="13848" h="19055" extrusionOk="0">
                  <a:moveTo>
                    <a:pt x="11256" y="0"/>
                  </a:moveTo>
                  <a:cubicBezTo>
                    <a:pt x="10472" y="0"/>
                    <a:pt x="9702" y="404"/>
                    <a:pt x="9277" y="1121"/>
                  </a:cubicBezTo>
                  <a:lnTo>
                    <a:pt x="639" y="15606"/>
                  </a:lnTo>
                  <a:cubicBezTo>
                    <a:pt x="1" y="16681"/>
                    <a:pt x="337" y="18093"/>
                    <a:pt x="1446" y="18731"/>
                  </a:cubicBezTo>
                  <a:cubicBezTo>
                    <a:pt x="1813" y="18950"/>
                    <a:pt x="2220" y="19054"/>
                    <a:pt x="2622" y="19054"/>
                  </a:cubicBezTo>
                  <a:cubicBezTo>
                    <a:pt x="3396" y="19054"/>
                    <a:pt x="4151" y="18666"/>
                    <a:pt x="4572" y="17958"/>
                  </a:cubicBezTo>
                  <a:lnTo>
                    <a:pt x="13209" y="3473"/>
                  </a:lnTo>
                  <a:cubicBezTo>
                    <a:pt x="13848" y="2364"/>
                    <a:pt x="13478" y="952"/>
                    <a:pt x="12402" y="314"/>
                  </a:cubicBezTo>
                  <a:cubicBezTo>
                    <a:pt x="12044" y="101"/>
                    <a:pt x="11648" y="0"/>
                    <a:pt x="11256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132;p72">
              <a:extLst>
                <a:ext uri="{FF2B5EF4-FFF2-40B4-BE49-F238E27FC236}">
                  <a16:creationId xmlns:a16="http://schemas.microsoft.com/office/drawing/2014/main" id="{D458C6CC-0975-681A-F664-0B46E80CBA52}"/>
                </a:ext>
              </a:extLst>
            </p:cNvPr>
            <p:cNvSpPr/>
            <p:nvPr/>
          </p:nvSpPr>
          <p:spPr>
            <a:xfrm>
              <a:off x="6230027" y="2573651"/>
              <a:ext cx="369970" cy="420543"/>
            </a:xfrm>
            <a:custGeom>
              <a:avLst/>
              <a:gdLst/>
              <a:ahLst/>
              <a:cxnLst/>
              <a:rect l="l" t="t" r="r" b="b"/>
              <a:pathLst>
                <a:path w="24939" h="28348" extrusionOk="0">
                  <a:moveTo>
                    <a:pt x="14723" y="1"/>
                  </a:moveTo>
                  <a:cubicBezTo>
                    <a:pt x="13352" y="1"/>
                    <a:pt x="12018" y="695"/>
                    <a:pt x="11260" y="1965"/>
                  </a:cubicBezTo>
                  <a:lnTo>
                    <a:pt x="1" y="20853"/>
                  </a:lnTo>
                  <a:lnTo>
                    <a:pt x="12571" y="28348"/>
                  </a:lnTo>
                  <a:lnTo>
                    <a:pt x="23796" y="9460"/>
                  </a:lnTo>
                  <a:cubicBezTo>
                    <a:pt x="24938" y="7544"/>
                    <a:pt x="24334" y="5057"/>
                    <a:pt x="22418" y="3914"/>
                  </a:cubicBezTo>
                  <a:lnTo>
                    <a:pt x="16772" y="553"/>
                  </a:lnTo>
                  <a:cubicBezTo>
                    <a:pt x="16126" y="180"/>
                    <a:pt x="15420" y="1"/>
                    <a:pt x="14723" y="1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133;p72">
              <a:extLst>
                <a:ext uri="{FF2B5EF4-FFF2-40B4-BE49-F238E27FC236}">
                  <a16:creationId xmlns:a16="http://schemas.microsoft.com/office/drawing/2014/main" id="{C4475FBF-AF5A-F80B-0EE6-33B0FCF93B2D}"/>
                </a:ext>
              </a:extLst>
            </p:cNvPr>
            <p:cNvSpPr/>
            <p:nvPr/>
          </p:nvSpPr>
          <p:spPr>
            <a:xfrm>
              <a:off x="6647330" y="2632469"/>
              <a:ext cx="151080" cy="135874"/>
            </a:xfrm>
            <a:custGeom>
              <a:avLst/>
              <a:gdLst/>
              <a:ahLst/>
              <a:cxnLst/>
              <a:rect l="l" t="t" r="r" b="b"/>
              <a:pathLst>
                <a:path w="10184" h="9159" extrusionOk="0">
                  <a:moveTo>
                    <a:pt x="7369" y="0"/>
                  </a:moveTo>
                  <a:cubicBezTo>
                    <a:pt x="6214" y="0"/>
                    <a:pt x="5092" y="597"/>
                    <a:pt x="4470" y="1663"/>
                  </a:cubicBezTo>
                  <a:lnTo>
                    <a:pt x="0" y="9158"/>
                  </a:lnTo>
                  <a:lnTo>
                    <a:pt x="6386" y="7545"/>
                  </a:lnTo>
                  <a:lnTo>
                    <a:pt x="10184" y="1126"/>
                  </a:lnTo>
                  <a:cubicBezTo>
                    <a:pt x="10150" y="1126"/>
                    <a:pt x="10116" y="1092"/>
                    <a:pt x="10083" y="1058"/>
                  </a:cubicBezTo>
                  <a:lnTo>
                    <a:pt x="9108" y="487"/>
                  </a:lnTo>
                  <a:cubicBezTo>
                    <a:pt x="8562" y="157"/>
                    <a:pt x="7961" y="0"/>
                    <a:pt x="7369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134;p72">
              <a:extLst>
                <a:ext uri="{FF2B5EF4-FFF2-40B4-BE49-F238E27FC236}">
                  <a16:creationId xmlns:a16="http://schemas.microsoft.com/office/drawing/2014/main" id="{909402D3-1906-911F-269D-8404C19D12B9}"/>
                </a:ext>
              </a:extLst>
            </p:cNvPr>
            <p:cNvSpPr/>
            <p:nvPr/>
          </p:nvSpPr>
          <p:spPr>
            <a:xfrm>
              <a:off x="6570043" y="2699654"/>
              <a:ext cx="196460" cy="114556"/>
            </a:xfrm>
            <a:custGeom>
              <a:avLst/>
              <a:gdLst/>
              <a:ahLst/>
              <a:cxnLst/>
              <a:rect l="l" t="t" r="r" b="b"/>
              <a:pathLst>
                <a:path w="13243" h="7722" extrusionOk="0">
                  <a:moveTo>
                    <a:pt x="11934" y="0"/>
                  </a:moveTo>
                  <a:cubicBezTo>
                    <a:pt x="11668" y="0"/>
                    <a:pt x="11397" y="30"/>
                    <a:pt x="11125" y="92"/>
                  </a:cubicBezTo>
                  <a:lnTo>
                    <a:pt x="3362" y="2075"/>
                  </a:lnTo>
                  <a:lnTo>
                    <a:pt x="1" y="7721"/>
                  </a:lnTo>
                  <a:lnTo>
                    <a:pt x="10386" y="5066"/>
                  </a:lnTo>
                  <a:lnTo>
                    <a:pt x="13243" y="260"/>
                  </a:lnTo>
                  <a:cubicBezTo>
                    <a:pt x="12838" y="90"/>
                    <a:pt x="12394" y="0"/>
                    <a:pt x="11934" y="0"/>
                  </a:cubicBezTo>
                  <a:close/>
                </a:path>
              </a:pathLst>
            </a:custGeom>
            <a:solidFill>
              <a:srgbClr val="F1C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135;p72">
              <a:extLst>
                <a:ext uri="{FF2B5EF4-FFF2-40B4-BE49-F238E27FC236}">
                  <a16:creationId xmlns:a16="http://schemas.microsoft.com/office/drawing/2014/main" id="{72335AAD-2AA4-937B-0209-AFBABC91D9D9}"/>
                </a:ext>
              </a:extLst>
            </p:cNvPr>
            <p:cNvSpPr/>
            <p:nvPr/>
          </p:nvSpPr>
          <p:spPr>
            <a:xfrm>
              <a:off x="6005185" y="2827139"/>
              <a:ext cx="455227" cy="361989"/>
            </a:xfrm>
            <a:custGeom>
              <a:avLst/>
              <a:gdLst/>
              <a:ahLst/>
              <a:cxnLst/>
              <a:rect l="l" t="t" r="r" b="b"/>
              <a:pathLst>
                <a:path w="30686" h="24401" extrusionOk="0">
                  <a:moveTo>
                    <a:pt x="15864" y="1"/>
                  </a:moveTo>
                  <a:lnTo>
                    <a:pt x="1" y="24401"/>
                  </a:lnTo>
                  <a:lnTo>
                    <a:pt x="20535" y="24401"/>
                  </a:lnTo>
                  <a:lnTo>
                    <a:pt x="30685" y="8806"/>
                  </a:lnTo>
                  <a:lnTo>
                    <a:pt x="158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136;p72">
              <a:extLst>
                <a:ext uri="{FF2B5EF4-FFF2-40B4-BE49-F238E27FC236}">
                  <a16:creationId xmlns:a16="http://schemas.microsoft.com/office/drawing/2014/main" id="{DDEFAE46-C147-2B7F-27D5-C0AFBB30EDA4}"/>
                </a:ext>
              </a:extLst>
            </p:cNvPr>
            <p:cNvSpPr/>
            <p:nvPr/>
          </p:nvSpPr>
          <p:spPr>
            <a:xfrm>
              <a:off x="6261936" y="2736413"/>
              <a:ext cx="245326" cy="197943"/>
            </a:xfrm>
            <a:custGeom>
              <a:avLst/>
              <a:gdLst/>
              <a:ahLst/>
              <a:cxnLst/>
              <a:rect l="l" t="t" r="r" b="b"/>
              <a:pathLst>
                <a:path w="16537" h="13343" extrusionOk="0">
                  <a:moveTo>
                    <a:pt x="3194" y="0"/>
                  </a:moveTo>
                  <a:lnTo>
                    <a:pt x="1" y="5378"/>
                  </a:lnTo>
                  <a:lnTo>
                    <a:pt x="13344" y="13343"/>
                  </a:lnTo>
                  <a:lnTo>
                    <a:pt x="16536" y="7965"/>
                  </a:lnTo>
                  <a:lnTo>
                    <a:pt x="31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137;p72">
              <a:extLst>
                <a:ext uri="{FF2B5EF4-FFF2-40B4-BE49-F238E27FC236}">
                  <a16:creationId xmlns:a16="http://schemas.microsoft.com/office/drawing/2014/main" id="{C46611CF-41E8-FF91-DAFF-99361C169B73}"/>
                </a:ext>
              </a:extLst>
            </p:cNvPr>
            <p:cNvSpPr/>
            <p:nvPr/>
          </p:nvSpPr>
          <p:spPr>
            <a:xfrm>
              <a:off x="6215074" y="2763337"/>
              <a:ext cx="285707" cy="233844"/>
            </a:xfrm>
            <a:custGeom>
              <a:avLst/>
              <a:gdLst/>
              <a:ahLst/>
              <a:cxnLst/>
              <a:rect l="l" t="t" r="r" b="b"/>
              <a:pathLst>
                <a:path w="19259" h="15763" extrusionOk="0">
                  <a:moveTo>
                    <a:pt x="4000" y="0"/>
                  </a:moveTo>
                  <a:lnTo>
                    <a:pt x="1" y="6688"/>
                  </a:lnTo>
                  <a:lnTo>
                    <a:pt x="15259" y="15762"/>
                  </a:lnTo>
                  <a:lnTo>
                    <a:pt x="19258" y="9074"/>
                  </a:lnTo>
                  <a:lnTo>
                    <a:pt x="40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138;p72">
              <a:extLst>
                <a:ext uri="{FF2B5EF4-FFF2-40B4-BE49-F238E27FC236}">
                  <a16:creationId xmlns:a16="http://schemas.microsoft.com/office/drawing/2014/main" id="{CA444879-2441-78F6-4D97-D4B0EF5864F5}"/>
                </a:ext>
              </a:extLst>
            </p:cNvPr>
            <p:cNvSpPr/>
            <p:nvPr/>
          </p:nvSpPr>
          <p:spPr>
            <a:xfrm>
              <a:off x="6205610" y="792022"/>
              <a:ext cx="1461856" cy="874523"/>
            </a:xfrm>
            <a:custGeom>
              <a:avLst/>
              <a:gdLst/>
              <a:ahLst/>
              <a:cxnLst/>
              <a:rect l="l" t="t" r="r" b="b"/>
              <a:pathLst>
                <a:path w="98541" h="58950" extrusionOk="0">
                  <a:moveTo>
                    <a:pt x="0" y="0"/>
                  </a:moveTo>
                  <a:lnTo>
                    <a:pt x="0" y="58950"/>
                  </a:lnTo>
                  <a:lnTo>
                    <a:pt x="98540" y="58950"/>
                  </a:lnTo>
                  <a:lnTo>
                    <a:pt x="985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139;p72">
              <a:extLst>
                <a:ext uri="{FF2B5EF4-FFF2-40B4-BE49-F238E27FC236}">
                  <a16:creationId xmlns:a16="http://schemas.microsoft.com/office/drawing/2014/main" id="{15ACA6C4-235B-98AA-208C-3FF68DC11AEA}"/>
                </a:ext>
              </a:extLst>
            </p:cNvPr>
            <p:cNvSpPr/>
            <p:nvPr/>
          </p:nvSpPr>
          <p:spPr>
            <a:xfrm>
              <a:off x="6234018" y="820445"/>
              <a:ext cx="1405023" cy="127640"/>
            </a:xfrm>
            <a:custGeom>
              <a:avLst/>
              <a:gdLst/>
              <a:ahLst/>
              <a:cxnLst/>
              <a:rect l="l" t="t" r="r" b="b"/>
              <a:pathLst>
                <a:path w="94710" h="8604" extrusionOk="0">
                  <a:moveTo>
                    <a:pt x="1" y="0"/>
                  </a:moveTo>
                  <a:lnTo>
                    <a:pt x="1" y="8604"/>
                  </a:lnTo>
                  <a:lnTo>
                    <a:pt x="94710" y="8604"/>
                  </a:lnTo>
                  <a:lnTo>
                    <a:pt x="947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140;p72">
              <a:extLst>
                <a:ext uri="{FF2B5EF4-FFF2-40B4-BE49-F238E27FC236}">
                  <a16:creationId xmlns:a16="http://schemas.microsoft.com/office/drawing/2014/main" id="{3210A5EB-D1A7-9E35-3B0C-1DDD2154535F}"/>
                </a:ext>
              </a:extLst>
            </p:cNvPr>
            <p:cNvSpPr/>
            <p:nvPr/>
          </p:nvSpPr>
          <p:spPr>
            <a:xfrm>
              <a:off x="6694695" y="837890"/>
              <a:ext cx="702511" cy="92748"/>
            </a:xfrm>
            <a:custGeom>
              <a:avLst/>
              <a:gdLst/>
              <a:ahLst/>
              <a:cxnLst/>
              <a:rect l="l" t="t" r="r" b="b"/>
              <a:pathLst>
                <a:path w="47355" h="6252" extrusionOk="0">
                  <a:moveTo>
                    <a:pt x="0" y="0"/>
                  </a:moveTo>
                  <a:lnTo>
                    <a:pt x="0" y="6252"/>
                  </a:lnTo>
                  <a:lnTo>
                    <a:pt x="47354" y="6252"/>
                  </a:lnTo>
                  <a:lnTo>
                    <a:pt x="473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2141;p72">
              <a:extLst>
                <a:ext uri="{FF2B5EF4-FFF2-40B4-BE49-F238E27FC236}">
                  <a16:creationId xmlns:a16="http://schemas.microsoft.com/office/drawing/2014/main" id="{BFE78C80-D2D0-E7B7-0C94-382C684DC6D3}"/>
                </a:ext>
              </a:extLst>
            </p:cNvPr>
            <p:cNvSpPr/>
            <p:nvPr/>
          </p:nvSpPr>
          <p:spPr>
            <a:xfrm>
              <a:off x="6286368" y="851849"/>
              <a:ext cx="72810" cy="13470"/>
            </a:xfrm>
            <a:custGeom>
              <a:avLst/>
              <a:gdLst/>
              <a:ahLst/>
              <a:cxnLst/>
              <a:rect l="l" t="t" r="r" b="b"/>
              <a:pathLst>
                <a:path w="4908" h="908" extrusionOk="0">
                  <a:moveTo>
                    <a:pt x="1" y="0"/>
                  </a:moveTo>
                  <a:lnTo>
                    <a:pt x="1" y="908"/>
                  </a:lnTo>
                  <a:lnTo>
                    <a:pt x="4908" y="908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2142;p72">
              <a:extLst>
                <a:ext uri="{FF2B5EF4-FFF2-40B4-BE49-F238E27FC236}">
                  <a16:creationId xmlns:a16="http://schemas.microsoft.com/office/drawing/2014/main" id="{E1A70D07-B2F8-30F0-C082-F1087CC53BAB}"/>
                </a:ext>
              </a:extLst>
            </p:cNvPr>
            <p:cNvSpPr/>
            <p:nvPr/>
          </p:nvSpPr>
          <p:spPr>
            <a:xfrm>
              <a:off x="6286368" y="877275"/>
              <a:ext cx="72810" cy="13975"/>
            </a:xfrm>
            <a:custGeom>
              <a:avLst/>
              <a:gdLst/>
              <a:ahLst/>
              <a:cxnLst/>
              <a:rect l="l" t="t" r="r" b="b"/>
              <a:pathLst>
                <a:path w="4908" h="942" extrusionOk="0">
                  <a:moveTo>
                    <a:pt x="1" y="0"/>
                  </a:moveTo>
                  <a:lnTo>
                    <a:pt x="1" y="941"/>
                  </a:lnTo>
                  <a:lnTo>
                    <a:pt x="4908" y="941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2143;p72">
              <a:extLst>
                <a:ext uri="{FF2B5EF4-FFF2-40B4-BE49-F238E27FC236}">
                  <a16:creationId xmlns:a16="http://schemas.microsoft.com/office/drawing/2014/main" id="{80F451CD-EFF3-7A70-9169-8F3818B44680}"/>
                </a:ext>
              </a:extLst>
            </p:cNvPr>
            <p:cNvSpPr/>
            <p:nvPr/>
          </p:nvSpPr>
          <p:spPr>
            <a:xfrm>
              <a:off x="6286368" y="903205"/>
              <a:ext cx="72810" cy="13470"/>
            </a:xfrm>
            <a:custGeom>
              <a:avLst/>
              <a:gdLst/>
              <a:ahLst/>
              <a:cxnLst/>
              <a:rect l="l" t="t" r="r" b="b"/>
              <a:pathLst>
                <a:path w="4908" h="908" extrusionOk="0">
                  <a:moveTo>
                    <a:pt x="1" y="0"/>
                  </a:moveTo>
                  <a:lnTo>
                    <a:pt x="1" y="908"/>
                  </a:lnTo>
                  <a:lnTo>
                    <a:pt x="4908" y="908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2144;p72">
              <a:extLst>
                <a:ext uri="{FF2B5EF4-FFF2-40B4-BE49-F238E27FC236}">
                  <a16:creationId xmlns:a16="http://schemas.microsoft.com/office/drawing/2014/main" id="{388E5395-83E8-09DF-8676-9691BE10126C}"/>
                </a:ext>
              </a:extLst>
            </p:cNvPr>
            <p:cNvSpPr/>
            <p:nvPr/>
          </p:nvSpPr>
          <p:spPr>
            <a:xfrm>
              <a:off x="6234018" y="986455"/>
              <a:ext cx="871037" cy="519047"/>
            </a:xfrm>
            <a:custGeom>
              <a:avLst/>
              <a:gdLst/>
              <a:ahLst/>
              <a:cxnLst/>
              <a:rect l="l" t="t" r="r" b="b"/>
              <a:pathLst>
                <a:path w="58715" h="34988" extrusionOk="0">
                  <a:moveTo>
                    <a:pt x="1" y="1"/>
                  </a:moveTo>
                  <a:lnTo>
                    <a:pt x="1" y="34987"/>
                  </a:lnTo>
                  <a:lnTo>
                    <a:pt x="58715" y="34987"/>
                  </a:lnTo>
                  <a:lnTo>
                    <a:pt x="587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2145;p72">
              <a:extLst>
                <a:ext uri="{FF2B5EF4-FFF2-40B4-BE49-F238E27FC236}">
                  <a16:creationId xmlns:a16="http://schemas.microsoft.com/office/drawing/2014/main" id="{A9BC4E6B-CEA7-D294-C750-8E327A29DB5D}"/>
                </a:ext>
              </a:extLst>
            </p:cNvPr>
            <p:cNvSpPr/>
            <p:nvPr/>
          </p:nvSpPr>
          <p:spPr>
            <a:xfrm>
              <a:off x="7141399" y="986455"/>
              <a:ext cx="242330" cy="183005"/>
            </a:xfrm>
            <a:custGeom>
              <a:avLst/>
              <a:gdLst/>
              <a:ahLst/>
              <a:cxnLst/>
              <a:rect l="l" t="t" r="r" b="b"/>
              <a:pathLst>
                <a:path w="16335" h="12336" extrusionOk="0">
                  <a:moveTo>
                    <a:pt x="0" y="1"/>
                  </a:moveTo>
                  <a:lnTo>
                    <a:pt x="0" y="12335"/>
                  </a:lnTo>
                  <a:lnTo>
                    <a:pt x="16334" y="12335"/>
                  </a:lnTo>
                  <a:lnTo>
                    <a:pt x="16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2146;p72">
              <a:extLst>
                <a:ext uri="{FF2B5EF4-FFF2-40B4-BE49-F238E27FC236}">
                  <a16:creationId xmlns:a16="http://schemas.microsoft.com/office/drawing/2014/main" id="{3FD5C19D-4197-6979-C186-13F3DC17488B}"/>
                </a:ext>
              </a:extLst>
            </p:cNvPr>
            <p:cNvSpPr/>
            <p:nvPr/>
          </p:nvSpPr>
          <p:spPr>
            <a:xfrm>
              <a:off x="6365138" y="1574264"/>
              <a:ext cx="525530" cy="41894"/>
            </a:xfrm>
            <a:custGeom>
              <a:avLst/>
              <a:gdLst/>
              <a:ahLst/>
              <a:cxnLst/>
              <a:rect l="l" t="t" r="r" b="b"/>
              <a:pathLst>
                <a:path w="35425" h="2824" extrusionOk="0">
                  <a:moveTo>
                    <a:pt x="1412" y="0"/>
                  </a:moveTo>
                  <a:cubicBezTo>
                    <a:pt x="639" y="0"/>
                    <a:pt x="1" y="639"/>
                    <a:pt x="1" y="1412"/>
                  </a:cubicBezTo>
                  <a:cubicBezTo>
                    <a:pt x="1" y="2185"/>
                    <a:pt x="639" y="2823"/>
                    <a:pt x="1412" y="2823"/>
                  </a:cubicBezTo>
                  <a:lnTo>
                    <a:pt x="34046" y="2823"/>
                  </a:lnTo>
                  <a:cubicBezTo>
                    <a:pt x="34819" y="2823"/>
                    <a:pt x="35424" y="2185"/>
                    <a:pt x="35424" y="1412"/>
                  </a:cubicBezTo>
                  <a:cubicBezTo>
                    <a:pt x="35424" y="639"/>
                    <a:pt x="34819" y="0"/>
                    <a:pt x="340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147;p72">
              <a:extLst>
                <a:ext uri="{FF2B5EF4-FFF2-40B4-BE49-F238E27FC236}">
                  <a16:creationId xmlns:a16="http://schemas.microsoft.com/office/drawing/2014/main" id="{D82EFCFC-4294-F41B-6EFB-558F0A33A280}"/>
                </a:ext>
              </a:extLst>
            </p:cNvPr>
            <p:cNvSpPr/>
            <p:nvPr/>
          </p:nvSpPr>
          <p:spPr>
            <a:xfrm>
              <a:off x="7413608" y="1012890"/>
              <a:ext cx="215404" cy="19449"/>
            </a:xfrm>
            <a:custGeom>
              <a:avLst/>
              <a:gdLst/>
              <a:ahLst/>
              <a:cxnLst/>
              <a:rect l="l" t="t" r="r" b="b"/>
              <a:pathLst>
                <a:path w="14520" h="1311" extrusionOk="0">
                  <a:moveTo>
                    <a:pt x="673" y="0"/>
                  </a:moveTo>
                  <a:cubicBezTo>
                    <a:pt x="303" y="0"/>
                    <a:pt x="1" y="302"/>
                    <a:pt x="1" y="639"/>
                  </a:cubicBezTo>
                  <a:cubicBezTo>
                    <a:pt x="1" y="1008"/>
                    <a:pt x="303" y="1311"/>
                    <a:pt x="673" y="1311"/>
                  </a:cubicBezTo>
                  <a:lnTo>
                    <a:pt x="13847" y="1311"/>
                  </a:lnTo>
                  <a:cubicBezTo>
                    <a:pt x="14217" y="1311"/>
                    <a:pt x="14519" y="1008"/>
                    <a:pt x="14519" y="639"/>
                  </a:cubicBezTo>
                  <a:cubicBezTo>
                    <a:pt x="14519" y="302"/>
                    <a:pt x="14217" y="0"/>
                    <a:pt x="13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2148;p72">
              <a:extLst>
                <a:ext uri="{FF2B5EF4-FFF2-40B4-BE49-F238E27FC236}">
                  <a16:creationId xmlns:a16="http://schemas.microsoft.com/office/drawing/2014/main" id="{900F3750-78BA-3FA5-13DF-434C43105216}"/>
                </a:ext>
              </a:extLst>
            </p:cNvPr>
            <p:cNvSpPr/>
            <p:nvPr/>
          </p:nvSpPr>
          <p:spPr>
            <a:xfrm>
              <a:off x="7413608" y="1056251"/>
              <a:ext cx="215404" cy="19968"/>
            </a:xfrm>
            <a:custGeom>
              <a:avLst/>
              <a:gdLst/>
              <a:ahLst/>
              <a:cxnLst/>
              <a:rect l="l" t="t" r="r" b="b"/>
              <a:pathLst>
                <a:path w="14520" h="1346" extrusionOk="0">
                  <a:moveTo>
                    <a:pt x="673" y="1"/>
                  </a:moveTo>
                  <a:cubicBezTo>
                    <a:pt x="303" y="1"/>
                    <a:pt x="1" y="303"/>
                    <a:pt x="1" y="673"/>
                  </a:cubicBezTo>
                  <a:cubicBezTo>
                    <a:pt x="1" y="1043"/>
                    <a:pt x="303" y="1345"/>
                    <a:pt x="673" y="1345"/>
                  </a:cubicBezTo>
                  <a:lnTo>
                    <a:pt x="13847" y="1345"/>
                  </a:lnTo>
                  <a:cubicBezTo>
                    <a:pt x="14217" y="1345"/>
                    <a:pt x="14519" y="1043"/>
                    <a:pt x="14519" y="673"/>
                  </a:cubicBezTo>
                  <a:cubicBezTo>
                    <a:pt x="14519" y="303"/>
                    <a:pt x="14217" y="1"/>
                    <a:pt x="13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2149;p72">
              <a:extLst>
                <a:ext uri="{FF2B5EF4-FFF2-40B4-BE49-F238E27FC236}">
                  <a16:creationId xmlns:a16="http://schemas.microsoft.com/office/drawing/2014/main" id="{18EC9C16-6655-B881-8555-813A5FC9AC4E}"/>
                </a:ext>
              </a:extLst>
            </p:cNvPr>
            <p:cNvSpPr/>
            <p:nvPr/>
          </p:nvSpPr>
          <p:spPr>
            <a:xfrm>
              <a:off x="7413608" y="1100131"/>
              <a:ext cx="96739" cy="19464"/>
            </a:xfrm>
            <a:custGeom>
              <a:avLst/>
              <a:gdLst/>
              <a:ahLst/>
              <a:cxnLst/>
              <a:rect l="l" t="t" r="r" b="b"/>
              <a:pathLst>
                <a:path w="6521" h="1312" extrusionOk="0">
                  <a:moveTo>
                    <a:pt x="673" y="1"/>
                  </a:moveTo>
                  <a:cubicBezTo>
                    <a:pt x="303" y="1"/>
                    <a:pt x="1" y="303"/>
                    <a:pt x="1" y="673"/>
                  </a:cubicBezTo>
                  <a:cubicBezTo>
                    <a:pt x="1" y="1042"/>
                    <a:pt x="303" y="1311"/>
                    <a:pt x="673" y="1311"/>
                  </a:cubicBezTo>
                  <a:lnTo>
                    <a:pt x="5882" y="1311"/>
                  </a:lnTo>
                  <a:cubicBezTo>
                    <a:pt x="6252" y="1311"/>
                    <a:pt x="6521" y="1042"/>
                    <a:pt x="6521" y="673"/>
                  </a:cubicBezTo>
                  <a:cubicBezTo>
                    <a:pt x="6521" y="303"/>
                    <a:pt x="6252" y="1"/>
                    <a:pt x="5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150;p72">
              <a:extLst>
                <a:ext uri="{FF2B5EF4-FFF2-40B4-BE49-F238E27FC236}">
                  <a16:creationId xmlns:a16="http://schemas.microsoft.com/office/drawing/2014/main" id="{A5EEA1B5-AE79-79F2-DA84-522C9585758F}"/>
                </a:ext>
              </a:extLst>
            </p:cNvPr>
            <p:cNvSpPr/>
            <p:nvPr/>
          </p:nvSpPr>
          <p:spPr>
            <a:xfrm>
              <a:off x="7413608" y="1263159"/>
              <a:ext cx="215404" cy="19464"/>
            </a:xfrm>
            <a:custGeom>
              <a:avLst/>
              <a:gdLst/>
              <a:ahLst/>
              <a:cxnLst/>
              <a:rect l="l" t="t" r="r" b="b"/>
              <a:pathLst>
                <a:path w="14520" h="1312" extrusionOk="0">
                  <a:moveTo>
                    <a:pt x="673" y="1"/>
                  </a:moveTo>
                  <a:cubicBezTo>
                    <a:pt x="303" y="1"/>
                    <a:pt x="1" y="303"/>
                    <a:pt x="1" y="639"/>
                  </a:cubicBezTo>
                  <a:cubicBezTo>
                    <a:pt x="1" y="1009"/>
                    <a:pt x="303" y="1311"/>
                    <a:pt x="673" y="1311"/>
                  </a:cubicBezTo>
                  <a:lnTo>
                    <a:pt x="13847" y="1311"/>
                  </a:lnTo>
                  <a:cubicBezTo>
                    <a:pt x="14217" y="1311"/>
                    <a:pt x="14519" y="1009"/>
                    <a:pt x="14519" y="639"/>
                  </a:cubicBezTo>
                  <a:cubicBezTo>
                    <a:pt x="14519" y="303"/>
                    <a:pt x="14217" y="1"/>
                    <a:pt x="13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2151;p72">
              <a:extLst>
                <a:ext uri="{FF2B5EF4-FFF2-40B4-BE49-F238E27FC236}">
                  <a16:creationId xmlns:a16="http://schemas.microsoft.com/office/drawing/2014/main" id="{88A0115C-4555-09F1-497B-16A291E18C86}"/>
                </a:ext>
              </a:extLst>
            </p:cNvPr>
            <p:cNvSpPr/>
            <p:nvPr/>
          </p:nvSpPr>
          <p:spPr>
            <a:xfrm>
              <a:off x="7413608" y="1306535"/>
              <a:ext cx="215404" cy="19953"/>
            </a:xfrm>
            <a:custGeom>
              <a:avLst/>
              <a:gdLst/>
              <a:ahLst/>
              <a:cxnLst/>
              <a:rect l="l" t="t" r="r" b="b"/>
              <a:pathLst>
                <a:path w="14520" h="1345" extrusionOk="0">
                  <a:moveTo>
                    <a:pt x="673" y="1"/>
                  </a:moveTo>
                  <a:cubicBezTo>
                    <a:pt x="303" y="1"/>
                    <a:pt x="1" y="303"/>
                    <a:pt x="1" y="673"/>
                  </a:cubicBezTo>
                  <a:cubicBezTo>
                    <a:pt x="1" y="1042"/>
                    <a:pt x="303" y="1345"/>
                    <a:pt x="673" y="1345"/>
                  </a:cubicBezTo>
                  <a:lnTo>
                    <a:pt x="13847" y="1345"/>
                  </a:lnTo>
                  <a:cubicBezTo>
                    <a:pt x="14217" y="1345"/>
                    <a:pt x="14519" y="1042"/>
                    <a:pt x="14519" y="673"/>
                  </a:cubicBezTo>
                  <a:cubicBezTo>
                    <a:pt x="14519" y="303"/>
                    <a:pt x="14217" y="1"/>
                    <a:pt x="13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152;p72">
              <a:extLst>
                <a:ext uri="{FF2B5EF4-FFF2-40B4-BE49-F238E27FC236}">
                  <a16:creationId xmlns:a16="http://schemas.microsoft.com/office/drawing/2014/main" id="{EE64E837-F251-4784-6A57-C0F70CA7EF66}"/>
                </a:ext>
              </a:extLst>
            </p:cNvPr>
            <p:cNvSpPr/>
            <p:nvPr/>
          </p:nvSpPr>
          <p:spPr>
            <a:xfrm>
              <a:off x="7413608" y="1350415"/>
              <a:ext cx="96739" cy="19449"/>
            </a:xfrm>
            <a:custGeom>
              <a:avLst/>
              <a:gdLst/>
              <a:ahLst/>
              <a:cxnLst/>
              <a:rect l="l" t="t" r="r" b="b"/>
              <a:pathLst>
                <a:path w="6521" h="1311" extrusionOk="0">
                  <a:moveTo>
                    <a:pt x="673" y="0"/>
                  </a:moveTo>
                  <a:cubicBezTo>
                    <a:pt x="303" y="0"/>
                    <a:pt x="1" y="303"/>
                    <a:pt x="1" y="672"/>
                  </a:cubicBezTo>
                  <a:cubicBezTo>
                    <a:pt x="1" y="1008"/>
                    <a:pt x="303" y="1311"/>
                    <a:pt x="673" y="1311"/>
                  </a:cubicBezTo>
                  <a:lnTo>
                    <a:pt x="5882" y="1311"/>
                  </a:lnTo>
                  <a:cubicBezTo>
                    <a:pt x="6252" y="1311"/>
                    <a:pt x="6521" y="1008"/>
                    <a:pt x="6521" y="672"/>
                  </a:cubicBezTo>
                  <a:cubicBezTo>
                    <a:pt x="6521" y="303"/>
                    <a:pt x="6252" y="0"/>
                    <a:pt x="5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2153;p72">
              <a:extLst>
                <a:ext uri="{FF2B5EF4-FFF2-40B4-BE49-F238E27FC236}">
                  <a16:creationId xmlns:a16="http://schemas.microsoft.com/office/drawing/2014/main" id="{F8F425A7-1EDF-4E34-B682-A0E05E17152A}"/>
                </a:ext>
              </a:extLst>
            </p:cNvPr>
            <p:cNvSpPr/>
            <p:nvPr/>
          </p:nvSpPr>
          <p:spPr>
            <a:xfrm>
              <a:off x="7413608" y="1501472"/>
              <a:ext cx="215404" cy="19953"/>
            </a:xfrm>
            <a:custGeom>
              <a:avLst/>
              <a:gdLst/>
              <a:ahLst/>
              <a:cxnLst/>
              <a:rect l="l" t="t" r="r" b="b"/>
              <a:pathLst>
                <a:path w="14520" h="1345" extrusionOk="0">
                  <a:moveTo>
                    <a:pt x="673" y="0"/>
                  </a:moveTo>
                  <a:cubicBezTo>
                    <a:pt x="303" y="0"/>
                    <a:pt x="1" y="303"/>
                    <a:pt x="1" y="673"/>
                  </a:cubicBezTo>
                  <a:cubicBezTo>
                    <a:pt x="1" y="1042"/>
                    <a:pt x="303" y="1345"/>
                    <a:pt x="673" y="1345"/>
                  </a:cubicBezTo>
                  <a:lnTo>
                    <a:pt x="13847" y="1345"/>
                  </a:lnTo>
                  <a:cubicBezTo>
                    <a:pt x="14217" y="1345"/>
                    <a:pt x="14519" y="1042"/>
                    <a:pt x="14519" y="673"/>
                  </a:cubicBezTo>
                  <a:cubicBezTo>
                    <a:pt x="14519" y="303"/>
                    <a:pt x="14217" y="0"/>
                    <a:pt x="13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2154;p72">
              <a:extLst>
                <a:ext uri="{FF2B5EF4-FFF2-40B4-BE49-F238E27FC236}">
                  <a16:creationId xmlns:a16="http://schemas.microsoft.com/office/drawing/2014/main" id="{E84B7082-13A1-4D94-2F99-5B54CCD3C1C8}"/>
                </a:ext>
              </a:extLst>
            </p:cNvPr>
            <p:cNvSpPr/>
            <p:nvPr/>
          </p:nvSpPr>
          <p:spPr>
            <a:xfrm>
              <a:off x="7413608" y="1545352"/>
              <a:ext cx="215404" cy="19449"/>
            </a:xfrm>
            <a:custGeom>
              <a:avLst/>
              <a:gdLst/>
              <a:ahLst/>
              <a:cxnLst/>
              <a:rect l="l" t="t" r="r" b="b"/>
              <a:pathLst>
                <a:path w="14520" h="1311" extrusionOk="0">
                  <a:moveTo>
                    <a:pt x="673" y="0"/>
                  </a:moveTo>
                  <a:cubicBezTo>
                    <a:pt x="303" y="0"/>
                    <a:pt x="1" y="303"/>
                    <a:pt x="1" y="672"/>
                  </a:cubicBezTo>
                  <a:cubicBezTo>
                    <a:pt x="1" y="1008"/>
                    <a:pt x="303" y="1311"/>
                    <a:pt x="673" y="1311"/>
                  </a:cubicBezTo>
                  <a:lnTo>
                    <a:pt x="13847" y="1311"/>
                  </a:lnTo>
                  <a:cubicBezTo>
                    <a:pt x="14217" y="1311"/>
                    <a:pt x="14519" y="1042"/>
                    <a:pt x="14519" y="672"/>
                  </a:cubicBezTo>
                  <a:cubicBezTo>
                    <a:pt x="14519" y="303"/>
                    <a:pt x="14217" y="0"/>
                    <a:pt x="13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2155;p72">
              <a:extLst>
                <a:ext uri="{FF2B5EF4-FFF2-40B4-BE49-F238E27FC236}">
                  <a16:creationId xmlns:a16="http://schemas.microsoft.com/office/drawing/2014/main" id="{C43868F2-F6DA-C338-8BAA-0DB3EF392331}"/>
                </a:ext>
              </a:extLst>
            </p:cNvPr>
            <p:cNvSpPr/>
            <p:nvPr/>
          </p:nvSpPr>
          <p:spPr>
            <a:xfrm>
              <a:off x="7413608" y="1589217"/>
              <a:ext cx="96739" cy="19464"/>
            </a:xfrm>
            <a:custGeom>
              <a:avLst/>
              <a:gdLst/>
              <a:ahLst/>
              <a:cxnLst/>
              <a:rect l="l" t="t" r="r" b="b"/>
              <a:pathLst>
                <a:path w="6521" h="1312" extrusionOk="0">
                  <a:moveTo>
                    <a:pt x="673" y="1"/>
                  </a:moveTo>
                  <a:cubicBezTo>
                    <a:pt x="303" y="1"/>
                    <a:pt x="1" y="269"/>
                    <a:pt x="1" y="639"/>
                  </a:cubicBezTo>
                  <a:cubicBezTo>
                    <a:pt x="1" y="1009"/>
                    <a:pt x="303" y="1311"/>
                    <a:pt x="673" y="1311"/>
                  </a:cubicBezTo>
                  <a:lnTo>
                    <a:pt x="5882" y="1311"/>
                  </a:lnTo>
                  <a:cubicBezTo>
                    <a:pt x="6252" y="1311"/>
                    <a:pt x="6521" y="1009"/>
                    <a:pt x="6521" y="639"/>
                  </a:cubicBezTo>
                  <a:cubicBezTo>
                    <a:pt x="6521" y="269"/>
                    <a:pt x="6252" y="1"/>
                    <a:pt x="5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2156;p72">
              <a:extLst>
                <a:ext uri="{FF2B5EF4-FFF2-40B4-BE49-F238E27FC236}">
                  <a16:creationId xmlns:a16="http://schemas.microsoft.com/office/drawing/2014/main" id="{48333D7F-648C-F3DE-F305-B4A279D3ECC6}"/>
                </a:ext>
              </a:extLst>
            </p:cNvPr>
            <p:cNvSpPr/>
            <p:nvPr/>
          </p:nvSpPr>
          <p:spPr>
            <a:xfrm>
              <a:off x="7141399" y="1225273"/>
              <a:ext cx="242330" cy="182500"/>
            </a:xfrm>
            <a:custGeom>
              <a:avLst/>
              <a:gdLst/>
              <a:ahLst/>
              <a:cxnLst/>
              <a:rect l="l" t="t" r="r" b="b"/>
              <a:pathLst>
                <a:path w="16335" h="12302" extrusionOk="0">
                  <a:moveTo>
                    <a:pt x="0" y="0"/>
                  </a:moveTo>
                  <a:lnTo>
                    <a:pt x="0" y="12301"/>
                  </a:lnTo>
                  <a:lnTo>
                    <a:pt x="16334" y="12301"/>
                  </a:lnTo>
                  <a:lnTo>
                    <a:pt x="16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2157;p72">
              <a:extLst>
                <a:ext uri="{FF2B5EF4-FFF2-40B4-BE49-F238E27FC236}">
                  <a16:creationId xmlns:a16="http://schemas.microsoft.com/office/drawing/2014/main" id="{22832499-6A08-5AF1-F764-0FED92FB711D}"/>
                </a:ext>
              </a:extLst>
            </p:cNvPr>
            <p:cNvSpPr/>
            <p:nvPr/>
          </p:nvSpPr>
          <p:spPr>
            <a:xfrm>
              <a:off x="7141399" y="1463586"/>
              <a:ext cx="242330" cy="182990"/>
            </a:xfrm>
            <a:custGeom>
              <a:avLst/>
              <a:gdLst/>
              <a:ahLst/>
              <a:cxnLst/>
              <a:rect l="l" t="t" r="r" b="b"/>
              <a:pathLst>
                <a:path w="16335" h="12335" extrusionOk="0">
                  <a:moveTo>
                    <a:pt x="0" y="0"/>
                  </a:moveTo>
                  <a:lnTo>
                    <a:pt x="0" y="12335"/>
                  </a:lnTo>
                  <a:lnTo>
                    <a:pt x="16334" y="12335"/>
                  </a:lnTo>
                  <a:lnTo>
                    <a:pt x="16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2158;p72">
              <a:extLst>
                <a:ext uri="{FF2B5EF4-FFF2-40B4-BE49-F238E27FC236}">
                  <a16:creationId xmlns:a16="http://schemas.microsoft.com/office/drawing/2014/main" id="{A280D1C9-61CA-7688-3F5E-4EC8C99BA7F4}"/>
                </a:ext>
              </a:extLst>
            </p:cNvPr>
            <p:cNvSpPr/>
            <p:nvPr/>
          </p:nvSpPr>
          <p:spPr>
            <a:xfrm>
              <a:off x="6234018" y="1551820"/>
              <a:ext cx="86770" cy="86770"/>
            </a:xfrm>
            <a:custGeom>
              <a:avLst/>
              <a:gdLst/>
              <a:ahLst/>
              <a:cxnLst/>
              <a:rect l="l" t="t" r="r" b="b"/>
              <a:pathLst>
                <a:path w="5849" h="5849" extrusionOk="0">
                  <a:moveTo>
                    <a:pt x="2925" y="1"/>
                  </a:moveTo>
                  <a:cubicBezTo>
                    <a:pt x="1312" y="1"/>
                    <a:pt x="1" y="1312"/>
                    <a:pt x="1" y="2925"/>
                  </a:cubicBezTo>
                  <a:cubicBezTo>
                    <a:pt x="1" y="4538"/>
                    <a:pt x="1312" y="5849"/>
                    <a:pt x="2925" y="5849"/>
                  </a:cubicBezTo>
                  <a:cubicBezTo>
                    <a:pt x="4538" y="5849"/>
                    <a:pt x="5849" y="4538"/>
                    <a:pt x="5849" y="2925"/>
                  </a:cubicBezTo>
                  <a:cubicBezTo>
                    <a:pt x="5849" y="1312"/>
                    <a:pt x="4538" y="1"/>
                    <a:pt x="29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2159;p72">
              <a:extLst>
                <a:ext uri="{FF2B5EF4-FFF2-40B4-BE49-F238E27FC236}">
                  <a16:creationId xmlns:a16="http://schemas.microsoft.com/office/drawing/2014/main" id="{C8AB0090-2581-DBA7-1F0A-6BBA1CDF407D}"/>
                </a:ext>
              </a:extLst>
            </p:cNvPr>
            <p:cNvSpPr/>
            <p:nvPr/>
          </p:nvSpPr>
          <p:spPr>
            <a:xfrm>
              <a:off x="6400043" y="848852"/>
              <a:ext cx="121662" cy="70822"/>
            </a:xfrm>
            <a:custGeom>
              <a:avLst/>
              <a:gdLst/>
              <a:ahLst/>
              <a:cxnLst/>
              <a:rect l="l" t="t" r="r" b="b"/>
              <a:pathLst>
                <a:path w="8201" h="4774" extrusionOk="0">
                  <a:moveTo>
                    <a:pt x="2387" y="1"/>
                  </a:moveTo>
                  <a:cubicBezTo>
                    <a:pt x="1076" y="1"/>
                    <a:pt x="0" y="1076"/>
                    <a:pt x="0" y="2387"/>
                  </a:cubicBezTo>
                  <a:cubicBezTo>
                    <a:pt x="0" y="3698"/>
                    <a:pt x="1076" y="4773"/>
                    <a:pt x="2387" y="4773"/>
                  </a:cubicBezTo>
                  <a:lnTo>
                    <a:pt x="5815" y="4773"/>
                  </a:lnTo>
                  <a:cubicBezTo>
                    <a:pt x="7159" y="4773"/>
                    <a:pt x="8201" y="3698"/>
                    <a:pt x="8201" y="2387"/>
                  </a:cubicBezTo>
                  <a:cubicBezTo>
                    <a:pt x="8201" y="1076"/>
                    <a:pt x="7159" y="1"/>
                    <a:pt x="58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2160;p72">
              <a:extLst>
                <a:ext uri="{FF2B5EF4-FFF2-40B4-BE49-F238E27FC236}">
                  <a16:creationId xmlns:a16="http://schemas.microsoft.com/office/drawing/2014/main" id="{79ED6B16-ADF3-8DFE-2B99-C391B7D4CBBF}"/>
                </a:ext>
              </a:extLst>
            </p:cNvPr>
            <p:cNvSpPr/>
            <p:nvPr/>
          </p:nvSpPr>
          <p:spPr>
            <a:xfrm>
              <a:off x="7308418" y="852843"/>
              <a:ext cx="63331" cy="63212"/>
            </a:xfrm>
            <a:custGeom>
              <a:avLst/>
              <a:gdLst/>
              <a:ahLst/>
              <a:cxnLst/>
              <a:rect l="l" t="t" r="r" b="b"/>
              <a:pathLst>
                <a:path w="4269" h="4261" extrusionOk="0">
                  <a:moveTo>
                    <a:pt x="1849" y="538"/>
                  </a:moveTo>
                  <a:cubicBezTo>
                    <a:pt x="2588" y="538"/>
                    <a:pt x="3193" y="1110"/>
                    <a:pt x="3193" y="1849"/>
                  </a:cubicBezTo>
                  <a:cubicBezTo>
                    <a:pt x="3193" y="2588"/>
                    <a:pt x="2588" y="3193"/>
                    <a:pt x="1849" y="3193"/>
                  </a:cubicBezTo>
                  <a:cubicBezTo>
                    <a:pt x="1109" y="3193"/>
                    <a:pt x="538" y="2588"/>
                    <a:pt x="538" y="1849"/>
                  </a:cubicBezTo>
                  <a:cubicBezTo>
                    <a:pt x="538" y="1110"/>
                    <a:pt x="1109" y="538"/>
                    <a:pt x="1849" y="538"/>
                  </a:cubicBezTo>
                  <a:close/>
                  <a:moveTo>
                    <a:pt x="1849" y="1"/>
                  </a:moveTo>
                  <a:cubicBezTo>
                    <a:pt x="840" y="1"/>
                    <a:pt x="0" y="841"/>
                    <a:pt x="0" y="1849"/>
                  </a:cubicBezTo>
                  <a:cubicBezTo>
                    <a:pt x="0" y="2891"/>
                    <a:pt x="840" y="3731"/>
                    <a:pt x="1849" y="3731"/>
                  </a:cubicBezTo>
                  <a:cubicBezTo>
                    <a:pt x="2218" y="3731"/>
                    <a:pt x="2554" y="3597"/>
                    <a:pt x="2857" y="3429"/>
                  </a:cubicBezTo>
                  <a:lnTo>
                    <a:pt x="3563" y="4134"/>
                  </a:lnTo>
                  <a:cubicBezTo>
                    <a:pt x="3647" y="4219"/>
                    <a:pt x="3748" y="4261"/>
                    <a:pt x="3848" y="4261"/>
                  </a:cubicBezTo>
                  <a:cubicBezTo>
                    <a:pt x="3949" y="4261"/>
                    <a:pt x="4050" y="4219"/>
                    <a:pt x="4134" y="4134"/>
                  </a:cubicBezTo>
                  <a:cubicBezTo>
                    <a:pt x="4268" y="3966"/>
                    <a:pt x="4268" y="3731"/>
                    <a:pt x="4134" y="3563"/>
                  </a:cubicBezTo>
                  <a:lnTo>
                    <a:pt x="3428" y="2857"/>
                  </a:lnTo>
                  <a:cubicBezTo>
                    <a:pt x="3596" y="2555"/>
                    <a:pt x="3731" y="2219"/>
                    <a:pt x="3731" y="1849"/>
                  </a:cubicBezTo>
                  <a:cubicBezTo>
                    <a:pt x="3731" y="841"/>
                    <a:pt x="2891" y="1"/>
                    <a:pt x="1849" y="1"/>
                  </a:cubicBez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161;p72">
              <a:extLst>
                <a:ext uri="{FF2B5EF4-FFF2-40B4-BE49-F238E27FC236}">
                  <a16:creationId xmlns:a16="http://schemas.microsoft.com/office/drawing/2014/main" id="{7AFAD910-9C70-E16D-89C4-17698C6D76FA}"/>
                </a:ext>
              </a:extLst>
            </p:cNvPr>
            <p:cNvSpPr/>
            <p:nvPr/>
          </p:nvSpPr>
          <p:spPr>
            <a:xfrm>
              <a:off x="7525280" y="852843"/>
              <a:ext cx="64829" cy="62841"/>
            </a:xfrm>
            <a:custGeom>
              <a:avLst/>
              <a:gdLst/>
              <a:ahLst/>
              <a:cxnLst/>
              <a:rect l="l" t="t" r="r" b="b"/>
              <a:pathLst>
                <a:path w="4370" h="4236" extrusionOk="0">
                  <a:moveTo>
                    <a:pt x="2185" y="1446"/>
                  </a:moveTo>
                  <a:cubicBezTo>
                    <a:pt x="2589" y="1446"/>
                    <a:pt x="2891" y="1748"/>
                    <a:pt x="2891" y="2118"/>
                  </a:cubicBezTo>
                  <a:cubicBezTo>
                    <a:pt x="2891" y="2488"/>
                    <a:pt x="2589" y="2790"/>
                    <a:pt x="2185" y="2790"/>
                  </a:cubicBezTo>
                  <a:cubicBezTo>
                    <a:pt x="1816" y="2790"/>
                    <a:pt x="1480" y="2488"/>
                    <a:pt x="1480" y="2118"/>
                  </a:cubicBezTo>
                  <a:cubicBezTo>
                    <a:pt x="1480" y="1748"/>
                    <a:pt x="1816" y="1446"/>
                    <a:pt x="2185" y="1446"/>
                  </a:cubicBezTo>
                  <a:close/>
                  <a:moveTo>
                    <a:pt x="1950" y="1"/>
                  </a:moveTo>
                  <a:cubicBezTo>
                    <a:pt x="1917" y="1"/>
                    <a:pt x="1681" y="572"/>
                    <a:pt x="1681" y="572"/>
                  </a:cubicBezTo>
                  <a:lnTo>
                    <a:pt x="1412" y="673"/>
                  </a:lnTo>
                  <a:cubicBezTo>
                    <a:pt x="1412" y="673"/>
                    <a:pt x="915" y="468"/>
                    <a:pt x="821" y="468"/>
                  </a:cubicBezTo>
                  <a:cubicBezTo>
                    <a:pt x="814" y="468"/>
                    <a:pt x="810" y="469"/>
                    <a:pt x="807" y="471"/>
                  </a:cubicBezTo>
                  <a:lnTo>
                    <a:pt x="471" y="774"/>
                  </a:lnTo>
                  <a:cubicBezTo>
                    <a:pt x="438" y="807"/>
                    <a:pt x="707" y="1379"/>
                    <a:pt x="707" y="1379"/>
                  </a:cubicBezTo>
                  <a:lnTo>
                    <a:pt x="606" y="1647"/>
                  </a:lnTo>
                  <a:cubicBezTo>
                    <a:pt x="606" y="1647"/>
                    <a:pt x="1" y="1883"/>
                    <a:pt x="1" y="1883"/>
                  </a:cubicBezTo>
                  <a:lnTo>
                    <a:pt x="1" y="2353"/>
                  </a:lnTo>
                  <a:cubicBezTo>
                    <a:pt x="1" y="2387"/>
                    <a:pt x="606" y="2622"/>
                    <a:pt x="606" y="2622"/>
                  </a:cubicBezTo>
                  <a:lnTo>
                    <a:pt x="707" y="2857"/>
                  </a:lnTo>
                  <a:cubicBezTo>
                    <a:pt x="707" y="2857"/>
                    <a:pt x="471" y="3429"/>
                    <a:pt x="505" y="3462"/>
                  </a:cubicBezTo>
                  <a:lnTo>
                    <a:pt x="841" y="3798"/>
                  </a:lnTo>
                  <a:cubicBezTo>
                    <a:pt x="841" y="3800"/>
                    <a:pt x="843" y="3801"/>
                    <a:pt x="847" y="3801"/>
                  </a:cubicBezTo>
                  <a:cubicBezTo>
                    <a:pt x="906" y="3801"/>
                    <a:pt x="1412" y="3563"/>
                    <a:pt x="1412" y="3563"/>
                  </a:cubicBezTo>
                  <a:lnTo>
                    <a:pt x="1681" y="3664"/>
                  </a:lnTo>
                  <a:cubicBezTo>
                    <a:pt x="1681" y="3664"/>
                    <a:pt x="1917" y="4235"/>
                    <a:pt x="1950" y="4235"/>
                  </a:cubicBezTo>
                  <a:lnTo>
                    <a:pt x="2421" y="4235"/>
                  </a:lnTo>
                  <a:cubicBezTo>
                    <a:pt x="2454" y="4235"/>
                    <a:pt x="2690" y="3664"/>
                    <a:pt x="2690" y="3664"/>
                  </a:cubicBezTo>
                  <a:lnTo>
                    <a:pt x="2958" y="3563"/>
                  </a:lnTo>
                  <a:cubicBezTo>
                    <a:pt x="2958" y="3563"/>
                    <a:pt x="3530" y="3798"/>
                    <a:pt x="3563" y="3798"/>
                  </a:cubicBezTo>
                  <a:lnTo>
                    <a:pt x="3899" y="3462"/>
                  </a:lnTo>
                  <a:cubicBezTo>
                    <a:pt x="3933" y="3429"/>
                    <a:pt x="3664" y="2857"/>
                    <a:pt x="3664" y="2857"/>
                  </a:cubicBezTo>
                  <a:lnTo>
                    <a:pt x="3765" y="2622"/>
                  </a:lnTo>
                  <a:cubicBezTo>
                    <a:pt x="3765" y="2622"/>
                    <a:pt x="4370" y="2387"/>
                    <a:pt x="4370" y="2353"/>
                  </a:cubicBezTo>
                  <a:lnTo>
                    <a:pt x="4370" y="1883"/>
                  </a:lnTo>
                  <a:cubicBezTo>
                    <a:pt x="4370" y="1849"/>
                    <a:pt x="3765" y="1647"/>
                    <a:pt x="3765" y="1647"/>
                  </a:cubicBezTo>
                  <a:lnTo>
                    <a:pt x="3664" y="1379"/>
                  </a:lnTo>
                  <a:cubicBezTo>
                    <a:pt x="3664" y="1379"/>
                    <a:pt x="3899" y="807"/>
                    <a:pt x="3899" y="774"/>
                  </a:cubicBezTo>
                  <a:lnTo>
                    <a:pt x="3563" y="438"/>
                  </a:lnTo>
                  <a:cubicBezTo>
                    <a:pt x="3530" y="438"/>
                    <a:pt x="2958" y="673"/>
                    <a:pt x="2958" y="673"/>
                  </a:cubicBezTo>
                  <a:lnTo>
                    <a:pt x="2690" y="572"/>
                  </a:lnTo>
                  <a:cubicBezTo>
                    <a:pt x="2690" y="572"/>
                    <a:pt x="2454" y="1"/>
                    <a:pt x="24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162;p72">
              <a:extLst>
                <a:ext uri="{FF2B5EF4-FFF2-40B4-BE49-F238E27FC236}">
                  <a16:creationId xmlns:a16="http://schemas.microsoft.com/office/drawing/2014/main" id="{7693F6E4-856B-D63F-14FF-E3C12996D725}"/>
                </a:ext>
              </a:extLst>
            </p:cNvPr>
            <p:cNvSpPr/>
            <p:nvPr/>
          </p:nvSpPr>
          <p:spPr>
            <a:xfrm>
              <a:off x="6948954" y="1586221"/>
              <a:ext cx="13975" cy="28439"/>
            </a:xfrm>
            <a:custGeom>
              <a:avLst/>
              <a:gdLst/>
              <a:ahLst/>
              <a:cxnLst/>
              <a:rect l="l" t="t" r="r" b="b"/>
              <a:pathLst>
                <a:path w="942" h="1917" extrusionOk="0">
                  <a:moveTo>
                    <a:pt x="202" y="1"/>
                  </a:moveTo>
                  <a:cubicBezTo>
                    <a:pt x="101" y="1"/>
                    <a:pt x="0" y="68"/>
                    <a:pt x="0" y="169"/>
                  </a:cubicBezTo>
                  <a:lnTo>
                    <a:pt x="0" y="1749"/>
                  </a:lnTo>
                  <a:cubicBezTo>
                    <a:pt x="0" y="1849"/>
                    <a:pt x="101" y="1917"/>
                    <a:pt x="202" y="1917"/>
                  </a:cubicBezTo>
                  <a:lnTo>
                    <a:pt x="740" y="1917"/>
                  </a:lnTo>
                  <a:cubicBezTo>
                    <a:pt x="841" y="1917"/>
                    <a:pt x="941" y="1849"/>
                    <a:pt x="941" y="1749"/>
                  </a:cubicBezTo>
                  <a:lnTo>
                    <a:pt x="941" y="169"/>
                  </a:lnTo>
                  <a:cubicBezTo>
                    <a:pt x="941" y="68"/>
                    <a:pt x="841" y="1"/>
                    <a:pt x="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163;p72">
              <a:extLst>
                <a:ext uri="{FF2B5EF4-FFF2-40B4-BE49-F238E27FC236}">
                  <a16:creationId xmlns:a16="http://schemas.microsoft.com/office/drawing/2014/main" id="{C5B184E3-7B20-2E0A-CC8A-24D38D0C9F82}"/>
                </a:ext>
              </a:extLst>
            </p:cNvPr>
            <p:cNvSpPr/>
            <p:nvPr/>
          </p:nvSpPr>
          <p:spPr>
            <a:xfrm>
              <a:off x="6965910" y="1559801"/>
              <a:ext cx="35901" cy="51374"/>
            </a:xfrm>
            <a:custGeom>
              <a:avLst/>
              <a:gdLst/>
              <a:ahLst/>
              <a:cxnLst/>
              <a:rect l="l" t="t" r="r" b="b"/>
              <a:pathLst>
                <a:path w="2420" h="3463" extrusionOk="0">
                  <a:moveTo>
                    <a:pt x="1076" y="1"/>
                  </a:moveTo>
                  <a:cubicBezTo>
                    <a:pt x="941" y="1"/>
                    <a:pt x="840" y="68"/>
                    <a:pt x="807" y="169"/>
                  </a:cubicBezTo>
                  <a:cubicBezTo>
                    <a:pt x="773" y="303"/>
                    <a:pt x="840" y="505"/>
                    <a:pt x="807" y="606"/>
                  </a:cubicBezTo>
                  <a:cubicBezTo>
                    <a:pt x="773" y="706"/>
                    <a:pt x="538" y="875"/>
                    <a:pt x="269" y="1244"/>
                  </a:cubicBezTo>
                  <a:cubicBezTo>
                    <a:pt x="0" y="1580"/>
                    <a:pt x="34" y="1950"/>
                    <a:pt x="34" y="1950"/>
                  </a:cubicBezTo>
                  <a:lnTo>
                    <a:pt x="34" y="2488"/>
                  </a:lnTo>
                  <a:lnTo>
                    <a:pt x="34" y="3025"/>
                  </a:lnTo>
                  <a:lnTo>
                    <a:pt x="34" y="3261"/>
                  </a:lnTo>
                  <a:cubicBezTo>
                    <a:pt x="34" y="3362"/>
                    <a:pt x="135" y="3462"/>
                    <a:pt x="235" y="3462"/>
                  </a:cubicBezTo>
                  <a:lnTo>
                    <a:pt x="2017" y="3462"/>
                  </a:lnTo>
                  <a:cubicBezTo>
                    <a:pt x="2117" y="3462"/>
                    <a:pt x="2218" y="3362"/>
                    <a:pt x="2218" y="3227"/>
                  </a:cubicBezTo>
                  <a:cubicBezTo>
                    <a:pt x="2218" y="3126"/>
                    <a:pt x="2117" y="3025"/>
                    <a:pt x="2017" y="3025"/>
                  </a:cubicBezTo>
                  <a:lnTo>
                    <a:pt x="2050" y="3025"/>
                  </a:lnTo>
                  <a:cubicBezTo>
                    <a:pt x="2185" y="3025"/>
                    <a:pt x="2319" y="2891"/>
                    <a:pt x="2319" y="2757"/>
                  </a:cubicBezTo>
                  <a:cubicBezTo>
                    <a:pt x="2319" y="2622"/>
                    <a:pt x="2185" y="2488"/>
                    <a:pt x="2050" y="2488"/>
                  </a:cubicBezTo>
                  <a:lnTo>
                    <a:pt x="2151" y="2488"/>
                  </a:lnTo>
                  <a:cubicBezTo>
                    <a:pt x="2286" y="2488"/>
                    <a:pt x="2420" y="2353"/>
                    <a:pt x="2420" y="2219"/>
                  </a:cubicBezTo>
                  <a:cubicBezTo>
                    <a:pt x="2420" y="2084"/>
                    <a:pt x="2286" y="1950"/>
                    <a:pt x="2151" y="1950"/>
                  </a:cubicBezTo>
                  <a:lnTo>
                    <a:pt x="2117" y="1950"/>
                  </a:lnTo>
                  <a:cubicBezTo>
                    <a:pt x="2286" y="1950"/>
                    <a:pt x="2420" y="1816"/>
                    <a:pt x="2420" y="1648"/>
                  </a:cubicBezTo>
                  <a:cubicBezTo>
                    <a:pt x="2420" y="1479"/>
                    <a:pt x="2286" y="1345"/>
                    <a:pt x="2117" y="1345"/>
                  </a:cubicBezTo>
                  <a:lnTo>
                    <a:pt x="1143" y="1345"/>
                  </a:lnTo>
                  <a:cubicBezTo>
                    <a:pt x="1277" y="1177"/>
                    <a:pt x="1445" y="875"/>
                    <a:pt x="1445" y="639"/>
                  </a:cubicBezTo>
                  <a:cubicBezTo>
                    <a:pt x="1445" y="236"/>
                    <a:pt x="1210" y="34"/>
                    <a:pt x="1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164;p72">
              <a:extLst>
                <a:ext uri="{FF2B5EF4-FFF2-40B4-BE49-F238E27FC236}">
                  <a16:creationId xmlns:a16="http://schemas.microsoft.com/office/drawing/2014/main" id="{F55CA480-DEA6-282A-80DA-3239E2D5CFC6}"/>
                </a:ext>
              </a:extLst>
            </p:cNvPr>
            <p:cNvSpPr/>
            <p:nvPr/>
          </p:nvSpPr>
          <p:spPr>
            <a:xfrm>
              <a:off x="7069601" y="1575763"/>
              <a:ext cx="13975" cy="28928"/>
            </a:xfrm>
            <a:custGeom>
              <a:avLst/>
              <a:gdLst/>
              <a:ahLst/>
              <a:cxnLst/>
              <a:rect l="l" t="t" r="r" b="b"/>
              <a:pathLst>
                <a:path w="942" h="1950" extrusionOk="0">
                  <a:moveTo>
                    <a:pt x="202" y="0"/>
                  </a:moveTo>
                  <a:cubicBezTo>
                    <a:pt x="68" y="0"/>
                    <a:pt x="1" y="101"/>
                    <a:pt x="1" y="202"/>
                  </a:cubicBezTo>
                  <a:lnTo>
                    <a:pt x="1" y="1748"/>
                  </a:lnTo>
                  <a:cubicBezTo>
                    <a:pt x="1" y="1849"/>
                    <a:pt x="68" y="1949"/>
                    <a:pt x="202" y="1949"/>
                  </a:cubicBezTo>
                  <a:lnTo>
                    <a:pt x="740" y="1949"/>
                  </a:lnTo>
                  <a:cubicBezTo>
                    <a:pt x="841" y="1949"/>
                    <a:pt x="942" y="1849"/>
                    <a:pt x="942" y="1748"/>
                  </a:cubicBezTo>
                  <a:lnTo>
                    <a:pt x="942" y="202"/>
                  </a:lnTo>
                  <a:cubicBezTo>
                    <a:pt x="942" y="101"/>
                    <a:pt x="841" y="0"/>
                    <a:pt x="7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165;p72">
              <a:extLst>
                <a:ext uri="{FF2B5EF4-FFF2-40B4-BE49-F238E27FC236}">
                  <a16:creationId xmlns:a16="http://schemas.microsoft.com/office/drawing/2014/main" id="{97F42F08-F181-DB6C-ACE6-49C2A40B85BD}"/>
                </a:ext>
              </a:extLst>
            </p:cNvPr>
            <p:cNvSpPr/>
            <p:nvPr/>
          </p:nvSpPr>
          <p:spPr>
            <a:xfrm>
              <a:off x="7030721" y="1579753"/>
              <a:ext cx="35916" cy="50988"/>
            </a:xfrm>
            <a:custGeom>
              <a:avLst/>
              <a:gdLst/>
              <a:ahLst/>
              <a:cxnLst/>
              <a:rect l="l" t="t" r="r" b="b"/>
              <a:pathLst>
                <a:path w="2421" h="3437" extrusionOk="0">
                  <a:moveTo>
                    <a:pt x="404" y="0"/>
                  </a:moveTo>
                  <a:cubicBezTo>
                    <a:pt x="269" y="0"/>
                    <a:pt x="202" y="101"/>
                    <a:pt x="202" y="202"/>
                  </a:cubicBezTo>
                  <a:cubicBezTo>
                    <a:pt x="202" y="336"/>
                    <a:pt x="269" y="437"/>
                    <a:pt x="404" y="437"/>
                  </a:cubicBezTo>
                  <a:lnTo>
                    <a:pt x="370" y="437"/>
                  </a:lnTo>
                  <a:cubicBezTo>
                    <a:pt x="236" y="437"/>
                    <a:pt x="101" y="538"/>
                    <a:pt x="101" y="706"/>
                  </a:cubicBezTo>
                  <a:cubicBezTo>
                    <a:pt x="101" y="840"/>
                    <a:pt x="236" y="975"/>
                    <a:pt x="370" y="975"/>
                  </a:cubicBezTo>
                  <a:lnTo>
                    <a:pt x="269" y="975"/>
                  </a:lnTo>
                  <a:cubicBezTo>
                    <a:pt x="135" y="975"/>
                    <a:pt x="0" y="1076"/>
                    <a:pt x="0" y="1210"/>
                  </a:cubicBezTo>
                  <a:cubicBezTo>
                    <a:pt x="0" y="1378"/>
                    <a:pt x="135" y="1479"/>
                    <a:pt x="269" y="1479"/>
                  </a:cubicBezTo>
                  <a:lnTo>
                    <a:pt x="303" y="1479"/>
                  </a:lnTo>
                  <a:cubicBezTo>
                    <a:pt x="135" y="1479"/>
                    <a:pt x="0" y="1613"/>
                    <a:pt x="0" y="1781"/>
                  </a:cubicBezTo>
                  <a:cubicBezTo>
                    <a:pt x="0" y="1949"/>
                    <a:pt x="135" y="2084"/>
                    <a:pt x="303" y="2084"/>
                  </a:cubicBezTo>
                  <a:lnTo>
                    <a:pt x="1277" y="2084"/>
                  </a:lnTo>
                  <a:cubicBezTo>
                    <a:pt x="1143" y="2285"/>
                    <a:pt x="975" y="2588"/>
                    <a:pt x="975" y="2823"/>
                  </a:cubicBezTo>
                  <a:cubicBezTo>
                    <a:pt x="975" y="3193"/>
                    <a:pt x="1210" y="3428"/>
                    <a:pt x="1345" y="3428"/>
                  </a:cubicBezTo>
                  <a:cubicBezTo>
                    <a:pt x="1368" y="3434"/>
                    <a:pt x="1390" y="3437"/>
                    <a:pt x="1411" y="3437"/>
                  </a:cubicBezTo>
                  <a:cubicBezTo>
                    <a:pt x="1512" y="3437"/>
                    <a:pt x="1586" y="3371"/>
                    <a:pt x="1613" y="3260"/>
                  </a:cubicBezTo>
                  <a:cubicBezTo>
                    <a:pt x="1647" y="3159"/>
                    <a:pt x="1580" y="2924"/>
                    <a:pt x="1613" y="2857"/>
                  </a:cubicBezTo>
                  <a:cubicBezTo>
                    <a:pt x="1647" y="2722"/>
                    <a:pt x="1849" y="2588"/>
                    <a:pt x="2151" y="2218"/>
                  </a:cubicBezTo>
                  <a:cubicBezTo>
                    <a:pt x="2420" y="1882"/>
                    <a:pt x="2386" y="1479"/>
                    <a:pt x="2386" y="1479"/>
                  </a:cubicBezTo>
                  <a:lnTo>
                    <a:pt x="2386" y="975"/>
                  </a:lnTo>
                  <a:lnTo>
                    <a:pt x="2386" y="437"/>
                  </a:lnTo>
                  <a:lnTo>
                    <a:pt x="2386" y="168"/>
                  </a:lnTo>
                  <a:cubicBezTo>
                    <a:pt x="2386" y="67"/>
                    <a:pt x="2286" y="0"/>
                    <a:pt x="2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166;p72">
              <a:extLst>
                <a:ext uri="{FF2B5EF4-FFF2-40B4-BE49-F238E27FC236}">
                  <a16:creationId xmlns:a16="http://schemas.microsoft.com/office/drawing/2014/main" id="{B45973FD-848D-6FC3-B009-1B173770A21A}"/>
                </a:ext>
              </a:extLst>
            </p:cNvPr>
            <p:cNvSpPr/>
            <p:nvPr/>
          </p:nvSpPr>
          <p:spPr>
            <a:xfrm>
              <a:off x="6462866" y="1058120"/>
              <a:ext cx="412828" cy="376201"/>
            </a:xfrm>
            <a:custGeom>
              <a:avLst/>
              <a:gdLst/>
              <a:ahLst/>
              <a:cxnLst/>
              <a:rect l="l" t="t" r="r" b="b"/>
              <a:pathLst>
                <a:path w="27828" h="25359" extrusionOk="0">
                  <a:moveTo>
                    <a:pt x="13931" y="1"/>
                  </a:moveTo>
                  <a:cubicBezTo>
                    <a:pt x="10688" y="1"/>
                    <a:pt x="7444" y="1236"/>
                    <a:pt x="4974" y="3706"/>
                  </a:cubicBezTo>
                  <a:cubicBezTo>
                    <a:pt x="0" y="8647"/>
                    <a:pt x="0" y="16679"/>
                    <a:pt x="4974" y="21653"/>
                  </a:cubicBezTo>
                  <a:cubicBezTo>
                    <a:pt x="7444" y="24124"/>
                    <a:pt x="10688" y="25359"/>
                    <a:pt x="13931" y="25359"/>
                  </a:cubicBezTo>
                  <a:cubicBezTo>
                    <a:pt x="17174" y="25359"/>
                    <a:pt x="20417" y="24124"/>
                    <a:pt x="22888" y="21653"/>
                  </a:cubicBezTo>
                  <a:cubicBezTo>
                    <a:pt x="27828" y="16679"/>
                    <a:pt x="27828" y="8647"/>
                    <a:pt x="22888" y="3706"/>
                  </a:cubicBezTo>
                  <a:cubicBezTo>
                    <a:pt x="20417" y="1236"/>
                    <a:pt x="17174" y="1"/>
                    <a:pt x="139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167;p72">
              <a:extLst>
                <a:ext uri="{FF2B5EF4-FFF2-40B4-BE49-F238E27FC236}">
                  <a16:creationId xmlns:a16="http://schemas.microsoft.com/office/drawing/2014/main" id="{55B9D318-8496-062C-F03B-1A668F8D5A94}"/>
                </a:ext>
              </a:extLst>
            </p:cNvPr>
            <p:cNvSpPr/>
            <p:nvPr/>
          </p:nvSpPr>
          <p:spPr>
            <a:xfrm>
              <a:off x="6619411" y="1146503"/>
              <a:ext cx="150575" cy="199442"/>
            </a:xfrm>
            <a:custGeom>
              <a:avLst/>
              <a:gdLst/>
              <a:ahLst/>
              <a:cxnLst/>
              <a:rect l="l" t="t" r="r" b="b"/>
              <a:pathLst>
                <a:path w="10150" h="13444" extrusionOk="0">
                  <a:moveTo>
                    <a:pt x="0" y="0"/>
                  </a:moveTo>
                  <a:lnTo>
                    <a:pt x="0" y="13444"/>
                  </a:lnTo>
                  <a:lnTo>
                    <a:pt x="10150" y="6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168;p72">
              <a:extLst>
                <a:ext uri="{FF2B5EF4-FFF2-40B4-BE49-F238E27FC236}">
                  <a16:creationId xmlns:a16="http://schemas.microsoft.com/office/drawing/2014/main" id="{04AC0DA5-A208-8BC8-A5AB-2673358E1564}"/>
                </a:ext>
              </a:extLst>
            </p:cNvPr>
            <p:cNvSpPr/>
            <p:nvPr/>
          </p:nvSpPr>
          <p:spPr>
            <a:xfrm>
              <a:off x="7204712" y="1019862"/>
              <a:ext cx="115683" cy="115683"/>
            </a:xfrm>
            <a:custGeom>
              <a:avLst/>
              <a:gdLst/>
              <a:ahLst/>
              <a:cxnLst/>
              <a:rect l="l" t="t" r="r" b="b"/>
              <a:pathLst>
                <a:path w="7798" h="7798" extrusionOk="0">
                  <a:moveTo>
                    <a:pt x="3899" y="1"/>
                  </a:moveTo>
                  <a:cubicBezTo>
                    <a:pt x="1748" y="1"/>
                    <a:pt x="1" y="1748"/>
                    <a:pt x="1" y="3899"/>
                  </a:cubicBezTo>
                  <a:cubicBezTo>
                    <a:pt x="1" y="6050"/>
                    <a:pt x="1748" y="7798"/>
                    <a:pt x="3899" y="7798"/>
                  </a:cubicBezTo>
                  <a:cubicBezTo>
                    <a:pt x="6084" y="7798"/>
                    <a:pt x="7798" y="6050"/>
                    <a:pt x="7798" y="3899"/>
                  </a:cubicBezTo>
                  <a:cubicBezTo>
                    <a:pt x="7798" y="1748"/>
                    <a:pt x="6084" y="1"/>
                    <a:pt x="38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169;p72">
              <a:extLst>
                <a:ext uri="{FF2B5EF4-FFF2-40B4-BE49-F238E27FC236}">
                  <a16:creationId xmlns:a16="http://schemas.microsoft.com/office/drawing/2014/main" id="{9C4489B3-0BF1-2EE3-DD66-412F220843C2}"/>
                </a:ext>
              </a:extLst>
            </p:cNvPr>
            <p:cNvSpPr/>
            <p:nvPr/>
          </p:nvSpPr>
          <p:spPr>
            <a:xfrm>
              <a:off x="7247583" y="1047291"/>
              <a:ext cx="46389" cy="61328"/>
            </a:xfrm>
            <a:custGeom>
              <a:avLst/>
              <a:gdLst/>
              <a:ahLst/>
              <a:cxnLst/>
              <a:rect l="l" t="t" r="r" b="b"/>
              <a:pathLst>
                <a:path w="3127" h="4134" extrusionOk="0">
                  <a:moveTo>
                    <a:pt x="1" y="0"/>
                  </a:moveTo>
                  <a:lnTo>
                    <a:pt x="1" y="4134"/>
                  </a:lnTo>
                  <a:lnTo>
                    <a:pt x="3127" y="20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170;p72">
              <a:extLst>
                <a:ext uri="{FF2B5EF4-FFF2-40B4-BE49-F238E27FC236}">
                  <a16:creationId xmlns:a16="http://schemas.microsoft.com/office/drawing/2014/main" id="{BFCDCE27-8EFE-9C62-3CA8-4688BF0D1191}"/>
                </a:ext>
              </a:extLst>
            </p:cNvPr>
            <p:cNvSpPr/>
            <p:nvPr/>
          </p:nvSpPr>
          <p:spPr>
            <a:xfrm>
              <a:off x="7204712" y="1258680"/>
              <a:ext cx="115683" cy="115683"/>
            </a:xfrm>
            <a:custGeom>
              <a:avLst/>
              <a:gdLst/>
              <a:ahLst/>
              <a:cxnLst/>
              <a:rect l="l" t="t" r="r" b="b"/>
              <a:pathLst>
                <a:path w="7798" h="7798" extrusionOk="0">
                  <a:moveTo>
                    <a:pt x="3899" y="0"/>
                  </a:moveTo>
                  <a:cubicBezTo>
                    <a:pt x="1748" y="0"/>
                    <a:pt x="1" y="1748"/>
                    <a:pt x="1" y="3899"/>
                  </a:cubicBezTo>
                  <a:cubicBezTo>
                    <a:pt x="1" y="6050"/>
                    <a:pt x="1748" y="7797"/>
                    <a:pt x="3899" y="7797"/>
                  </a:cubicBezTo>
                  <a:cubicBezTo>
                    <a:pt x="6084" y="7797"/>
                    <a:pt x="7798" y="6050"/>
                    <a:pt x="7798" y="3899"/>
                  </a:cubicBezTo>
                  <a:cubicBezTo>
                    <a:pt x="7798" y="1748"/>
                    <a:pt x="6084" y="0"/>
                    <a:pt x="38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171;p72">
              <a:extLst>
                <a:ext uri="{FF2B5EF4-FFF2-40B4-BE49-F238E27FC236}">
                  <a16:creationId xmlns:a16="http://schemas.microsoft.com/office/drawing/2014/main" id="{131C683F-B30B-B904-C035-37886364930C}"/>
                </a:ext>
              </a:extLst>
            </p:cNvPr>
            <p:cNvSpPr/>
            <p:nvPr/>
          </p:nvSpPr>
          <p:spPr>
            <a:xfrm>
              <a:off x="7247583" y="1285589"/>
              <a:ext cx="46389" cy="61847"/>
            </a:xfrm>
            <a:custGeom>
              <a:avLst/>
              <a:gdLst/>
              <a:ahLst/>
              <a:cxnLst/>
              <a:rect l="l" t="t" r="r" b="b"/>
              <a:pathLst>
                <a:path w="3127" h="4169" extrusionOk="0">
                  <a:moveTo>
                    <a:pt x="1" y="1"/>
                  </a:moveTo>
                  <a:lnTo>
                    <a:pt x="1" y="4168"/>
                  </a:lnTo>
                  <a:lnTo>
                    <a:pt x="3127" y="20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172;p72">
              <a:extLst>
                <a:ext uri="{FF2B5EF4-FFF2-40B4-BE49-F238E27FC236}">
                  <a16:creationId xmlns:a16="http://schemas.microsoft.com/office/drawing/2014/main" id="{D84076E1-08EA-5AF7-79AE-3A9166EECB7D}"/>
                </a:ext>
              </a:extLst>
            </p:cNvPr>
            <p:cNvSpPr/>
            <p:nvPr/>
          </p:nvSpPr>
          <p:spPr>
            <a:xfrm>
              <a:off x="7204712" y="1497482"/>
              <a:ext cx="115683" cy="115683"/>
            </a:xfrm>
            <a:custGeom>
              <a:avLst/>
              <a:gdLst/>
              <a:ahLst/>
              <a:cxnLst/>
              <a:rect l="l" t="t" r="r" b="b"/>
              <a:pathLst>
                <a:path w="7798" h="7798" extrusionOk="0">
                  <a:moveTo>
                    <a:pt x="3899" y="1"/>
                  </a:moveTo>
                  <a:cubicBezTo>
                    <a:pt x="1748" y="1"/>
                    <a:pt x="1" y="1748"/>
                    <a:pt x="1" y="3899"/>
                  </a:cubicBezTo>
                  <a:cubicBezTo>
                    <a:pt x="1" y="6050"/>
                    <a:pt x="1748" y="7798"/>
                    <a:pt x="3899" y="7798"/>
                  </a:cubicBezTo>
                  <a:cubicBezTo>
                    <a:pt x="6084" y="7798"/>
                    <a:pt x="7798" y="6050"/>
                    <a:pt x="7798" y="3899"/>
                  </a:cubicBezTo>
                  <a:cubicBezTo>
                    <a:pt x="7798" y="1748"/>
                    <a:pt x="6084" y="1"/>
                    <a:pt x="38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173;p72">
              <a:extLst>
                <a:ext uri="{FF2B5EF4-FFF2-40B4-BE49-F238E27FC236}">
                  <a16:creationId xmlns:a16="http://schemas.microsoft.com/office/drawing/2014/main" id="{6519E551-0553-6CCD-4094-C12C6B283CF5}"/>
                </a:ext>
              </a:extLst>
            </p:cNvPr>
            <p:cNvSpPr/>
            <p:nvPr/>
          </p:nvSpPr>
          <p:spPr>
            <a:xfrm>
              <a:off x="7247583" y="1524406"/>
              <a:ext cx="46389" cy="61343"/>
            </a:xfrm>
            <a:custGeom>
              <a:avLst/>
              <a:gdLst/>
              <a:ahLst/>
              <a:cxnLst/>
              <a:rect l="l" t="t" r="r" b="b"/>
              <a:pathLst>
                <a:path w="3127" h="4135" extrusionOk="0">
                  <a:moveTo>
                    <a:pt x="1" y="0"/>
                  </a:moveTo>
                  <a:lnTo>
                    <a:pt x="1" y="4134"/>
                  </a:lnTo>
                  <a:lnTo>
                    <a:pt x="3127" y="20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782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483EC-282E-525A-DE8C-6C8CCD2A3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74E16-21BA-A394-359D-E5CF658B2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627" y="496957"/>
            <a:ext cx="7498694" cy="5814287"/>
          </a:xfrm>
        </p:spPr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 set of 10 shots that contain scenes from some medical series are selected for the dataset.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comments are gathered using YouTube Data API called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CommentThreads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: list.” 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video ID must be provided for the request. 100 comments can be retrieved at a time. 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oogle Shape;498;p20">
            <a:extLst>
              <a:ext uri="{FF2B5EF4-FFF2-40B4-BE49-F238E27FC236}">
                <a16:creationId xmlns:a16="http://schemas.microsoft.com/office/drawing/2014/main" id="{EBD47FC2-334A-B99C-AEC1-5F0587475DCA}"/>
              </a:ext>
            </a:extLst>
          </p:cNvPr>
          <p:cNvGrpSpPr/>
          <p:nvPr/>
        </p:nvGrpSpPr>
        <p:grpSpPr>
          <a:xfrm>
            <a:off x="-707281" y="2288075"/>
            <a:ext cx="4833653" cy="4907137"/>
            <a:chOff x="1229850" y="238125"/>
            <a:chExt cx="5160300" cy="5238750"/>
          </a:xfrm>
        </p:grpSpPr>
        <p:sp>
          <p:nvSpPr>
            <p:cNvPr id="5" name="Google Shape;499;p20">
              <a:extLst>
                <a:ext uri="{FF2B5EF4-FFF2-40B4-BE49-F238E27FC236}">
                  <a16:creationId xmlns:a16="http://schemas.microsoft.com/office/drawing/2014/main" id="{93BC4C5B-33B7-3A19-A7C0-24E1C8007374}"/>
                </a:ext>
              </a:extLst>
            </p:cNvPr>
            <p:cNvSpPr/>
            <p:nvPr/>
          </p:nvSpPr>
          <p:spPr>
            <a:xfrm>
              <a:off x="3247625" y="1216525"/>
              <a:ext cx="1295225" cy="1295225"/>
            </a:xfrm>
            <a:custGeom>
              <a:avLst/>
              <a:gdLst/>
              <a:ahLst/>
              <a:cxnLst/>
              <a:rect l="l" t="t" r="r" b="b"/>
              <a:pathLst>
                <a:path w="51809" h="51809" extrusionOk="0">
                  <a:moveTo>
                    <a:pt x="42440" y="0"/>
                  </a:moveTo>
                  <a:lnTo>
                    <a:pt x="42019" y="33"/>
                  </a:lnTo>
                  <a:lnTo>
                    <a:pt x="41586" y="89"/>
                  </a:lnTo>
                  <a:lnTo>
                    <a:pt x="41165" y="155"/>
                  </a:lnTo>
                  <a:lnTo>
                    <a:pt x="40744" y="255"/>
                  </a:lnTo>
                  <a:lnTo>
                    <a:pt x="40333" y="366"/>
                  </a:lnTo>
                  <a:lnTo>
                    <a:pt x="39912" y="499"/>
                  </a:lnTo>
                  <a:lnTo>
                    <a:pt x="39513" y="654"/>
                  </a:lnTo>
                  <a:lnTo>
                    <a:pt x="39114" y="821"/>
                  </a:lnTo>
                  <a:lnTo>
                    <a:pt x="38715" y="1020"/>
                  </a:lnTo>
                  <a:lnTo>
                    <a:pt x="38327" y="1231"/>
                  </a:lnTo>
                  <a:lnTo>
                    <a:pt x="37950" y="1464"/>
                  </a:lnTo>
                  <a:lnTo>
                    <a:pt x="37584" y="1719"/>
                  </a:lnTo>
                  <a:lnTo>
                    <a:pt x="37229" y="1996"/>
                  </a:lnTo>
                  <a:lnTo>
                    <a:pt x="36886" y="2295"/>
                  </a:lnTo>
                  <a:lnTo>
                    <a:pt x="36553" y="2617"/>
                  </a:lnTo>
                  <a:lnTo>
                    <a:pt x="0" y="39169"/>
                  </a:lnTo>
                  <a:lnTo>
                    <a:pt x="12639" y="51808"/>
                  </a:lnTo>
                  <a:lnTo>
                    <a:pt x="49192" y="15255"/>
                  </a:lnTo>
                  <a:lnTo>
                    <a:pt x="49513" y="14923"/>
                  </a:lnTo>
                  <a:lnTo>
                    <a:pt x="49813" y="14579"/>
                  </a:lnTo>
                  <a:lnTo>
                    <a:pt x="50079" y="14224"/>
                  </a:lnTo>
                  <a:lnTo>
                    <a:pt x="50345" y="13847"/>
                  </a:lnTo>
                  <a:lnTo>
                    <a:pt x="50578" y="13482"/>
                  </a:lnTo>
                  <a:lnTo>
                    <a:pt x="50788" y="13094"/>
                  </a:lnTo>
                  <a:lnTo>
                    <a:pt x="50988" y="12694"/>
                  </a:lnTo>
                  <a:lnTo>
                    <a:pt x="51154" y="12295"/>
                  </a:lnTo>
                  <a:lnTo>
                    <a:pt x="51309" y="11896"/>
                  </a:lnTo>
                  <a:lnTo>
                    <a:pt x="51442" y="11475"/>
                  </a:lnTo>
                  <a:lnTo>
                    <a:pt x="51553" y="11065"/>
                  </a:lnTo>
                  <a:lnTo>
                    <a:pt x="51653" y="10643"/>
                  </a:lnTo>
                  <a:lnTo>
                    <a:pt x="51720" y="10222"/>
                  </a:lnTo>
                  <a:lnTo>
                    <a:pt x="51775" y="9790"/>
                  </a:lnTo>
                  <a:lnTo>
                    <a:pt x="51797" y="9368"/>
                  </a:lnTo>
                  <a:lnTo>
                    <a:pt x="51808" y="8936"/>
                  </a:lnTo>
                  <a:lnTo>
                    <a:pt x="51797" y="8504"/>
                  </a:lnTo>
                  <a:lnTo>
                    <a:pt x="51775" y="8082"/>
                  </a:lnTo>
                  <a:lnTo>
                    <a:pt x="51720" y="7650"/>
                  </a:lnTo>
                  <a:lnTo>
                    <a:pt x="51653" y="7229"/>
                  </a:lnTo>
                  <a:lnTo>
                    <a:pt x="51553" y="6807"/>
                  </a:lnTo>
                  <a:lnTo>
                    <a:pt x="51442" y="6386"/>
                  </a:lnTo>
                  <a:lnTo>
                    <a:pt x="51309" y="5976"/>
                  </a:lnTo>
                  <a:lnTo>
                    <a:pt x="51154" y="5566"/>
                  </a:lnTo>
                  <a:lnTo>
                    <a:pt x="50988" y="5167"/>
                  </a:lnTo>
                  <a:lnTo>
                    <a:pt x="50788" y="4778"/>
                  </a:lnTo>
                  <a:lnTo>
                    <a:pt x="50578" y="4390"/>
                  </a:lnTo>
                  <a:lnTo>
                    <a:pt x="50345" y="4013"/>
                  </a:lnTo>
                  <a:lnTo>
                    <a:pt x="50079" y="3648"/>
                  </a:lnTo>
                  <a:lnTo>
                    <a:pt x="49813" y="3293"/>
                  </a:lnTo>
                  <a:lnTo>
                    <a:pt x="49513" y="2949"/>
                  </a:lnTo>
                  <a:lnTo>
                    <a:pt x="49192" y="2617"/>
                  </a:lnTo>
                  <a:lnTo>
                    <a:pt x="48859" y="2295"/>
                  </a:lnTo>
                  <a:lnTo>
                    <a:pt x="48515" y="1996"/>
                  </a:lnTo>
                  <a:lnTo>
                    <a:pt x="48161" y="1719"/>
                  </a:lnTo>
                  <a:lnTo>
                    <a:pt x="47795" y="1464"/>
                  </a:lnTo>
                  <a:lnTo>
                    <a:pt x="47418" y="1231"/>
                  </a:lnTo>
                  <a:lnTo>
                    <a:pt x="47030" y="1020"/>
                  </a:lnTo>
                  <a:lnTo>
                    <a:pt x="46642" y="821"/>
                  </a:lnTo>
                  <a:lnTo>
                    <a:pt x="46243" y="654"/>
                  </a:lnTo>
                  <a:lnTo>
                    <a:pt x="45832" y="499"/>
                  </a:lnTo>
                  <a:lnTo>
                    <a:pt x="45422" y="366"/>
                  </a:lnTo>
                  <a:lnTo>
                    <a:pt x="45001" y="255"/>
                  </a:lnTo>
                  <a:lnTo>
                    <a:pt x="44580" y="155"/>
                  </a:lnTo>
                  <a:lnTo>
                    <a:pt x="44158" y="89"/>
                  </a:lnTo>
                  <a:lnTo>
                    <a:pt x="43726" y="33"/>
                  </a:lnTo>
                  <a:lnTo>
                    <a:pt x="43305" y="0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00;p20">
              <a:extLst>
                <a:ext uri="{FF2B5EF4-FFF2-40B4-BE49-F238E27FC236}">
                  <a16:creationId xmlns:a16="http://schemas.microsoft.com/office/drawing/2014/main" id="{77204434-49FA-8F7E-7EDF-8E1FED6764C9}"/>
                </a:ext>
              </a:extLst>
            </p:cNvPr>
            <p:cNvSpPr/>
            <p:nvPr/>
          </p:nvSpPr>
          <p:spPr>
            <a:xfrm>
              <a:off x="3563875" y="1440200"/>
              <a:ext cx="1388075" cy="1388075"/>
            </a:xfrm>
            <a:custGeom>
              <a:avLst/>
              <a:gdLst/>
              <a:ahLst/>
              <a:cxnLst/>
              <a:rect l="l" t="t" r="r" b="b"/>
              <a:pathLst>
                <a:path w="55523" h="55523" extrusionOk="0">
                  <a:moveTo>
                    <a:pt x="46575" y="0"/>
                  </a:moveTo>
                  <a:lnTo>
                    <a:pt x="46154" y="11"/>
                  </a:lnTo>
                  <a:lnTo>
                    <a:pt x="45722" y="44"/>
                  </a:lnTo>
                  <a:lnTo>
                    <a:pt x="45300" y="100"/>
                  </a:lnTo>
                  <a:lnTo>
                    <a:pt x="44868" y="166"/>
                  </a:lnTo>
                  <a:lnTo>
                    <a:pt x="44447" y="255"/>
                  </a:lnTo>
                  <a:lnTo>
                    <a:pt x="44036" y="366"/>
                  </a:lnTo>
                  <a:lnTo>
                    <a:pt x="43626" y="499"/>
                  </a:lnTo>
                  <a:lnTo>
                    <a:pt x="43216" y="654"/>
                  </a:lnTo>
                  <a:lnTo>
                    <a:pt x="42817" y="832"/>
                  </a:lnTo>
                  <a:lnTo>
                    <a:pt x="42418" y="1020"/>
                  </a:lnTo>
                  <a:lnTo>
                    <a:pt x="42041" y="1242"/>
                  </a:lnTo>
                  <a:lnTo>
                    <a:pt x="41664" y="1475"/>
                  </a:lnTo>
                  <a:lnTo>
                    <a:pt x="41298" y="1730"/>
                  </a:lnTo>
                  <a:lnTo>
                    <a:pt x="40932" y="2007"/>
                  </a:lnTo>
                  <a:lnTo>
                    <a:pt x="40588" y="2306"/>
                  </a:lnTo>
                  <a:lnTo>
                    <a:pt x="40256" y="2617"/>
                  </a:lnTo>
                  <a:lnTo>
                    <a:pt x="0" y="42872"/>
                  </a:lnTo>
                  <a:lnTo>
                    <a:pt x="12639" y="55522"/>
                  </a:lnTo>
                  <a:lnTo>
                    <a:pt x="52895" y="15266"/>
                  </a:lnTo>
                  <a:lnTo>
                    <a:pt x="53216" y="14934"/>
                  </a:lnTo>
                  <a:lnTo>
                    <a:pt x="53515" y="14579"/>
                  </a:lnTo>
                  <a:lnTo>
                    <a:pt x="53793" y="14224"/>
                  </a:lnTo>
                  <a:lnTo>
                    <a:pt x="54048" y="13858"/>
                  </a:lnTo>
                  <a:lnTo>
                    <a:pt x="54280" y="13482"/>
                  </a:lnTo>
                  <a:lnTo>
                    <a:pt x="54491" y="13093"/>
                  </a:lnTo>
                  <a:lnTo>
                    <a:pt x="54691" y="12705"/>
                  </a:lnTo>
                  <a:lnTo>
                    <a:pt x="54868" y="12306"/>
                  </a:lnTo>
                  <a:lnTo>
                    <a:pt x="55012" y="11896"/>
                  </a:lnTo>
                  <a:lnTo>
                    <a:pt x="55145" y="11486"/>
                  </a:lnTo>
                  <a:lnTo>
                    <a:pt x="55267" y="11065"/>
                  </a:lnTo>
                  <a:lnTo>
                    <a:pt x="55356" y="10643"/>
                  </a:lnTo>
                  <a:lnTo>
                    <a:pt x="55422" y="10222"/>
                  </a:lnTo>
                  <a:lnTo>
                    <a:pt x="55478" y="9801"/>
                  </a:lnTo>
                  <a:lnTo>
                    <a:pt x="55511" y="9368"/>
                  </a:lnTo>
                  <a:lnTo>
                    <a:pt x="55522" y="8936"/>
                  </a:lnTo>
                  <a:lnTo>
                    <a:pt x="55511" y="8515"/>
                  </a:lnTo>
                  <a:lnTo>
                    <a:pt x="55478" y="8082"/>
                  </a:lnTo>
                  <a:lnTo>
                    <a:pt x="55422" y="7661"/>
                  </a:lnTo>
                  <a:lnTo>
                    <a:pt x="55356" y="7229"/>
                  </a:lnTo>
                  <a:lnTo>
                    <a:pt x="55267" y="6818"/>
                  </a:lnTo>
                  <a:lnTo>
                    <a:pt x="55145" y="6397"/>
                  </a:lnTo>
                  <a:lnTo>
                    <a:pt x="55012" y="5987"/>
                  </a:lnTo>
                  <a:lnTo>
                    <a:pt x="54868" y="5577"/>
                  </a:lnTo>
                  <a:lnTo>
                    <a:pt x="54691" y="5178"/>
                  </a:lnTo>
                  <a:lnTo>
                    <a:pt x="54491" y="4790"/>
                  </a:lnTo>
                  <a:lnTo>
                    <a:pt x="54280" y="4402"/>
                  </a:lnTo>
                  <a:lnTo>
                    <a:pt x="54048" y="4025"/>
                  </a:lnTo>
                  <a:lnTo>
                    <a:pt x="53793" y="3659"/>
                  </a:lnTo>
                  <a:lnTo>
                    <a:pt x="53515" y="3304"/>
                  </a:lnTo>
                  <a:lnTo>
                    <a:pt x="53216" y="2949"/>
                  </a:lnTo>
                  <a:lnTo>
                    <a:pt x="52895" y="2617"/>
                  </a:lnTo>
                  <a:lnTo>
                    <a:pt x="52562" y="2306"/>
                  </a:lnTo>
                  <a:lnTo>
                    <a:pt x="52218" y="2007"/>
                  </a:lnTo>
                  <a:lnTo>
                    <a:pt x="51864" y="1730"/>
                  </a:lnTo>
                  <a:lnTo>
                    <a:pt x="51498" y="1475"/>
                  </a:lnTo>
                  <a:lnTo>
                    <a:pt x="51121" y="1242"/>
                  </a:lnTo>
                  <a:lnTo>
                    <a:pt x="50733" y="1020"/>
                  </a:lnTo>
                  <a:lnTo>
                    <a:pt x="50345" y="832"/>
                  </a:lnTo>
                  <a:lnTo>
                    <a:pt x="49946" y="654"/>
                  </a:lnTo>
                  <a:lnTo>
                    <a:pt x="49535" y="499"/>
                  </a:lnTo>
                  <a:lnTo>
                    <a:pt x="49125" y="366"/>
                  </a:lnTo>
                  <a:lnTo>
                    <a:pt x="48704" y="255"/>
                  </a:lnTo>
                  <a:lnTo>
                    <a:pt x="48283" y="166"/>
                  </a:lnTo>
                  <a:lnTo>
                    <a:pt x="47861" y="100"/>
                  </a:lnTo>
                  <a:lnTo>
                    <a:pt x="47440" y="44"/>
                  </a:lnTo>
                  <a:lnTo>
                    <a:pt x="47008" y="11"/>
                  </a:lnTo>
                  <a:lnTo>
                    <a:pt x="46575" y="0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01;p20">
              <a:extLst>
                <a:ext uri="{FF2B5EF4-FFF2-40B4-BE49-F238E27FC236}">
                  <a16:creationId xmlns:a16="http://schemas.microsoft.com/office/drawing/2014/main" id="{F3314B45-CB8F-3CB1-6D59-A1D155C7E86C}"/>
                </a:ext>
              </a:extLst>
            </p:cNvPr>
            <p:cNvSpPr/>
            <p:nvPr/>
          </p:nvSpPr>
          <p:spPr>
            <a:xfrm>
              <a:off x="3924725" y="1848725"/>
              <a:ext cx="1295225" cy="1295525"/>
            </a:xfrm>
            <a:custGeom>
              <a:avLst/>
              <a:gdLst/>
              <a:ahLst/>
              <a:cxnLst/>
              <a:rect l="l" t="t" r="r" b="b"/>
              <a:pathLst>
                <a:path w="51809" h="51821" extrusionOk="0">
                  <a:moveTo>
                    <a:pt x="42873" y="1"/>
                  </a:moveTo>
                  <a:lnTo>
                    <a:pt x="42441" y="12"/>
                  </a:lnTo>
                  <a:lnTo>
                    <a:pt x="42019" y="45"/>
                  </a:lnTo>
                  <a:lnTo>
                    <a:pt x="41587" y="101"/>
                  </a:lnTo>
                  <a:lnTo>
                    <a:pt x="41166" y="167"/>
                  </a:lnTo>
                  <a:lnTo>
                    <a:pt x="40744" y="256"/>
                  </a:lnTo>
                  <a:lnTo>
                    <a:pt x="40323" y="367"/>
                  </a:lnTo>
                  <a:lnTo>
                    <a:pt x="39913" y="500"/>
                  </a:lnTo>
                  <a:lnTo>
                    <a:pt x="39514" y="655"/>
                  </a:lnTo>
                  <a:lnTo>
                    <a:pt x="39115" y="832"/>
                  </a:lnTo>
                  <a:lnTo>
                    <a:pt x="38716" y="1021"/>
                  </a:lnTo>
                  <a:lnTo>
                    <a:pt x="38328" y="1243"/>
                  </a:lnTo>
                  <a:lnTo>
                    <a:pt x="37951" y="1475"/>
                  </a:lnTo>
                  <a:lnTo>
                    <a:pt x="37585" y="1730"/>
                  </a:lnTo>
                  <a:lnTo>
                    <a:pt x="37230" y="2008"/>
                  </a:lnTo>
                  <a:lnTo>
                    <a:pt x="36886" y="2307"/>
                  </a:lnTo>
                  <a:lnTo>
                    <a:pt x="36554" y="2617"/>
                  </a:lnTo>
                  <a:lnTo>
                    <a:pt x="1" y="39181"/>
                  </a:lnTo>
                  <a:lnTo>
                    <a:pt x="12640" y="51820"/>
                  </a:lnTo>
                  <a:lnTo>
                    <a:pt x="49193" y="15267"/>
                  </a:lnTo>
                  <a:lnTo>
                    <a:pt x="49514" y="14935"/>
                  </a:lnTo>
                  <a:lnTo>
                    <a:pt x="49813" y="14580"/>
                  </a:lnTo>
                  <a:lnTo>
                    <a:pt x="50079" y="14225"/>
                  </a:lnTo>
                  <a:lnTo>
                    <a:pt x="50334" y="13859"/>
                  </a:lnTo>
                  <a:lnTo>
                    <a:pt x="50578" y="13482"/>
                  </a:lnTo>
                  <a:lnTo>
                    <a:pt x="50789" y="13094"/>
                  </a:lnTo>
                  <a:lnTo>
                    <a:pt x="50989" y="12706"/>
                  </a:lnTo>
                  <a:lnTo>
                    <a:pt x="51155" y="12307"/>
                  </a:lnTo>
                  <a:lnTo>
                    <a:pt x="51310" y="11897"/>
                  </a:lnTo>
                  <a:lnTo>
                    <a:pt x="51443" y="11487"/>
                  </a:lnTo>
                  <a:lnTo>
                    <a:pt x="51554" y="11065"/>
                  </a:lnTo>
                  <a:lnTo>
                    <a:pt x="51654" y="10644"/>
                  </a:lnTo>
                  <a:lnTo>
                    <a:pt x="51720" y="10223"/>
                  </a:lnTo>
                  <a:lnTo>
                    <a:pt x="51776" y="9802"/>
                  </a:lnTo>
                  <a:lnTo>
                    <a:pt x="51798" y="9369"/>
                  </a:lnTo>
                  <a:lnTo>
                    <a:pt x="51809" y="8937"/>
                  </a:lnTo>
                  <a:lnTo>
                    <a:pt x="51798" y="8516"/>
                  </a:lnTo>
                  <a:lnTo>
                    <a:pt x="51776" y="8083"/>
                  </a:lnTo>
                  <a:lnTo>
                    <a:pt x="51720" y="7662"/>
                  </a:lnTo>
                  <a:lnTo>
                    <a:pt x="51654" y="7241"/>
                  </a:lnTo>
                  <a:lnTo>
                    <a:pt x="51554" y="6819"/>
                  </a:lnTo>
                  <a:lnTo>
                    <a:pt x="51443" y="6398"/>
                  </a:lnTo>
                  <a:lnTo>
                    <a:pt x="51310" y="5988"/>
                  </a:lnTo>
                  <a:lnTo>
                    <a:pt x="51155" y="5578"/>
                  </a:lnTo>
                  <a:lnTo>
                    <a:pt x="50989" y="5178"/>
                  </a:lnTo>
                  <a:lnTo>
                    <a:pt x="50789" y="4790"/>
                  </a:lnTo>
                  <a:lnTo>
                    <a:pt x="50578" y="4402"/>
                  </a:lnTo>
                  <a:lnTo>
                    <a:pt x="50334" y="4025"/>
                  </a:lnTo>
                  <a:lnTo>
                    <a:pt x="50079" y="3660"/>
                  </a:lnTo>
                  <a:lnTo>
                    <a:pt x="49813" y="3305"/>
                  </a:lnTo>
                  <a:lnTo>
                    <a:pt x="49514" y="2950"/>
                  </a:lnTo>
                  <a:lnTo>
                    <a:pt x="49193" y="2617"/>
                  </a:lnTo>
                  <a:lnTo>
                    <a:pt x="48860" y="2307"/>
                  </a:lnTo>
                  <a:lnTo>
                    <a:pt x="48516" y="2008"/>
                  </a:lnTo>
                  <a:lnTo>
                    <a:pt x="48161" y="1730"/>
                  </a:lnTo>
                  <a:lnTo>
                    <a:pt x="47796" y="1475"/>
                  </a:lnTo>
                  <a:lnTo>
                    <a:pt x="47419" y="1243"/>
                  </a:lnTo>
                  <a:lnTo>
                    <a:pt x="47031" y="1021"/>
                  </a:lnTo>
                  <a:lnTo>
                    <a:pt x="46643" y="832"/>
                  </a:lnTo>
                  <a:lnTo>
                    <a:pt x="46232" y="655"/>
                  </a:lnTo>
                  <a:lnTo>
                    <a:pt x="45833" y="500"/>
                  </a:lnTo>
                  <a:lnTo>
                    <a:pt x="45423" y="367"/>
                  </a:lnTo>
                  <a:lnTo>
                    <a:pt x="45002" y="256"/>
                  </a:lnTo>
                  <a:lnTo>
                    <a:pt x="44580" y="167"/>
                  </a:lnTo>
                  <a:lnTo>
                    <a:pt x="44159" y="101"/>
                  </a:lnTo>
                  <a:lnTo>
                    <a:pt x="43727" y="45"/>
                  </a:lnTo>
                  <a:lnTo>
                    <a:pt x="43306" y="12"/>
                  </a:lnTo>
                  <a:lnTo>
                    <a:pt x="42873" y="1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02;p20">
              <a:extLst>
                <a:ext uri="{FF2B5EF4-FFF2-40B4-BE49-F238E27FC236}">
                  <a16:creationId xmlns:a16="http://schemas.microsoft.com/office/drawing/2014/main" id="{4F2D7A4B-C034-8A2B-106C-9B70C87D7B16}"/>
                </a:ext>
              </a:extLst>
            </p:cNvPr>
            <p:cNvSpPr/>
            <p:nvPr/>
          </p:nvSpPr>
          <p:spPr>
            <a:xfrm>
              <a:off x="4240975" y="2382850"/>
              <a:ext cx="1029700" cy="1029700"/>
            </a:xfrm>
            <a:custGeom>
              <a:avLst/>
              <a:gdLst/>
              <a:ahLst/>
              <a:cxnLst/>
              <a:rect l="l" t="t" r="r" b="b"/>
              <a:pathLst>
                <a:path w="41188" h="41188" extrusionOk="0">
                  <a:moveTo>
                    <a:pt x="33605" y="0"/>
                  </a:moveTo>
                  <a:lnTo>
                    <a:pt x="33250" y="11"/>
                  </a:lnTo>
                  <a:lnTo>
                    <a:pt x="32884" y="33"/>
                  </a:lnTo>
                  <a:lnTo>
                    <a:pt x="32518" y="78"/>
                  </a:lnTo>
                  <a:lnTo>
                    <a:pt x="32163" y="133"/>
                  </a:lnTo>
                  <a:lnTo>
                    <a:pt x="31809" y="222"/>
                  </a:lnTo>
                  <a:lnTo>
                    <a:pt x="31454" y="310"/>
                  </a:lnTo>
                  <a:lnTo>
                    <a:pt x="31099" y="421"/>
                  </a:lnTo>
                  <a:lnTo>
                    <a:pt x="30755" y="554"/>
                  </a:lnTo>
                  <a:lnTo>
                    <a:pt x="30412" y="698"/>
                  </a:lnTo>
                  <a:lnTo>
                    <a:pt x="30079" y="865"/>
                  </a:lnTo>
                  <a:lnTo>
                    <a:pt x="29757" y="1053"/>
                  </a:lnTo>
                  <a:lnTo>
                    <a:pt x="29436" y="1253"/>
                  </a:lnTo>
                  <a:lnTo>
                    <a:pt x="29126" y="1463"/>
                  </a:lnTo>
                  <a:lnTo>
                    <a:pt x="28826" y="1696"/>
                  </a:lnTo>
                  <a:lnTo>
                    <a:pt x="28527" y="1951"/>
                  </a:lnTo>
                  <a:lnTo>
                    <a:pt x="28250" y="2217"/>
                  </a:lnTo>
                  <a:lnTo>
                    <a:pt x="1" y="30466"/>
                  </a:lnTo>
                  <a:lnTo>
                    <a:pt x="10722" y="41187"/>
                  </a:lnTo>
                  <a:lnTo>
                    <a:pt x="38971" y="12938"/>
                  </a:lnTo>
                  <a:lnTo>
                    <a:pt x="39237" y="12661"/>
                  </a:lnTo>
                  <a:lnTo>
                    <a:pt x="39492" y="12362"/>
                  </a:lnTo>
                  <a:lnTo>
                    <a:pt x="39724" y="12062"/>
                  </a:lnTo>
                  <a:lnTo>
                    <a:pt x="39935" y="11752"/>
                  </a:lnTo>
                  <a:lnTo>
                    <a:pt x="40135" y="11430"/>
                  </a:lnTo>
                  <a:lnTo>
                    <a:pt x="40323" y="11109"/>
                  </a:lnTo>
                  <a:lnTo>
                    <a:pt x="40489" y="10765"/>
                  </a:lnTo>
                  <a:lnTo>
                    <a:pt x="40634" y="10433"/>
                  </a:lnTo>
                  <a:lnTo>
                    <a:pt x="40767" y="10089"/>
                  </a:lnTo>
                  <a:lnTo>
                    <a:pt x="40877" y="9734"/>
                  </a:lnTo>
                  <a:lnTo>
                    <a:pt x="40966" y="9379"/>
                  </a:lnTo>
                  <a:lnTo>
                    <a:pt x="41044" y="9025"/>
                  </a:lnTo>
                  <a:lnTo>
                    <a:pt x="41110" y="8670"/>
                  </a:lnTo>
                  <a:lnTo>
                    <a:pt x="41155" y="8304"/>
                  </a:lnTo>
                  <a:lnTo>
                    <a:pt x="41177" y="7938"/>
                  </a:lnTo>
                  <a:lnTo>
                    <a:pt x="41188" y="7583"/>
                  </a:lnTo>
                  <a:lnTo>
                    <a:pt x="41177" y="7217"/>
                  </a:lnTo>
                  <a:lnTo>
                    <a:pt x="41155" y="6852"/>
                  </a:lnTo>
                  <a:lnTo>
                    <a:pt x="41110" y="6486"/>
                  </a:lnTo>
                  <a:lnTo>
                    <a:pt x="41044" y="6131"/>
                  </a:lnTo>
                  <a:lnTo>
                    <a:pt x="40966" y="5776"/>
                  </a:lnTo>
                  <a:lnTo>
                    <a:pt x="40877" y="5421"/>
                  </a:lnTo>
                  <a:lnTo>
                    <a:pt x="40767" y="5067"/>
                  </a:lnTo>
                  <a:lnTo>
                    <a:pt x="40634" y="4723"/>
                  </a:lnTo>
                  <a:lnTo>
                    <a:pt x="40489" y="4390"/>
                  </a:lnTo>
                  <a:lnTo>
                    <a:pt x="40323" y="4058"/>
                  </a:lnTo>
                  <a:lnTo>
                    <a:pt x="40135" y="3725"/>
                  </a:lnTo>
                  <a:lnTo>
                    <a:pt x="39935" y="3404"/>
                  </a:lnTo>
                  <a:lnTo>
                    <a:pt x="39724" y="3093"/>
                  </a:lnTo>
                  <a:lnTo>
                    <a:pt x="39492" y="2794"/>
                  </a:lnTo>
                  <a:lnTo>
                    <a:pt x="39237" y="2506"/>
                  </a:lnTo>
                  <a:lnTo>
                    <a:pt x="38971" y="2217"/>
                  </a:lnTo>
                  <a:lnTo>
                    <a:pt x="38682" y="1951"/>
                  </a:lnTo>
                  <a:lnTo>
                    <a:pt x="38394" y="1696"/>
                  </a:lnTo>
                  <a:lnTo>
                    <a:pt x="38095" y="1463"/>
                  </a:lnTo>
                  <a:lnTo>
                    <a:pt x="37784" y="1253"/>
                  </a:lnTo>
                  <a:lnTo>
                    <a:pt x="37463" y="1053"/>
                  </a:lnTo>
                  <a:lnTo>
                    <a:pt x="37130" y="865"/>
                  </a:lnTo>
                  <a:lnTo>
                    <a:pt x="36798" y="698"/>
                  </a:lnTo>
                  <a:lnTo>
                    <a:pt x="36465" y="554"/>
                  </a:lnTo>
                  <a:lnTo>
                    <a:pt x="36121" y="421"/>
                  </a:lnTo>
                  <a:lnTo>
                    <a:pt x="35766" y="310"/>
                  </a:lnTo>
                  <a:lnTo>
                    <a:pt x="35412" y="222"/>
                  </a:lnTo>
                  <a:lnTo>
                    <a:pt x="35057" y="133"/>
                  </a:lnTo>
                  <a:lnTo>
                    <a:pt x="34691" y="78"/>
                  </a:lnTo>
                  <a:lnTo>
                    <a:pt x="34336" y="33"/>
                  </a:lnTo>
                  <a:lnTo>
                    <a:pt x="33970" y="11"/>
                  </a:lnTo>
                  <a:lnTo>
                    <a:pt x="33605" y="0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03;p20">
              <a:extLst>
                <a:ext uri="{FF2B5EF4-FFF2-40B4-BE49-F238E27FC236}">
                  <a16:creationId xmlns:a16="http://schemas.microsoft.com/office/drawing/2014/main" id="{B063938F-C883-3431-1931-4161349F03AD}"/>
                </a:ext>
              </a:extLst>
            </p:cNvPr>
            <p:cNvSpPr/>
            <p:nvPr/>
          </p:nvSpPr>
          <p:spPr>
            <a:xfrm>
              <a:off x="2650600" y="2505350"/>
              <a:ext cx="1541900" cy="1548275"/>
            </a:xfrm>
            <a:custGeom>
              <a:avLst/>
              <a:gdLst/>
              <a:ahLst/>
              <a:cxnLst/>
              <a:rect l="l" t="t" r="r" b="b"/>
              <a:pathLst>
                <a:path w="61676" h="61931" extrusionOk="0">
                  <a:moveTo>
                    <a:pt x="15899" y="0"/>
                  </a:moveTo>
                  <a:lnTo>
                    <a:pt x="7750" y="8149"/>
                  </a:lnTo>
                  <a:lnTo>
                    <a:pt x="7273" y="8637"/>
                  </a:lnTo>
                  <a:lnTo>
                    <a:pt x="6808" y="9136"/>
                  </a:lnTo>
                  <a:lnTo>
                    <a:pt x="6364" y="9646"/>
                  </a:lnTo>
                  <a:lnTo>
                    <a:pt x="5932" y="10156"/>
                  </a:lnTo>
                  <a:lnTo>
                    <a:pt x="5522" y="10688"/>
                  </a:lnTo>
                  <a:lnTo>
                    <a:pt x="5111" y="11220"/>
                  </a:lnTo>
                  <a:lnTo>
                    <a:pt x="4734" y="11752"/>
                  </a:lnTo>
                  <a:lnTo>
                    <a:pt x="4357" y="12307"/>
                  </a:lnTo>
                  <a:lnTo>
                    <a:pt x="4003" y="12850"/>
                  </a:lnTo>
                  <a:lnTo>
                    <a:pt x="3659" y="13415"/>
                  </a:lnTo>
                  <a:lnTo>
                    <a:pt x="3337" y="13981"/>
                  </a:lnTo>
                  <a:lnTo>
                    <a:pt x="3027" y="14557"/>
                  </a:lnTo>
                  <a:lnTo>
                    <a:pt x="2728" y="15134"/>
                  </a:lnTo>
                  <a:lnTo>
                    <a:pt x="2451" y="15721"/>
                  </a:lnTo>
                  <a:lnTo>
                    <a:pt x="2184" y="16309"/>
                  </a:lnTo>
                  <a:lnTo>
                    <a:pt x="1941" y="16908"/>
                  </a:lnTo>
                  <a:lnTo>
                    <a:pt x="1708" y="17506"/>
                  </a:lnTo>
                  <a:lnTo>
                    <a:pt x="1486" y="18105"/>
                  </a:lnTo>
                  <a:lnTo>
                    <a:pt x="1275" y="18715"/>
                  </a:lnTo>
                  <a:lnTo>
                    <a:pt x="1087" y="19324"/>
                  </a:lnTo>
                  <a:lnTo>
                    <a:pt x="921" y="19945"/>
                  </a:lnTo>
                  <a:lnTo>
                    <a:pt x="754" y="20555"/>
                  </a:lnTo>
                  <a:lnTo>
                    <a:pt x="610" y="21176"/>
                  </a:lnTo>
                  <a:lnTo>
                    <a:pt x="488" y="21808"/>
                  </a:lnTo>
                  <a:lnTo>
                    <a:pt x="377" y="22429"/>
                  </a:lnTo>
                  <a:lnTo>
                    <a:pt x="278" y="23061"/>
                  </a:lnTo>
                  <a:lnTo>
                    <a:pt x="189" y="23693"/>
                  </a:lnTo>
                  <a:lnTo>
                    <a:pt x="122" y="24325"/>
                  </a:lnTo>
                  <a:lnTo>
                    <a:pt x="67" y="24957"/>
                  </a:lnTo>
                  <a:lnTo>
                    <a:pt x="34" y="25588"/>
                  </a:lnTo>
                  <a:lnTo>
                    <a:pt x="11" y="26220"/>
                  </a:lnTo>
                  <a:lnTo>
                    <a:pt x="0" y="26852"/>
                  </a:lnTo>
                  <a:lnTo>
                    <a:pt x="11" y="27495"/>
                  </a:lnTo>
                  <a:lnTo>
                    <a:pt x="34" y="28127"/>
                  </a:lnTo>
                  <a:lnTo>
                    <a:pt x="67" y="28759"/>
                  </a:lnTo>
                  <a:lnTo>
                    <a:pt x="122" y="29391"/>
                  </a:lnTo>
                  <a:lnTo>
                    <a:pt x="189" y="30023"/>
                  </a:lnTo>
                  <a:lnTo>
                    <a:pt x="278" y="30655"/>
                  </a:lnTo>
                  <a:lnTo>
                    <a:pt x="377" y="31287"/>
                  </a:lnTo>
                  <a:lnTo>
                    <a:pt x="488" y="31908"/>
                  </a:lnTo>
                  <a:lnTo>
                    <a:pt x="610" y="32529"/>
                  </a:lnTo>
                  <a:lnTo>
                    <a:pt x="754" y="33150"/>
                  </a:lnTo>
                  <a:lnTo>
                    <a:pt x="921" y="33770"/>
                  </a:lnTo>
                  <a:lnTo>
                    <a:pt x="1087" y="34391"/>
                  </a:lnTo>
                  <a:lnTo>
                    <a:pt x="1275" y="35001"/>
                  </a:lnTo>
                  <a:lnTo>
                    <a:pt x="1486" y="35611"/>
                  </a:lnTo>
                  <a:lnTo>
                    <a:pt x="1708" y="36210"/>
                  </a:lnTo>
                  <a:lnTo>
                    <a:pt x="1941" y="36808"/>
                  </a:lnTo>
                  <a:lnTo>
                    <a:pt x="2184" y="37407"/>
                  </a:lnTo>
                  <a:lnTo>
                    <a:pt x="2451" y="37995"/>
                  </a:lnTo>
                  <a:lnTo>
                    <a:pt x="2728" y="38582"/>
                  </a:lnTo>
                  <a:lnTo>
                    <a:pt x="3027" y="39159"/>
                  </a:lnTo>
                  <a:lnTo>
                    <a:pt x="3337" y="39735"/>
                  </a:lnTo>
                  <a:lnTo>
                    <a:pt x="3659" y="40301"/>
                  </a:lnTo>
                  <a:lnTo>
                    <a:pt x="4003" y="40855"/>
                  </a:lnTo>
                  <a:lnTo>
                    <a:pt x="4357" y="41409"/>
                  </a:lnTo>
                  <a:lnTo>
                    <a:pt x="4734" y="41952"/>
                  </a:lnTo>
                  <a:lnTo>
                    <a:pt x="5111" y="42496"/>
                  </a:lnTo>
                  <a:lnTo>
                    <a:pt x="5522" y="43028"/>
                  </a:lnTo>
                  <a:lnTo>
                    <a:pt x="5932" y="43549"/>
                  </a:lnTo>
                  <a:lnTo>
                    <a:pt x="6364" y="44070"/>
                  </a:lnTo>
                  <a:lnTo>
                    <a:pt x="6808" y="44569"/>
                  </a:lnTo>
                  <a:lnTo>
                    <a:pt x="7273" y="45068"/>
                  </a:lnTo>
                  <a:lnTo>
                    <a:pt x="7750" y="45556"/>
                  </a:lnTo>
                  <a:lnTo>
                    <a:pt x="16564" y="54370"/>
                  </a:lnTo>
                  <a:lnTo>
                    <a:pt x="17041" y="54835"/>
                  </a:lnTo>
                  <a:lnTo>
                    <a:pt x="17517" y="55290"/>
                  </a:lnTo>
                  <a:lnTo>
                    <a:pt x="18016" y="55722"/>
                  </a:lnTo>
                  <a:lnTo>
                    <a:pt x="18515" y="56143"/>
                  </a:lnTo>
                  <a:lnTo>
                    <a:pt x="19036" y="56554"/>
                  </a:lnTo>
                  <a:lnTo>
                    <a:pt x="19546" y="56942"/>
                  </a:lnTo>
                  <a:lnTo>
                    <a:pt x="20078" y="57319"/>
                  </a:lnTo>
                  <a:lnTo>
                    <a:pt x="20611" y="57685"/>
                  </a:lnTo>
                  <a:lnTo>
                    <a:pt x="21154" y="58028"/>
                  </a:lnTo>
                  <a:lnTo>
                    <a:pt x="21697" y="58361"/>
                  </a:lnTo>
                  <a:lnTo>
                    <a:pt x="22251" y="58682"/>
                  </a:lnTo>
                  <a:lnTo>
                    <a:pt x="22806" y="58982"/>
                  </a:lnTo>
                  <a:lnTo>
                    <a:pt x="23371" y="59270"/>
                  </a:lnTo>
                  <a:lnTo>
                    <a:pt x="23948" y="59547"/>
                  </a:lnTo>
                  <a:lnTo>
                    <a:pt x="24524" y="59802"/>
                  </a:lnTo>
                  <a:lnTo>
                    <a:pt x="25101" y="60046"/>
                  </a:lnTo>
                  <a:lnTo>
                    <a:pt x="25688" y="60268"/>
                  </a:lnTo>
                  <a:lnTo>
                    <a:pt x="26276" y="60489"/>
                  </a:lnTo>
                  <a:lnTo>
                    <a:pt x="26875" y="60689"/>
                  </a:lnTo>
                  <a:lnTo>
                    <a:pt x="27473" y="60866"/>
                  </a:lnTo>
                  <a:lnTo>
                    <a:pt x="28072" y="61044"/>
                  </a:lnTo>
                  <a:lnTo>
                    <a:pt x="28671" y="61199"/>
                  </a:lnTo>
                  <a:lnTo>
                    <a:pt x="29280" y="61332"/>
                  </a:lnTo>
                  <a:lnTo>
                    <a:pt x="29890" y="61465"/>
                  </a:lnTo>
                  <a:lnTo>
                    <a:pt x="30500" y="61576"/>
                  </a:lnTo>
                  <a:lnTo>
                    <a:pt x="31110" y="61665"/>
                  </a:lnTo>
                  <a:lnTo>
                    <a:pt x="31730" y="61753"/>
                  </a:lnTo>
                  <a:lnTo>
                    <a:pt x="32340" y="61820"/>
                  </a:lnTo>
                  <a:lnTo>
                    <a:pt x="32961" y="61864"/>
                  </a:lnTo>
                  <a:lnTo>
                    <a:pt x="33582" y="61909"/>
                  </a:lnTo>
                  <a:lnTo>
                    <a:pt x="34203" y="61931"/>
                  </a:lnTo>
                  <a:lnTo>
                    <a:pt x="35445" y="61931"/>
                  </a:lnTo>
                  <a:lnTo>
                    <a:pt x="36065" y="61909"/>
                  </a:lnTo>
                  <a:lnTo>
                    <a:pt x="36675" y="61864"/>
                  </a:lnTo>
                  <a:lnTo>
                    <a:pt x="37296" y="61820"/>
                  </a:lnTo>
                  <a:lnTo>
                    <a:pt x="37917" y="61753"/>
                  </a:lnTo>
                  <a:lnTo>
                    <a:pt x="38527" y="61665"/>
                  </a:lnTo>
                  <a:lnTo>
                    <a:pt x="39147" y="61576"/>
                  </a:lnTo>
                  <a:lnTo>
                    <a:pt x="39757" y="61465"/>
                  </a:lnTo>
                  <a:lnTo>
                    <a:pt x="40367" y="61332"/>
                  </a:lnTo>
                  <a:lnTo>
                    <a:pt x="40966" y="61199"/>
                  </a:lnTo>
                  <a:lnTo>
                    <a:pt x="41575" y="61044"/>
                  </a:lnTo>
                  <a:lnTo>
                    <a:pt x="42174" y="60866"/>
                  </a:lnTo>
                  <a:lnTo>
                    <a:pt x="42773" y="60689"/>
                  </a:lnTo>
                  <a:lnTo>
                    <a:pt x="43360" y="60489"/>
                  </a:lnTo>
                  <a:lnTo>
                    <a:pt x="43959" y="60268"/>
                  </a:lnTo>
                  <a:lnTo>
                    <a:pt x="44536" y="60046"/>
                  </a:lnTo>
                  <a:lnTo>
                    <a:pt x="45123" y="59802"/>
                  </a:lnTo>
                  <a:lnTo>
                    <a:pt x="45700" y="59547"/>
                  </a:lnTo>
                  <a:lnTo>
                    <a:pt x="46265" y="59270"/>
                  </a:lnTo>
                  <a:lnTo>
                    <a:pt x="46831" y="58982"/>
                  </a:lnTo>
                  <a:lnTo>
                    <a:pt x="47396" y="58682"/>
                  </a:lnTo>
                  <a:lnTo>
                    <a:pt x="47939" y="58361"/>
                  </a:lnTo>
                  <a:lnTo>
                    <a:pt x="48494" y="58028"/>
                  </a:lnTo>
                  <a:lnTo>
                    <a:pt x="49037" y="57685"/>
                  </a:lnTo>
                  <a:lnTo>
                    <a:pt x="49569" y="57319"/>
                  </a:lnTo>
                  <a:lnTo>
                    <a:pt x="50090" y="56942"/>
                  </a:lnTo>
                  <a:lnTo>
                    <a:pt x="50611" y="56554"/>
                  </a:lnTo>
                  <a:lnTo>
                    <a:pt x="51121" y="56143"/>
                  </a:lnTo>
                  <a:lnTo>
                    <a:pt x="51620" y="55722"/>
                  </a:lnTo>
                  <a:lnTo>
                    <a:pt x="52119" y="55290"/>
                  </a:lnTo>
                  <a:lnTo>
                    <a:pt x="52607" y="54835"/>
                  </a:lnTo>
                  <a:lnTo>
                    <a:pt x="53083" y="54370"/>
                  </a:lnTo>
                  <a:lnTo>
                    <a:pt x="61676" y="45777"/>
                  </a:lnTo>
                  <a:lnTo>
                    <a:pt x="15899" y="0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04;p20">
              <a:extLst>
                <a:ext uri="{FF2B5EF4-FFF2-40B4-BE49-F238E27FC236}">
                  <a16:creationId xmlns:a16="http://schemas.microsoft.com/office/drawing/2014/main" id="{8821C49F-2DE2-7D54-0AD5-97568C12F02A}"/>
                </a:ext>
              </a:extLst>
            </p:cNvPr>
            <p:cNvSpPr/>
            <p:nvPr/>
          </p:nvSpPr>
          <p:spPr>
            <a:xfrm>
              <a:off x="3135650" y="238125"/>
              <a:ext cx="2199325" cy="3592650"/>
            </a:xfrm>
            <a:custGeom>
              <a:avLst/>
              <a:gdLst/>
              <a:ahLst/>
              <a:cxnLst/>
              <a:rect l="l" t="t" r="r" b="b"/>
              <a:pathLst>
                <a:path w="87973" h="143706" extrusionOk="0">
                  <a:moveTo>
                    <a:pt x="8293" y="0"/>
                  </a:moveTo>
                  <a:lnTo>
                    <a:pt x="7861" y="11"/>
                  </a:lnTo>
                  <a:lnTo>
                    <a:pt x="7439" y="44"/>
                  </a:lnTo>
                  <a:lnTo>
                    <a:pt x="7029" y="89"/>
                  </a:lnTo>
                  <a:lnTo>
                    <a:pt x="6619" y="166"/>
                  </a:lnTo>
                  <a:lnTo>
                    <a:pt x="6220" y="255"/>
                  </a:lnTo>
                  <a:lnTo>
                    <a:pt x="5821" y="366"/>
                  </a:lnTo>
                  <a:lnTo>
                    <a:pt x="5433" y="499"/>
                  </a:lnTo>
                  <a:lnTo>
                    <a:pt x="5067" y="654"/>
                  </a:lnTo>
                  <a:lnTo>
                    <a:pt x="4690" y="820"/>
                  </a:lnTo>
                  <a:lnTo>
                    <a:pt x="4335" y="998"/>
                  </a:lnTo>
                  <a:lnTo>
                    <a:pt x="3991" y="1197"/>
                  </a:lnTo>
                  <a:lnTo>
                    <a:pt x="3648" y="1419"/>
                  </a:lnTo>
                  <a:lnTo>
                    <a:pt x="3326" y="1641"/>
                  </a:lnTo>
                  <a:lnTo>
                    <a:pt x="3016" y="1896"/>
                  </a:lnTo>
                  <a:lnTo>
                    <a:pt x="2716" y="2151"/>
                  </a:lnTo>
                  <a:lnTo>
                    <a:pt x="2428" y="2428"/>
                  </a:lnTo>
                  <a:lnTo>
                    <a:pt x="2151" y="2716"/>
                  </a:lnTo>
                  <a:lnTo>
                    <a:pt x="1885" y="3016"/>
                  </a:lnTo>
                  <a:lnTo>
                    <a:pt x="1641" y="3326"/>
                  </a:lnTo>
                  <a:lnTo>
                    <a:pt x="1408" y="3659"/>
                  </a:lnTo>
                  <a:lnTo>
                    <a:pt x="1197" y="3991"/>
                  </a:lnTo>
                  <a:lnTo>
                    <a:pt x="998" y="4335"/>
                  </a:lnTo>
                  <a:lnTo>
                    <a:pt x="809" y="4701"/>
                  </a:lnTo>
                  <a:lnTo>
                    <a:pt x="643" y="5067"/>
                  </a:lnTo>
                  <a:lnTo>
                    <a:pt x="499" y="5444"/>
                  </a:lnTo>
                  <a:lnTo>
                    <a:pt x="366" y="5832"/>
                  </a:lnTo>
                  <a:lnTo>
                    <a:pt x="255" y="6220"/>
                  </a:lnTo>
                  <a:lnTo>
                    <a:pt x="166" y="6619"/>
                  </a:lnTo>
                  <a:lnTo>
                    <a:pt x="89" y="7029"/>
                  </a:lnTo>
                  <a:lnTo>
                    <a:pt x="33" y="7450"/>
                  </a:lnTo>
                  <a:lnTo>
                    <a:pt x="0" y="7872"/>
                  </a:lnTo>
                  <a:lnTo>
                    <a:pt x="0" y="8293"/>
                  </a:lnTo>
                  <a:lnTo>
                    <a:pt x="0" y="135413"/>
                  </a:lnTo>
                  <a:lnTo>
                    <a:pt x="0" y="135834"/>
                  </a:lnTo>
                  <a:lnTo>
                    <a:pt x="33" y="136256"/>
                  </a:lnTo>
                  <a:lnTo>
                    <a:pt x="89" y="136677"/>
                  </a:lnTo>
                  <a:lnTo>
                    <a:pt x="166" y="137087"/>
                  </a:lnTo>
                  <a:lnTo>
                    <a:pt x="255" y="137486"/>
                  </a:lnTo>
                  <a:lnTo>
                    <a:pt x="366" y="137874"/>
                  </a:lnTo>
                  <a:lnTo>
                    <a:pt x="499" y="138262"/>
                  </a:lnTo>
                  <a:lnTo>
                    <a:pt x="643" y="138639"/>
                  </a:lnTo>
                  <a:lnTo>
                    <a:pt x="809" y="139005"/>
                  </a:lnTo>
                  <a:lnTo>
                    <a:pt x="998" y="139371"/>
                  </a:lnTo>
                  <a:lnTo>
                    <a:pt x="1197" y="139715"/>
                  </a:lnTo>
                  <a:lnTo>
                    <a:pt x="1408" y="140047"/>
                  </a:lnTo>
                  <a:lnTo>
                    <a:pt x="1641" y="140380"/>
                  </a:lnTo>
                  <a:lnTo>
                    <a:pt x="1885" y="140690"/>
                  </a:lnTo>
                  <a:lnTo>
                    <a:pt x="2151" y="140990"/>
                  </a:lnTo>
                  <a:lnTo>
                    <a:pt x="2428" y="141278"/>
                  </a:lnTo>
                  <a:lnTo>
                    <a:pt x="2716" y="141555"/>
                  </a:lnTo>
                  <a:lnTo>
                    <a:pt x="3016" y="141810"/>
                  </a:lnTo>
                  <a:lnTo>
                    <a:pt x="3326" y="142054"/>
                  </a:lnTo>
                  <a:lnTo>
                    <a:pt x="3648" y="142287"/>
                  </a:lnTo>
                  <a:lnTo>
                    <a:pt x="3991" y="142509"/>
                  </a:lnTo>
                  <a:lnTo>
                    <a:pt x="4335" y="142708"/>
                  </a:lnTo>
                  <a:lnTo>
                    <a:pt x="4690" y="142886"/>
                  </a:lnTo>
                  <a:lnTo>
                    <a:pt x="5067" y="143052"/>
                  </a:lnTo>
                  <a:lnTo>
                    <a:pt x="5433" y="143207"/>
                  </a:lnTo>
                  <a:lnTo>
                    <a:pt x="5821" y="143340"/>
                  </a:lnTo>
                  <a:lnTo>
                    <a:pt x="6220" y="143451"/>
                  </a:lnTo>
                  <a:lnTo>
                    <a:pt x="6619" y="143540"/>
                  </a:lnTo>
                  <a:lnTo>
                    <a:pt x="7029" y="143617"/>
                  </a:lnTo>
                  <a:lnTo>
                    <a:pt x="7439" y="143662"/>
                  </a:lnTo>
                  <a:lnTo>
                    <a:pt x="7861" y="143695"/>
                  </a:lnTo>
                  <a:lnTo>
                    <a:pt x="8293" y="143706"/>
                  </a:lnTo>
                  <a:lnTo>
                    <a:pt x="79680" y="143706"/>
                  </a:lnTo>
                  <a:lnTo>
                    <a:pt x="80101" y="143695"/>
                  </a:lnTo>
                  <a:lnTo>
                    <a:pt x="80523" y="143662"/>
                  </a:lnTo>
                  <a:lnTo>
                    <a:pt x="80944" y="143617"/>
                  </a:lnTo>
                  <a:lnTo>
                    <a:pt x="81354" y="143540"/>
                  </a:lnTo>
                  <a:lnTo>
                    <a:pt x="81753" y="143451"/>
                  </a:lnTo>
                  <a:lnTo>
                    <a:pt x="82141" y="143340"/>
                  </a:lnTo>
                  <a:lnTo>
                    <a:pt x="82529" y="143207"/>
                  </a:lnTo>
                  <a:lnTo>
                    <a:pt x="82906" y="143052"/>
                  </a:lnTo>
                  <a:lnTo>
                    <a:pt x="83272" y="142886"/>
                  </a:lnTo>
                  <a:lnTo>
                    <a:pt x="83638" y="142708"/>
                  </a:lnTo>
                  <a:lnTo>
                    <a:pt x="83982" y="142509"/>
                  </a:lnTo>
                  <a:lnTo>
                    <a:pt x="84314" y="142287"/>
                  </a:lnTo>
                  <a:lnTo>
                    <a:pt x="84647" y="142054"/>
                  </a:lnTo>
                  <a:lnTo>
                    <a:pt x="84957" y="141810"/>
                  </a:lnTo>
                  <a:lnTo>
                    <a:pt x="85257" y="141555"/>
                  </a:lnTo>
                  <a:lnTo>
                    <a:pt x="85545" y="141278"/>
                  </a:lnTo>
                  <a:lnTo>
                    <a:pt x="85822" y="140990"/>
                  </a:lnTo>
                  <a:lnTo>
                    <a:pt x="86077" y="140690"/>
                  </a:lnTo>
                  <a:lnTo>
                    <a:pt x="86321" y="140380"/>
                  </a:lnTo>
                  <a:lnTo>
                    <a:pt x="86554" y="140047"/>
                  </a:lnTo>
                  <a:lnTo>
                    <a:pt x="86776" y="139715"/>
                  </a:lnTo>
                  <a:lnTo>
                    <a:pt x="86975" y="139371"/>
                  </a:lnTo>
                  <a:lnTo>
                    <a:pt x="87153" y="139005"/>
                  </a:lnTo>
                  <a:lnTo>
                    <a:pt x="87319" y="138639"/>
                  </a:lnTo>
                  <a:lnTo>
                    <a:pt x="87474" y="138262"/>
                  </a:lnTo>
                  <a:lnTo>
                    <a:pt x="87596" y="137874"/>
                  </a:lnTo>
                  <a:lnTo>
                    <a:pt x="87718" y="137486"/>
                  </a:lnTo>
                  <a:lnTo>
                    <a:pt x="87807" y="137087"/>
                  </a:lnTo>
                  <a:lnTo>
                    <a:pt x="87873" y="136677"/>
                  </a:lnTo>
                  <a:lnTo>
                    <a:pt x="87929" y="136256"/>
                  </a:lnTo>
                  <a:lnTo>
                    <a:pt x="87962" y="135834"/>
                  </a:lnTo>
                  <a:lnTo>
                    <a:pt x="87973" y="135413"/>
                  </a:lnTo>
                  <a:lnTo>
                    <a:pt x="87973" y="8293"/>
                  </a:lnTo>
                  <a:lnTo>
                    <a:pt x="87962" y="7872"/>
                  </a:lnTo>
                  <a:lnTo>
                    <a:pt x="87929" y="7450"/>
                  </a:lnTo>
                  <a:lnTo>
                    <a:pt x="87873" y="7029"/>
                  </a:lnTo>
                  <a:lnTo>
                    <a:pt x="87807" y="6619"/>
                  </a:lnTo>
                  <a:lnTo>
                    <a:pt x="87718" y="6220"/>
                  </a:lnTo>
                  <a:lnTo>
                    <a:pt x="87596" y="5832"/>
                  </a:lnTo>
                  <a:lnTo>
                    <a:pt x="87474" y="5444"/>
                  </a:lnTo>
                  <a:lnTo>
                    <a:pt x="87319" y="5067"/>
                  </a:lnTo>
                  <a:lnTo>
                    <a:pt x="87153" y="4701"/>
                  </a:lnTo>
                  <a:lnTo>
                    <a:pt x="86975" y="4335"/>
                  </a:lnTo>
                  <a:lnTo>
                    <a:pt x="86776" y="3991"/>
                  </a:lnTo>
                  <a:lnTo>
                    <a:pt x="86554" y="3659"/>
                  </a:lnTo>
                  <a:lnTo>
                    <a:pt x="86321" y="3326"/>
                  </a:lnTo>
                  <a:lnTo>
                    <a:pt x="86077" y="3016"/>
                  </a:lnTo>
                  <a:lnTo>
                    <a:pt x="85822" y="2716"/>
                  </a:lnTo>
                  <a:lnTo>
                    <a:pt x="85545" y="2428"/>
                  </a:lnTo>
                  <a:lnTo>
                    <a:pt x="85257" y="2151"/>
                  </a:lnTo>
                  <a:lnTo>
                    <a:pt x="84957" y="1896"/>
                  </a:lnTo>
                  <a:lnTo>
                    <a:pt x="84647" y="1641"/>
                  </a:lnTo>
                  <a:lnTo>
                    <a:pt x="84314" y="1419"/>
                  </a:lnTo>
                  <a:lnTo>
                    <a:pt x="83982" y="1197"/>
                  </a:lnTo>
                  <a:lnTo>
                    <a:pt x="83638" y="998"/>
                  </a:lnTo>
                  <a:lnTo>
                    <a:pt x="83272" y="820"/>
                  </a:lnTo>
                  <a:lnTo>
                    <a:pt x="82906" y="654"/>
                  </a:lnTo>
                  <a:lnTo>
                    <a:pt x="82529" y="499"/>
                  </a:lnTo>
                  <a:lnTo>
                    <a:pt x="82141" y="366"/>
                  </a:lnTo>
                  <a:lnTo>
                    <a:pt x="81753" y="255"/>
                  </a:lnTo>
                  <a:lnTo>
                    <a:pt x="81354" y="166"/>
                  </a:lnTo>
                  <a:lnTo>
                    <a:pt x="80944" y="89"/>
                  </a:lnTo>
                  <a:lnTo>
                    <a:pt x="80523" y="44"/>
                  </a:lnTo>
                  <a:lnTo>
                    <a:pt x="80101" y="11"/>
                  </a:lnTo>
                  <a:lnTo>
                    <a:pt x="7968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05;p20">
              <a:extLst>
                <a:ext uri="{FF2B5EF4-FFF2-40B4-BE49-F238E27FC236}">
                  <a16:creationId xmlns:a16="http://schemas.microsoft.com/office/drawing/2014/main" id="{91A91869-A358-9400-F861-ED7A3146C6D7}"/>
                </a:ext>
              </a:extLst>
            </p:cNvPr>
            <p:cNvSpPr/>
            <p:nvPr/>
          </p:nvSpPr>
          <p:spPr>
            <a:xfrm>
              <a:off x="3255650" y="570425"/>
              <a:ext cx="1959050" cy="2820775"/>
            </a:xfrm>
            <a:custGeom>
              <a:avLst/>
              <a:gdLst/>
              <a:ahLst/>
              <a:cxnLst/>
              <a:rect l="l" t="t" r="r" b="b"/>
              <a:pathLst>
                <a:path w="78362" h="112831" extrusionOk="0">
                  <a:moveTo>
                    <a:pt x="1" y="1"/>
                  </a:moveTo>
                  <a:lnTo>
                    <a:pt x="1" y="112830"/>
                  </a:lnTo>
                  <a:lnTo>
                    <a:pt x="78361" y="112830"/>
                  </a:lnTo>
                  <a:lnTo>
                    <a:pt x="783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06;p20">
              <a:extLst>
                <a:ext uri="{FF2B5EF4-FFF2-40B4-BE49-F238E27FC236}">
                  <a16:creationId xmlns:a16="http://schemas.microsoft.com/office/drawing/2014/main" id="{C6409A10-1F45-8D4B-A627-7D5D8FDC4BBF}"/>
                </a:ext>
              </a:extLst>
            </p:cNvPr>
            <p:cNvSpPr/>
            <p:nvPr/>
          </p:nvSpPr>
          <p:spPr>
            <a:xfrm>
              <a:off x="4104900" y="3477925"/>
              <a:ext cx="260550" cy="260575"/>
            </a:xfrm>
            <a:custGeom>
              <a:avLst/>
              <a:gdLst/>
              <a:ahLst/>
              <a:cxnLst/>
              <a:rect l="l" t="t" r="r" b="b"/>
              <a:pathLst>
                <a:path w="10422" h="10423" extrusionOk="0">
                  <a:moveTo>
                    <a:pt x="5211" y="1"/>
                  </a:moveTo>
                  <a:lnTo>
                    <a:pt x="4945" y="12"/>
                  </a:lnTo>
                  <a:lnTo>
                    <a:pt x="4679" y="34"/>
                  </a:lnTo>
                  <a:lnTo>
                    <a:pt x="4424" y="67"/>
                  </a:lnTo>
                  <a:lnTo>
                    <a:pt x="4169" y="111"/>
                  </a:lnTo>
                  <a:lnTo>
                    <a:pt x="3914" y="167"/>
                  </a:lnTo>
                  <a:lnTo>
                    <a:pt x="3670" y="233"/>
                  </a:lnTo>
                  <a:lnTo>
                    <a:pt x="3426" y="322"/>
                  </a:lnTo>
                  <a:lnTo>
                    <a:pt x="3182" y="411"/>
                  </a:lnTo>
                  <a:lnTo>
                    <a:pt x="2960" y="511"/>
                  </a:lnTo>
                  <a:lnTo>
                    <a:pt x="2728" y="633"/>
                  </a:lnTo>
                  <a:lnTo>
                    <a:pt x="2517" y="755"/>
                  </a:lnTo>
                  <a:lnTo>
                    <a:pt x="2306" y="888"/>
                  </a:lnTo>
                  <a:lnTo>
                    <a:pt x="2096" y="1032"/>
                  </a:lnTo>
                  <a:lnTo>
                    <a:pt x="1896" y="1187"/>
                  </a:lnTo>
                  <a:lnTo>
                    <a:pt x="1708" y="1353"/>
                  </a:lnTo>
                  <a:lnTo>
                    <a:pt x="1530" y="1531"/>
                  </a:lnTo>
                  <a:lnTo>
                    <a:pt x="1364" y="1708"/>
                  </a:lnTo>
                  <a:lnTo>
                    <a:pt x="1198" y="1896"/>
                  </a:lnTo>
                  <a:lnTo>
                    <a:pt x="1042" y="2096"/>
                  </a:lnTo>
                  <a:lnTo>
                    <a:pt x="898" y="2296"/>
                  </a:lnTo>
                  <a:lnTo>
                    <a:pt x="754" y="2506"/>
                  </a:lnTo>
                  <a:lnTo>
                    <a:pt x="632" y="2728"/>
                  </a:lnTo>
                  <a:lnTo>
                    <a:pt x="521" y="2950"/>
                  </a:lnTo>
                  <a:lnTo>
                    <a:pt x="410" y="3183"/>
                  </a:lnTo>
                  <a:lnTo>
                    <a:pt x="322" y="3415"/>
                  </a:lnTo>
                  <a:lnTo>
                    <a:pt x="244" y="3659"/>
                  </a:lnTo>
                  <a:lnTo>
                    <a:pt x="167" y="3914"/>
                  </a:lnTo>
                  <a:lnTo>
                    <a:pt x="111" y="4158"/>
                  </a:lnTo>
                  <a:lnTo>
                    <a:pt x="67" y="4413"/>
                  </a:lnTo>
                  <a:lnTo>
                    <a:pt x="34" y="4679"/>
                  </a:lnTo>
                  <a:lnTo>
                    <a:pt x="11" y="4945"/>
                  </a:lnTo>
                  <a:lnTo>
                    <a:pt x="0" y="5211"/>
                  </a:lnTo>
                  <a:lnTo>
                    <a:pt x="11" y="5477"/>
                  </a:lnTo>
                  <a:lnTo>
                    <a:pt x="34" y="5744"/>
                  </a:lnTo>
                  <a:lnTo>
                    <a:pt x="67" y="6010"/>
                  </a:lnTo>
                  <a:lnTo>
                    <a:pt x="111" y="6265"/>
                  </a:lnTo>
                  <a:lnTo>
                    <a:pt x="167" y="6509"/>
                  </a:lnTo>
                  <a:lnTo>
                    <a:pt x="244" y="6764"/>
                  </a:lnTo>
                  <a:lnTo>
                    <a:pt x="322" y="6996"/>
                  </a:lnTo>
                  <a:lnTo>
                    <a:pt x="410" y="7240"/>
                  </a:lnTo>
                  <a:lnTo>
                    <a:pt x="521" y="7473"/>
                  </a:lnTo>
                  <a:lnTo>
                    <a:pt x="632" y="7695"/>
                  </a:lnTo>
                  <a:lnTo>
                    <a:pt x="754" y="7917"/>
                  </a:lnTo>
                  <a:lnTo>
                    <a:pt x="898" y="8127"/>
                  </a:lnTo>
                  <a:lnTo>
                    <a:pt x="1042" y="8327"/>
                  </a:lnTo>
                  <a:lnTo>
                    <a:pt x="1198" y="8526"/>
                  </a:lnTo>
                  <a:lnTo>
                    <a:pt x="1364" y="8715"/>
                  </a:lnTo>
                  <a:lnTo>
                    <a:pt x="1530" y="8892"/>
                  </a:lnTo>
                  <a:lnTo>
                    <a:pt x="1708" y="9070"/>
                  </a:lnTo>
                  <a:lnTo>
                    <a:pt x="1896" y="9225"/>
                  </a:lnTo>
                  <a:lnTo>
                    <a:pt x="2096" y="9380"/>
                  </a:lnTo>
                  <a:lnTo>
                    <a:pt x="2306" y="9535"/>
                  </a:lnTo>
                  <a:lnTo>
                    <a:pt x="2517" y="9668"/>
                  </a:lnTo>
                  <a:lnTo>
                    <a:pt x="2728" y="9790"/>
                  </a:lnTo>
                  <a:lnTo>
                    <a:pt x="2960" y="9901"/>
                  </a:lnTo>
                  <a:lnTo>
                    <a:pt x="3182" y="10012"/>
                  </a:lnTo>
                  <a:lnTo>
                    <a:pt x="3426" y="10101"/>
                  </a:lnTo>
                  <a:lnTo>
                    <a:pt x="3670" y="10189"/>
                  </a:lnTo>
                  <a:lnTo>
                    <a:pt x="3914" y="10256"/>
                  </a:lnTo>
                  <a:lnTo>
                    <a:pt x="4169" y="10311"/>
                  </a:lnTo>
                  <a:lnTo>
                    <a:pt x="4424" y="10356"/>
                  </a:lnTo>
                  <a:lnTo>
                    <a:pt x="4679" y="10389"/>
                  </a:lnTo>
                  <a:lnTo>
                    <a:pt x="4945" y="10411"/>
                  </a:lnTo>
                  <a:lnTo>
                    <a:pt x="5211" y="10422"/>
                  </a:lnTo>
                  <a:lnTo>
                    <a:pt x="5477" y="10411"/>
                  </a:lnTo>
                  <a:lnTo>
                    <a:pt x="5743" y="10389"/>
                  </a:lnTo>
                  <a:lnTo>
                    <a:pt x="6009" y="10356"/>
                  </a:lnTo>
                  <a:lnTo>
                    <a:pt x="6264" y="10311"/>
                  </a:lnTo>
                  <a:lnTo>
                    <a:pt x="6519" y="10256"/>
                  </a:lnTo>
                  <a:lnTo>
                    <a:pt x="6763" y="10189"/>
                  </a:lnTo>
                  <a:lnTo>
                    <a:pt x="7007" y="10101"/>
                  </a:lnTo>
                  <a:lnTo>
                    <a:pt x="7240" y="10012"/>
                  </a:lnTo>
                  <a:lnTo>
                    <a:pt x="7473" y="9901"/>
                  </a:lnTo>
                  <a:lnTo>
                    <a:pt x="7694" y="9790"/>
                  </a:lnTo>
                  <a:lnTo>
                    <a:pt x="7916" y="9668"/>
                  </a:lnTo>
                  <a:lnTo>
                    <a:pt x="8127" y="9535"/>
                  </a:lnTo>
                  <a:lnTo>
                    <a:pt x="8326" y="9380"/>
                  </a:lnTo>
                  <a:lnTo>
                    <a:pt x="8526" y="9225"/>
                  </a:lnTo>
                  <a:lnTo>
                    <a:pt x="8714" y="9070"/>
                  </a:lnTo>
                  <a:lnTo>
                    <a:pt x="8903" y="8892"/>
                  </a:lnTo>
                  <a:lnTo>
                    <a:pt x="9069" y="8715"/>
                  </a:lnTo>
                  <a:lnTo>
                    <a:pt x="9235" y="8526"/>
                  </a:lnTo>
                  <a:lnTo>
                    <a:pt x="9391" y="8327"/>
                  </a:lnTo>
                  <a:lnTo>
                    <a:pt x="9535" y="8127"/>
                  </a:lnTo>
                  <a:lnTo>
                    <a:pt x="9668" y="7917"/>
                  </a:lnTo>
                  <a:lnTo>
                    <a:pt x="9790" y="7695"/>
                  </a:lnTo>
                  <a:lnTo>
                    <a:pt x="9912" y="7473"/>
                  </a:lnTo>
                  <a:lnTo>
                    <a:pt x="10012" y="7240"/>
                  </a:lnTo>
                  <a:lnTo>
                    <a:pt x="10111" y="6996"/>
                  </a:lnTo>
                  <a:lnTo>
                    <a:pt x="10189" y="6764"/>
                  </a:lnTo>
                  <a:lnTo>
                    <a:pt x="10255" y="6509"/>
                  </a:lnTo>
                  <a:lnTo>
                    <a:pt x="10322" y="6265"/>
                  </a:lnTo>
                  <a:lnTo>
                    <a:pt x="10366" y="6010"/>
                  </a:lnTo>
                  <a:lnTo>
                    <a:pt x="10400" y="5744"/>
                  </a:lnTo>
                  <a:lnTo>
                    <a:pt x="10422" y="5477"/>
                  </a:lnTo>
                  <a:lnTo>
                    <a:pt x="10422" y="5211"/>
                  </a:lnTo>
                  <a:lnTo>
                    <a:pt x="10422" y="4945"/>
                  </a:lnTo>
                  <a:lnTo>
                    <a:pt x="10400" y="4679"/>
                  </a:lnTo>
                  <a:lnTo>
                    <a:pt x="10366" y="4413"/>
                  </a:lnTo>
                  <a:lnTo>
                    <a:pt x="10322" y="4158"/>
                  </a:lnTo>
                  <a:lnTo>
                    <a:pt x="10255" y="3914"/>
                  </a:lnTo>
                  <a:lnTo>
                    <a:pt x="10189" y="3659"/>
                  </a:lnTo>
                  <a:lnTo>
                    <a:pt x="10111" y="3415"/>
                  </a:lnTo>
                  <a:lnTo>
                    <a:pt x="10012" y="3183"/>
                  </a:lnTo>
                  <a:lnTo>
                    <a:pt x="9912" y="2950"/>
                  </a:lnTo>
                  <a:lnTo>
                    <a:pt x="9790" y="2728"/>
                  </a:lnTo>
                  <a:lnTo>
                    <a:pt x="9668" y="2506"/>
                  </a:lnTo>
                  <a:lnTo>
                    <a:pt x="9535" y="2296"/>
                  </a:lnTo>
                  <a:lnTo>
                    <a:pt x="9391" y="2096"/>
                  </a:lnTo>
                  <a:lnTo>
                    <a:pt x="9235" y="1896"/>
                  </a:lnTo>
                  <a:lnTo>
                    <a:pt x="9069" y="1708"/>
                  </a:lnTo>
                  <a:lnTo>
                    <a:pt x="8903" y="1531"/>
                  </a:lnTo>
                  <a:lnTo>
                    <a:pt x="8714" y="1353"/>
                  </a:lnTo>
                  <a:lnTo>
                    <a:pt x="8526" y="1187"/>
                  </a:lnTo>
                  <a:lnTo>
                    <a:pt x="8326" y="1032"/>
                  </a:lnTo>
                  <a:lnTo>
                    <a:pt x="8127" y="888"/>
                  </a:lnTo>
                  <a:lnTo>
                    <a:pt x="7916" y="755"/>
                  </a:lnTo>
                  <a:lnTo>
                    <a:pt x="7694" y="633"/>
                  </a:lnTo>
                  <a:lnTo>
                    <a:pt x="7473" y="511"/>
                  </a:lnTo>
                  <a:lnTo>
                    <a:pt x="7240" y="411"/>
                  </a:lnTo>
                  <a:lnTo>
                    <a:pt x="7007" y="322"/>
                  </a:lnTo>
                  <a:lnTo>
                    <a:pt x="6763" y="233"/>
                  </a:lnTo>
                  <a:lnTo>
                    <a:pt x="6519" y="167"/>
                  </a:lnTo>
                  <a:lnTo>
                    <a:pt x="6264" y="111"/>
                  </a:lnTo>
                  <a:lnTo>
                    <a:pt x="6009" y="67"/>
                  </a:lnTo>
                  <a:lnTo>
                    <a:pt x="5743" y="34"/>
                  </a:lnTo>
                  <a:lnTo>
                    <a:pt x="5477" y="12"/>
                  </a:lnTo>
                  <a:lnTo>
                    <a:pt x="52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07;p20">
              <a:extLst>
                <a:ext uri="{FF2B5EF4-FFF2-40B4-BE49-F238E27FC236}">
                  <a16:creationId xmlns:a16="http://schemas.microsoft.com/office/drawing/2014/main" id="{7511C934-74F4-423E-6A15-52F8ADEAFFE7}"/>
                </a:ext>
              </a:extLst>
            </p:cNvPr>
            <p:cNvSpPr/>
            <p:nvPr/>
          </p:nvSpPr>
          <p:spPr>
            <a:xfrm>
              <a:off x="3255925" y="568500"/>
              <a:ext cx="1958775" cy="1260850"/>
            </a:xfrm>
            <a:custGeom>
              <a:avLst/>
              <a:gdLst/>
              <a:ahLst/>
              <a:cxnLst/>
              <a:rect l="l" t="t" r="r" b="b"/>
              <a:pathLst>
                <a:path w="78351" h="50434" extrusionOk="0">
                  <a:moveTo>
                    <a:pt x="1" y="0"/>
                  </a:moveTo>
                  <a:lnTo>
                    <a:pt x="1" y="50434"/>
                  </a:lnTo>
                  <a:lnTo>
                    <a:pt x="78350" y="50434"/>
                  </a:lnTo>
                  <a:lnTo>
                    <a:pt x="78350" y="0"/>
                  </a:lnTo>
                  <a:close/>
                </a:path>
              </a:pathLst>
            </a:custGeom>
            <a:solidFill>
              <a:srgbClr val="9BFF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08;p20">
              <a:extLst>
                <a:ext uri="{FF2B5EF4-FFF2-40B4-BE49-F238E27FC236}">
                  <a16:creationId xmlns:a16="http://schemas.microsoft.com/office/drawing/2014/main" id="{D5E4BF46-45F2-DABB-AFBD-4588B586F8DD}"/>
                </a:ext>
              </a:extLst>
            </p:cNvPr>
            <p:cNvSpPr/>
            <p:nvPr/>
          </p:nvSpPr>
          <p:spPr>
            <a:xfrm>
              <a:off x="3255925" y="568500"/>
              <a:ext cx="685750" cy="624475"/>
            </a:xfrm>
            <a:custGeom>
              <a:avLst/>
              <a:gdLst/>
              <a:ahLst/>
              <a:cxnLst/>
              <a:rect l="l" t="t" r="r" b="b"/>
              <a:pathLst>
                <a:path w="27430" h="24979" extrusionOk="0">
                  <a:moveTo>
                    <a:pt x="1" y="0"/>
                  </a:moveTo>
                  <a:lnTo>
                    <a:pt x="1" y="22473"/>
                  </a:lnTo>
                  <a:lnTo>
                    <a:pt x="355" y="22684"/>
                  </a:lnTo>
                  <a:lnTo>
                    <a:pt x="744" y="22906"/>
                  </a:lnTo>
                  <a:lnTo>
                    <a:pt x="1176" y="23127"/>
                  </a:lnTo>
                  <a:lnTo>
                    <a:pt x="1642" y="23338"/>
                  </a:lnTo>
                  <a:lnTo>
                    <a:pt x="2140" y="23560"/>
                  </a:lnTo>
                  <a:lnTo>
                    <a:pt x="2684" y="23759"/>
                  </a:lnTo>
                  <a:lnTo>
                    <a:pt x="3260" y="23959"/>
                  </a:lnTo>
                  <a:lnTo>
                    <a:pt x="3892" y="24147"/>
                  </a:lnTo>
                  <a:lnTo>
                    <a:pt x="4557" y="24314"/>
                  </a:lnTo>
                  <a:lnTo>
                    <a:pt x="5267" y="24469"/>
                  </a:lnTo>
                  <a:lnTo>
                    <a:pt x="5644" y="24546"/>
                  </a:lnTo>
                  <a:lnTo>
                    <a:pt x="6021" y="24613"/>
                  </a:lnTo>
                  <a:lnTo>
                    <a:pt x="6420" y="24679"/>
                  </a:lnTo>
                  <a:lnTo>
                    <a:pt x="6830" y="24735"/>
                  </a:lnTo>
                  <a:lnTo>
                    <a:pt x="7240" y="24790"/>
                  </a:lnTo>
                  <a:lnTo>
                    <a:pt x="7673" y="24835"/>
                  </a:lnTo>
                  <a:lnTo>
                    <a:pt x="8116" y="24879"/>
                  </a:lnTo>
                  <a:lnTo>
                    <a:pt x="8571" y="24912"/>
                  </a:lnTo>
                  <a:lnTo>
                    <a:pt x="9036" y="24934"/>
                  </a:lnTo>
                  <a:lnTo>
                    <a:pt x="9524" y="24957"/>
                  </a:lnTo>
                  <a:lnTo>
                    <a:pt x="10012" y="24979"/>
                  </a:lnTo>
                  <a:lnTo>
                    <a:pt x="10522" y="24979"/>
                  </a:lnTo>
                  <a:lnTo>
                    <a:pt x="11298" y="24957"/>
                  </a:lnTo>
                  <a:lnTo>
                    <a:pt x="12052" y="24923"/>
                  </a:lnTo>
                  <a:lnTo>
                    <a:pt x="12773" y="24868"/>
                  </a:lnTo>
                  <a:lnTo>
                    <a:pt x="13460" y="24812"/>
                  </a:lnTo>
                  <a:lnTo>
                    <a:pt x="14125" y="24735"/>
                  </a:lnTo>
                  <a:lnTo>
                    <a:pt x="14757" y="24657"/>
                  </a:lnTo>
                  <a:lnTo>
                    <a:pt x="15356" y="24557"/>
                  </a:lnTo>
                  <a:lnTo>
                    <a:pt x="15932" y="24458"/>
                  </a:lnTo>
                  <a:lnTo>
                    <a:pt x="16476" y="24347"/>
                  </a:lnTo>
                  <a:lnTo>
                    <a:pt x="16997" y="24225"/>
                  </a:lnTo>
                  <a:lnTo>
                    <a:pt x="17484" y="24092"/>
                  </a:lnTo>
                  <a:lnTo>
                    <a:pt x="17950" y="23948"/>
                  </a:lnTo>
                  <a:lnTo>
                    <a:pt x="18394" y="23792"/>
                  </a:lnTo>
                  <a:lnTo>
                    <a:pt x="18804" y="23626"/>
                  </a:lnTo>
                  <a:lnTo>
                    <a:pt x="19192" y="23460"/>
                  </a:lnTo>
                  <a:lnTo>
                    <a:pt x="19558" y="23282"/>
                  </a:lnTo>
                  <a:lnTo>
                    <a:pt x="19901" y="23094"/>
                  </a:lnTo>
                  <a:lnTo>
                    <a:pt x="20223" y="22906"/>
                  </a:lnTo>
                  <a:lnTo>
                    <a:pt x="20522" y="22695"/>
                  </a:lnTo>
                  <a:lnTo>
                    <a:pt x="20799" y="22484"/>
                  </a:lnTo>
                  <a:lnTo>
                    <a:pt x="21054" y="22274"/>
                  </a:lnTo>
                  <a:lnTo>
                    <a:pt x="21287" y="22052"/>
                  </a:lnTo>
                  <a:lnTo>
                    <a:pt x="21498" y="21819"/>
                  </a:lnTo>
                  <a:lnTo>
                    <a:pt x="21697" y="21575"/>
                  </a:lnTo>
                  <a:lnTo>
                    <a:pt x="21875" y="21331"/>
                  </a:lnTo>
                  <a:lnTo>
                    <a:pt x="22030" y="21087"/>
                  </a:lnTo>
                  <a:lnTo>
                    <a:pt x="22163" y="20832"/>
                  </a:lnTo>
                  <a:lnTo>
                    <a:pt x="22285" y="20566"/>
                  </a:lnTo>
                  <a:lnTo>
                    <a:pt x="22385" y="20300"/>
                  </a:lnTo>
                  <a:lnTo>
                    <a:pt x="22473" y="20023"/>
                  </a:lnTo>
                  <a:lnTo>
                    <a:pt x="22540" y="19746"/>
                  </a:lnTo>
                  <a:lnTo>
                    <a:pt x="22595" y="19469"/>
                  </a:lnTo>
                  <a:lnTo>
                    <a:pt x="22640" y="19180"/>
                  </a:lnTo>
                  <a:lnTo>
                    <a:pt x="22662" y="18892"/>
                  </a:lnTo>
                  <a:lnTo>
                    <a:pt x="22673" y="18593"/>
                  </a:lnTo>
                  <a:lnTo>
                    <a:pt x="22673" y="18293"/>
                  </a:lnTo>
                  <a:lnTo>
                    <a:pt x="22662" y="17994"/>
                  </a:lnTo>
                  <a:lnTo>
                    <a:pt x="22629" y="17695"/>
                  </a:lnTo>
                  <a:lnTo>
                    <a:pt x="22595" y="17384"/>
                  </a:lnTo>
                  <a:lnTo>
                    <a:pt x="22540" y="17074"/>
                  </a:lnTo>
                  <a:lnTo>
                    <a:pt x="22485" y="16763"/>
                  </a:lnTo>
                  <a:lnTo>
                    <a:pt x="22407" y="16442"/>
                  </a:lnTo>
                  <a:lnTo>
                    <a:pt x="22329" y="16132"/>
                  </a:lnTo>
                  <a:lnTo>
                    <a:pt x="22241" y="15810"/>
                  </a:lnTo>
                  <a:lnTo>
                    <a:pt x="22141" y="15489"/>
                  </a:lnTo>
                  <a:lnTo>
                    <a:pt x="22030" y="15167"/>
                  </a:lnTo>
                  <a:lnTo>
                    <a:pt x="21797" y="14513"/>
                  </a:lnTo>
                  <a:lnTo>
                    <a:pt x="21531" y="13859"/>
                  </a:lnTo>
                  <a:lnTo>
                    <a:pt x="21254" y="13216"/>
                  </a:lnTo>
                  <a:lnTo>
                    <a:pt x="20943" y="12562"/>
                  </a:lnTo>
                  <a:lnTo>
                    <a:pt x="20633" y="11919"/>
                  </a:lnTo>
                  <a:lnTo>
                    <a:pt x="20312" y="11276"/>
                  </a:lnTo>
                  <a:lnTo>
                    <a:pt x="19979" y="10644"/>
                  </a:lnTo>
                  <a:lnTo>
                    <a:pt x="19314" y="9402"/>
                  </a:lnTo>
                  <a:lnTo>
                    <a:pt x="19192" y="9125"/>
                  </a:lnTo>
                  <a:lnTo>
                    <a:pt x="19070" y="8859"/>
                  </a:lnTo>
                  <a:lnTo>
                    <a:pt x="18959" y="8593"/>
                  </a:lnTo>
                  <a:lnTo>
                    <a:pt x="18870" y="8338"/>
                  </a:lnTo>
                  <a:lnTo>
                    <a:pt x="18782" y="8083"/>
                  </a:lnTo>
                  <a:lnTo>
                    <a:pt x="18715" y="7839"/>
                  </a:lnTo>
                  <a:lnTo>
                    <a:pt x="18649" y="7595"/>
                  </a:lnTo>
                  <a:lnTo>
                    <a:pt x="18604" y="7362"/>
                  </a:lnTo>
                  <a:lnTo>
                    <a:pt x="18560" y="7129"/>
                  </a:lnTo>
                  <a:lnTo>
                    <a:pt x="18527" y="6907"/>
                  </a:lnTo>
                  <a:lnTo>
                    <a:pt x="18515" y="6686"/>
                  </a:lnTo>
                  <a:lnTo>
                    <a:pt x="18504" y="6464"/>
                  </a:lnTo>
                  <a:lnTo>
                    <a:pt x="18504" y="6253"/>
                  </a:lnTo>
                  <a:lnTo>
                    <a:pt x="18515" y="6054"/>
                  </a:lnTo>
                  <a:lnTo>
                    <a:pt x="18538" y="5854"/>
                  </a:lnTo>
                  <a:lnTo>
                    <a:pt x="18571" y="5655"/>
                  </a:lnTo>
                  <a:lnTo>
                    <a:pt x="18604" y="5455"/>
                  </a:lnTo>
                  <a:lnTo>
                    <a:pt x="18660" y="5267"/>
                  </a:lnTo>
                  <a:lnTo>
                    <a:pt x="18715" y="5089"/>
                  </a:lnTo>
                  <a:lnTo>
                    <a:pt x="18782" y="4901"/>
                  </a:lnTo>
                  <a:lnTo>
                    <a:pt x="18859" y="4734"/>
                  </a:lnTo>
                  <a:lnTo>
                    <a:pt x="18937" y="4557"/>
                  </a:lnTo>
                  <a:lnTo>
                    <a:pt x="19025" y="4391"/>
                  </a:lnTo>
                  <a:lnTo>
                    <a:pt x="19125" y="4224"/>
                  </a:lnTo>
                  <a:lnTo>
                    <a:pt x="19236" y="4069"/>
                  </a:lnTo>
                  <a:lnTo>
                    <a:pt x="19347" y="3914"/>
                  </a:lnTo>
                  <a:lnTo>
                    <a:pt x="19469" y="3759"/>
                  </a:lnTo>
                  <a:lnTo>
                    <a:pt x="19602" y="3615"/>
                  </a:lnTo>
                  <a:lnTo>
                    <a:pt x="19735" y="3459"/>
                  </a:lnTo>
                  <a:lnTo>
                    <a:pt x="19879" y="3326"/>
                  </a:lnTo>
                  <a:lnTo>
                    <a:pt x="20023" y="3182"/>
                  </a:lnTo>
                  <a:lnTo>
                    <a:pt x="20178" y="3049"/>
                  </a:lnTo>
                  <a:lnTo>
                    <a:pt x="20511" y="2783"/>
                  </a:lnTo>
                  <a:lnTo>
                    <a:pt x="20866" y="2539"/>
                  </a:lnTo>
                  <a:lnTo>
                    <a:pt x="21243" y="2306"/>
                  </a:lnTo>
                  <a:lnTo>
                    <a:pt x="21642" y="2074"/>
                  </a:lnTo>
                  <a:lnTo>
                    <a:pt x="22052" y="1863"/>
                  </a:lnTo>
                  <a:lnTo>
                    <a:pt x="22485" y="1652"/>
                  </a:lnTo>
                  <a:lnTo>
                    <a:pt x="22928" y="1464"/>
                  </a:lnTo>
                  <a:lnTo>
                    <a:pt x="23394" y="1275"/>
                  </a:lnTo>
                  <a:lnTo>
                    <a:pt x="23870" y="1098"/>
                  </a:lnTo>
                  <a:lnTo>
                    <a:pt x="24358" y="921"/>
                  </a:lnTo>
                  <a:lnTo>
                    <a:pt x="24846" y="754"/>
                  </a:lnTo>
                  <a:lnTo>
                    <a:pt x="25356" y="599"/>
                  </a:lnTo>
                  <a:lnTo>
                    <a:pt x="26387" y="289"/>
                  </a:lnTo>
                  <a:lnTo>
                    <a:pt x="274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09;p20">
              <a:extLst>
                <a:ext uri="{FF2B5EF4-FFF2-40B4-BE49-F238E27FC236}">
                  <a16:creationId xmlns:a16="http://schemas.microsoft.com/office/drawing/2014/main" id="{B9EAFA6E-7955-23C5-2BEE-481B2685FA27}"/>
                </a:ext>
              </a:extLst>
            </p:cNvPr>
            <p:cNvSpPr/>
            <p:nvPr/>
          </p:nvSpPr>
          <p:spPr>
            <a:xfrm>
              <a:off x="4010650" y="568500"/>
              <a:ext cx="1204050" cy="1112300"/>
            </a:xfrm>
            <a:custGeom>
              <a:avLst/>
              <a:gdLst/>
              <a:ahLst/>
              <a:cxnLst/>
              <a:rect l="l" t="t" r="r" b="b"/>
              <a:pathLst>
                <a:path w="48162" h="44492" extrusionOk="0">
                  <a:moveTo>
                    <a:pt x="34004" y="0"/>
                  </a:moveTo>
                  <a:lnTo>
                    <a:pt x="33593" y="377"/>
                  </a:lnTo>
                  <a:lnTo>
                    <a:pt x="33205" y="765"/>
                  </a:lnTo>
                  <a:lnTo>
                    <a:pt x="32840" y="1142"/>
                  </a:lnTo>
                  <a:lnTo>
                    <a:pt x="32496" y="1530"/>
                  </a:lnTo>
                  <a:lnTo>
                    <a:pt x="32185" y="1929"/>
                  </a:lnTo>
                  <a:lnTo>
                    <a:pt x="32030" y="2129"/>
                  </a:lnTo>
                  <a:lnTo>
                    <a:pt x="31897" y="2329"/>
                  </a:lnTo>
                  <a:lnTo>
                    <a:pt x="31764" y="2528"/>
                  </a:lnTo>
                  <a:lnTo>
                    <a:pt x="31642" y="2739"/>
                  </a:lnTo>
                  <a:lnTo>
                    <a:pt x="31531" y="2949"/>
                  </a:lnTo>
                  <a:lnTo>
                    <a:pt x="31420" y="3160"/>
                  </a:lnTo>
                  <a:lnTo>
                    <a:pt x="31321" y="3371"/>
                  </a:lnTo>
                  <a:lnTo>
                    <a:pt x="31243" y="3581"/>
                  </a:lnTo>
                  <a:lnTo>
                    <a:pt x="31165" y="3803"/>
                  </a:lnTo>
                  <a:lnTo>
                    <a:pt x="31099" y="4025"/>
                  </a:lnTo>
                  <a:lnTo>
                    <a:pt x="31044" y="4247"/>
                  </a:lnTo>
                  <a:lnTo>
                    <a:pt x="30999" y="4468"/>
                  </a:lnTo>
                  <a:lnTo>
                    <a:pt x="30966" y="4701"/>
                  </a:lnTo>
                  <a:lnTo>
                    <a:pt x="30944" y="4923"/>
                  </a:lnTo>
                  <a:lnTo>
                    <a:pt x="30944" y="5167"/>
                  </a:lnTo>
                  <a:lnTo>
                    <a:pt x="30944" y="5400"/>
                  </a:lnTo>
                  <a:lnTo>
                    <a:pt x="30955" y="5644"/>
                  </a:lnTo>
                  <a:lnTo>
                    <a:pt x="30988" y="5887"/>
                  </a:lnTo>
                  <a:lnTo>
                    <a:pt x="31032" y="6131"/>
                  </a:lnTo>
                  <a:lnTo>
                    <a:pt x="31088" y="6386"/>
                  </a:lnTo>
                  <a:lnTo>
                    <a:pt x="31165" y="6641"/>
                  </a:lnTo>
                  <a:lnTo>
                    <a:pt x="31254" y="6907"/>
                  </a:lnTo>
                  <a:lnTo>
                    <a:pt x="31409" y="7295"/>
                  </a:lnTo>
                  <a:lnTo>
                    <a:pt x="31542" y="7683"/>
                  </a:lnTo>
                  <a:lnTo>
                    <a:pt x="31664" y="8071"/>
                  </a:lnTo>
                  <a:lnTo>
                    <a:pt x="31775" y="8448"/>
                  </a:lnTo>
                  <a:lnTo>
                    <a:pt x="31864" y="8825"/>
                  </a:lnTo>
                  <a:lnTo>
                    <a:pt x="31930" y="9202"/>
                  </a:lnTo>
                  <a:lnTo>
                    <a:pt x="31975" y="9568"/>
                  </a:lnTo>
                  <a:lnTo>
                    <a:pt x="31997" y="9934"/>
                  </a:lnTo>
                  <a:lnTo>
                    <a:pt x="31997" y="10289"/>
                  </a:lnTo>
                  <a:lnTo>
                    <a:pt x="31975" y="10644"/>
                  </a:lnTo>
                  <a:lnTo>
                    <a:pt x="31953" y="10810"/>
                  </a:lnTo>
                  <a:lnTo>
                    <a:pt x="31919" y="10987"/>
                  </a:lnTo>
                  <a:lnTo>
                    <a:pt x="31886" y="11154"/>
                  </a:lnTo>
                  <a:lnTo>
                    <a:pt x="31842" y="11320"/>
                  </a:lnTo>
                  <a:lnTo>
                    <a:pt x="31786" y="11486"/>
                  </a:lnTo>
                  <a:lnTo>
                    <a:pt x="31731" y="11653"/>
                  </a:lnTo>
                  <a:lnTo>
                    <a:pt x="31664" y="11808"/>
                  </a:lnTo>
                  <a:lnTo>
                    <a:pt x="31587" y="11974"/>
                  </a:lnTo>
                  <a:lnTo>
                    <a:pt x="31509" y="12129"/>
                  </a:lnTo>
                  <a:lnTo>
                    <a:pt x="31420" y="12284"/>
                  </a:lnTo>
                  <a:lnTo>
                    <a:pt x="31321" y="12440"/>
                  </a:lnTo>
                  <a:lnTo>
                    <a:pt x="31221" y="12584"/>
                  </a:lnTo>
                  <a:lnTo>
                    <a:pt x="31099" y="12728"/>
                  </a:lnTo>
                  <a:lnTo>
                    <a:pt x="30977" y="12883"/>
                  </a:lnTo>
                  <a:lnTo>
                    <a:pt x="30844" y="13016"/>
                  </a:lnTo>
                  <a:lnTo>
                    <a:pt x="30711" y="13160"/>
                  </a:lnTo>
                  <a:lnTo>
                    <a:pt x="30556" y="13293"/>
                  </a:lnTo>
                  <a:lnTo>
                    <a:pt x="30400" y="13426"/>
                  </a:lnTo>
                  <a:lnTo>
                    <a:pt x="30234" y="13559"/>
                  </a:lnTo>
                  <a:lnTo>
                    <a:pt x="30057" y="13692"/>
                  </a:lnTo>
                  <a:lnTo>
                    <a:pt x="29868" y="13814"/>
                  </a:lnTo>
                  <a:lnTo>
                    <a:pt x="29669" y="13936"/>
                  </a:lnTo>
                  <a:lnTo>
                    <a:pt x="29458" y="14058"/>
                  </a:lnTo>
                  <a:lnTo>
                    <a:pt x="29236" y="14169"/>
                  </a:lnTo>
                  <a:lnTo>
                    <a:pt x="29015" y="14280"/>
                  </a:lnTo>
                  <a:lnTo>
                    <a:pt x="28771" y="14391"/>
                  </a:lnTo>
                  <a:lnTo>
                    <a:pt x="28527" y="14502"/>
                  </a:lnTo>
                  <a:lnTo>
                    <a:pt x="28261" y="14602"/>
                  </a:lnTo>
                  <a:lnTo>
                    <a:pt x="27995" y="14701"/>
                  </a:lnTo>
                  <a:lnTo>
                    <a:pt x="27706" y="14801"/>
                  </a:lnTo>
                  <a:lnTo>
                    <a:pt x="27407" y="14890"/>
                  </a:lnTo>
                  <a:lnTo>
                    <a:pt x="27108" y="14979"/>
                  </a:lnTo>
                  <a:lnTo>
                    <a:pt x="26465" y="15145"/>
                  </a:lnTo>
                  <a:lnTo>
                    <a:pt x="25766" y="15289"/>
                  </a:lnTo>
                  <a:lnTo>
                    <a:pt x="25023" y="15422"/>
                  </a:lnTo>
                  <a:lnTo>
                    <a:pt x="24225" y="15544"/>
                  </a:lnTo>
                  <a:lnTo>
                    <a:pt x="23383" y="15644"/>
                  </a:lnTo>
                  <a:lnTo>
                    <a:pt x="22485" y="15721"/>
                  </a:lnTo>
                  <a:lnTo>
                    <a:pt x="21620" y="15799"/>
                  </a:lnTo>
                  <a:lnTo>
                    <a:pt x="20777" y="15888"/>
                  </a:lnTo>
                  <a:lnTo>
                    <a:pt x="19935" y="15987"/>
                  </a:lnTo>
                  <a:lnTo>
                    <a:pt x="19114" y="16098"/>
                  </a:lnTo>
                  <a:lnTo>
                    <a:pt x="18294" y="16220"/>
                  </a:lnTo>
                  <a:lnTo>
                    <a:pt x="17496" y="16353"/>
                  </a:lnTo>
                  <a:lnTo>
                    <a:pt x="16720" y="16497"/>
                  </a:lnTo>
                  <a:lnTo>
                    <a:pt x="15955" y="16664"/>
                  </a:lnTo>
                  <a:lnTo>
                    <a:pt x="15212" y="16841"/>
                  </a:lnTo>
                  <a:lnTo>
                    <a:pt x="14502" y="17041"/>
                  </a:lnTo>
                  <a:lnTo>
                    <a:pt x="13804" y="17251"/>
                  </a:lnTo>
                  <a:lnTo>
                    <a:pt x="13471" y="17362"/>
                  </a:lnTo>
                  <a:lnTo>
                    <a:pt x="13150" y="17484"/>
                  </a:lnTo>
                  <a:lnTo>
                    <a:pt x="12828" y="17606"/>
                  </a:lnTo>
                  <a:lnTo>
                    <a:pt x="12507" y="17739"/>
                  </a:lnTo>
                  <a:lnTo>
                    <a:pt x="12207" y="17872"/>
                  </a:lnTo>
                  <a:lnTo>
                    <a:pt x="11908" y="18016"/>
                  </a:lnTo>
                  <a:lnTo>
                    <a:pt x="11620" y="18160"/>
                  </a:lnTo>
                  <a:lnTo>
                    <a:pt x="11342" y="18316"/>
                  </a:lnTo>
                  <a:lnTo>
                    <a:pt x="11076" y="18471"/>
                  </a:lnTo>
                  <a:lnTo>
                    <a:pt x="10810" y="18637"/>
                  </a:lnTo>
                  <a:lnTo>
                    <a:pt x="10566" y="18803"/>
                  </a:lnTo>
                  <a:lnTo>
                    <a:pt x="10322" y="18981"/>
                  </a:lnTo>
                  <a:lnTo>
                    <a:pt x="10090" y="19158"/>
                  </a:lnTo>
                  <a:lnTo>
                    <a:pt x="9868" y="19347"/>
                  </a:lnTo>
                  <a:lnTo>
                    <a:pt x="9657" y="19546"/>
                  </a:lnTo>
                  <a:lnTo>
                    <a:pt x="9458" y="19746"/>
                  </a:lnTo>
                  <a:lnTo>
                    <a:pt x="9269" y="19956"/>
                  </a:lnTo>
                  <a:lnTo>
                    <a:pt x="9103" y="20178"/>
                  </a:lnTo>
                  <a:lnTo>
                    <a:pt x="8937" y="20400"/>
                  </a:lnTo>
                  <a:lnTo>
                    <a:pt x="8781" y="20622"/>
                  </a:lnTo>
                  <a:lnTo>
                    <a:pt x="8637" y="20866"/>
                  </a:lnTo>
                  <a:lnTo>
                    <a:pt x="8515" y="21109"/>
                  </a:lnTo>
                  <a:lnTo>
                    <a:pt x="8393" y="21364"/>
                  </a:lnTo>
                  <a:lnTo>
                    <a:pt x="8294" y="21619"/>
                  </a:lnTo>
                  <a:lnTo>
                    <a:pt x="8205" y="21886"/>
                  </a:lnTo>
                  <a:lnTo>
                    <a:pt x="8127" y="22163"/>
                  </a:lnTo>
                  <a:lnTo>
                    <a:pt x="8072" y="22451"/>
                  </a:lnTo>
                  <a:lnTo>
                    <a:pt x="8028" y="22739"/>
                  </a:lnTo>
                  <a:lnTo>
                    <a:pt x="7994" y="23050"/>
                  </a:lnTo>
                  <a:lnTo>
                    <a:pt x="7972" y="23360"/>
                  </a:lnTo>
                  <a:lnTo>
                    <a:pt x="7972" y="23671"/>
                  </a:lnTo>
                  <a:lnTo>
                    <a:pt x="7983" y="24003"/>
                  </a:lnTo>
                  <a:lnTo>
                    <a:pt x="8005" y="24336"/>
                  </a:lnTo>
                  <a:lnTo>
                    <a:pt x="8050" y="24679"/>
                  </a:lnTo>
                  <a:lnTo>
                    <a:pt x="8105" y="25034"/>
                  </a:lnTo>
                  <a:lnTo>
                    <a:pt x="8183" y="25400"/>
                  </a:lnTo>
                  <a:lnTo>
                    <a:pt x="8271" y="25777"/>
                  </a:lnTo>
                  <a:lnTo>
                    <a:pt x="8382" y="26154"/>
                  </a:lnTo>
                  <a:lnTo>
                    <a:pt x="8504" y="26553"/>
                  </a:lnTo>
                  <a:lnTo>
                    <a:pt x="8648" y="26952"/>
                  </a:lnTo>
                  <a:lnTo>
                    <a:pt x="8815" y="27362"/>
                  </a:lnTo>
                  <a:lnTo>
                    <a:pt x="8992" y="27784"/>
                  </a:lnTo>
                  <a:lnTo>
                    <a:pt x="9136" y="28116"/>
                  </a:lnTo>
                  <a:lnTo>
                    <a:pt x="9269" y="28460"/>
                  </a:lnTo>
                  <a:lnTo>
                    <a:pt x="9380" y="28804"/>
                  </a:lnTo>
                  <a:lnTo>
                    <a:pt x="9480" y="29147"/>
                  </a:lnTo>
                  <a:lnTo>
                    <a:pt x="9557" y="29502"/>
                  </a:lnTo>
                  <a:lnTo>
                    <a:pt x="9624" y="29846"/>
                  </a:lnTo>
                  <a:lnTo>
                    <a:pt x="9657" y="30201"/>
                  </a:lnTo>
                  <a:lnTo>
                    <a:pt x="9679" y="30544"/>
                  </a:lnTo>
                  <a:lnTo>
                    <a:pt x="9668" y="30899"/>
                  </a:lnTo>
                  <a:lnTo>
                    <a:pt x="9635" y="31243"/>
                  </a:lnTo>
                  <a:lnTo>
                    <a:pt x="9613" y="31409"/>
                  </a:lnTo>
                  <a:lnTo>
                    <a:pt x="9580" y="31575"/>
                  </a:lnTo>
                  <a:lnTo>
                    <a:pt x="9535" y="31753"/>
                  </a:lnTo>
                  <a:lnTo>
                    <a:pt x="9491" y="31919"/>
                  </a:lnTo>
                  <a:lnTo>
                    <a:pt x="9436" y="32085"/>
                  </a:lnTo>
                  <a:lnTo>
                    <a:pt x="9380" y="32252"/>
                  </a:lnTo>
                  <a:lnTo>
                    <a:pt x="9303" y="32407"/>
                  </a:lnTo>
                  <a:lnTo>
                    <a:pt x="9225" y="32573"/>
                  </a:lnTo>
                  <a:lnTo>
                    <a:pt x="9147" y="32728"/>
                  </a:lnTo>
                  <a:lnTo>
                    <a:pt x="9059" y="32895"/>
                  </a:lnTo>
                  <a:lnTo>
                    <a:pt x="8959" y="33050"/>
                  </a:lnTo>
                  <a:lnTo>
                    <a:pt x="8848" y="33194"/>
                  </a:lnTo>
                  <a:lnTo>
                    <a:pt x="8726" y="33349"/>
                  </a:lnTo>
                  <a:lnTo>
                    <a:pt x="8604" y="33504"/>
                  </a:lnTo>
                  <a:lnTo>
                    <a:pt x="8471" y="33649"/>
                  </a:lnTo>
                  <a:lnTo>
                    <a:pt x="8327" y="33793"/>
                  </a:lnTo>
                  <a:lnTo>
                    <a:pt x="8172" y="33926"/>
                  </a:lnTo>
                  <a:lnTo>
                    <a:pt x="8005" y="34070"/>
                  </a:lnTo>
                  <a:lnTo>
                    <a:pt x="7839" y="34203"/>
                  </a:lnTo>
                  <a:lnTo>
                    <a:pt x="7651" y="34336"/>
                  </a:lnTo>
                  <a:lnTo>
                    <a:pt x="7462" y="34469"/>
                  </a:lnTo>
                  <a:lnTo>
                    <a:pt x="7263" y="34591"/>
                  </a:lnTo>
                  <a:lnTo>
                    <a:pt x="7052" y="34713"/>
                  </a:lnTo>
                  <a:lnTo>
                    <a:pt x="6830" y="34835"/>
                  </a:lnTo>
                  <a:lnTo>
                    <a:pt x="6597" y="34946"/>
                  </a:lnTo>
                  <a:lnTo>
                    <a:pt x="6353" y="35057"/>
                  </a:lnTo>
                  <a:lnTo>
                    <a:pt x="6098" y="35167"/>
                  </a:lnTo>
                  <a:lnTo>
                    <a:pt x="5843" y="35267"/>
                  </a:lnTo>
                  <a:lnTo>
                    <a:pt x="5566" y="35367"/>
                  </a:lnTo>
                  <a:lnTo>
                    <a:pt x="5278" y="35456"/>
                  </a:lnTo>
                  <a:lnTo>
                    <a:pt x="4979" y="35555"/>
                  </a:lnTo>
                  <a:lnTo>
                    <a:pt x="4668" y="35633"/>
                  </a:lnTo>
                  <a:lnTo>
                    <a:pt x="4347" y="35722"/>
                  </a:lnTo>
                  <a:lnTo>
                    <a:pt x="4014" y="35799"/>
                  </a:lnTo>
                  <a:lnTo>
                    <a:pt x="3670" y="35866"/>
                  </a:lnTo>
                  <a:lnTo>
                    <a:pt x="3316" y="35932"/>
                  </a:lnTo>
                  <a:lnTo>
                    <a:pt x="2950" y="35999"/>
                  </a:lnTo>
                  <a:lnTo>
                    <a:pt x="2562" y="36054"/>
                  </a:lnTo>
                  <a:lnTo>
                    <a:pt x="2163" y="36110"/>
                  </a:lnTo>
                  <a:lnTo>
                    <a:pt x="1764" y="36154"/>
                  </a:lnTo>
                  <a:lnTo>
                    <a:pt x="1342" y="36187"/>
                  </a:lnTo>
                  <a:lnTo>
                    <a:pt x="910" y="36232"/>
                  </a:lnTo>
                  <a:lnTo>
                    <a:pt x="455" y="36254"/>
                  </a:lnTo>
                  <a:lnTo>
                    <a:pt x="1" y="36276"/>
                  </a:lnTo>
                  <a:lnTo>
                    <a:pt x="300" y="36498"/>
                  </a:lnTo>
                  <a:lnTo>
                    <a:pt x="633" y="36708"/>
                  </a:lnTo>
                  <a:lnTo>
                    <a:pt x="965" y="36919"/>
                  </a:lnTo>
                  <a:lnTo>
                    <a:pt x="1331" y="37130"/>
                  </a:lnTo>
                  <a:lnTo>
                    <a:pt x="1708" y="37329"/>
                  </a:lnTo>
                  <a:lnTo>
                    <a:pt x="2096" y="37540"/>
                  </a:lnTo>
                  <a:lnTo>
                    <a:pt x="2506" y="37740"/>
                  </a:lnTo>
                  <a:lnTo>
                    <a:pt x="2917" y="37939"/>
                  </a:lnTo>
                  <a:lnTo>
                    <a:pt x="3360" y="38139"/>
                  </a:lnTo>
                  <a:lnTo>
                    <a:pt x="3804" y="38338"/>
                  </a:lnTo>
                  <a:lnTo>
                    <a:pt x="4735" y="38737"/>
                  </a:lnTo>
                  <a:lnTo>
                    <a:pt x="5699" y="39114"/>
                  </a:lnTo>
                  <a:lnTo>
                    <a:pt x="6708" y="39491"/>
                  </a:lnTo>
                  <a:lnTo>
                    <a:pt x="7750" y="39857"/>
                  </a:lnTo>
                  <a:lnTo>
                    <a:pt x="8804" y="40212"/>
                  </a:lnTo>
                  <a:lnTo>
                    <a:pt x="9890" y="40556"/>
                  </a:lnTo>
                  <a:lnTo>
                    <a:pt x="10977" y="40888"/>
                  </a:lnTo>
                  <a:lnTo>
                    <a:pt x="12074" y="41210"/>
                  </a:lnTo>
                  <a:lnTo>
                    <a:pt x="13161" y="41520"/>
                  </a:lnTo>
                  <a:lnTo>
                    <a:pt x="14258" y="41808"/>
                  </a:lnTo>
                  <a:lnTo>
                    <a:pt x="15334" y="42097"/>
                  </a:lnTo>
                  <a:lnTo>
                    <a:pt x="16387" y="42363"/>
                  </a:lnTo>
                  <a:lnTo>
                    <a:pt x="17418" y="42629"/>
                  </a:lnTo>
                  <a:lnTo>
                    <a:pt x="19391" y="43094"/>
                  </a:lnTo>
                  <a:lnTo>
                    <a:pt x="21187" y="43505"/>
                  </a:lnTo>
                  <a:lnTo>
                    <a:pt x="22773" y="43848"/>
                  </a:lnTo>
                  <a:lnTo>
                    <a:pt x="24081" y="44125"/>
                  </a:lnTo>
                  <a:lnTo>
                    <a:pt x="25079" y="44325"/>
                  </a:lnTo>
                  <a:lnTo>
                    <a:pt x="25933" y="44491"/>
                  </a:lnTo>
                  <a:lnTo>
                    <a:pt x="48161" y="38338"/>
                  </a:lnTo>
                  <a:lnTo>
                    <a:pt x="481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10;p20">
              <a:extLst>
                <a:ext uri="{FF2B5EF4-FFF2-40B4-BE49-F238E27FC236}">
                  <a16:creationId xmlns:a16="http://schemas.microsoft.com/office/drawing/2014/main" id="{5CC81860-428A-BD36-96A2-8C9D8642A10E}"/>
                </a:ext>
              </a:extLst>
            </p:cNvPr>
            <p:cNvSpPr/>
            <p:nvPr/>
          </p:nvSpPr>
          <p:spPr>
            <a:xfrm>
              <a:off x="3255925" y="606200"/>
              <a:ext cx="675200" cy="581525"/>
            </a:xfrm>
            <a:custGeom>
              <a:avLst/>
              <a:gdLst/>
              <a:ahLst/>
              <a:cxnLst/>
              <a:rect l="l" t="t" r="r" b="b"/>
              <a:pathLst>
                <a:path w="27008" h="23261" extrusionOk="0">
                  <a:moveTo>
                    <a:pt x="7373" y="0"/>
                  </a:moveTo>
                  <a:lnTo>
                    <a:pt x="7096" y="11"/>
                  </a:lnTo>
                  <a:lnTo>
                    <a:pt x="6808" y="33"/>
                  </a:lnTo>
                  <a:lnTo>
                    <a:pt x="6520" y="67"/>
                  </a:lnTo>
                  <a:lnTo>
                    <a:pt x="6231" y="122"/>
                  </a:lnTo>
                  <a:lnTo>
                    <a:pt x="5943" y="189"/>
                  </a:lnTo>
                  <a:lnTo>
                    <a:pt x="5655" y="266"/>
                  </a:lnTo>
                  <a:lnTo>
                    <a:pt x="5367" y="355"/>
                  </a:lnTo>
                  <a:lnTo>
                    <a:pt x="5078" y="455"/>
                  </a:lnTo>
                  <a:lnTo>
                    <a:pt x="4801" y="566"/>
                  </a:lnTo>
                  <a:lnTo>
                    <a:pt x="4513" y="688"/>
                  </a:lnTo>
                  <a:lnTo>
                    <a:pt x="4236" y="832"/>
                  </a:lnTo>
                  <a:lnTo>
                    <a:pt x="3970" y="976"/>
                  </a:lnTo>
                  <a:lnTo>
                    <a:pt x="3693" y="1131"/>
                  </a:lnTo>
                  <a:lnTo>
                    <a:pt x="3427" y="1297"/>
                  </a:lnTo>
                  <a:lnTo>
                    <a:pt x="3172" y="1475"/>
                  </a:lnTo>
                  <a:lnTo>
                    <a:pt x="2917" y="1663"/>
                  </a:lnTo>
                  <a:lnTo>
                    <a:pt x="2662" y="1863"/>
                  </a:lnTo>
                  <a:lnTo>
                    <a:pt x="2418" y="2062"/>
                  </a:lnTo>
                  <a:lnTo>
                    <a:pt x="2174" y="2284"/>
                  </a:lnTo>
                  <a:lnTo>
                    <a:pt x="1952" y="2506"/>
                  </a:lnTo>
                  <a:lnTo>
                    <a:pt x="1719" y="2727"/>
                  </a:lnTo>
                  <a:lnTo>
                    <a:pt x="1509" y="2971"/>
                  </a:lnTo>
                  <a:lnTo>
                    <a:pt x="1298" y="3215"/>
                  </a:lnTo>
                  <a:lnTo>
                    <a:pt x="1098" y="3459"/>
                  </a:lnTo>
                  <a:lnTo>
                    <a:pt x="910" y="3725"/>
                  </a:lnTo>
                  <a:lnTo>
                    <a:pt x="732" y="3980"/>
                  </a:lnTo>
                  <a:lnTo>
                    <a:pt x="566" y="4257"/>
                  </a:lnTo>
                  <a:lnTo>
                    <a:pt x="411" y="4535"/>
                  </a:lnTo>
                  <a:lnTo>
                    <a:pt x="256" y="4812"/>
                  </a:lnTo>
                  <a:lnTo>
                    <a:pt x="123" y="5089"/>
                  </a:lnTo>
                  <a:lnTo>
                    <a:pt x="1" y="5388"/>
                  </a:lnTo>
                  <a:lnTo>
                    <a:pt x="1" y="23260"/>
                  </a:lnTo>
                  <a:lnTo>
                    <a:pt x="26731" y="23260"/>
                  </a:lnTo>
                  <a:lnTo>
                    <a:pt x="26797" y="23094"/>
                  </a:lnTo>
                  <a:lnTo>
                    <a:pt x="26853" y="22939"/>
                  </a:lnTo>
                  <a:lnTo>
                    <a:pt x="26897" y="22772"/>
                  </a:lnTo>
                  <a:lnTo>
                    <a:pt x="26941" y="22606"/>
                  </a:lnTo>
                  <a:lnTo>
                    <a:pt x="26964" y="22440"/>
                  </a:lnTo>
                  <a:lnTo>
                    <a:pt x="26986" y="22273"/>
                  </a:lnTo>
                  <a:lnTo>
                    <a:pt x="26997" y="22118"/>
                  </a:lnTo>
                  <a:lnTo>
                    <a:pt x="27008" y="21952"/>
                  </a:lnTo>
                  <a:lnTo>
                    <a:pt x="27008" y="21797"/>
                  </a:lnTo>
                  <a:lnTo>
                    <a:pt x="26986" y="21641"/>
                  </a:lnTo>
                  <a:lnTo>
                    <a:pt x="26975" y="21486"/>
                  </a:lnTo>
                  <a:lnTo>
                    <a:pt x="26941" y="21331"/>
                  </a:lnTo>
                  <a:lnTo>
                    <a:pt x="26908" y="21176"/>
                  </a:lnTo>
                  <a:lnTo>
                    <a:pt x="26864" y="21032"/>
                  </a:lnTo>
                  <a:lnTo>
                    <a:pt x="26819" y="20876"/>
                  </a:lnTo>
                  <a:lnTo>
                    <a:pt x="26764" y="20732"/>
                  </a:lnTo>
                  <a:lnTo>
                    <a:pt x="26697" y="20588"/>
                  </a:lnTo>
                  <a:lnTo>
                    <a:pt x="26631" y="20455"/>
                  </a:lnTo>
                  <a:lnTo>
                    <a:pt x="26553" y="20311"/>
                  </a:lnTo>
                  <a:lnTo>
                    <a:pt x="26476" y="20178"/>
                  </a:lnTo>
                  <a:lnTo>
                    <a:pt x="26287" y="19923"/>
                  </a:lnTo>
                  <a:lnTo>
                    <a:pt x="26088" y="19668"/>
                  </a:lnTo>
                  <a:lnTo>
                    <a:pt x="25866" y="19435"/>
                  </a:lnTo>
                  <a:lnTo>
                    <a:pt x="25622" y="19213"/>
                  </a:lnTo>
                  <a:lnTo>
                    <a:pt x="25367" y="19014"/>
                  </a:lnTo>
                  <a:lnTo>
                    <a:pt x="25090" y="18825"/>
                  </a:lnTo>
                  <a:lnTo>
                    <a:pt x="24791" y="18659"/>
                  </a:lnTo>
                  <a:lnTo>
                    <a:pt x="24491" y="18504"/>
                  </a:lnTo>
                  <a:lnTo>
                    <a:pt x="24170" y="18371"/>
                  </a:lnTo>
                  <a:lnTo>
                    <a:pt x="23848" y="18271"/>
                  </a:lnTo>
                  <a:lnTo>
                    <a:pt x="23516" y="18182"/>
                  </a:lnTo>
                  <a:lnTo>
                    <a:pt x="23172" y="18116"/>
                  </a:lnTo>
                  <a:lnTo>
                    <a:pt x="22817" y="18072"/>
                  </a:lnTo>
                  <a:lnTo>
                    <a:pt x="22462" y="18060"/>
                  </a:lnTo>
                  <a:lnTo>
                    <a:pt x="22285" y="18060"/>
                  </a:lnTo>
                  <a:lnTo>
                    <a:pt x="22108" y="18072"/>
                  </a:lnTo>
                  <a:lnTo>
                    <a:pt x="21930" y="18083"/>
                  </a:lnTo>
                  <a:lnTo>
                    <a:pt x="21753" y="18105"/>
                  </a:lnTo>
                  <a:lnTo>
                    <a:pt x="21575" y="18138"/>
                  </a:lnTo>
                  <a:lnTo>
                    <a:pt x="21398" y="18171"/>
                  </a:lnTo>
                  <a:lnTo>
                    <a:pt x="21221" y="18216"/>
                  </a:lnTo>
                  <a:lnTo>
                    <a:pt x="21043" y="18260"/>
                  </a:lnTo>
                  <a:lnTo>
                    <a:pt x="20866" y="18326"/>
                  </a:lnTo>
                  <a:lnTo>
                    <a:pt x="20688" y="18393"/>
                  </a:lnTo>
                  <a:lnTo>
                    <a:pt x="20522" y="18460"/>
                  </a:lnTo>
                  <a:lnTo>
                    <a:pt x="20345" y="18548"/>
                  </a:lnTo>
                  <a:lnTo>
                    <a:pt x="20178" y="18637"/>
                  </a:lnTo>
                  <a:lnTo>
                    <a:pt x="20001" y="18737"/>
                  </a:lnTo>
                  <a:lnTo>
                    <a:pt x="19835" y="18836"/>
                  </a:lnTo>
                  <a:lnTo>
                    <a:pt x="19669" y="18958"/>
                  </a:lnTo>
                  <a:lnTo>
                    <a:pt x="19657" y="18859"/>
                  </a:lnTo>
                  <a:lnTo>
                    <a:pt x="19624" y="18604"/>
                  </a:lnTo>
                  <a:lnTo>
                    <a:pt x="19591" y="18437"/>
                  </a:lnTo>
                  <a:lnTo>
                    <a:pt x="19547" y="18260"/>
                  </a:lnTo>
                  <a:lnTo>
                    <a:pt x="19480" y="18072"/>
                  </a:lnTo>
                  <a:lnTo>
                    <a:pt x="19414" y="17872"/>
                  </a:lnTo>
                  <a:lnTo>
                    <a:pt x="19325" y="17695"/>
                  </a:lnTo>
                  <a:lnTo>
                    <a:pt x="19214" y="17517"/>
                  </a:lnTo>
                  <a:lnTo>
                    <a:pt x="19147" y="17440"/>
                  </a:lnTo>
                  <a:lnTo>
                    <a:pt x="19092" y="17362"/>
                  </a:lnTo>
                  <a:lnTo>
                    <a:pt x="19014" y="17295"/>
                  </a:lnTo>
                  <a:lnTo>
                    <a:pt x="18937" y="17240"/>
                  </a:lnTo>
                  <a:lnTo>
                    <a:pt x="18859" y="17196"/>
                  </a:lnTo>
                  <a:lnTo>
                    <a:pt x="18770" y="17151"/>
                  </a:lnTo>
                  <a:lnTo>
                    <a:pt x="18671" y="17129"/>
                  </a:lnTo>
                  <a:lnTo>
                    <a:pt x="18571" y="17107"/>
                  </a:lnTo>
                  <a:lnTo>
                    <a:pt x="18471" y="17107"/>
                  </a:lnTo>
                  <a:lnTo>
                    <a:pt x="18349" y="17118"/>
                  </a:lnTo>
                  <a:lnTo>
                    <a:pt x="18227" y="17140"/>
                  </a:lnTo>
                  <a:lnTo>
                    <a:pt x="18105" y="17173"/>
                  </a:lnTo>
                  <a:lnTo>
                    <a:pt x="18316" y="16741"/>
                  </a:lnTo>
                  <a:lnTo>
                    <a:pt x="18515" y="16320"/>
                  </a:lnTo>
                  <a:lnTo>
                    <a:pt x="18693" y="15910"/>
                  </a:lnTo>
                  <a:lnTo>
                    <a:pt x="18848" y="15510"/>
                  </a:lnTo>
                  <a:lnTo>
                    <a:pt x="18992" y="15122"/>
                  </a:lnTo>
                  <a:lnTo>
                    <a:pt x="19125" y="14757"/>
                  </a:lnTo>
                  <a:lnTo>
                    <a:pt x="19247" y="14391"/>
                  </a:lnTo>
                  <a:lnTo>
                    <a:pt x="19347" y="14036"/>
                  </a:lnTo>
                  <a:lnTo>
                    <a:pt x="19436" y="13692"/>
                  </a:lnTo>
                  <a:lnTo>
                    <a:pt x="19502" y="13371"/>
                  </a:lnTo>
                  <a:lnTo>
                    <a:pt x="19558" y="13049"/>
                  </a:lnTo>
                  <a:lnTo>
                    <a:pt x="19613" y="12739"/>
                  </a:lnTo>
                  <a:lnTo>
                    <a:pt x="19646" y="12451"/>
                  </a:lnTo>
                  <a:lnTo>
                    <a:pt x="19657" y="12162"/>
                  </a:lnTo>
                  <a:lnTo>
                    <a:pt x="19669" y="11885"/>
                  </a:lnTo>
                  <a:lnTo>
                    <a:pt x="19669" y="11630"/>
                  </a:lnTo>
                  <a:lnTo>
                    <a:pt x="19657" y="11375"/>
                  </a:lnTo>
                  <a:lnTo>
                    <a:pt x="19624" y="11131"/>
                  </a:lnTo>
                  <a:lnTo>
                    <a:pt x="19591" y="10898"/>
                  </a:lnTo>
                  <a:lnTo>
                    <a:pt x="19547" y="10677"/>
                  </a:lnTo>
                  <a:lnTo>
                    <a:pt x="19491" y="10466"/>
                  </a:lnTo>
                  <a:lnTo>
                    <a:pt x="19425" y="10266"/>
                  </a:lnTo>
                  <a:lnTo>
                    <a:pt x="19358" y="10078"/>
                  </a:lnTo>
                  <a:lnTo>
                    <a:pt x="19269" y="9901"/>
                  </a:lnTo>
                  <a:lnTo>
                    <a:pt x="19181" y="9723"/>
                  </a:lnTo>
                  <a:lnTo>
                    <a:pt x="19081" y="9568"/>
                  </a:lnTo>
                  <a:lnTo>
                    <a:pt x="18970" y="9413"/>
                  </a:lnTo>
                  <a:lnTo>
                    <a:pt x="18859" y="9280"/>
                  </a:lnTo>
                  <a:lnTo>
                    <a:pt x="18737" y="9147"/>
                  </a:lnTo>
                  <a:lnTo>
                    <a:pt x="18615" y="9025"/>
                  </a:lnTo>
                  <a:lnTo>
                    <a:pt x="18482" y="8914"/>
                  </a:lnTo>
                  <a:lnTo>
                    <a:pt x="18338" y="8803"/>
                  </a:lnTo>
                  <a:lnTo>
                    <a:pt x="18194" y="8714"/>
                  </a:lnTo>
                  <a:lnTo>
                    <a:pt x="18050" y="8626"/>
                  </a:lnTo>
                  <a:lnTo>
                    <a:pt x="17895" y="8559"/>
                  </a:lnTo>
                  <a:lnTo>
                    <a:pt x="17739" y="8493"/>
                  </a:lnTo>
                  <a:lnTo>
                    <a:pt x="17573" y="8426"/>
                  </a:lnTo>
                  <a:lnTo>
                    <a:pt x="17418" y="8382"/>
                  </a:lnTo>
                  <a:lnTo>
                    <a:pt x="17252" y="8348"/>
                  </a:lnTo>
                  <a:lnTo>
                    <a:pt x="17074" y="8315"/>
                  </a:lnTo>
                  <a:lnTo>
                    <a:pt x="16908" y="8293"/>
                  </a:lnTo>
                  <a:lnTo>
                    <a:pt x="16731" y="8282"/>
                  </a:lnTo>
                  <a:lnTo>
                    <a:pt x="16553" y="8271"/>
                  </a:lnTo>
                  <a:lnTo>
                    <a:pt x="16376" y="8271"/>
                  </a:lnTo>
                  <a:lnTo>
                    <a:pt x="16198" y="8282"/>
                  </a:lnTo>
                  <a:lnTo>
                    <a:pt x="16021" y="8304"/>
                  </a:lnTo>
                  <a:lnTo>
                    <a:pt x="15844" y="8337"/>
                  </a:lnTo>
                  <a:lnTo>
                    <a:pt x="15666" y="8371"/>
                  </a:lnTo>
                  <a:lnTo>
                    <a:pt x="15489" y="8415"/>
                  </a:lnTo>
                  <a:lnTo>
                    <a:pt x="15311" y="8459"/>
                  </a:lnTo>
                  <a:lnTo>
                    <a:pt x="15134" y="8526"/>
                  </a:lnTo>
                  <a:lnTo>
                    <a:pt x="14957" y="8592"/>
                  </a:lnTo>
                  <a:lnTo>
                    <a:pt x="14790" y="8659"/>
                  </a:lnTo>
                  <a:lnTo>
                    <a:pt x="14624" y="8748"/>
                  </a:lnTo>
                  <a:lnTo>
                    <a:pt x="14458" y="8836"/>
                  </a:lnTo>
                  <a:lnTo>
                    <a:pt x="14291" y="8925"/>
                  </a:lnTo>
                  <a:lnTo>
                    <a:pt x="14136" y="9036"/>
                  </a:lnTo>
                  <a:lnTo>
                    <a:pt x="13981" y="9147"/>
                  </a:lnTo>
                  <a:lnTo>
                    <a:pt x="13826" y="9258"/>
                  </a:lnTo>
                  <a:lnTo>
                    <a:pt x="13682" y="9380"/>
                  </a:lnTo>
                  <a:lnTo>
                    <a:pt x="13549" y="9513"/>
                  </a:lnTo>
                  <a:lnTo>
                    <a:pt x="13405" y="9657"/>
                  </a:lnTo>
                  <a:lnTo>
                    <a:pt x="13283" y="9801"/>
                  </a:lnTo>
                  <a:lnTo>
                    <a:pt x="13161" y="9945"/>
                  </a:lnTo>
                  <a:lnTo>
                    <a:pt x="13172" y="9291"/>
                  </a:lnTo>
                  <a:lnTo>
                    <a:pt x="13161" y="8670"/>
                  </a:lnTo>
                  <a:lnTo>
                    <a:pt x="13138" y="8071"/>
                  </a:lnTo>
                  <a:lnTo>
                    <a:pt x="13105" y="7484"/>
                  </a:lnTo>
                  <a:lnTo>
                    <a:pt x="13050" y="6940"/>
                  </a:lnTo>
                  <a:lnTo>
                    <a:pt x="12983" y="6408"/>
                  </a:lnTo>
                  <a:lnTo>
                    <a:pt x="12906" y="5898"/>
                  </a:lnTo>
                  <a:lnTo>
                    <a:pt x="12806" y="5422"/>
                  </a:lnTo>
                  <a:lnTo>
                    <a:pt x="12695" y="4956"/>
                  </a:lnTo>
                  <a:lnTo>
                    <a:pt x="12573" y="4524"/>
                  </a:lnTo>
                  <a:lnTo>
                    <a:pt x="12440" y="4113"/>
                  </a:lnTo>
                  <a:lnTo>
                    <a:pt x="12296" y="3725"/>
                  </a:lnTo>
                  <a:lnTo>
                    <a:pt x="12141" y="3348"/>
                  </a:lnTo>
                  <a:lnTo>
                    <a:pt x="11974" y="3005"/>
                  </a:lnTo>
                  <a:lnTo>
                    <a:pt x="11797" y="2672"/>
                  </a:lnTo>
                  <a:lnTo>
                    <a:pt x="11620" y="2373"/>
                  </a:lnTo>
                  <a:lnTo>
                    <a:pt x="11420" y="2084"/>
                  </a:lnTo>
                  <a:lnTo>
                    <a:pt x="11220" y="1818"/>
                  </a:lnTo>
                  <a:lnTo>
                    <a:pt x="10999" y="1574"/>
                  </a:lnTo>
                  <a:lnTo>
                    <a:pt x="10777" y="1342"/>
                  </a:lnTo>
                  <a:lnTo>
                    <a:pt x="10555" y="1131"/>
                  </a:lnTo>
                  <a:lnTo>
                    <a:pt x="10311" y="943"/>
                  </a:lnTo>
                  <a:lnTo>
                    <a:pt x="10067" y="776"/>
                  </a:lnTo>
                  <a:lnTo>
                    <a:pt x="9824" y="621"/>
                  </a:lnTo>
                  <a:lnTo>
                    <a:pt x="9569" y="488"/>
                  </a:lnTo>
                  <a:lnTo>
                    <a:pt x="9314" y="366"/>
                  </a:lnTo>
                  <a:lnTo>
                    <a:pt x="9047" y="266"/>
                  </a:lnTo>
                  <a:lnTo>
                    <a:pt x="8770" y="189"/>
                  </a:lnTo>
                  <a:lnTo>
                    <a:pt x="8504" y="122"/>
                  </a:lnTo>
                  <a:lnTo>
                    <a:pt x="8227" y="67"/>
                  </a:lnTo>
                  <a:lnTo>
                    <a:pt x="7950" y="33"/>
                  </a:lnTo>
                  <a:lnTo>
                    <a:pt x="7662" y="11"/>
                  </a:lnTo>
                  <a:lnTo>
                    <a:pt x="73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11;p20">
              <a:extLst>
                <a:ext uri="{FF2B5EF4-FFF2-40B4-BE49-F238E27FC236}">
                  <a16:creationId xmlns:a16="http://schemas.microsoft.com/office/drawing/2014/main" id="{89206BFF-8A9B-A70E-48EB-D8C0E8E74BBF}"/>
                </a:ext>
              </a:extLst>
            </p:cNvPr>
            <p:cNvSpPr/>
            <p:nvPr/>
          </p:nvSpPr>
          <p:spPr>
            <a:xfrm>
              <a:off x="4813600" y="677975"/>
              <a:ext cx="401100" cy="264175"/>
            </a:xfrm>
            <a:custGeom>
              <a:avLst/>
              <a:gdLst/>
              <a:ahLst/>
              <a:cxnLst/>
              <a:rect l="l" t="t" r="r" b="b"/>
              <a:pathLst>
                <a:path w="16044" h="10567" extrusionOk="0">
                  <a:moveTo>
                    <a:pt x="13571" y="1"/>
                  </a:moveTo>
                  <a:lnTo>
                    <a:pt x="13294" y="23"/>
                  </a:lnTo>
                  <a:lnTo>
                    <a:pt x="13028" y="56"/>
                  </a:lnTo>
                  <a:lnTo>
                    <a:pt x="12762" y="100"/>
                  </a:lnTo>
                  <a:lnTo>
                    <a:pt x="12507" y="167"/>
                  </a:lnTo>
                  <a:lnTo>
                    <a:pt x="12263" y="245"/>
                  </a:lnTo>
                  <a:lnTo>
                    <a:pt x="12019" y="333"/>
                  </a:lnTo>
                  <a:lnTo>
                    <a:pt x="11775" y="433"/>
                  </a:lnTo>
                  <a:lnTo>
                    <a:pt x="11553" y="555"/>
                  </a:lnTo>
                  <a:lnTo>
                    <a:pt x="11343" y="688"/>
                  </a:lnTo>
                  <a:lnTo>
                    <a:pt x="11132" y="843"/>
                  </a:lnTo>
                  <a:lnTo>
                    <a:pt x="10932" y="1021"/>
                  </a:lnTo>
                  <a:lnTo>
                    <a:pt x="10755" y="1209"/>
                  </a:lnTo>
                  <a:lnTo>
                    <a:pt x="10589" y="1409"/>
                  </a:lnTo>
                  <a:lnTo>
                    <a:pt x="10433" y="1630"/>
                  </a:lnTo>
                  <a:lnTo>
                    <a:pt x="10289" y="1874"/>
                  </a:lnTo>
                  <a:lnTo>
                    <a:pt x="10167" y="2129"/>
                  </a:lnTo>
                  <a:lnTo>
                    <a:pt x="10057" y="2418"/>
                  </a:lnTo>
                  <a:lnTo>
                    <a:pt x="9968" y="2717"/>
                  </a:lnTo>
                  <a:lnTo>
                    <a:pt x="9890" y="3027"/>
                  </a:lnTo>
                  <a:lnTo>
                    <a:pt x="9835" y="3371"/>
                  </a:lnTo>
                  <a:lnTo>
                    <a:pt x="9802" y="3726"/>
                  </a:lnTo>
                  <a:lnTo>
                    <a:pt x="9779" y="4114"/>
                  </a:lnTo>
                  <a:lnTo>
                    <a:pt x="9790" y="4513"/>
                  </a:lnTo>
                  <a:lnTo>
                    <a:pt x="9613" y="4380"/>
                  </a:lnTo>
                  <a:lnTo>
                    <a:pt x="9425" y="4258"/>
                  </a:lnTo>
                  <a:lnTo>
                    <a:pt x="9214" y="4147"/>
                  </a:lnTo>
                  <a:lnTo>
                    <a:pt x="8992" y="4047"/>
                  </a:lnTo>
                  <a:lnTo>
                    <a:pt x="8759" y="3970"/>
                  </a:lnTo>
                  <a:lnTo>
                    <a:pt x="8515" y="3892"/>
                  </a:lnTo>
                  <a:lnTo>
                    <a:pt x="8272" y="3837"/>
                  </a:lnTo>
                  <a:lnTo>
                    <a:pt x="8017" y="3792"/>
                  </a:lnTo>
                  <a:lnTo>
                    <a:pt x="7773" y="3770"/>
                  </a:lnTo>
                  <a:lnTo>
                    <a:pt x="7518" y="3748"/>
                  </a:lnTo>
                  <a:lnTo>
                    <a:pt x="7263" y="3759"/>
                  </a:lnTo>
                  <a:lnTo>
                    <a:pt x="7019" y="3770"/>
                  </a:lnTo>
                  <a:lnTo>
                    <a:pt x="6786" y="3803"/>
                  </a:lnTo>
                  <a:lnTo>
                    <a:pt x="6553" y="3848"/>
                  </a:lnTo>
                  <a:lnTo>
                    <a:pt x="6331" y="3914"/>
                  </a:lnTo>
                  <a:lnTo>
                    <a:pt x="6121" y="3992"/>
                  </a:lnTo>
                  <a:lnTo>
                    <a:pt x="5932" y="4092"/>
                  </a:lnTo>
                  <a:lnTo>
                    <a:pt x="5755" y="4202"/>
                  </a:lnTo>
                  <a:lnTo>
                    <a:pt x="5677" y="4269"/>
                  </a:lnTo>
                  <a:lnTo>
                    <a:pt x="5600" y="4336"/>
                  </a:lnTo>
                  <a:lnTo>
                    <a:pt x="5533" y="4413"/>
                  </a:lnTo>
                  <a:lnTo>
                    <a:pt x="5467" y="4491"/>
                  </a:lnTo>
                  <a:lnTo>
                    <a:pt x="5411" y="4568"/>
                  </a:lnTo>
                  <a:lnTo>
                    <a:pt x="5356" y="4657"/>
                  </a:lnTo>
                  <a:lnTo>
                    <a:pt x="5311" y="4746"/>
                  </a:lnTo>
                  <a:lnTo>
                    <a:pt x="5278" y="4846"/>
                  </a:lnTo>
                  <a:lnTo>
                    <a:pt x="5245" y="4945"/>
                  </a:lnTo>
                  <a:lnTo>
                    <a:pt x="5212" y="5056"/>
                  </a:lnTo>
                  <a:lnTo>
                    <a:pt x="5201" y="5156"/>
                  </a:lnTo>
                  <a:lnTo>
                    <a:pt x="5189" y="5278"/>
                  </a:lnTo>
                  <a:lnTo>
                    <a:pt x="5189" y="5400"/>
                  </a:lnTo>
                  <a:lnTo>
                    <a:pt x="5189" y="5522"/>
                  </a:lnTo>
                  <a:lnTo>
                    <a:pt x="5212" y="5644"/>
                  </a:lnTo>
                  <a:lnTo>
                    <a:pt x="5234" y="5788"/>
                  </a:lnTo>
                  <a:lnTo>
                    <a:pt x="5267" y="5921"/>
                  </a:lnTo>
                  <a:lnTo>
                    <a:pt x="5300" y="6065"/>
                  </a:lnTo>
                  <a:lnTo>
                    <a:pt x="5356" y="6220"/>
                  </a:lnTo>
                  <a:lnTo>
                    <a:pt x="5422" y="6375"/>
                  </a:lnTo>
                  <a:lnTo>
                    <a:pt x="5489" y="6531"/>
                  </a:lnTo>
                  <a:lnTo>
                    <a:pt x="5566" y="6697"/>
                  </a:lnTo>
                  <a:lnTo>
                    <a:pt x="5666" y="6863"/>
                  </a:lnTo>
                  <a:lnTo>
                    <a:pt x="5766" y="7041"/>
                  </a:lnTo>
                  <a:lnTo>
                    <a:pt x="5877" y="7218"/>
                  </a:lnTo>
                  <a:lnTo>
                    <a:pt x="6010" y="7407"/>
                  </a:lnTo>
                  <a:lnTo>
                    <a:pt x="6298" y="7795"/>
                  </a:lnTo>
                  <a:lnTo>
                    <a:pt x="6121" y="7772"/>
                  </a:lnTo>
                  <a:lnTo>
                    <a:pt x="5966" y="7772"/>
                  </a:lnTo>
                  <a:lnTo>
                    <a:pt x="5821" y="7783"/>
                  </a:lnTo>
                  <a:lnTo>
                    <a:pt x="5699" y="7828"/>
                  </a:lnTo>
                  <a:lnTo>
                    <a:pt x="5600" y="7883"/>
                  </a:lnTo>
                  <a:lnTo>
                    <a:pt x="5511" y="7950"/>
                  </a:lnTo>
                  <a:lnTo>
                    <a:pt x="5433" y="8027"/>
                  </a:lnTo>
                  <a:lnTo>
                    <a:pt x="5367" y="8116"/>
                  </a:lnTo>
                  <a:lnTo>
                    <a:pt x="5323" y="8205"/>
                  </a:lnTo>
                  <a:lnTo>
                    <a:pt x="5278" y="8293"/>
                  </a:lnTo>
                  <a:lnTo>
                    <a:pt x="5223" y="8449"/>
                  </a:lnTo>
                  <a:lnTo>
                    <a:pt x="5189" y="8560"/>
                  </a:lnTo>
                  <a:lnTo>
                    <a:pt x="5189" y="8604"/>
                  </a:lnTo>
                  <a:lnTo>
                    <a:pt x="4946" y="8504"/>
                  </a:lnTo>
                  <a:lnTo>
                    <a:pt x="4713" y="8415"/>
                  </a:lnTo>
                  <a:lnTo>
                    <a:pt x="4469" y="8349"/>
                  </a:lnTo>
                  <a:lnTo>
                    <a:pt x="4214" y="8293"/>
                  </a:lnTo>
                  <a:lnTo>
                    <a:pt x="3970" y="8249"/>
                  </a:lnTo>
                  <a:lnTo>
                    <a:pt x="3715" y="8216"/>
                  </a:lnTo>
                  <a:lnTo>
                    <a:pt x="3460" y="8205"/>
                  </a:lnTo>
                  <a:lnTo>
                    <a:pt x="3205" y="8194"/>
                  </a:lnTo>
                  <a:lnTo>
                    <a:pt x="2961" y="8205"/>
                  </a:lnTo>
                  <a:lnTo>
                    <a:pt x="2717" y="8227"/>
                  </a:lnTo>
                  <a:lnTo>
                    <a:pt x="2473" y="8249"/>
                  </a:lnTo>
                  <a:lnTo>
                    <a:pt x="2229" y="8293"/>
                  </a:lnTo>
                  <a:lnTo>
                    <a:pt x="2008" y="8338"/>
                  </a:lnTo>
                  <a:lnTo>
                    <a:pt x="1775" y="8404"/>
                  </a:lnTo>
                  <a:lnTo>
                    <a:pt x="1564" y="8471"/>
                  </a:lnTo>
                  <a:lnTo>
                    <a:pt x="1353" y="8548"/>
                  </a:lnTo>
                  <a:lnTo>
                    <a:pt x="1165" y="8637"/>
                  </a:lnTo>
                  <a:lnTo>
                    <a:pt x="977" y="8726"/>
                  </a:lnTo>
                  <a:lnTo>
                    <a:pt x="810" y="8826"/>
                  </a:lnTo>
                  <a:lnTo>
                    <a:pt x="644" y="8937"/>
                  </a:lnTo>
                  <a:lnTo>
                    <a:pt x="500" y="9047"/>
                  </a:lnTo>
                  <a:lnTo>
                    <a:pt x="378" y="9158"/>
                  </a:lnTo>
                  <a:lnTo>
                    <a:pt x="267" y="9291"/>
                  </a:lnTo>
                  <a:lnTo>
                    <a:pt x="178" y="9413"/>
                  </a:lnTo>
                  <a:lnTo>
                    <a:pt x="101" y="9546"/>
                  </a:lnTo>
                  <a:lnTo>
                    <a:pt x="45" y="9690"/>
                  </a:lnTo>
                  <a:lnTo>
                    <a:pt x="12" y="9823"/>
                  </a:lnTo>
                  <a:lnTo>
                    <a:pt x="1" y="9968"/>
                  </a:lnTo>
                  <a:lnTo>
                    <a:pt x="12" y="10112"/>
                  </a:lnTo>
                  <a:lnTo>
                    <a:pt x="45" y="10267"/>
                  </a:lnTo>
                  <a:lnTo>
                    <a:pt x="112" y="10411"/>
                  </a:lnTo>
                  <a:lnTo>
                    <a:pt x="200" y="10566"/>
                  </a:lnTo>
                  <a:lnTo>
                    <a:pt x="16043" y="10566"/>
                  </a:lnTo>
                  <a:lnTo>
                    <a:pt x="16043" y="355"/>
                  </a:lnTo>
                  <a:lnTo>
                    <a:pt x="15777" y="278"/>
                  </a:lnTo>
                  <a:lnTo>
                    <a:pt x="15500" y="200"/>
                  </a:lnTo>
                  <a:lnTo>
                    <a:pt x="15234" y="145"/>
                  </a:lnTo>
                  <a:lnTo>
                    <a:pt x="14957" y="89"/>
                  </a:lnTo>
                  <a:lnTo>
                    <a:pt x="14669" y="45"/>
                  </a:lnTo>
                  <a:lnTo>
                    <a:pt x="14391" y="23"/>
                  </a:lnTo>
                  <a:lnTo>
                    <a:pt x="141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12;p20">
              <a:extLst>
                <a:ext uri="{FF2B5EF4-FFF2-40B4-BE49-F238E27FC236}">
                  <a16:creationId xmlns:a16="http://schemas.microsoft.com/office/drawing/2014/main" id="{66E97E6A-109D-3DEC-B1AC-463EDE10D922}"/>
                </a:ext>
              </a:extLst>
            </p:cNvPr>
            <p:cNvSpPr/>
            <p:nvPr/>
          </p:nvSpPr>
          <p:spPr>
            <a:xfrm>
              <a:off x="4175850" y="1177425"/>
              <a:ext cx="336225" cy="120875"/>
            </a:xfrm>
            <a:custGeom>
              <a:avLst/>
              <a:gdLst/>
              <a:ahLst/>
              <a:cxnLst/>
              <a:rect l="l" t="t" r="r" b="b"/>
              <a:pathLst>
                <a:path w="13449" h="4835" extrusionOk="0">
                  <a:moveTo>
                    <a:pt x="6253" y="1"/>
                  </a:moveTo>
                  <a:lnTo>
                    <a:pt x="6076" y="12"/>
                  </a:lnTo>
                  <a:lnTo>
                    <a:pt x="5899" y="34"/>
                  </a:lnTo>
                  <a:lnTo>
                    <a:pt x="5721" y="78"/>
                  </a:lnTo>
                  <a:lnTo>
                    <a:pt x="5555" y="134"/>
                  </a:lnTo>
                  <a:lnTo>
                    <a:pt x="5400" y="200"/>
                  </a:lnTo>
                  <a:lnTo>
                    <a:pt x="5244" y="278"/>
                  </a:lnTo>
                  <a:lnTo>
                    <a:pt x="5100" y="378"/>
                  </a:lnTo>
                  <a:lnTo>
                    <a:pt x="4978" y="489"/>
                  </a:lnTo>
                  <a:lnTo>
                    <a:pt x="4856" y="622"/>
                  </a:lnTo>
                  <a:lnTo>
                    <a:pt x="4757" y="777"/>
                  </a:lnTo>
                  <a:lnTo>
                    <a:pt x="4668" y="943"/>
                  </a:lnTo>
                  <a:lnTo>
                    <a:pt x="4590" y="1121"/>
                  </a:lnTo>
                  <a:lnTo>
                    <a:pt x="4535" y="1331"/>
                  </a:lnTo>
                  <a:lnTo>
                    <a:pt x="4491" y="1553"/>
                  </a:lnTo>
                  <a:lnTo>
                    <a:pt x="4479" y="1797"/>
                  </a:lnTo>
                  <a:lnTo>
                    <a:pt x="4479" y="2063"/>
                  </a:lnTo>
                  <a:lnTo>
                    <a:pt x="4402" y="2008"/>
                  </a:lnTo>
                  <a:lnTo>
                    <a:pt x="4313" y="1952"/>
                  </a:lnTo>
                  <a:lnTo>
                    <a:pt x="4213" y="1897"/>
                  </a:lnTo>
                  <a:lnTo>
                    <a:pt x="4114" y="1852"/>
                  </a:lnTo>
                  <a:lnTo>
                    <a:pt x="4003" y="1819"/>
                  </a:lnTo>
                  <a:lnTo>
                    <a:pt x="3892" y="1786"/>
                  </a:lnTo>
                  <a:lnTo>
                    <a:pt x="3781" y="1753"/>
                  </a:lnTo>
                  <a:lnTo>
                    <a:pt x="3670" y="1741"/>
                  </a:lnTo>
                  <a:lnTo>
                    <a:pt x="3548" y="1719"/>
                  </a:lnTo>
                  <a:lnTo>
                    <a:pt x="3326" y="1719"/>
                  </a:lnTo>
                  <a:lnTo>
                    <a:pt x="3216" y="1730"/>
                  </a:lnTo>
                  <a:lnTo>
                    <a:pt x="3105" y="1741"/>
                  </a:lnTo>
                  <a:lnTo>
                    <a:pt x="2994" y="1764"/>
                  </a:lnTo>
                  <a:lnTo>
                    <a:pt x="2894" y="1797"/>
                  </a:lnTo>
                  <a:lnTo>
                    <a:pt x="2805" y="1830"/>
                  </a:lnTo>
                  <a:lnTo>
                    <a:pt x="2717" y="1875"/>
                  </a:lnTo>
                  <a:lnTo>
                    <a:pt x="2639" y="1930"/>
                  </a:lnTo>
                  <a:lnTo>
                    <a:pt x="2561" y="1985"/>
                  </a:lnTo>
                  <a:lnTo>
                    <a:pt x="2506" y="2052"/>
                  </a:lnTo>
                  <a:lnTo>
                    <a:pt x="2451" y="2130"/>
                  </a:lnTo>
                  <a:lnTo>
                    <a:pt x="2417" y="2218"/>
                  </a:lnTo>
                  <a:lnTo>
                    <a:pt x="2384" y="2307"/>
                  </a:lnTo>
                  <a:lnTo>
                    <a:pt x="2373" y="2418"/>
                  </a:lnTo>
                  <a:lnTo>
                    <a:pt x="2373" y="2529"/>
                  </a:lnTo>
                  <a:lnTo>
                    <a:pt x="2395" y="2651"/>
                  </a:lnTo>
                  <a:lnTo>
                    <a:pt x="2428" y="2773"/>
                  </a:lnTo>
                  <a:lnTo>
                    <a:pt x="2473" y="2917"/>
                  </a:lnTo>
                  <a:lnTo>
                    <a:pt x="2550" y="3061"/>
                  </a:lnTo>
                  <a:lnTo>
                    <a:pt x="2639" y="3216"/>
                  </a:lnTo>
                  <a:lnTo>
                    <a:pt x="2750" y="3393"/>
                  </a:lnTo>
                  <a:lnTo>
                    <a:pt x="2883" y="3571"/>
                  </a:lnTo>
                  <a:lnTo>
                    <a:pt x="2794" y="3549"/>
                  </a:lnTo>
                  <a:lnTo>
                    <a:pt x="2728" y="3549"/>
                  </a:lnTo>
                  <a:lnTo>
                    <a:pt x="2661" y="3560"/>
                  </a:lnTo>
                  <a:lnTo>
                    <a:pt x="2606" y="3582"/>
                  </a:lnTo>
                  <a:lnTo>
                    <a:pt x="2561" y="3604"/>
                  </a:lnTo>
                  <a:lnTo>
                    <a:pt x="2517" y="3637"/>
                  </a:lnTo>
                  <a:lnTo>
                    <a:pt x="2484" y="3671"/>
                  </a:lnTo>
                  <a:lnTo>
                    <a:pt x="2462" y="3715"/>
                  </a:lnTo>
                  <a:lnTo>
                    <a:pt x="2417" y="3793"/>
                  </a:lnTo>
                  <a:lnTo>
                    <a:pt x="2384" y="3859"/>
                  </a:lnTo>
                  <a:lnTo>
                    <a:pt x="2373" y="3937"/>
                  </a:lnTo>
                  <a:lnTo>
                    <a:pt x="2262" y="3892"/>
                  </a:lnTo>
                  <a:lnTo>
                    <a:pt x="2151" y="3848"/>
                  </a:lnTo>
                  <a:lnTo>
                    <a:pt x="2040" y="3815"/>
                  </a:lnTo>
                  <a:lnTo>
                    <a:pt x="1930" y="3793"/>
                  </a:lnTo>
                  <a:lnTo>
                    <a:pt x="1697" y="3759"/>
                  </a:lnTo>
                  <a:lnTo>
                    <a:pt x="1464" y="3748"/>
                  </a:lnTo>
                  <a:lnTo>
                    <a:pt x="1242" y="3759"/>
                  </a:lnTo>
                  <a:lnTo>
                    <a:pt x="1020" y="3793"/>
                  </a:lnTo>
                  <a:lnTo>
                    <a:pt x="810" y="3848"/>
                  </a:lnTo>
                  <a:lnTo>
                    <a:pt x="621" y="3914"/>
                  </a:lnTo>
                  <a:lnTo>
                    <a:pt x="444" y="3992"/>
                  </a:lnTo>
                  <a:lnTo>
                    <a:pt x="300" y="4081"/>
                  </a:lnTo>
                  <a:lnTo>
                    <a:pt x="233" y="4136"/>
                  </a:lnTo>
                  <a:lnTo>
                    <a:pt x="178" y="4192"/>
                  </a:lnTo>
                  <a:lnTo>
                    <a:pt x="122" y="4247"/>
                  </a:lnTo>
                  <a:lnTo>
                    <a:pt x="78" y="4303"/>
                  </a:lnTo>
                  <a:lnTo>
                    <a:pt x="45" y="4369"/>
                  </a:lnTo>
                  <a:lnTo>
                    <a:pt x="23" y="4424"/>
                  </a:lnTo>
                  <a:lnTo>
                    <a:pt x="12" y="4491"/>
                  </a:lnTo>
                  <a:lnTo>
                    <a:pt x="0" y="4558"/>
                  </a:lnTo>
                  <a:lnTo>
                    <a:pt x="12" y="4624"/>
                  </a:lnTo>
                  <a:lnTo>
                    <a:pt x="23" y="4691"/>
                  </a:lnTo>
                  <a:lnTo>
                    <a:pt x="56" y="4768"/>
                  </a:lnTo>
                  <a:lnTo>
                    <a:pt x="89" y="4835"/>
                  </a:lnTo>
                  <a:lnTo>
                    <a:pt x="13449" y="4835"/>
                  </a:lnTo>
                  <a:lnTo>
                    <a:pt x="13449" y="4768"/>
                  </a:lnTo>
                  <a:lnTo>
                    <a:pt x="13426" y="4702"/>
                  </a:lnTo>
                  <a:lnTo>
                    <a:pt x="13393" y="4646"/>
                  </a:lnTo>
                  <a:lnTo>
                    <a:pt x="13349" y="4591"/>
                  </a:lnTo>
                  <a:lnTo>
                    <a:pt x="13282" y="4546"/>
                  </a:lnTo>
                  <a:lnTo>
                    <a:pt x="13205" y="4502"/>
                  </a:lnTo>
                  <a:lnTo>
                    <a:pt x="13105" y="4469"/>
                  </a:lnTo>
                  <a:lnTo>
                    <a:pt x="13005" y="4436"/>
                  </a:lnTo>
                  <a:lnTo>
                    <a:pt x="12905" y="4402"/>
                  </a:lnTo>
                  <a:lnTo>
                    <a:pt x="12783" y="4380"/>
                  </a:lnTo>
                  <a:lnTo>
                    <a:pt x="12661" y="4369"/>
                  </a:lnTo>
                  <a:lnTo>
                    <a:pt x="12539" y="4358"/>
                  </a:lnTo>
                  <a:lnTo>
                    <a:pt x="12406" y="4358"/>
                  </a:lnTo>
                  <a:lnTo>
                    <a:pt x="12284" y="4369"/>
                  </a:lnTo>
                  <a:lnTo>
                    <a:pt x="12151" y="4380"/>
                  </a:lnTo>
                  <a:lnTo>
                    <a:pt x="12018" y="4402"/>
                  </a:lnTo>
                  <a:lnTo>
                    <a:pt x="12107" y="4336"/>
                  </a:lnTo>
                  <a:lnTo>
                    <a:pt x="12185" y="4258"/>
                  </a:lnTo>
                  <a:lnTo>
                    <a:pt x="12251" y="4192"/>
                  </a:lnTo>
                  <a:lnTo>
                    <a:pt x="12307" y="4114"/>
                  </a:lnTo>
                  <a:lnTo>
                    <a:pt x="12340" y="4025"/>
                  </a:lnTo>
                  <a:lnTo>
                    <a:pt x="12384" y="3948"/>
                  </a:lnTo>
                  <a:lnTo>
                    <a:pt x="12406" y="3859"/>
                  </a:lnTo>
                  <a:lnTo>
                    <a:pt x="12418" y="3781"/>
                  </a:lnTo>
                  <a:lnTo>
                    <a:pt x="12429" y="3693"/>
                  </a:lnTo>
                  <a:lnTo>
                    <a:pt x="12429" y="3604"/>
                  </a:lnTo>
                  <a:lnTo>
                    <a:pt x="12418" y="3515"/>
                  </a:lnTo>
                  <a:lnTo>
                    <a:pt x="12395" y="3438"/>
                  </a:lnTo>
                  <a:lnTo>
                    <a:pt x="12373" y="3349"/>
                  </a:lnTo>
                  <a:lnTo>
                    <a:pt x="12340" y="3260"/>
                  </a:lnTo>
                  <a:lnTo>
                    <a:pt x="12296" y="3183"/>
                  </a:lnTo>
                  <a:lnTo>
                    <a:pt x="12251" y="3105"/>
                  </a:lnTo>
                  <a:lnTo>
                    <a:pt x="12196" y="3028"/>
                  </a:lnTo>
                  <a:lnTo>
                    <a:pt x="12140" y="2961"/>
                  </a:lnTo>
                  <a:lnTo>
                    <a:pt x="12074" y="2895"/>
                  </a:lnTo>
                  <a:lnTo>
                    <a:pt x="12007" y="2828"/>
                  </a:lnTo>
                  <a:lnTo>
                    <a:pt x="11930" y="2761"/>
                  </a:lnTo>
                  <a:lnTo>
                    <a:pt x="11852" y="2717"/>
                  </a:lnTo>
                  <a:lnTo>
                    <a:pt x="11775" y="2662"/>
                  </a:lnTo>
                  <a:lnTo>
                    <a:pt x="11686" y="2617"/>
                  </a:lnTo>
                  <a:lnTo>
                    <a:pt x="11597" y="2584"/>
                  </a:lnTo>
                  <a:lnTo>
                    <a:pt x="11497" y="2562"/>
                  </a:lnTo>
                  <a:lnTo>
                    <a:pt x="11398" y="2540"/>
                  </a:lnTo>
                  <a:lnTo>
                    <a:pt x="11298" y="2529"/>
                  </a:lnTo>
                  <a:lnTo>
                    <a:pt x="11198" y="2518"/>
                  </a:lnTo>
                  <a:lnTo>
                    <a:pt x="11098" y="2529"/>
                  </a:lnTo>
                  <a:lnTo>
                    <a:pt x="10987" y="2540"/>
                  </a:lnTo>
                  <a:lnTo>
                    <a:pt x="10876" y="2562"/>
                  </a:lnTo>
                  <a:lnTo>
                    <a:pt x="10876" y="2562"/>
                  </a:lnTo>
                  <a:lnTo>
                    <a:pt x="10888" y="2518"/>
                  </a:lnTo>
                  <a:lnTo>
                    <a:pt x="10888" y="2473"/>
                  </a:lnTo>
                  <a:lnTo>
                    <a:pt x="10876" y="2440"/>
                  </a:lnTo>
                  <a:lnTo>
                    <a:pt x="10865" y="2396"/>
                  </a:lnTo>
                  <a:lnTo>
                    <a:pt x="10821" y="2340"/>
                  </a:lnTo>
                  <a:lnTo>
                    <a:pt x="10766" y="2285"/>
                  </a:lnTo>
                  <a:lnTo>
                    <a:pt x="10688" y="2251"/>
                  </a:lnTo>
                  <a:lnTo>
                    <a:pt x="10588" y="2229"/>
                  </a:lnTo>
                  <a:lnTo>
                    <a:pt x="10500" y="2207"/>
                  </a:lnTo>
                  <a:lnTo>
                    <a:pt x="10389" y="2207"/>
                  </a:lnTo>
                  <a:lnTo>
                    <a:pt x="10411" y="1952"/>
                  </a:lnTo>
                  <a:lnTo>
                    <a:pt x="10411" y="1841"/>
                  </a:lnTo>
                  <a:lnTo>
                    <a:pt x="10411" y="1730"/>
                  </a:lnTo>
                  <a:lnTo>
                    <a:pt x="10400" y="1631"/>
                  </a:lnTo>
                  <a:lnTo>
                    <a:pt x="10389" y="1531"/>
                  </a:lnTo>
                  <a:lnTo>
                    <a:pt x="10355" y="1442"/>
                  </a:lnTo>
                  <a:lnTo>
                    <a:pt x="10333" y="1365"/>
                  </a:lnTo>
                  <a:lnTo>
                    <a:pt x="10300" y="1287"/>
                  </a:lnTo>
                  <a:lnTo>
                    <a:pt x="10256" y="1220"/>
                  </a:lnTo>
                  <a:lnTo>
                    <a:pt x="10222" y="1165"/>
                  </a:lnTo>
                  <a:lnTo>
                    <a:pt x="10167" y="1110"/>
                  </a:lnTo>
                  <a:lnTo>
                    <a:pt x="10123" y="1054"/>
                  </a:lnTo>
                  <a:lnTo>
                    <a:pt x="10067" y="1021"/>
                  </a:lnTo>
                  <a:lnTo>
                    <a:pt x="10001" y="977"/>
                  </a:lnTo>
                  <a:lnTo>
                    <a:pt x="9945" y="943"/>
                  </a:lnTo>
                  <a:lnTo>
                    <a:pt x="9812" y="899"/>
                  </a:lnTo>
                  <a:lnTo>
                    <a:pt x="9668" y="877"/>
                  </a:lnTo>
                  <a:lnTo>
                    <a:pt x="9513" y="877"/>
                  </a:lnTo>
                  <a:lnTo>
                    <a:pt x="9358" y="888"/>
                  </a:lnTo>
                  <a:lnTo>
                    <a:pt x="9202" y="921"/>
                  </a:lnTo>
                  <a:lnTo>
                    <a:pt x="9047" y="977"/>
                  </a:lnTo>
                  <a:lnTo>
                    <a:pt x="8881" y="1032"/>
                  </a:lnTo>
                  <a:lnTo>
                    <a:pt x="8726" y="1121"/>
                  </a:lnTo>
                  <a:lnTo>
                    <a:pt x="8648" y="999"/>
                  </a:lnTo>
                  <a:lnTo>
                    <a:pt x="8548" y="888"/>
                  </a:lnTo>
                  <a:lnTo>
                    <a:pt x="8437" y="777"/>
                  </a:lnTo>
                  <a:lnTo>
                    <a:pt x="8315" y="666"/>
                  </a:lnTo>
                  <a:lnTo>
                    <a:pt x="8171" y="566"/>
                  </a:lnTo>
                  <a:lnTo>
                    <a:pt x="8027" y="478"/>
                  </a:lnTo>
                  <a:lnTo>
                    <a:pt x="7872" y="389"/>
                  </a:lnTo>
                  <a:lnTo>
                    <a:pt x="7706" y="311"/>
                  </a:lnTo>
                  <a:lnTo>
                    <a:pt x="7539" y="234"/>
                  </a:lnTo>
                  <a:lnTo>
                    <a:pt x="7362" y="167"/>
                  </a:lnTo>
                  <a:lnTo>
                    <a:pt x="7185" y="112"/>
                  </a:lnTo>
                  <a:lnTo>
                    <a:pt x="6996" y="67"/>
                  </a:lnTo>
                  <a:lnTo>
                    <a:pt x="6808" y="34"/>
                  </a:lnTo>
                  <a:lnTo>
                    <a:pt x="6630" y="12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13;p20">
              <a:extLst>
                <a:ext uri="{FF2B5EF4-FFF2-40B4-BE49-F238E27FC236}">
                  <a16:creationId xmlns:a16="http://schemas.microsoft.com/office/drawing/2014/main" id="{4F75FD99-E115-2BAC-3B86-90314CF775D4}"/>
                </a:ext>
              </a:extLst>
            </p:cNvPr>
            <p:cNvSpPr/>
            <p:nvPr/>
          </p:nvSpPr>
          <p:spPr>
            <a:xfrm>
              <a:off x="4224625" y="817400"/>
              <a:ext cx="993675" cy="1011950"/>
            </a:xfrm>
            <a:custGeom>
              <a:avLst/>
              <a:gdLst/>
              <a:ahLst/>
              <a:cxnLst/>
              <a:rect l="l" t="t" r="r" b="b"/>
              <a:pathLst>
                <a:path w="39747" h="40478" extrusionOk="0">
                  <a:moveTo>
                    <a:pt x="39746" y="0"/>
                  </a:moveTo>
                  <a:lnTo>
                    <a:pt x="39325" y="11"/>
                  </a:lnTo>
                  <a:lnTo>
                    <a:pt x="38904" y="45"/>
                  </a:lnTo>
                  <a:lnTo>
                    <a:pt x="38505" y="78"/>
                  </a:lnTo>
                  <a:lnTo>
                    <a:pt x="38106" y="133"/>
                  </a:lnTo>
                  <a:lnTo>
                    <a:pt x="37729" y="211"/>
                  </a:lnTo>
                  <a:lnTo>
                    <a:pt x="37352" y="288"/>
                  </a:lnTo>
                  <a:lnTo>
                    <a:pt x="36997" y="388"/>
                  </a:lnTo>
                  <a:lnTo>
                    <a:pt x="36642" y="488"/>
                  </a:lnTo>
                  <a:lnTo>
                    <a:pt x="36299" y="610"/>
                  </a:lnTo>
                  <a:lnTo>
                    <a:pt x="35955" y="732"/>
                  </a:lnTo>
                  <a:lnTo>
                    <a:pt x="35633" y="876"/>
                  </a:lnTo>
                  <a:lnTo>
                    <a:pt x="35312" y="1020"/>
                  </a:lnTo>
                  <a:lnTo>
                    <a:pt x="35001" y="1175"/>
                  </a:lnTo>
                  <a:lnTo>
                    <a:pt x="34702" y="1342"/>
                  </a:lnTo>
                  <a:lnTo>
                    <a:pt x="34414" y="1519"/>
                  </a:lnTo>
                  <a:lnTo>
                    <a:pt x="34126" y="1697"/>
                  </a:lnTo>
                  <a:lnTo>
                    <a:pt x="33848" y="1896"/>
                  </a:lnTo>
                  <a:lnTo>
                    <a:pt x="33582" y="2085"/>
                  </a:lnTo>
                  <a:lnTo>
                    <a:pt x="33316" y="2295"/>
                  </a:lnTo>
                  <a:lnTo>
                    <a:pt x="33061" y="2506"/>
                  </a:lnTo>
                  <a:lnTo>
                    <a:pt x="32806" y="2716"/>
                  </a:lnTo>
                  <a:lnTo>
                    <a:pt x="32562" y="2938"/>
                  </a:lnTo>
                  <a:lnTo>
                    <a:pt x="32318" y="3171"/>
                  </a:lnTo>
                  <a:lnTo>
                    <a:pt x="32086" y="3404"/>
                  </a:lnTo>
                  <a:lnTo>
                    <a:pt x="31642" y="3881"/>
                  </a:lnTo>
                  <a:lnTo>
                    <a:pt x="31210" y="4357"/>
                  </a:lnTo>
                  <a:lnTo>
                    <a:pt x="30788" y="4856"/>
                  </a:lnTo>
                  <a:lnTo>
                    <a:pt x="30400" y="5355"/>
                  </a:lnTo>
                  <a:lnTo>
                    <a:pt x="30012" y="5865"/>
                  </a:lnTo>
                  <a:lnTo>
                    <a:pt x="29647" y="6364"/>
                  </a:lnTo>
                  <a:lnTo>
                    <a:pt x="28926" y="7340"/>
                  </a:lnTo>
                  <a:lnTo>
                    <a:pt x="28582" y="7816"/>
                  </a:lnTo>
                  <a:lnTo>
                    <a:pt x="28238" y="8271"/>
                  </a:lnTo>
                  <a:lnTo>
                    <a:pt x="27906" y="8714"/>
                  </a:lnTo>
                  <a:lnTo>
                    <a:pt x="27562" y="9125"/>
                  </a:lnTo>
                  <a:lnTo>
                    <a:pt x="27230" y="9513"/>
                  </a:lnTo>
                  <a:lnTo>
                    <a:pt x="26886" y="9867"/>
                  </a:lnTo>
                  <a:lnTo>
                    <a:pt x="26709" y="10034"/>
                  </a:lnTo>
                  <a:lnTo>
                    <a:pt x="26531" y="10189"/>
                  </a:lnTo>
                  <a:lnTo>
                    <a:pt x="26354" y="10333"/>
                  </a:lnTo>
                  <a:lnTo>
                    <a:pt x="26176" y="10466"/>
                  </a:lnTo>
                  <a:lnTo>
                    <a:pt x="25999" y="10588"/>
                  </a:lnTo>
                  <a:lnTo>
                    <a:pt x="25811" y="10710"/>
                  </a:lnTo>
                  <a:lnTo>
                    <a:pt x="25633" y="10810"/>
                  </a:lnTo>
                  <a:lnTo>
                    <a:pt x="25445" y="10898"/>
                  </a:lnTo>
                  <a:lnTo>
                    <a:pt x="25245" y="10976"/>
                  </a:lnTo>
                  <a:lnTo>
                    <a:pt x="25057" y="11043"/>
                  </a:lnTo>
                  <a:lnTo>
                    <a:pt x="24857" y="11098"/>
                  </a:lnTo>
                  <a:lnTo>
                    <a:pt x="24646" y="11142"/>
                  </a:lnTo>
                  <a:lnTo>
                    <a:pt x="24358" y="11220"/>
                  </a:lnTo>
                  <a:lnTo>
                    <a:pt x="24081" y="11309"/>
                  </a:lnTo>
                  <a:lnTo>
                    <a:pt x="23815" y="11408"/>
                  </a:lnTo>
                  <a:lnTo>
                    <a:pt x="23549" y="11508"/>
                  </a:lnTo>
                  <a:lnTo>
                    <a:pt x="23294" y="11630"/>
                  </a:lnTo>
                  <a:lnTo>
                    <a:pt x="23050" y="11741"/>
                  </a:lnTo>
                  <a:lnTo>
                    <a:pt x="22806" y="11863"/>
                  </a:lnTo>
                  <a:lnTo>
                    <a:pt x="22573" y="11996"/>
                  </a:lnTo>
                  <a:lnTo>
                    <a:pt x="22340" y="12129"/>
                  </a:lnTo>
                  <a:lnTo>
                    <a:pt x="22119" y="12273"/>
                  </a:lnTo>
                  <a:lnTo>
                    <a:pt x="21897" y="12417"/>
                  </a:lnTo>
                  <a:lnTo>
                    <a:pt x="21686" y="12573"/>
                  </a:lnTo>
                  <a:lnTo>
                    <a:pt x="21487" y="12728"/>
                  </a:lnTo>
                  <a:lnTo>
                    <a:pt x="21276" y="12894"/>
                  </a:lnTo>
                  <a:lnTo>
                    <a:pt x="20888" y="13227"/>
                  </a:lnTo>
                  <a:lnTo>
                    <a:pt x="20522" y="13570"/>
                  </a:lnTo>
                  <a:lnTo>
                    <a:pt x="20167" y="13936"/>
                  </a:lnTo>
                  <a:lnTo>
                    <a:pt x="19824" y="14302"/>
                  </a:lnTo>
                  <a:lnTo>
                    <a:pt x="19491" y="14690"/>
                  </a:lnTo>
                  <a:lnTo>
                    <a:pt x="19181" y="15067"/>
                  </a:lnTo>
                  <a:lnTo>
                    <a:pt x="18870" y="15455"/>
                  </a:lnTo>
                  <a:lnTo>
                    <a:pt x="18272" y="16242"/>
                  </a:lnTo>
                  <a:lnTo>
                    <a:pt x="17684" y="17007"/>
                  </a:lnTo>
                  <a:lnTo>
                    <a:pt x="17385" y="17384"/>
                  </a:lnTo>
                  <a:lnTo>
                    <a:pt x="17096" y="17750"/>
                  </a:lnTo>
                  <a:lnTo>
                    <a:pt x="16797" y="18105"/>
                  </a:lnTo>
                  <a:lnTo>
                    <a:pt x="16487" y="18437"/>
                  </a:lnTo>
                  <a:lnTo>
                    <a:pt x="16176" y="18770"/>
                  </a:lnTo>
                  <a:lnTo>
                    <a:pt x="15855" y="19069"/>
                  </a:lnTo>
                  <a:lnTo>
                    <a:pt x="15511" y="19358"/>
                  </a:lnTo>
                  <a:lnTo>
                    <a:pt x="15345" y="19491"/>
                  </a:lnTo>
                  <a:lnTo>
                    <a:pt x="15167" y="19624"/>
                  </a:lnTo>
                  <a:lnTo>
                    <a:pt x="14990" y="19746"/>
                  </a:lnTo>
                  <a:lnTo>
                    <a:pt x="14813" y="19857"/>
                  </a:lnTo>
                  <a:lnTo>
                    <a:pt x="14624" y="19967"/>
                  </a:lnTo>
                  <a:lnTo>
                    <a:pt x="14424" y="20067"/>
                  </a:lnTo>
                  <a:lnTo>
                    <a:pt x="14236" y="20167"/>
                  </a:lnTo>
                  <a:lnTo>
                    <a:pt x="14036" y="20256"/>
                  </a:lnTo>
                  <a:lnTo>
                    <a:pt x="13826" y="20333"/>
                  </a:lnTo>
                  <a:lnTo>
                    <a:pt x="13615" y="20411"/>
                  </a:lnTo>
                  <a:lnTo>
                    <a:pt x="13393" y="20466"/>
                  </a:lnTo>
                  <a:lnTo>
                    <a:pt x="13172" y="20522"/>
                  </a:lnTo>
                  <a:lnTo>
                    <a:pt x="12950" y="20577"/>
                  </a:lnTo>
                  <a:lnTo>
                    <a:pt x="12717" y="20610"/>
                  </a:lnTo>
                  <a:lnTo>
                    <a:pt x="12218" y="20666"/>
                  </a:lnTo>
                  <a:lnTo>
                    <a:pt x="11719" y="20732"/>
                  </a:lnTo>
                  <a:lnTo>
                    <a:pt x="11232" y="20821"/>
                  </a:lnTo>
                  <a:lnTo>
                    <a:pt x="10755" y="20910"/>
                  </a:lnTo>
                  <a:lnTo>
                    <a:pt x="10289" y="21021"/>
                  </a:lnTo>
                  <a:lnTo>
                    <a:pt x="9824" y="21132"/>
                  </a:lnTo>
                  <a:lnTo>
                    <a:pt x="9358" y="21253"/>
                  </a:lnTo>
                  <a:lnTo>
                    <a:pt x="8903" y="21387"/>
                  </a:lnTo>
                  <a:lnTo>
                    <a:pt x="8460" y="21531"/>
                  </a:lnTo>
                  <a:lnTo>
                    <a:pt x="8016" y="21675"/>
                  </a:lnTo>
                  <a:lnTo>
                    <a:pt x="7584" y="21841"/>
                  </a:lnTo>
                  <a:lnTo>
                    <a:pt x="7163" y="22007"/>
                  </a:lnTo>
                  <a:lnTo>
                    <a:pt x="6741" y="22174"/>
                  </a:lnTo>
                  <a:lnTo>
                    <a:pt x="6320" y="22362"/>
                  </a:lnTo>
                  <a:lnTo>
                    <a:pt x="5921" y="22540"/>
                  </a:lnTo>
                  <a:lnTo>
                    <a:pt x="5511" y="22739"/>
                  </a:lnTo>
                  <a:lnTo>
                    <a:pt x="5123" y="22939"/>
                  </a:lnTo>
                  <a:lnTo>
                    <a:pt x="4735" y="23138"/>
                  </a:lnTo>
                  <a:lnTo>
                    <a:pt x="4347" y="23349"/>
                  </a:lnTo>
                  <a:lnTo>
                    <a:pt x="3981" y="23571"/>
                  </a:lnTo>
                  <a:lnTo>
                    <a:pt x="3604" y="23792"/>
                  </a:lnTo>
                  <a:lnTo>
                    <a:pt x="3249" y="24014"/>
                  </a:lnTo>
                  <a:lnTo>
                    <a:pt x="2540" y="24469"/>
                  </a:lnTo>
                  <a:lnTo>
                    <a:pt x="1863" y="24934"/>
                  </a:lnTo>
                  <a:lnTo>
                    <a:pt x="1220" y="25400"/>
                  </a:lnTo>
                  <a:lnTo>
                    <a:pt x="599" y="25877"/>
                  </a:lnTo>
                  <a:lnTo>
                    <a:pt x="1" y="26364"/>
                  </a:lnTo>
                  <a:lnTo>
                    <a:pt x="1" y="40478"/>
                  </a:lnTo>
                  <a:lnTo>
                    <a:pt x="39602" y="40478"/>
                  </a:lnTo>
                  <a:lnTo>
                    <a:pt x="39669" y="21287"/>
                  </a:lnTo>
                  <a:lnTo>
                    <a:pt x="39724" y="7495"/>
                  </a:lnTo>
                  <a:lnTo>
                    <a:pt x="397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14;p20">
              <a:extLst>
                <a:ext uri="{FF2B5EF4-FFF2-40B4-BE49-F238E27FC236}">
                  <a16:creationId xmlns:a16="http://schemas.microsoft.com/office/drawing/2014/main" id="{76E3A7CE-AD31-C8AA-443A-90B7CBF8E696}"/>
                </a:ext>
              </a:extLst>
            </p:cNvPr>
            <p:cNvSpPr/>
            <p:nvPr/>
          </p:nvSpPr>
          <p:spPr>
            <a:xfrm>
              <a:off x="4461325" y="1274450"/>
              <a:ext cx="770000" cy="554625"/>
            </a:xfrm>
            <a:custGeom>
              <a:avLst/>
              <a:gdLst/>
              <a:ahLst/>
              <a:cxnLst/>
              <a:rect l="l" t="t" r="r" b="b"/>
              <a:pathLst>
                <a:path w="30800" h="22185" extrusionOk="0">
                  <a:moveTo>
                    <a:pt x="24857" y="0"/>
                  </a:moveTo>
                  <a:lnTo>
                    <a:pt x="24369" y="22"/>
                  </a:lnTo>
                  <a:lnTo>
                    <a:pt x="23859" y="56"/>
                  </a:lnTo>
                  <a:lnTo>
                    <a:pt x="23360" y="100"/>
                  </a:lnTo>
                  <a:lnTo>
                    <a:pt x="22850" y="167"/>
                  </a:lnTo>
                  <a:lnTo>
                    <a:pt x="22983" y="167"/>
                  </a:lnTo>
                  <a:lnTo>
                    <a:pt x="23150" y="178"/>
                  </a:lnTo>
                  <a:lnTo>
                    <a:pt x="23349" y="211"/>
                  </a:lnTo>
                  <a:lnTo>
                    <a:pt x="23571" y="266"/>
                  </a:lnTo>
                  <a:lnTo>
                    <a:pt x="23815" y="333"/>
                  </a:lnTo>
                  <a:lnTo>
                    <a:pt x="24081" y="410"/>
                  </a:lnTo>
                  <a:lnTo>
                    <a:pt x="24658" y="599"/>
                  </a:lnTo>
                  <a:lnTo>
                    <a:pt x="25267" y="810"/>
                  </a:lnTo>
                  <a:lnTo>
                    <a:pt x="25877" y="1053"/>
                  </a:lnTo>
                  <a:lnTo>
                    <a:pt x="26454" y="1286"/>
                  </a:lnTo>
                  <a:lnTo>
                    <a:pt x="26975" y="1519"/>
                  </a:lnTo>
                  <a:lnTo>
                    <a:pt x="26975" y="1519"/>
                  </a:lnTo>
                  <a:lnTo>
                    <a:pt x="26531" y="1486"/>
                  </a:lnTo>
                  <a:lnTo>
                    <a:pt x="26088" y="1464"/>
                  </a:lnTo>
                  <a:lnTo>
                    <a:pt x="25633" y="1453"/>
                  </a:lnTo>
                  <a:lnTo>
                    <a:pt x="25168" y="1464"/>
                  </a:lnTo>
                  <a:lnTo>
                    <a:pt x="24702" y="1486"/>
                  </a:lnTo>
                  <a:lnTo>
                    <a:pt x="24236" y="1519"/>
                  </a:lnTo>
                  <a:lnTo>
                    <a:pt x="23771" y="1563"/>
                  </a:lnTo>
                  <a:lnTo>
                    <a:pt x="23305" y="1619"/>
                  </a:lnTo>
                  <a:lnTo>
                    <a:pt x="22839" y="1696"/>
                  </a:lnTo>
                  <a:lnTo>
                    <a:pt x="22374" y="1774"/>
                  </a:lnTo>
                  <a:lnTo>
                    <a:pt x="21908" y="1874"/>
                  </a:lnTo>
                  <a:lnTo>
                    <a:pt x="21453" y="1974"/>
                  </a:lnTo>
                  <a:lnTo>
                    <a:pt x="20999" y="2096"/>
                  </a:lnTo>
                  <a:lnTo>
                    <a:pt x="20555" y="2229"/>
                  </a:lnTo>
                  <a:lnTo>
                    <a:pt x="20112" y="2373"/>
                  </a:lnTo>
                  <a:lnTo>
                    <a:pt x="19669" y="2539"/>
                  </a:lnTo>
                  <a:lnTo>
                    <a:pt x="19247" y="2705"/>
                  </a:lnTo>
                  <a:lnTo>
                    <a:pt x="18826" y="2883"/>
                  </a:lnTo>
                  <a:lnTo>
                    <a:pt x="18427" y="3071"/>
                  </a:lnTo>
                  <a:lnTo>
                    <a:pt x="18028" y="3271"/>
                  </a:lnTo>
                  <a:lnTo>
                    <a:pt x="17640" y="3493"/>
                  </a:lnTo>
                  <a:lnTo>
                    <a:pt x="17274" y="3714"/>
                  </a:lnTo>
                  <a:lnTo>
                    <a:pt x="16919" y="3947"/>
                  </a:lnTo>
                  <a:lnTo>
                    <a:pt x="16575" y="4202"/>
                  </a:lnTo>
                  <a:lnTo>
                    <a:pt x="16254" y="4457"/>
                  </a:lnTo>
                  <a:lnTo>
                    <a:pt x="15943" y="4723"/>
                  </a:lnTo>
                  <a:lnTo>
                    <a:pt x="15655" y="5011"/>
                  </a:lnTo>
                  <a:lnTo>
                    <a:pt x="15389" y="5300"/>
                  </a:lnTo>
                  <a:lnTo>
                    <a:pt x="15145" y="5599"/>
                  </a:lnTo>
                  <a:lnTo>
                    <a:pt x="14912" y="5909"/>
                  </a:lnTo>
                  <a:lnTo>
                    <a:pt x="14713" y="6231"/>
                  </a:lnTo>
                  <a:lnTo>
                    <a:pt x="14524" y="6564"/>
                  </a:lnTo>
                  <a:lnTo>
                    <a:pt x="14336" y="6929"/>
                  </a:lnTo>
                  <a:lnTo>
                    <a:pt x="14136" y="7284"/>
                  </a:lnTo>
                  <a:lnTo>
                    <a:pt x="13948" y="7617"/>
                  </a:lnTo>
                  <a:lnTo>
                    <a:pt x="13748" y="7949"/>
                  </a:lnTo>
                  <a:lnTo>
                    <a:pt x="13360" y="8570"/>
                  </a:lnTo>
                  <a:lnTo>
                    <a:pt x="12961" y="9158"/>
                  </a:lnTo>
                  <a:lnTo>
                    <a:pt x="12573" y="9690"/>
                  </a:lnTo>
                  <a:lnTo>
                    <a:pt x="12174" y="10189"/>
                  </a:lnTo>
                  <a:lnTo>
                    <a:pt x="11786" y="10655"/>
                  </a:lnTo>
                  <a:lnTo>
                    <a:pt x="11398" y="11076"/>
                  </a:lnTo>
                  <a:lnTo>
                    <a:pt x="11010" y="11475"/>
                  </a:lnTo>
                  <a:lnTo>
                    <a:pt x="10633" y="11830"/>
                  </a:lnTo>
                  <a:lnTo>
                    <a:pt x="10267" y="12162"/>
                  </a:lnTo>
                  <a:lnTo>
                    <a:pt x="9901" y="12473"/>
                  </a:lnTo>
                  <a:lnTo>
                    <a:pt x="9546" y="12750"/>
                  </a:lnTo>
                  <a:lnTo>
                    <a:pt x="9203" y="13005"/>
                  </a:lnTo>
                  <a:lnTo>
                    <a:pt x="8870" y="13249"/>
                  </a:lnTo>
                  <a:lnTo>
                    <a:pt x="8549" y="13460"/>
                  </a:lnTo>
                  <a:lnTo>
                    <a:pt x="9025" y="13304"/>
                  </a:lnTo>
                  <a:lnTo>
                    <a:pt x="9524" y="13127"/>
                  </a:lnTo>
                  <a:lnTo>
                    <a:pt x="10067" y="12938"/>
                  </a:lnTo>
                  <a:lnTo>
                    <a:pt x="10345" y="12828"/>
                  </a:lnTo>
                  <a:lnTo>
                    <a:pt x="10622" y="12706"/>
                  </a:lnTo>
                  <a:lnTo>
                    <a:pt x="10910" y="12561"/>
                  </a:lnTo>
                  <a:lnTo>
                    <a:pt x="11198" y="12417"/>
                  </a:lnTo>
                  <a:lnTo>
                    <a:pt x="11498" y="12251"/>
                  </a:lnTo>
                  <a:lnTo>
                    <a:pt x="11786" y="12063"/>
                  </a:lnTo>
                  <a:lnTo>
                    <a:pt x="12085" y="11852"/>
                  </a:lnTo>
                  <a:lnTo>
                    <a:pt x="12385" y="11630"/>
                  </a:lnTo>
                  <a:lnTo>
                    <a:pt x="12684" y="11375"/>
                  </a:lnTo>
                  <a:lnTo>
                    <a:pt x="12983" y="11098"/>
                  </a:lnTo>
                  <a:lnTo>
                    <a:pt x="12662" y="11575"/>
                  </a:lnTo>
                  <a:lnTo>
                    <a:pt x="12329" y="12029"/>
                  </a:lnTo>
                  <a:lnTo>
                    <a:pt x="11985" y="12462"/>
                  </a:lnTo>
                  <a:lnTo>
                    <a:pt x="11620" y="12872"/>
                  </a:lnTo>
                  <a:lnTo>
                    <a:pt x="11243" y="13260"/>
                  </a:lnTo>
                  <a:lnTo>
                    <a:pt x="10866" y="13626"/>
                  </a:lnTo>
                  <a:lnTo>
                    <a:pt x="10467" y="13981"/>
                  </a:lnTo>
                  <a:lnTo>
                    <a:pt x="10067" y="14302"/>
                  </a:lnTo>
                  <a:lnTo>
                    <a:pt x="9657" y="14613"/>
                  </a:lnTo>
                  <a:lnTo>
                    <a:pt x="9247" y="14901"/>
                  </a:lnTo>
                  <a:lnTo>
                    <a:pt x="8815" y="15178"/>
                  </a:lnTo>
                  <a:lnTo>
                    <a:pt x="8393" y="15433"/>
                  </a:lnTo>
                  <a:lnTo>
                    <a:pt x="7950" y="15677"/>
                  </a:lnTo>
                  <a:lnTo>
                    <a:pt x="7518" y="15899"/>
                  </a:lnTo>
                  <a:lnTo>
                    <a:pt x="7074" y="16109"/>
                  </a:lnTo>
                  <a:lnTo>
                    <a:pt x="6631" y="16298"/>
                  </a:lnTo>
                  <a:lnTo>
                    <a:pt x="6187" y="16475"/>
                  </a:lnTo>
                  <a:lnTo>
                    <a:pt x="5744" y="16641"/>
                  </a:lnTo>
                  <a:lnTo>
                    <a:pt x="5300" y="16797"/>
                  </a:lnTo>
                  <a:lnTo>
                    <a:pt x="4857" y="16941"/>
                  </a:lnTo>
                  <a:lnTo>
                    <a:pt x="4413" y="17063"/>
                  </a:lnTo>
                  <a:lnTo>
                    <a:pt x="3981" y="17185"/>
                  </a:lnTo>
                  <a:lnTo>
                    <a:pt x="3548" y="17296"/>
                  </a:lnTo>
                  <a:lnTo>
                    <a:pt x="3127" y="17384"/>
                  </a:lnTo>
                  <a:lnTo>
                    <a:pt x="2706" y="17473"/>
                  </a:lnTo>
                  <a:lnTo>
                    <a:pt x="2285" y="17551"/>
                  </a:lnTo>
                  <a:lnTo>
                    <a:pt x="1486" y="17684"/>
                  </a:lnTo>
                  <a:lnTo>
                    <a:pt x="721" y="17794"/>
                  </a:lnTo>
                  <a:lnTo>
                    <a:pt x="1" y="17872"/>
                  </a:lnTo>
                  <a:lnTo>
                    <a:pt x="378" y="22185"/>
                  </a:lnTo>
                  <a:lnTo>
                    <a:pt x="30800" y="22185"/>
                  </a:lnTo>
                  <a:lnTo>
                    <a:pt x="30744" y="19313"/>
                  </a:lnTo>
                  <a:lnTo>
                    <a:pt x="30622" y="12805"/>
                  </a:lnTo>
                  <a:lnTo>
                    <a:pt x="30556" y="9169"/>
                  </a:lnTo>
                  <a:lnTo>
                    <a:pt x="30478" y="5810"/>
                  </a:lnTo>
                  <a:lnTo>
                    <a:pt x="30400" y="3127"/>
                  </a:lnTo>
                  <a:lnTo>
                    <a:pt x="30367" y="2151"/>
                  </a:lnTo>
                  <a:lnTo>
                    <a:pt x="30345" y="1497"/>
                  </a:lnTo>
                  <a:lnTo>
                    <a:pt x="30134" y="1364"/>
                  </a:lnTo>
                  <a:lnTo>
                    <a:pt x="29924" y="1231"/>
                  </a:lnTo>
                  <a:lnTo>
                    <a:pt x="29713" y="1109"/>
                  </a:lnTo>
                  <a:lnTo>
                    <a:pt x="29502" y="998"/>
                  </a:lnTo>
                  <a:lnTo>
                    <a:pt x="29281" y="887"/>
                  </a:lnTo>
                  <a:lnTo>
                    <a:pt x="29070" y="787"/>
                  </a:lnTo>
                  <a:lnTo>
                    <a:pt x="28848" y="699"/>
                  </a:lnTo>
                  <a:lnTo>
                    <a:pt x="28627" y="610"/>
                  </a:lnTo>
                  <a:lnTo>
                    <a:pt x="28183" y="455"/>
                  </a:lnTo>
                  <a:lnTo>
                    <a:pt x="27729" y="322"/>
                  </a:lnTo>
                  <a:lnTo>
                    <a:pt x="27263" y="211"/>
                  </a:lnTo>
                  <a:lnTo>
                    <a:pt x="26797" y="133"/>
                  </a:lnTo>
                  <a:lnTo>
                    <a:pt x="26321" y="67"/>
                  </a:lnTo>
                  <a:lnTo>
                    <a:pt x="25844" y="22"/>
                  </a:lnTo>
                  <a:lnTo>
                    <a:pt x="25356" y="0"/>
                  </a:lnTo>
                  <a:close/>
                </a:path>
              </a:pathLst>
            </a:custGeom>
            <a:solidFill>
              <a:srgbClr val="5555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15;p20">
              <a:extLst>
                <a:ext uri="{FF2B5EF4-FFF2-40B4-BE49-F238E27FC236}">
                  <a16:creationId xmlns:a16="http://schemas.microsoft.com/office/drawing/2014/main" id="{362E9602-5E7A-70AB-A3A0-FF374996F4CA}"/>
                </a:ext>
              </a:extLst>
            </p:cNvPr>
            <p:cNvSpPr/>
            <p:nvPr/>
          </p:nvSpPr>
          <p:spPr>
            <a:xfrm>
              <a:off x="3254550" y="985350"/>
              <a:ext cx="1475375" cy="844000"/>
            </a:xfrm>
            <a:custGeom>
              <a:avLst/>
              <a:gdLst/>
              <a:ahLst/>
              <a:cxnLst/>
              <a:rect l="l" t="t" r="r" b="b"/>
              <a:pathLst>
                <a:path w="59015" h="33760" extrusionOk="0">
                  <a:moveTo>
                    <a:pt x="0" y="1"/>
                  </a:moveTo>
                  <a:lnTo>
                    <a:pt x="0" y="33760"/>
                  </a:lnTo>
                  <a:lnTo>
                    <a:pt x="59015" y="33760"/>
                  </a:lnTo>
                  <a:lnTo>
                    <a:pt x="58959" y="33616"/>
                  </a:lnTo>
                  <a:lnTo>
                    <a:pt x="58893" y="33472"/>
                  </a:lnTo>
                  <a:lnTo>
                    <a:pt x="58815" y="33339"/>
                  </a:lnTo>
                  <a:lnTo>
                    <a:pt x="58715" y="33205"/>
                  </a:lnTo>
                  <a:lnTo>
                    <a:pt x="58616" y="33084"/>
                  </a:lnTo>
                  <a:lnTo>
                    <a:pt x="58494" y="32962"/>
                  </a:lnTo>
                  <a:lnTo>
                    <a:pt x="58361" y="32851"/>
                  </a:lnTo>
                  <a:lnTo>
                    <a:pt x="58216" y="32740"/>
                  </a:lnTo>
                  <a:lnTo>
                    <a:pt x="58072" y="32629"/>
                  </a:lnTo>
                  <a:lnTo>
                    <a:pt x="57906" y="32518"/>
                  </a:lnTo>
                  <a:lnTo>
                    <a:pt x="57729" y="32418"/>
                  </a:lnTo>
                  <a:lnTo>
                    <a:pt x="57551" y="32319"/>
                  </a:lnTo>
                  <a:lnTo>
                    <a:pt x="57152" y="32130"/>
                  </a:lnTo>
                  <a:lnTo>
                    <a:pt x="56720" y="31942"/>
                  </a:lnTo>
                  <a:lnTo>
                    <a:pt x="56254" y="31764"/>
                  </a:lnTo>
                  <a:lnTo>
                    <a:pt x="55766" y="31587"/>
                  </a:lnTo>
                  <a:lnTo>
                    <a:pt x="55245" y="31421"/>
                  </a:lnTo>
                  <a:lnTo>
                    <a:pt x="54691" y="31243"/>
                  </a:lnTo>
                  <a:lnTo>
                    <a:pt x="53538" y="30888"/>
                  </a:lnTo>
                  <a:lnTo>
                    <a:pt x="52307" y="30511"/>
                  </a:lnTo>
                  <a:lnTo>
                    <a:pt x="51675" y="30312"/>
                  </a:lnTo>
                  <a:lnTo>
                    <a:pt x="51032" y="30090"/>
                  </a:lnTo>
                  <a:lnTo>
                    <a:pt x="50389" y="29857"/>
                  </a:lnTo>
                  <a:lnTo>
                    <a:pt x="49735" y="29613"/>
                  </a:lnTo>
                  <a:lnTo>
                    <a:pt x="49081" y="29336"/>
                  </a:lnTo>
                  <a:lnTo>
                    <a:pt x="48427" y="29048"/>
                  </a:lnTo>
                  <a:lnTo>
                    <a:pt x="47784" y="28738"/>
                  </a:lnTo>
                  <a:lnTo>
                    <a:pt x="47462" y="28571"/>
                  </a:lnTo>
                  <a:lnTo>
                    <a:pt x="47141" y="28405"/>
                  </a:lnTo>
                  <a:lnTo>
                    <a:pt x="46830" y="28228"/>
                  </a:lnTo>
                  <a:lnTo>
                    <a:pt x="46509" y="28039"/>
                  </a:lnTo>
                  <a:lnTo>
                    <a:pt x="46199" y="27851"/>
                  </a:lnTo>
                  <a:lnTo>
                    <a:pt x="45888" y="27651"/>
                  </a:lnTo>
                  <a:lnTo>
                    <a:pt x="45589" y="27440"/>
                  </a:lnTo>
                  <a:lnTo>
                    <a:pt x="45289" y="27219"/>
                  </a:lnTo>
                  <a:lnTo>
                    <a:pt x="44990" y="26997"/>
                  </a:lnTo>
                  <a:lnTo>
                    <a:pt x="44702" y="26764"/>
                  </a:lnTo>
                  <a:lnTo>
                    <a:pt x="44414" y="26520"/>
                  </a:lnTo>
                  <a:lnTo>
                    <a:pt x="44136" y="26265"/>
                  </a:lnTo>
                  <a:lnTo>
                    <a:pt x="43859" y="26010"/>
                  </a:lnTo>
                  <a:lnTo>
                    <a:pt x="43593" y="25744"/>
                  </a:lnTo>
                  <a:lnTo>
                    <a:pt x="43327" y="25456"/>
                  </a:lnTo>
                  <a:lnTo>
                    <a:pt x="43072" y="25168"/>
                  </a:lnTo>
                  <a:lnTo>
                    <a:pt x="42828" y="24868"/>
                  </a:lnTo>
                  <a:lnTo>
                    <a:pt x="42584" y="24558"/>
                  </a:lnTo>
                  <a:lnTo>
                    <a:pt x="42218" y="23981"/>
                  </a:lnTo>
                  <a:lnTo>
                    <a:pt x="41841" y="23438"/>
                  </a:lnTo>
                  <a:lnTo>
                    <a:pt x="41465" y="22906"/>
                  </a:lnTo>
                  <a:lnTo>
                    <a:pt x="41099" y="22396"/>
                  </a:lnTo>
                  <a:lnTo>
                    <a:pt x="40722" y="21897"/>
                  </a:lnTo>
                  <a:lnTo>
                    <a:pt x="40345" y="21420"/>
                  </a:lnTo>
                  <a:lnTo>
                    <a:pt x="39979" y="20966"/>
                  </a:lnTo>
                  <a:lnTo>
                    <a:pt x="39602" y="20533"/>
                  </a:lnTo>
                  <a:lnTo>
                    <a:pt x="39225" y="20112"/>
                  </a:lnTo>
                  <a:lnTo>
                    <a:pt x="38859" y="19702"/>
                  </a:lnTo>
                  <a:lnTo>
                    <a:pt x="38482" y="19314"/>
                  </a:lnTo>
                  <a:lnTo>
                    <a:pt x="38116" y="18937"/>
                  </a:lnTo>
                  <a:lnTo>
                    <a:pt x="37739" y="18582"/>
                  </a:lnTo>
                  <a:lnTo>
                    <a:pt x="37374" y="18238"/>
                  </a:lnTo>
                  <a:lnTo>
                    <a:pt x="37008" y="17906"/>
                  </a:lnTo>
                  <a:lnTo>
                    <a:pt x="36642" y="17584"/>
                  </a:lnTo>
                  <a:lnTo>
                    <a:pt x="36276" y="17285"/>
                  </a:lnTo>
                  <a:lnTo>
                    <a:pt x="35910" y="16997"/>
                  </a:lnTo>
                  <a:lnTo>
                    <a:pt x="35544" y="16720"/>
                  </a:lnTo>
                  <a:lnTo>
                    <a:pt x="35189" y="16453"/>
                  </a:lnTo>
                  <a:lnTo>
                    <a:pt x="34835" y="16198"/>
                  </a:lnTo>
                  <a:lnTo>
                    <a:pt x="34480" y="15955"/>
                  </a:lnTo>
                  <a:lnTo>
                    <a:pt x="34125" y="15722"/>
                  </a:lnTo>
                  <a:lnTo>
                    <a:pt x="33770" y="15489"/>
                  </a:lnTo>
                  <a:lnTo>
                    <a:pt x="33072" y="15068"/>
                  </a:lnTo>
                  <a:lnTo>
                    <a:pt x="32396" y="14691"/>
                  </a:lnTo>
                  <a:lnTo>
                    <a:pt x="31719" y="14336"/>
                  </a:lnTo>
                  <a:lnTo>
                    <a:pt x="31065" y="14003"/>
                  </a:lnTo>
                  <a:lnTo>
                    <a:pt x="30544" y="13759"/>
                  </a:lnTo>
                  <a:lnTo>
                    <a:pt x="30023" y="13538"/>
                  </a:lnTo>
                  <a:lnTo>
                    <a:pt x="29480" y="13327"/>
                  </a:lnTo>
                  <a:lnTo>
                    <a:pt x="28948" y="13139"/>
                  </a:lnTo>
                  <a:lnTo>
                    <a:pt x="28393" y="12961"/>
                  </a:lnTo>
                  <a:lnTo>
                    <a:pt x="27850" y="12806"/>
                  </a:lnTo>
                  <a:lnTo>
                    <a:pt x="27296" y="12651"/>
                  </a:lnTo>
                  <a:lnTo>
                    <a:pt x="26741" y="12507"/>
                  </a:lnTo>
                  <a:lnTo>
                    <a:pt x="25622" y="12229"/>
                  </a:lnTo>
                  <a:lnTo>
                    <a:pt x="24502" y="11963"/>
                  </a:lnTo>
                  <a:lnTo>
                    <a:pt x="23382" y="11686"/>
                  </a:lnTo>
                  <a:lnTo>
                    <a:pt x="22828" y="11553"/>
                  </a:lnTo>
                  <a:lnTo>
                    <a:pt x="22273" y="11398"/>
                  </a:lnTo>
                  <a:lnTo>
                    <a:pt x="21730" y="11243"/>
                  </a:lnTo>
                  <a:lnTo>
                    <a:pt x="21187" y="11076"/>
                  </a:lnTo>
                  <a:lnTo>
                    <a:pt x="20644" y="10899"/>
                  </a:lnTo>
                  <a:lnTo>
                    <a:pt x="20112" y="10699"/>
                  </a:lnTo>
                  <a:lnTo>
                    <a:pt x="19579" y="10489"/>
                  </a:lnTo>
                  <a:lnTo>
                    <a:pt x="19069" y="10256"/>
                  </a:lnTo>
                  <a:lnTo>
                    <a:pt x="18559" y="10012"/>
                  </a:lnTo>
                  <a:lnTo>
                    <a:pt x="18049" y="9735"/>
                  </a:lnTo>
                  <a:lnTo>
                    <a:pt x="17806" y="9591"/>
                  </a:lnTo>
                  <a:lnTo>
                    <a:pt x="17562" y="9436"/>
                  </a:lnTo>
                  <a:lnTo>
                    <a:pt x="17318" y="9280"/>
                  </a:lnTo>
                  <a:lnTo>
                    <a:pt x="17074" y="9114"/>
                  </a:lnTo>
                  <a:lnTo>
                    <a:pt x="16841" y="8948"/>
                  </a:lnTo>
                  <a:lnTo>
                    <a:pt x="16608" y="8770"/>
                  </a:lnTo>
                  <a:lnTo>
                    <a:pt x="16375" y="8582"/>
                  </a:lnTo>
                  <a:lnTo>
                    <a:pt x="16143" y="8393"/>
                  </a:lnTo>
                  <a:lnTo>
                    <a:pt x="15921" y="8194"/>
                  </a:lnTo>
                  <a:lnTo>
                    <a:pt x="15699" y="7983"/>
                  </a:lnTo>
                  <a:lnTo>
                    <a:pt x="15477" y="7761"/>
                  </a:lnTo>
                  <a:lnTo>
                    <a:pt x="15267" y="7540"/>
                  </a:lnTo>
                  <a:lnTo>
                    <a:pt x="15056" y="7307"/>
                  </a:lnTo>
                  <a:lnTo>
                    <a:pt x="14845" y="7063"/>
                  </a:lnTo>
                  <a:lnTo>
                    <a:pt x="14635" y="6808"/>
                  </a:lnTo>
                  <a:lnTo>
                    <a:pt x="14435" y="6542"/>
                  </a:lnTo>
                  <a:lnTo>
                    <a:pt x="14091" y="6087"/>
                  </a:lnTo>
                  <a:lnTo>
                    <a:pt x="13737" y="5644"/>
                  </a:lnTo>
                  <a:lnTo>
                    <a:pt x="13382" y="5234"/>
                  </a:lnTo>
                  <a:lnTo>
                    <a:pt x="13027" y="4835"/>
                  </a:lnTo>
                  <a:lnTo>
                    <a:pt x="12672" y="4458"/>
                  </a:lnTo>
                  <a:lnTo>
                    <a:pt x="12307" y="4092"/>
                  </a:lnTo>
                  <a:lnTo>
                    <a:pt x="11941" y="3748"/>
                  </a:lnTo>
                  <a:lnTo>
                    <a:pt x="11575" y="3427"/>
                  </a:lnTo>
                  <a:lnTo>
                    <a:pt x="11198" y="3127"/>
                  </a:lnTo>
                  <a:lnTo>
                    <a:pt x="10821" y="2839"/>
                  </a:lnTo>
                  <a:lnTo>
                    <a:pt x="10433" y="2562"/>
                  </a:lnTo>
                  <a:lnTo>
                    <a:pt x="10034" y="2307"/>
                  </a:lnTo>
                  <a:lnTo>
                    <a:pt x="9635" y="2074"/>
                  </a:lnTo>
                  <a:lnTo>
                    <a:pt x="9224" y="1841"/>
                  </a:lnTo>
                  <a:lnTo>
                    <a:pt x="8814" y="1642"/>
                  </a:lnTo>
                  <a:lnTo>
                    <a:pt x="8382" y="1442"/>
                  </a:lnTo>
                  <a:lnTo>
                    <a:pt x="7949" y="1265"/>
                  </a:lnTo>
                  <a:lnTo>
                    <a:pt x="7506" y="1098"/>
                  </a:lnTo>
                  <a:lnTo>
                    <a:pt x="7051" y="943"/>
                  </a:lnTo>
                  <a:lnTo>
                    <a:pt x="6586" y="810"/>
                  </a:lnTo>
                  <a:lnTo>
                    <a:pt x="6109" y="677"/>
                  </a:lnTo>
                  <a:lnTo>
                    <a:pt x="5632" y="566"/>
                  </a:lnTo>
                  <a:lnTo>
                    <a:pt x="5122" y="466"/>
                  </a:lnTo>
                  <a:lnTo>
                    <a:pt x="4612" y="367"/>
                  </a:lnTo>
                  <a:lnTo>
                    <a:pt x="4091" y="289"/>
                  </a:lnTo>
                  <a:lnTo>
                    <a:pt x="3548" y="223"/>
                  </a:lnTo>
                  <a:lnTo>
                    <a:pt x="2994" y="156"/>
                  </a:lnTo>
                  <a:lnTo>
                    <a:pt x="2428" y="112"/>
                  </a:lnTo>
                  <a:lnTo>
                    <a:pt x="1841" y="67"/>
                  </a:lnTo>
                  <a:lnTo>
                    <a:pt x="1242" y="34"/>
                  </a:lnTo>
                  <a:lnTo>
                    <a:pt x="632" y="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16;p20">
              <a:extLst>
                <a:ext uri="{FF2B5EF4-FFF2-40B4-BE49-F238E27FC236}">
                  <a16:creationId xmlns:a16="http://schemas.microsoft.com/office/drawing/2014/main" id="{0F628F1A-1E94-1F63-BB8C-44BC3AB25E26}"/>
                </a:ext>
              </a:extLst>
            </p:cNvPr>
            <p:cNvSpPr/>
            <p:nvPr/>
          </p:nvSpPr>
          <p:spPr>
            <a:xfrm>
              <a:off x="3254550" y="1525825"/>
              <a:ext cx="1072650" cy="303525"/>
            </a:xfrm>
            <a:custGeom>
              <a:avLst/>
              <a:gdLst/>
              <a:ahLst/>
              <a:cxnLst/>
              <a:rect l="l" t="t" r="r" b="b"/>
              <a:pathLst>
                <a:path w="42906" h="12141" extrusionOk="0">
                  <a:moveTo>
                    <a:pt x="0" y="1"/>
                  </a:moveTo>
                  <a:lnTo>
                    <a:pt x="0" y="12141"/>
                  </a:lnTo>
                  <a:lnTo>
                    <a:pt x="42906" y="12141"/>
                  </a:lnTo>
                  <a:lnTo>
                    <a:pt x="42363" y="11786"/>
                  </a:lnTo>
                  <a:lnTo>
                    <a:pt x="41808" y="11453"/>
                  </a:lnTo>
                  <a:lnTo>
                    <a:pt x="41243" y="11143"/>
                  </a:lnTo>
                  <a:lnTo>
                    <a:pt x="40688" y="10866"/>
                  </a:lnTo>
                  <a:lnTo>
                    <a:pt x="40123" y="10611"/>
                  </a:lnTo>
                  <a:lnTo>
                    <a:pt x="39547" y="10367"/>
                  </a:lnTo>
                  <a:lnTo>
                    <a:pt x="38970" y="10156"/>
                  </a:lnTo>
                  <a:lnTo>
                    <a:pt x="38382" y="9957"/>
                  </a:lnTo>
                  <a:lnTo>
                    <a:pt x="37795" y="9779"/>
                  </a:lnTo>
                  <a:lnTo>
                    <a:pt x="37207" y="9613"/>
                  </a:lnTo>
                  <a:lnTo>
                    <a:pt x="36597" y="9458"/>
                  </a:lnTo>
                  <a:lnTo>
                    <a:pt x="35988" y="9325"/>
                  </a:lnTo>
                  <a:lnTo>
                    <a:pt x="35378" y="9192"/>
                  </a:lnTo>
                  <a:lnTo>
                    <a:pt x="34746" y="9081"/>
                  </a:lnTo>
                  <a:lnTo>
                    <a:pt x="34114" y="8970"/>
                  </a:lnTo>
                  <a:lnTo>
                    <a:pt x="33471" y="8870"/>
                  </a:lnTo>
                  <a:lnTo>
                    <a:pt x="32152" y="8671"/>
                  </a:lnTo>
                  <a:lnTo>
                    <a:pt x="30788" y="8493"/>
                  </a:lnTo>
                  <a:lnTo>
                    <a:pt x="29391" y="8305"/>
                  </a:lnTo>
                  <a:lnTo>
                    <a:pt x="27939" y="8105"/>
                  </a:lnTo>
                  <a:lnTo>
                    <a:pt x="27185" y="7994"/>
                  </a:lnTo>
                  <a:lnTo>
                    <a:pt x="26431" y="7872"/>
                  </a:lnTo>
                  <a:lnTo>
                    <a:pt x="25655" y="7739"/>
                  </a:lnTo>
                  <a:lnTo>
                    <a:pt x="24868" y="7606"/>
                  </a:lnTo>
                  <a:lnTo>
                    <a:pt x="24058" y="7451"/>
                  </a:lnTo>
                  <a:lnTo>
                    <a:pt x="23249" y="7285"/>
                  </a:lnTo>
                  <a:lnTo>
                    <a:pt x="22418" y="7096"/>
                  </a:lnTo>
                  <a:lnTo>
                    <a:pt x="21564" y="6897"/>
                  </a:lnTo>
                  <a:lnTo>
                    <a:pt x="20965" y="6742"/>
                  </a:lnTo>
                  <a:lnTo>
                    <a:pt x="20378" y="6575"/>
                  </a:lnTo>
                  <a:lnTo>
                    <a:pt x="19790" y="6376"/>
                  </a:lnTo>
                  <a:lnTo>
                    <a:pt x="19202" y="6176"/>
                  </a:lnTo>
                  <a:lnTo>
                    <a:pt x="18626" y="5966"/>
                  </a:lnTo>
                  <a:lnTo>
                    <a:pt x="18049" y="5733"/>
                  </a:lnTo>
                  <a:lnTo>
                    <a:pt x="17473" y="5500"/>
                  </a:lnTo>
                  <a:lnTo>
                    <a:pt x="16885" y="5245"/>
                  </a:lnTo>
                  <a:lnTo>
                    <a:pt x="15721" y="4735"/>
                  </a:lnTo>
                  <a:lnTo>
                    <a:pt x="14546" y="4192"/>
                  </a:lnTo>
                  <a:lnTo>
                    <a:pt x="13338" y="3648"/>
                  </a:lnTo>
                  <a:lnTo>
                    <a:pt x="12107" y="3094"/>
                  </a:lnTo>
                  <a:lnTo>
                    <a:pt x="11475" y="2828"/>
                  </a:lnTo>
                  <a:lnTo>
                    <a:pt x="10832" y="2562"/>
                  </a:lnTo>
                  <a:lnTo>
                    <a:pt x="10167" y="2296"/>
                  </a:lnTo>
                  <a:lnTo>
                    <a:pt x="9502" y="2041"/>
                  </a:lnTo>
                  <a:lnTo>
                    <a:pt x="8814" y="1797"/>
                  </a:lnTo>
                  <a:lnTo>
                    <a:pt x="8116" y="1564"/>
                  </a:lnTo>
                  <a:lnTo>
                    <a:pt x="7395" y="1342"/>
                  </a:lnTo>
                  <a:lnTo>
                    <a:pt x="6663" y="1121"/>
                  </a:lnTo>
                  <a:lnTo>
                    <a:pt x="5898" y="921"/>
                  </a:lnTo>
                  <a:lnTo>
                    <a:pt x="5133" y="733"/>
                  </a:lnTo>
                  <a:lnTo>
                    <a:pt x="4335" y="566"/>
                  </a:lnTo>
                  <a:lnTo>
                    <a:pt x="3515" y="411"/>
                  </a:lnTo>
                  <a:lnTo>
                    <a:pt x="2672" y="278"/>
                  </a:lnTo>
                  <a:lnTo>
                    <a:pt x="1807" y="167"/>
                  </a:lnTo>
                  <a:lnTo>
                    <a:pt x="909" y="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6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17;p20">
              <a:extLst>
                <a:ext uri="{FF2B5EF4-FFF2-40B4-BE49-F238E27FC236}">
                  <a16:creationId xmlns:a16="http://schemas.microsoft.com/office/drawing/2014/main" id="{EA04562D-CE69-263D-F807-AB58474E7F9F}"/>
                </a:ext>
              </a:extLst>
            </p:cNvPr>
            <p:cNvSpPr/>
            <p:nvPr/>
          </p:nvSpPr>
          <p:spPr>
            <a:xfrm>
              <a:off x="4025625" y="1092350"/>
              <a:ext cx="24425" cy="1028025"/>
            </a:xfrm>
            <a:custGeom>
              <a:avLst/>
              <a:gdLst/>
              <a:ahLst/>
              <a:cxnLst/>
              <a:rect l="l" t="t" r="r" b="b"/>
              <a:pathLst>
                <a:path w="977" h="41121" extrusionOk="0">
                  <a:moveTo>
                    <a:pt x="388" y="0"/>
                  </a:moveTo>
                  <a:lnTo>
                    <a:pt x="300" y="34"/>
                  </a:lnTo>
                  <a:lnTo>
                    <a:pt x="222" y="78"/>
                  </a:lnTo>
                  <a:lnTo>
                    <a:pt x="145" y="144"/>
                  </a:lnTo>
                  <a:lnTo>
                    <a:pt x="89" y="211"/>
                  </a:lnTo>
                  <a:lnTo>
                    <a:pt x="45" y="300"/>
                  </a:lnTo>
                  <a:lnTo>
                    <a:pt x="12" y="388"/>
                  </a:lnTo>
                  <a:lnTo>
                    <a:pt x="0" y="488"/>
                  </a:lnTo>
                  <a:lnTo>
                    <a:pt x="0" y="41121"/>
                  </a:lnTo>
                  <a:lnTo>
                    <a:pt x="976" y="41121"/>
                  </a:lnTo>
                  <a:lnTo>
                    <a:pt x="976" y="488"/>
                  </a:lnTo>
                  <a:lnTo>
                    <a:pt x="965" y="388"/>
                  </a:lnTo>
                  <a:lnTo>
                    <a:pt x="932" y="300"/>
                  </a:lnTo>
                  <a:lnTo>
                    <a:pt x="887" y="211"/>
                  </a:lnTo>
                  <a:lnTo>
                    <a:pt x="832" y="144"/>
                  </a:lnTo>
                  <a:lnTo>
                    <a:pt x="765" y="78"/>
                  </a:lnTo>
                  <a:lnTo>
                    <a:pt x="677" y="34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18;p20">
              <a:extLst>
                <a:ext uri="{FF2B5EF4-FFF2-40B4-BE49-F238E27FC236}">
                  <a16:creationId xmlns:a16="http://schemas.microsoft.com/office/drawing/2014/main" id="{1F6B5DC1-1E75-2B86-167D-7BB49C34E3AD}"/>
                </a:ext>
              </a:extLst>
            </p:cNvPr>
            <p:cNvSpPr/>
            <p:nvPr/>
          </p:nvSpPr>
          <p:spPr>
            <a:xfrm>
              <a:off x="3597675" y="1024725"/>
              <a:ext cx="192375" cy="221750"/>
            </a:xfrm>
            <a:custGeom>
              <a:avLst/>
              <a:gdLst/>
              <a:ahLst/>
              <a:cxnLst/>
              <a:rect l="l" t="t" r="r" b="b"/>
              <a:pathLst>
                <a:path w="7695" h="8870" extrusionOk="0">
                  <a:moveTo>
                    <a:pt x="3848" y="0"/>
                  </a:moveTo>
                  <a:lnTo>
                    <a:pt x="3648" y="11"/>
                  </a:lnTo>
                  <a:lnTo>
                    <a:pt x="3460" y="22"/>
                  </a:lnTo>
                  <a:lnTo>
                    <a:pt x="3260" y="56"/>
                  </a:lnTo>
                  <a:lnTo>
                    <a:pt x="3072" y="89"/>
                  </a:lnTo>
                  <a:lnTo>
                    <a:pt x="2883" y="144"/>
                  </a:lnTo>
                  <a:lnTo>
                    <a:pt x="2706" y="200"/>
                  </a:lnTo>
                  <a:lnTo>
                    <a:pt x="2528" y="266"/>
                  </a:lnTo>
                  <a:lnTo>
                    <a:pt x="2351" y="355"/>
                  </a:lnTo>
                  <a:lnTo>
                    <a:pt x="2185" y="444"/>
                  </a:lnTo>
                  <a:lnTo>
                    <a:pt x="2018" y="532"/>
                  </a:lnTo>
                  <a:lnTo>
                    <a:pt x="1852" y="643"/>
                  </a:lnTo>
                  <a:lnTo>
                    <a:pt x="1697" y="754"/>
                  </a:lnTo>
                  <a:lnTo>
                    <a:pt x="1542" y="887"/>
                  </a:lnTo>
                  <a:lnTo>
                    <a:pt x="1398" y="1009"/>
                  </a:lnTo>
                  <a:lnTo>
                    <a:pt x="1264" y="1153"/>
                  </a:lnTo>
                  <a:lnTo>
                    <a:pt x="1131" y="1297"/>
                  </a:lnTo>
                  <a:lnTo>
                    <a:pt x="998" y="1452"/>
                  </a:lnTo>
                  <a:lnTo>
                    <a:pt x="876" y="1619"/>
                  </a:lnTo>
                  <a:lnTo>
                    <a:pt x="766" y="1785"/>
                  </a:lnTo>
                  <a:lnTo>
                    <a:pt x="655" y="1951"/>
                  </a:lnTo>
                  <a:lnTo>
                    <a:pt x="555" y="2140"/>
                  </a:lnTo>
                  <a:lnTo>
                    <a:pt x="466" y="2317"/>
                  </a:lnTo>
                  <a:lnTo>
                    <a:pt x="378" y="2517"/>
                  </a:lnTo>
                  <a:lnTo>
                    <a:pt x="300" y="2705"/>
                  </a:lnTo>
                  <a:lnTo>
                    <a:pt x="233" y="2905"/>
                  </a:lnTo>
                  <a:lnTo>
                    <a:pt x="178" y="3115"/>
                  </a:lnTo>
                  <a:lnTo>
                    <a:pt x="123" y="3326"/>
                  </a:lnTo>
                  <a:lnTo>
                    <a:pt x="78" y="3537"/>
                  </a:lnTo>
                  <a:lnTo>
                    <a:pt x="45" y="3758"/>
                  </a:lnTo>
                  <a:lnTo>
                    <a:pt x="23" y="3980"/>
                  </a:lnTo>
                  <a:lnTo>
                    <a:pt x="12" y="4202"/>
                  </a:lnTo>
                  <a:lnTo>
                    <a:pt x="1" y="4435"/>
                  </a:lnTo>
                  <a:lnTo>
                    <a:pt x="12" y="4657"/>
                  </a:lnTo>
                  <a:lnTo>
                    <a:pt x="23" y="4889"/>
                  </a:lnTo>
                  <a:lnTo>
                    <a:pt x="45" y="5111"/>
                  </a:lnTo>
                  <a:lnTo>
                    <a:pt x="78" y="5322"/>
                  </a:lnTo>
                  <a:lnTo>
                    <a:pt x="123" y="5543"/>
                  </a:lnTo>
                  <a:lnTo>
                    <a:pt x="178" y="5754"/>
                  </a:lnTo>
                  <a:lnTo>
                    <a:pt x="233" y="5954"/>
                  </a:lnTo>
                  <a:lnTo>
                    <a:pt x="300" y="6164"/>
                  </a:lnTo>
                  <a:lnTo>
                    <a:pt x="378" y="6353"/>
                  </a:lnTo>
                  <a:lnTo>
                    <a:pt x="466" y="6541"/>
                  </a:lnTo>
                  <a:lnTo>
                    <a:pt x="555" y="6730"/>
                  </a:lnTo>
                  <a:lnTo>
                    <a:pt x="655" y="6907"/>
                  </a:lnTo>
                  <a:lnTo>
                    <a:pt x="766" y="7085"/>
                  </a:lnTo>
                  <a:lnTo>
                    <a:pt x="876" y="7251"/>
                  </a:lnTo>
                  <a:lnTo>
                    <a:pt x="998" y="7417"/>
                  </a:lnTo>
                  <a:lnTo>
                    <a:pt x="1131" y="7572"/>
                  </a:lnTo>
                  <a:lnTo>
                    <a:pt x="1264" y="7716"/>
                  </a:lnTo>
                  <a:lnTo>
                    <a:pt x="1398" y="7849"/>
                  </a:lnTo>
                  <a:lnTo>
                    <a:pt x="1542" y="7983"/>
                  </a:lnTo>
                  <a:lnTo>
                    <a:pt x="1697" y="8104"/>
                  </a:lnTo>
                  <a:lnTo>
                    <a:pt x="1852" y="8226"/>
                  </a:lnTo>
                  <a:lnTo>
                    <a:pt x="2018" y="8326"/>
                  </a:lnTo>
                  <a:lnTo>
                    <a:pt x="2185" y="8426"/>
                  </a:lnTo>
                  <a:lnTo>
                    <a:pt x="2351" y="8515"/>
                  </a:lnTo>
                  <a:lnTo>
                    <a:pt x="2528" y="8592"/>
                  </a:lnTo>
                  <a:lnTo>
                    <a:pt x="2706" y="8670"/>
                  </a:lnTo>
                  <a:lnTo>
                    <a:pt x="2883" y="8725"/>
                  </a:lnTo>
                  <a:lnTo>
                    <a:pt x="3072" y="8781"/>
                  </a:lnTo>
                  <a:lnTo>
                    <a:pt x="3260" y="8814"/>
                  </a:lnTo>
                  <a:lnTo>
                    <a:pt x="3460" y="8847"/>
                  </a:lnTo>
                  <a:lnTo>
                    <a:pt x="3648" y="8858"/>
                  </a:lnTo>
                  <a:lnTo>
                    <a:pt x="3848" y="8869"/>
                  </a:lnTo>
                  <a:lnTo>
                    <a:pt x="4047" y="8858"/>
                  </a:lnTo>
                  <a:lnTo>
                    <a:pt x="4247" y="8847"/>
                  </a:lnTo>
                  <a:lnTo>
                    <a:pt x="4435" y="8814"/>
                  </a:lnTo>
                  <a:lnTo>
                    <a:pt x="4624" y="8781"/>
                  </a:lnTo>
                  <a:lnTo>
                    <a:pt x="4812" y="8725"/>
                  </a:lnTo>
                  <a:lnTo>
                    <a:pt x="4990" y="8670"/>
                  </a:lnTo>
                  <a:lnTo>
                    <a:pt x="5167" y="8592"/>
                  </a:lnTo>
                  <a:lnTo>
                    <a:pt x="5344" y="8515"/>
                  </a:lnTo>
                  <a:lnTo>
                    <a:pt x="5522" y="8426"/>
                  </a:lnTo>
                  <a:lnTo>
                    <a:pt x="5688" y="8326"/>
                  </a:lnTo>
                  <a:lnTo>
                    <a:pt x="5843" y="8226"/>
                  </a:lnTo>
                  <a:lnTo>
                    <a:pt x="5999" y="8104"/>
                  </a:lnTo>
                  <a:lnTo>
                    <a:pt x="6154" y="7983"/>
                  </a:lnTo>
                  <a:lnTo>
                    <a:pt x="6298" y="7849"/>
                  </a:lnTo>
                  <a:lnTo>
                    <a:pt x="6431" y="7716"/>
                  </a:lnTo>
                  <a:lnTo>
                    <a:pt x="6575" y="7572"/>
                  </a:lnTo>
                  <a:lnTo>
                    <a:pt x="6697" y="7417"/>
                  </a:lnTo>
                  <a:lnTo>
                    <a:pt x="6819" y="7251"/>
                  </a:lnTo>
                  <a:lnTo>
                    <a:pt x="6930" y="7085"/>
                  </a:lnTo>
                  <a:lnTo>
                    <a:pt x="7041" y="6907"/>
                  </a:lnTo>
                  <a:lnTo>
                    <a:pt x="7140" y="6730"/>
                  </a:lnTo>
                  <a:lnTo>
                    <a:pt x="7229" y="6541"/>
                  </a:lnTo>
                  <a:lnTo>
                    <a:pt x="7318" y="6353"/>
                  </a:lnTo>
                  <a:lnTo>
                    <a:pt x="7395" y="6164"/>
                  </a:lnTo>
                  <a:lnTo>
                    <a:pt x="7462" y="5954"/>
                  </a:lnTo>
                  <a:lnTo>
                    <a:pt x="7528" y="5754"/>
                  </a:lnTo>
                  <a:lnTo>
                    <a:pt x="7573" y="5543"/>
                  </a:lnTo>
                  <a:lnTo>
                    <a:pt x="7617" y="5322"/>
                  </a:lnTo>
                  <a:lnTo>
                    <a:pt x="7650" y="5111"/>
                  </a:lnTo>
                  <a:lnTo>
                    <a:pt x="7673" y="4889"/>
                  </a:lnTo>
                  <a:lnTo>
                    <a:pt x="7695" y="4657"/>
                  </a:lnTo>
                  <a:lnTo>
                    <a:pt x="7695" y="4435"/>
                  </a:lnTo>
                  <a:lnTo>
                    <a:pt x="7695" y="4202"/>
                  </a:lnTo>
                  <a:lnTo>
                    <a:pt x="7673" y="3980"/>
                  </a:lnTo>
                  <a:lnTo>
                    <a:pt x="7650" y="3758"/>
                  </a:lnTo>
                  <a:lnTo>
                    <a:pt x="7617" y="3537"/>
                  </a:lnTo>
                  <a:lnTo>
                    <a:pt x="7573" y="3326"/>
                  </a:lnTo>
                  <a:lnTo>
                    <a:pt x="7528" y="3115"/>
                  </a:lnTo>
                  <a:lnTo>
                    <a:pt x="7462" y="2905"/>
                  </a:lnTo>
                  <a:lnTo>
                    <a:pt x="7395" y="2705"/>
                  </a:lnTo>
                  <a:lnTo>
                    <a:pt x="7318" y="2517"/>
                  </a:lnTo>
                  <a:lnTo>
                    <a:pt x="7229" y="2317"/>
                  </a:lnTo>
                  <a:lnTo>
                    <a:pt x="7140" y="2140"/>
                  </a:lnTo>
                  <a:lnTo>
                    <a:pt x="7041" y="1951"/>
                  </a:lnTo>
                  <a:lnTo>
                    <a:pt x="6930" y="1785"/>
                  </a:lnTo>
                  <a:lnTo>
                    <a:pt x="6819" y="1619"/>
                  </a:lnTo>
                  <a:lnTo>
                    <a:pt x="6697" y="1452"/>
                  </a:lnTo>
                  <a:lnTo>
                    <a:pt x="6575" y="1297"/>
                  </a:lnTo>
                  <a:lnTo>
                    <a:pt x="6431" y="1153"/>
                  </a:lnTo>
                  <a:lnTo>
                    <a:pt x="6298" y="1009"/>
                  </a:lnTo>
                  <a:lnTo>
                    <a:pt x="6154" y="887"/>
                  </a:lnTo>
                  <a:lnTo>
                    <a:pt x="5999" y="754"/>
                  </a:lnTo>
                  <a:lnTo>
                    <a:pt x="5843" y="643"/>
                  </a:lnTo>
                  <a:lnTo>
                    <a:pt x="5688" y="532"/>
                  </a:lnTo>
                  <a:lnTo>
                    <a:pt x="5522" y="444"/>
                  </a:lnTo>
                  <a:lnTo>
                    <a:pt x="5344" y="355"/>
                  </a:lnTo>
                  <a:lnTo>
                    <a:pt x="5167" y="266"/>
                  </a:lnTo>
                  <a:lnTo>
                    <a:pt x="4990" y="200"/>
                  </a:lnTo>
                  <a:lnTo>
                    <a:pt x="4812" y="144"/>
                  </a:lnTo>
                  <a:lnTo>
                    <a:pt x="4624" y="89"/>
                  </a:lnTo>
                  <a:lnTo>
                    <a:pt x="4435" y="56"/>
                  </a:lnTo>
                  <a:lnTo>
                    <a:pt x="4247" y="22"/>
                  </a:lnTo>
                  <a:lnTo>
                    <a:pt x="4047" y="11"/>
                  </a:lnTo>
                  <a:lnTo>
                    <a:pt x="3848" y="0"/>
                  </a:lnTo>
                  <a:close/>
                </a:path>
              </a:pathLst>
            </a:custGeom>
            <a:solidFill>
              <a:srgbClr val="F5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19;p20">
              <a:extLst>
                <a:ext uri="{FF2B5EF4-FFF2-40B4-BE49-F238E27FC236}">
                  <a16:creationId xmlns:a16="http://schemas.microsoft.com/office/drawing/2014/main" id="{A0C8C5B1-2D27-9AF6-4D16-8D599E3F1887}"/>
                </a:ext>
              </a:extLst>
            </p:cNvPr>
            <p:cNvSpPr/>
            <p:nvPr/>
          </p:nvSpPr>
          <p:spPr>
            <a:xfrm>
              <a:off x="3574675" y="1077650"/>
              <a:ext cx="238375" cy="74875"/>
            </a:xfrm>
            <a:custGeom>
              <a:avLst/>
              <a:gdLst/>
              <a:ahLst/>
              <a:cxnLst/>
              <a:rect l="l" t="t" r="r" b="b"/>
              <a:pathLst>
                <a:path w="9535" h="2995" extrusionOk="0">
                  <a:moveTo>
                    <a:pt x="1054" y="1"/>
                  </a:moveTo>
                  <a:lnTo>
                    <a:pt x="943" y="12"/>
                  </a:lnTo>
                  <a:lnTo>
                    <a:pt x="843" y="23"/>
                  </a:lnTo>
                  <a:lnTo>
                    <a:pt x="743" y="56"/>
                  </a:lnTo>
                  <a:lnTo>
                    <a:pt x="643" y="89"/>
                  </a:lnTo>
                  <a:lnTo>
                    <a:pt x="555" y="134"/>
                  </a:lnTo>
                  <a:lnTo>
                    <a:pt x="466" y="189"/>
                  </a:lnTo>
                  <a:lnTo>
                    <a:pt x="388" y="245"/>
                  </a:lnTo>
                  <a:lnTo>
                    <a:pt x="311" y="311"/>
                  </a:lnTo>
                  <a:lnTo>
                    <a:pt x="244" y="389"/>
                  </a:lnTo>
                  <a:lnTo>
                    <a:pt x="178" y="466"/>
                  </a:lnTo>
                  <a:lnTo>
                    <a:pt x="122" y="555"/>
                  </a:lnTo>
                  <a:lnTo>
                    <a:pt x="78" y="644"/>
                  </a:lnTo>
                  <a:lnTo>
                    <a:pt x="45" y="743"/>
                  </a:lnTo>
                  <a:lnTo>
                    <a:pt x="23" y="843"/>
                  </a:lnTo>
                  <a:lnTo>
                    <a:pt x="0" y="954"/>
                  </a:lnTo>
                  <a:lnTo>
                    <a:pt x="0" y="1065"/>
                  </a:lnTo>
                  <a:lnTo>
                    <a:pt x="0" y="1941"/>
                  </a:lnTo>
                  <a:lnTo>
                    <a:pt x="0" y="2052"/>
                  </a:lnTo>
                  <a:lnTo>
                    <a:pt x="23" y="2151"/>
                  </a:lnTo>
                  <a:lnTo>
                    <a:pt x="45" y="2251"/>
                  </a:lnTo>
                  <a:lnTo>
                    <a:pt x="78" y="2351"/>
                  </a:lnTo>
                  <a:lnTo>
                    <a:pt x="122" y="2440"/>
                  </a:lnTo>
                  <a:lnTo>
                    <a:pt x="178" y="2528"/>
                  </a:lnTo>
                  <a:lnTo>
                    <a:pt x="244" y="2606"/>
                  </a:lnTo>
                  <a:lnTo>
                    <a:pt x="311" y="2684"/>
                  </a:lnTo>
                  <a:lnTo>
                    <a:pt x="388" y="2750"/>
                  </a:lnTo>
                  <a:lnTo>
                    <a:pt x="466" y="2817"/>
                  </a:lnTo>
                  <a:lnTo>
                    <a:pt x="555" y="2872"/>
                  </a:lnTo>
                  <a:lnTo>
                    <a:pt x="643" y="2916"/>
                  </a:lnTo>
                  <a:lnTo>
                    <a:pt x="743" y="2950"/>
                  </a:lnTo>
                  <a:lnTo>
                    <a:pt x="843" y="2972"/>
                  </a:lnTo>
                  <a:lnTo>
                    <a:pt x="943" y="2994"/>
                  </a:lnTo>
                  <a:lnTo>
                    <a:pt x="8593" y="2994"/>
                  </a:lnTo>
                  <a:lnTo>
                    <a:pt x="8692" y="2972"/>
                  </a:lnTo>
                  <a:lnTo>
                    <a:pt x="8792" y="2950"/>
                  </a:lnTo>
                  <a:lnTo>
                    <a:pt x="8892" y="2916"/>
                  </a:lnTo>
                  <a:lnTo>
                    <a:pt x="8992" y="2872"/>
                  </a:lnTo>
                  <a:lnTo>
                    <a:pt x="9069" y="2817"/>
                  </a:lnTo>
                  <a:lnTo>
                    <a:pt x="9158" y="2750"/>
                  </a:lnTo>
                  <a:lnTo>
                    <a:pt x="9225" y="2684"/>
                  </a:lnTo>
                  <a:lnTo>
                    <a:pt x="9302" y="2606"/>
                  </a:lnTo>
                  <a:lnTo>
                    <a:pt x="9358" y="2528"/>
                  </a:lnTo>
                  <a:lnTo>
                    <a:pt x="9413" y="2440"/>
                  </a:lnTo>
                  <a:lnTo>
                    <a:pt x="9457" y="2351"/>
                  </a:lnTo>
                  <a:lnTo>
                    <a:pt x="9491" y="2251"/>
                  </a:lnTo>
                  <a:lnTo>
                    <a:pt x="9513" y="2151"/>
                  </a:lnTo>
                  <a:lnTo>
                    <a:pt x="9535" y="2052"/>
                  </a:lnTo>
                  <a:lnTo>
                    <a:pt x="9535" y="1941"/>
                  </a:lnTo>
                  <a:lnTo>
                    <a:pt x="9535" y="1065"/>
                  </a:lnTo>
                  <a:lnTo>
                    <a:pt x="9535" y="954"/>
                  </a:lnTo>
                  <a:lnTo>
                    <a:pt x="9513" y="843"/>
                  </a:lnTo>
                  <a:lnTo>
                    <a:pt x="9491" y="743"/>
                  </a:lnTo>
                  <a:lnTo>
                    <a:pt x="9457" y="644"/>
                  </a:lnTo>
                  <a:lnTo>
                    <a:pt x="9413" y="555"/>
                  </a:lnTo>
                  <a:lnTo>
                    <a:pt x="9358" y="466"/>
                  </a:lnTo>
                  <a:lnTo>
                    <a:pt x="9302" y="389"/>
                  </a:lnTo>
                  <a:lnTo>
                    <a:pt x="9225" y="311"/>
                  </a:lnTo>
                  <a:lnTo>
                    <a:pt x="9158" y="245"/>
                  </a:lnTo>
                  <a:lnTo>
                    <a:pt x="9069" y="189"/>
                  </a:lnTo>
                  <a:lnTo>
                    <a:pt x="8992" y="134"/>
                  </a:lnTo>
                  <a:lnTo>
                    <a:pt x="8892" y="89"/>
                  </a:lnTo>
                  <a:lnTo>
                    <a:pt x="8792" y="56"/>
                  </a:lnTo>
                  <a:lnTo>
                    <a:pt x="8692" y="23"/>
                  </a:lnTo>
                  <a:lnTo>
                    <a:pt x="8593" y="12"/>
                  </a:lnTo>
                  <a:lnTo>
                    <a:pt x="84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20;p20">
              <a:extLst>
                <a:ext uri="{FF2B5EF4-FFF2-40B4-BE49-F238E27FC236}">
                  <a16:creationId xmlns:a16="http://schemas.microsoft.com/office/drawing/2014/main" id="{6A94F5D5-0A69-C31D-49C9-D52091666763}"/>
                </a:ext>
              </a:extLst>
            </p:cNvPr>
            <p:cNvSpPr/>
            <p:nvPr/>
          </p:nvSpPr>
          <p:spPr>
            <a:xfrm>
              <a:off x="3592975" y="959850"/>
              <a:ext cx="202900" cy="117825"/>
            </a:xfrm>
            <a:custGeom>
              <a:avLst/>
              <a:gdLst/>
              <a:ahLst/>
              <a:cxnLst/>
              <a:rect l="l" t="t" r="r" b="b"/>
              <a:pathLst>
                <a:path w="8116" h="4713" extrusionOk="0">
                  <a:moveTo>
                    <a:pt x="4058" y="1"/>
                  </a:moveTo>
                  <a:lnTo>
                    <a:pt x="3670" y="12"/>
                  </a:lnTo>
                  <a:lnTo>
                    <a:pt x="3315" y="45"/>
                  </a:lnTo>
                  <a:lnTo>
                    <a:pt x="2982" y="101"/>
                  </a:lnTo>
                  <a:lnTo>
                    <a:pt x="2672" y="167"/>
                  </a:lnTo>
                  <a:lnTo>
                    <a:pt x="2384" y="245"/>
                  </a:lnTo>
                  <a:lnTo>
                    <a:pt x="2118" y="344"/>
                  </a:lnTo>
                  <a:lnTo>
                    <a:pt x="1874" y="466"/>
                  </a:lnTo>
                  <a:lnTo>
                    <a:pt x="1641" y="588"/>
                  </a:lnTo>
                  <a:lnTo>
                    <a:pt x="1441" y="733"/>
                  </a:lnTo>
                  <a:lnTo>
                    <a:pt x="1242" y="888"/>
                  </a:lnTo>
                  <a:lnTo>
                    <a:pt x="1076" y="1043"/>
                  </a:lnTo>
                  <a:lnTo>
                    <a:pt x="920" y="1209"/>
                  </a:lnTo>
                  <a:lnTo>
                    <a:pt x="776" y="1387"/>
                  </a:lnTo>
                  <a:lnTo>
                    <a:pt x="654" y="1575"/>
                  </a:lnTo>
                  <a:lnTo>
                    <a:pt x="543" y="1764"/>
                  </a:lnTo>
                  <a:lnTo>
                    <a:pt x="444" y="1963"/>
                  </a:lnTo>
                  <a:lnTo>
                    <a:pt x="366" y="2152"/>
                  </a:lnTo>
                  <a:lnTo>
                    <a:pt x="288" y="2351"/>
                  </a:lnTo>
                  <a:lnTo>
                    <a:pt x="222" y="2551"/>
                  </a:lnTo>
                  <a:lnTo>
                    <a:pt x="166" y="2750"/>
                  </a:lnTo>
                  <a:lnTo>
                    <a:pt x="122" y="2950"/>
                  </a:lnTo>
                  <a:lnTo>
                    <a:pt x="89" y="3149"/>
                  </a:lnTo>
                  <a:lnTo>
                    <a:pt x="44" y="3526"/>
                  </a:lnTo>
                  <a:lnTo>
                    <a:pt x="11" y="3881"/>
                  </a:lnTo>
                  <a:lnTo>
                    <a:pt x="0" y="4203"/>
                  </a:lnTo>
                  <a:lnTo>
                    <a:pt x="0" y="4713"/>
                  </a:lnTo>
                  <a:lnTo>
                    <a:pt x="8116" y="4713"/>
                  </a:lnTo>
                  <a:lnTo>
                    <a:pt x="8116" y="4203"/>
                  </a:lnTo>
                  <a:lnTo>
                    <a:pt x="8104" y="3881"/>
                  </a:lnTo>
                  <a:lnTo>
                    <a:pt x="8071" y="3526"/>
                  </a:lnTo>
                  <a:lnTo>
                    <a:pt x="8027" y="3149"/>
                  </a:lnTo>
                  <a:lnTo>
                    <a:pt x="7983" y="2950"/>
                  </a:lnTo>
                  <a:lnTo>
                    <a:pt x="7938" y="2750"/>
                  </a:lnTo>
                  <a:lnTo>
                    <a:pt x="7883" y="2551"/>
                  </a:lnTo>
                  <a:lnTo>
                    <a:pt x="7827" y="2351"/>
                  </a:lnTo>
                  <a:lnTo>
                    <a:pt x="7750" y="2152"/>
                  </a:lnTo>
                  <a:lnTo>
                    <a:pt x="7661" y="1963"/>
                  </a:lnTo>
                  <a:lnTo>
                    <a:pt x="7572" y="1764"/>
                  </a:lnTo>
                  <a:lnTo>
                    <a:pt x="7461" y="1575"/>
                  </a:lnTo>
                  <a:lnTo>
                    <a:pt x="7328" y="1387"/>
                  </a:lnTo>
                  <a:lnTo>
                    <a:pt x="7195" y="1209"/>
                  </a:lnTo>
                  <a:lnTo>
                    <a:pt x="7040" y="1043"/>
                  </a:lnTo>
                  <a:lnTo>
                    <a:pt x="6863" y="888"/>
                  </a:lnTo>
                  <a:lnTo>
                    <a:pt x="6674" y="733"/>
                  </a:lnTo>
                  <a:lnTo>
                    <a:pt x="6475" y="588"/>
                  </a:lnTo>
                  <a:lnTo>
                    <a:pt x="6242" y="466"/>
                  </a:lnTo>
                  <a:lnTo>
                    <a:pt x="5998" y="344"/>
                  </a:lnTo>
                  <a:lnTo>
                    <a:pt x="5732" y="245"/>
                  </a:lnTo>
                  <a:lnTo>
                    <a:pt x="5444" y="167"/>
                  </a:lnTo>
                  <a:lnTo>
                    <a:pt x="5133" y="101"/>
                  </a:lnTo>
                  <a:lnTo>
                    <a:pt x="4801" y="45"/>
                  </a:lnTo>
                  <a:lnTo>
                    <a:pt x="4435" y="12"/>
                  </a:lnTo>
                  <a:lnTo>
                    <a:pt x="4058" y="1"/>
                  </a:lnTo>
                  <a:close/>
                </a:path>
              </a:pathLst>
            </a:custGeom>
            <a:solidFill>
              <a:srgbClr val="D1C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21;p20">
              <a:extLst>
                <a:ext uri="{FF2B5EF4-FFF2-40B4-BE49-F238E27FC236}">
                  <a16:creationId xmlns:a16="http://schemas.microsoft.com/office/drawing/2014/main" id="{5E523CF1-D991-E2A3-E910-13EBA1C2D7D1}"/>
                </a:ext>
              </a:extLst>
            </p:cNvPr>
            <p:cNvSpPr/>
            <p:nvPr/>
          </p:nvSpPr>
          <p:spPr>
            <a:xfrm>
              <a:off x="3813025" y="1283600"/>
              <a:ext cx="196550" cy="220650"/>
            </a:xfrm>
            <a:custGeom>
              <a:avLst/>
              <a:gdLst/>
              <a:ahLst/>
              <a:cxnLst/>
              <a:rect l="l" t="t" r="r" b="b"/>
              <a:pathLst>
                <a:path w="7862" h="8826" extrusionOk="0">
                  <a:moveTo>
                    <a:pt x="1542" y="0"/>
                  </a:moveTo>
                  <a:lnTo>
                    <a:pt x="1475" y="11"/>
                  </a:lnTo>
                  <a:lnTo>
                    <a:pt x="1398" y="44"/>
                  </a:lnTo>
                  <a:lnTo>
                    <a:pt x="1331" y="89"/>
                  </a:lnTo>
                  <a:lnTo>
                    <a:pt x="1254" y="155"/>
                  </a:lnTo>
                  <a:lnTo>
                    <a:pt x="1187" y="233"/>
                  </a:lnTo>
                  <a:lnTo>
                    <a:pt x="1121" y="322"/>
                  </a:lnTo>
                  <a:lnTo>
                    <a:pt x="988" y="532"/>
                  </a:lnTo>
                  <a:lnTo>
                    <a:pt x="855" y="787"/>
                  </a:lnTo>
                  <a:lnTo>
                    <a:pt x="722" y="1064"/>
                  </a:lnTo>
                  <a:lnTo>
                    <a:pt x="600" y="1364"/>
                  </a:lnTo>
                  <a:lnTo>
                    <a:pt x="489" y="1663"/>
                  </a:lnTo>
                  <a:lnTo>
                    <a:pt x="389" y="1974"/>
                  </a:lnTo>
                  <a:lnTo>
                    <a:pt x="289" y="2262"/>
                  </a:lnTo>
                  <a:lnTo>
                    <a:pt x="134" y="2783"/>
                  </a:lnTo>
                  <a:lnTo>
                    <a:pt x="45" y="3160"/>
                  </a:lnTo>
                  <a:lnTo>
                    <a:pt x="1" y="3293"/>
                  </a:lnTo>
                  <a:lnTo>
                    <a:pt x="156" y="3847"/>
                  </a:lnTo>
                  <a:lnTo>
                    <a:pt x="322" y="4402"/>
                  </a:lnTo>
                  <a:lnTo>
                    <a:pt x="511" y="4945"/>
                  </a:lnTo>
                  <a:lnTo>
                    <a:pt x="711" y="5466"/>
                  </a:lnTo>
                  <a:lnTo>
                    <a:pt x="932" y="5976"/>
                  </a:lnTo>
                  <a:lnTo>
                    <a:pt x="1165" y="6453"/>
                  </a:lnTo>
                  <a:lnTo>
                    <a:pt x="1398" y="6896"/>
                  </a:lnTo>
                  <a:lnTo>
                    <a:pt x="1531" y="7118"/>
                  </a:lnTo>
                  <a:lnTo>
                    <a:pt x="1653" y="7317"/>
                  </a:lnTo>
                  <a:lnTo>
                    <a:pt x="1786" y="7506"/>
                  </a:lnTo>
                  <a:lnTo>
                    <a:pt x="1919" y="7694"/>
                  </a:lnTo>
                  <a:lnTo>
                    <a:pt x="2052" y="7861"/>
                  </a:lnTo>
                  <a:lnTo>
                    <a:pt x="2185" y="8016"/>
                  </a:lnTo>
                  <a:lnTo>
                    <a:pt x="2318" y="8171"/>
                  </a:lnTo>
                  <a:lnTo>
                    <a:pt x="2462" y="8304"/>
                  </a:lnTo>
                  <a:lnTo>
                    <a:pt x="2595" y="8415"/>
                  </a:lnTo>
                  <a:lnTo>
                    <a:pt x="2739" y="8526"/>
                  </a:lnTo>
                  <a:lnTo>
                    <a:pt x="2884" y="8614"/>
                  </a:lnTo>
                  <a:lnTo>
                    <a:pt x="3028" y="8692"/>
                  </a:lnTo>
                  <a:lnTo>
                    <a:pt x="3172" y="8748"/>
                  </a:lnTo>
                  <a:lnTo>
                    <a:pt x="3316" y="8792"/>
                  </a:lnTo>
                  <a:lnTo>
                    <a:pt x="3449" y="8814"/>
                  </a:lnTo>
                  <a:lnTo>
                    <a:pt x="3593" y="8825"/>
                  </a:lnTo>
                  <a:lnTo>
                    <a:pt x="3737" y="8803"/>
                  </a:lnTo>
                  <a:lnTo>
                    <a:pt x="3881" y="8781"/>
                  </a:lnTo>
                  <a:lnTo>
                    <a:pt x="4037" y="8692"/>
                  </a:lnTo>
                  <a:lnTo>
                    <a:pt x="4203" y="8592"/>
                  </a:lnTo>
                  <a:lnTo>
                    <a:pt x="4358" y="8481"/>
                  </a:lnTo>
                  <a:lnTo>
                    <a:pt x="4524" y="8359"/>
                  </a:lnTo>
                  <a:lnTo>
                    <a:pt x="4691" y="8215"/>
                  </a:lnTo>
                  <a:lnTo>
                    <a:pt x="4857" y="8071"/>
                  </a:lnTo>
                  <a:lnTo>
                    <a:pt x="5201" y="7761"/>
                  </a:lnTo>
                  <a:lnTo>
                    <a:pt x="5533" y="7428"/>
                  </a:lnTo>
                  <a:lnTo>
                    <a:pt x="5866" y="7073"/>
                  </a:lnTo>
                  <a:lnTo>
                    <a:pt x="6187" y="6708"/>
                  </a:lnTo>
                  <a:lnTo>
                    <a:pt x="6487" y="6342"/>
                  </a:lnTo>
                  <a:lnTo>
                    <a:pt x="6775" y="5998"/>
                  </a:lnTo>
                  <a:lnTo>
                    <a:pt x="7041" y="5665"/>
                  </a:lnTo>
                  <a:lnTo>
                    <a:pt x="7473" y="5089"/>
                  </a:lnTo>
                  <a:lnTo>
                    <a:pt x="7762" y="4690"/>
                  </a:lnTo>
                  <a:lnTo>
                    <a:pt x="7861" y="4535"/>
                  </a:lnTo>
                  <a:lnTo>
                    <a:pt x="6542" y="3115"/>
                  </a:lnTo>
                  <a:lnTo>
                    <a:pt x="6121" y="3515"/>
                  </a:lnTo>
                  <a:lnTo>
                    <a:pt x="5722" y="3869"/>
                  </a:lnTo>
                  <a:lnTo>
                    <a:pt x="5345" y="4191"/>
                  </a:lnTo>
                  <a:lnTo>
                    <a:pt x="5001" y="4468"/>
                  </a:lnTo>
                  <a:lnTo>
                    <a:pt x="4835" y="4579"/>
                  </a:lnTo>
                  <a:lnTo>
                    <a:pt x="4680" y="4690"/>
                  </a:lnTo>
                  <a:lnTo>
                    <a:pt x="4524" y="4778"/>
                  </a:lnTo>
                  <a:lnTo>
                    <a:pt x="4391" y="4856"/>
                  </a:lnTo>
                  <a:lnTo>
                    <a:pt x="4258" y="4912"/>
                  </a:lnTo>
                  <a:lnTo>
                    <a:pt x="4147" y="4956"/>
                  </a:lnTo>
                  <a:lnTo>
                    <a:pt x="4037" y="4978"/>
                  </a:lnTo>
                  <a:lnTo>
                    <a:pt x="3937" y="4989"/>
                  </a:lnTo>
                  <a:lnTo>
                    <a:pt x="3870" y="4889"/>
                  </a:lnTo>
                  <a:lnTo>
                    <a:pt x="3804" y="4778"/>
                  </a:lnTo>
                  <a:lnTo>
                    <a:pt x="3671" y="4501"/>
                  </a:lnTo>
                  <a:lnTo>
                    <a:pt x="3527" y="4169"/>
                  </a:lnTo>
                  <a:lnTo>
                    <a:pt x="3382" y="3792"/>
                  </a:lnTo>
                  <a:lnTo>
                    <a:pt x="3072" y="2971"/>
                  </a:lnTo>
                  <a:lnTo>
                    <a:pt x="2762" y="2118"/>
                  </a:lnTo>
                  <a:lnTo>
                    <a:pt x="2606" y="1696"/>
                  </a:lnTo>
                  <a:lnTo>
                    <a:pt x="2451" y="1297"/>
                  </a:lnTo>
                  <a:lnTo>
                    <a:pt x="2296" y="942"/>
                  </a:lnTo>
                  <a:lnTo>
                    <a:pt x="2141" y="621"/>
                  </a:lnTo>
                  <a:lnTo>
                    <a:pt x="2063" y="477"/>
                  </a:lnTo>
                  <a:lnTo>
                    <a:pt x="1985" y="355"/>
                  </a:lnTo>
                  <a:lnTo>
                    <a:pt x="1908" y="244"/>
                  </a:lnTo>
                  <a:lnTo>
                    <a:pt x="1830" y="155"/>
                  </a:lnTo>
                  <a:lnTo>
                    <a:pt x="1764" y="89"/>
                  </a:lnTo>
                  <a:lnTo>
                    <a:pt x="1686" y="33"/>
                  </a:lnTo>
                  <a:lnTo>
                    <a:pt x="162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22;p20">
              <a:extLst>
                <a:ext uri="{FF2B5EF4-FFF2-40B4-BE49-F238E27FC236}">
                  <a16:creationId xmlns:a16="http://schemas.microsoft.com/office/drawing/2014/main" id="{E7EC3BD6-9483-80D8-AACA-BF5AD1DACDEA}"/>
                </a:ext>
              </a:extLst>
            </p:cNvPr>
            <p:cNvSpPr/>
            <p:nvPr/>
          </p:nvSpPr>
          <p:spPr>
            <a:xfrm>
              <a:off x="3420025" y="1263075"/>
              <a:ext cx="154675" cy="370325"/>
            </a:xfrm>
            <a:custGeom>
              <a:avLst/>
              <a:gdLst/>
              <a:ahLst/>
              <a:cxnLst/>
              <a:rect l="l" t="t" r="r" b="b"/>
              <a:pathLst>
                <a:path w="6187" h="14813" extrusionOk="0">
                  <a:moveTo>
                    <a:pt x="6186" y="1"/>
                  </a:moveTo>
                  <a:lnTo>
                    <a:pt x="5909" y="134"/>
                  </a:lnTo>
                  <a:lnTo>
                    <a:pt x="5632" y="278"/>
                  </a:lnTo>
                  <a:lnTo>
                    <a:pt x="5355" y="422"/>
                  </a:lnTo>
                  <a:lnTo>
                    <a:pt x="5089" y="588"/>
                  </a:lnTo>
                  <a:lnTo>
                    <a:pt x="4823" y="755"/>
                  </a:lnTo>
                  <a:lnTo>
                    <a:pt x="4557" y="943"/>
                  </a:lnTo>
                  <a:lnTo>
                    <a:pt x="4291" y="1143"/>
                  </a:lnTo>
                  <a:lnTo>
                    <a:pt x="4025" y="1353"/>
                  </a:lnTo>
                  <a:lnTo>
                    <a:pt x="3770" y="1575"/>
                  </a:lnTo>
                  <a:lnTo>
                    <a:pt x="3526" y="1808"/>
                  </a:lnTo>
                  <a:lnTo>
                    <a:pt x="3282" y="2063"/>
                  </a:lnTo>
                  <a:lnTo>
                    <a:pt x="3038" y="2340"/>
                  </a:lnTo>
                  <a:lnTo>
                    <a:pt x="2805" y="2617"/>
                  </a:lnTo>
                  <a:lnTo>
                    <a:pt x="2572" y="2928"/>
                  </a:lnTo>
                  <a:lnTo>
                    <a:pt x="2350" y="3249"/>
                  </a:lnTo>
                  <a:lnTo>
                    <a:pt x="2140" y="3582"/>
                  </a:lnTo>
                  <a:lnTo>
                    <a:pt x="1929" y="3948"/>
                  </a:lnTo>
                  <a:lnTo>
                    <a:pt x="1730" y="4324"/>
                  </a:lnTo>
                  <a:lnTo>
                    <a:pt x="1541" y="4724"/>
                  </a:lnTo>
                  <a:lnTo>
                    <a:pt x="1364" y="5145"/>
                  </a:lnTo>
                  <a:lnTo>
                    <a:pt x="1186" y="5588"/>
                  </a:lnTo>
                  <a:lnTo>
                    <a:pt x="1031" y="6054"/>
                  </a:lnTo>
                  <a:lnTo>
                    <a:pt x="876" y="6542"/>
                  </a:lnTo>
                  <a:lnTo>
                    <a:pt x="732" y="7052"/>
                  </a:lnTo>
                  <a:lnTo>
                    <a:pt x="599" y="7595"/>
                  </a:lnTo>
                  <a:lnTo>
                    <a:pt x="477" y="8160"/>
                  </a:lnTo>
                  <a:lnTo>
                    <a:pt x="377" y="8748"/>
                  </a:lnTo>
                  <a:lnTo>
                    <a:pt x="277" y="9369"/>
                  </a:lnTo>
                  <a:lnTo>
                    <a:pt x="200" y="10012"/>
                  </a:lnTo>
                  <a:lnTo>
                    <a:pt x="122" y="10677"/>
                  </a:lnTo>
                  <a:lnTo>
                    <a:pt x="67" y="11376"/>
                  </a:lnTo>
                  <a:lnTo>
                    <a:pt x="22" y="12107"/>
                  </a:lnTo>
                  <a:lnTo>
                    <a:pt x="11" y="12506"/>
                  </a:lnTo>
                  <a:lnTo>
                    <a:pt x="0" y="12950"/>
                  </a:lnTo>
                  <a:lnTo>
                    <a:pt x="0" y="13393"/>
                  </a:lnTo>
                  <a:lnTo>
                    <a:pt x="0" y="13826"/>
                  </a:lnTo>
                  <a:lnTo>
                    <a:pt x="22" y="14524"/>
                  </a:lnTo>
                  <a:lnTo>
                    <a:pt x="22" y="14813"/>
                  </a:lnTo>
                  <a:lnTo>
                    <a:pt x="2339" y="14813"/>
                  </a:lnTo>
                  <a:lnTo>
                    <a:pt x="2339" y="14524"/>
                  </a:lnTo>
                  <a:lnTo>
                    <a:pt x="2361" y="14214"/>
                  </a:lnTo>
                  <a:lnTo>
                    <a:pt x="2384" y="13892"/>
                  </a:lnTo>
                  <a:lnTo>
                    <a:pt x="2428" y="13549"/>
                  </a:lnTo>
                  <a:lnTo>
                    <a:pt x="2472" y="13194"/>
                  </a:lnTo>
                  <a:lnTo>
                    <a:pt x="2528" y="12828"/>
                  </a:lnTo>
                  <a:lnTo>
                    <a:pt x="2594" y="12451"/>
                  </a:lnTo>
                  <a:lnTo>
                    <a:pt x="2672" y="12052"/>
                  </a:lnTo>
                  <a:lnTo>
                    <a:pt x="2838" y="11254"/>
                  </a:lnTo>
                  <a:lnTo>
                    <a:pt x="3049" y="10433"/>
                  </a:lnTo>
                  <a:lnTo>
                    <a:pt x="3271" y="9602"/>
                  </a:lnTo>
                  <a:lnTo>
                    <a:pt x="3526" y="8792"/>
                  </a:lnTo>
                  <a:lnTo>
                    <a:pt x="3659" y="8393"/>
                  </a:lnTo>
                  <a:lnTo>
                    <a:pt x="3792" y="8005"/>
                  </a:lnTo>
                  <a:lnTo>
                    <a:pt x="3936" y="7628"/>
                  </a:lnTo>
                  <a:lnTo>
                    <a:pt x="4080" y="7251"/>
                  </a:lnTo>
                  <a:lnTo>
                    <a:pt x="4224" y="6897"/>
                  </a:lnTo>
                  <a:lnTo>
                    <a:pt x="4368" y="6564"/>
                  </a:lnTo>
                  <a:lnTo>
                    <a:pt x="4523" y="6242"/>
                  </a:lnTo>
                  <a:lnTo>
                    <a:pt x="4679" y="5932"/>
                  </a:lnTo>
                  <a:lnTo>
                    <a:pt x="4834" y="5655"/>
                  </a:lnTo>
                  <a:lnTo>
                    <a:pt x="4989" y="5389"/>
                  </a:lnTo>
                  <a:lnTo>
                    <a:pt x="5144" y="5156"/>
                  </a:lnTo>
                  <a:lnTo>
                    <a:pt x="5299" y="4945"/>
                  </a:lnTo>
                  <a:lnTo>
                    <a:pt x="5455" y="4757"/>
                  </a:lnTo>
                  <a:lnTo>
                    <a:pt x="5610" y="4602"/>
                  </a:lnTo>
                  <a:lnTo>
                    <a:pt x="5765" y="4480"/>
                  </a:lnTo>
                  <a:lnTo>
                    <a:pt x="5843" y="4435"/>
                  </a:lnTo>
                  <a:lnTo>
                    <a:pt x="5920" y="4391"/>
                  </a:lnTo>
                  <a:lnTo>
                    <a:pt x="5965" y="3748"/>
                  </a:lnTo>
                  <a:lnTo>
                    <a:pt x="6020" y="3038"/>
                  </a:lnTo>
                  <a:lnTo>
                    <a:pt x="6109" y="1597"/>
                  </a:lnTo>
                  <a:lnTo>
                    <a:pt x="6164" y="466"/>
                  </a:lnTo>
                  <a:lnTo>
                    <a:pt x="618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23;p20">
              <a:extLst>
                <a:ext uri="{FF2B5EF4-FFF2-40B4-BE49-F238E27FC236}">
                  <a16:creationId xmlns:a16="http://schemas.microsoft.com/office/drawing/2014/main" id="{663593C9-A095-A5AC-57DF-135FB4D7A8DF}"/>
                </a:ext>
              </a:extLst>
            </p:cNvPr>
            <p:cNvSpPr/>
            <p:nvPr/>
          </p:nvSpPr>
          <p:spPr>
            <a:xfrm>
              <a:off x="3568025" y="1633375"/>
              <a:ext cx="251975" cy="436000"/>
            </a:xfrm>
            <a:custGeom>
              <a:avLst/>
              <a:gdLst/>
              <a:ahLst/>
              <a:cxnLst/>
              <a:rect l="l" t="t" r="r" b="b"/>
              <a:pathLst>
                <a:path w="10079" h="17440" extrusionOk="0">
                  <a:moveTo>
                    <a:pt x="0" y="1"/>
                  </a:moveTo>
                  <a:lnTo>
                    <a:pt x="0" y="832"/>
                  </a:lnTo>
                  <a:lnTo>
                    <a:pt x="0" y="1830"/>
                  </a:lnTo>
                  <a:lnTo>
                    <a:pt x="11" y="2961"/>
                  </a:lnTo>
                  <a:lnTo>
                    <a:pt x="34" y="4202"/>
                  </a:lnTo>
                  <a:lnTo>
                    <a:pt x="89" y="6908"/>
                  </a:lnTo>
                  <a:lnTo>
                    <a:pt x="167" y="9701"/>
                  </a:lnTo>
                  <a:lnTo>
                    <a:pt x="255" y="12384"/>
                  </a:lnTo>
                  <a:lnTo>
                    <a:pt x="344" y="14713"/>
                  </a:lnTo>
                  <a:lnTo>
                    <a:pt x="422" y="16475"/>
                  </a:lnTo>
                  <a:lnTo>
                    <a:pt x="455" y="17074"/>
                  </a:lnTo>
                  <a:lnTo>
                    <a:pt x="488" y="17440"/>
                  </a:lnTo>
                  <a:lnTo>
                    <a:pt x="3227" y="17440"/>
                  </a:lnTo>
                  <a:lnTo>
                    <a:pt x="3238" y="15965"/>
                  </a:lnTo>
                  <a:lnTo>
                    <a:pt x="3249" y="15012"/>
                  </a:lnTo>
                  <a:lnTo>
                    <a:pt x="3271" y="13948"/>
                  </a:lnTo>
                  <a:lnTo>
                    <a:pt x="3304" y="12795"/>
                  </a:lnTo>
                  <a:lnTo>
                    <a:pt x="3349" y="11586"/>
                  </a:lnTo>
                  <a:lnTo>
                    <a:pt x="3415" y="10356"/>
                  </a:lnTo>
                  <a:lnTo>
                    <a:pt x="3493" y="9125"/>
                  </a:lnTo>
                  <a:lnTo>
                    <a:pt x="3604" y="7928"/>
                  </a:lnTo>
                  <a:lnTo>
                    <a:pt x="3659" y="7351"/>
                  </a:lnTo>
                  <a:lnTo>
                    <a:pt x="3725" y="6786"/>
                  </a:lnTo>
                  <a:lnTo>
                    <a:pt x="3792" y="6242"/>
                  </a:lnTo>
                  <a:lnTo>
                    <a:pt x="3870" y="5721"/>
                  </a:lnTo>
                  <a:lnTo>
                    <a:pt x="3947" y="5233"/>
                  </a:lnTo>
                  <a:lnTo>
                    <a:pt x="4036" y="4779"/>
                  </a:lnTo>
                  <a:lnTo>
                    <a:pt x="4136" y="4358"/>
                  </a:lnTo>
                  <a:lnTo>
                    <a:pt x="4247" y="3981"/>
                  </a:lnTo>
                  <a:lnTo>
                    <a:pt x="4357" y="3637"/>
                  </a:lnTo>
                  <a:lnTo>
                    <a:pt x="4468" y="3349"/>
                  </a:lnTo>
                  <a:lnTo>
                    <a:pt x="4535" y="3216"/>
                  </a:lnTo>
                  <a:lnTo>
                    <a:pt x="4601" y="3094"/>
                  </a:lnTo>
                  <a:lnTo>
                    <a:pt x="4668" y="2994"/>
                  </a:lnTo>
                  <a:lnTo>
                    <a:pt x="4734" y="2905"/>
                  </a:lnTo>
                  <a:lnTo>
                    <a:pt x="4812" y="2828"/>
                  </a:lnTo>
                  <a:lnTo>
                    <a:pt x="4878" y="2772"/>
                  </a:lnTo>
                  <a:lnTo>
                    <a:pt x="4956" y="2728"/>
                  </a:lnTo>
                  <a:lnTo>
                    <a:pt x="5034" y="2695"/>
                  </a:lnTo>
                  <a:lnTo>
                    <a:pt x="5111" y="2728"/>
                  </a:lnTo>
                  <a:lnTo>
                    <a:pt x="5189" y="2772"/>
                  </a:lnTo>
                  <a:lnTo>
                    <a:pt x="5267" y="2828"/>
                  </a:lnTo>
                  <a:lnTo>
                    <a:pt x="5333" y="2905"/>
                  </a:lnTo>
                  <a:lnTo>
                    <a:pt x="5400" y="2994"/>
                  </a:lnTo>
                  <a:lnTo>
                    <a:pt x="5466" y="3094"/>
                  </a:lnTo>
                  <a:lnTo>
                    <a:pt x="5533" y="3216"/>
                  </a:lnTo>
                  <a:lnTo>
                    <a:pt x="5599" y="3349"/>
                  </a:lnTo>
                  <a:lnTo>
                    <a:pt x="5721" y="3637"/>
                  </a:lnTo>
                  <a:lnTo>
                    <a:pt x="5832" y="3981"/>
                  </a:lnTo>
                  <a:lnTo>
                    <a:pt x="5932" y="4358"/>
                  </a:lnTo>
                  <a:lnTo>
                    <a:pt x="6031" y="4779"/>
                  </a:lnTo>
                  <a:lnTo>
                    <a:pt x="6120" y="5233"/>
                  </a:lnTo>
                  <a:lnTo>
                    <a:pt x="6198" y="5721"/>
                  </a:lnTo>
                  <a:lnTo>
                    <a:pt x="6275" y="6242"/>
                  </a:lnTo>
                  <a:lnTo>
                    <a:pt x="6353" y="6786"/>
                  </a:lnTo>
                  <a:lnTo>
                    <a:pt x="6408" y="7351"/>
                  </a:lnTo>
                  <a:lnTo>
                    <a:pt x="6475" y="7928"/>
                  </a:lnTo>
                  <a:lnTo>
                    <a:pt x="6575" y="9125"/>
                  </a:lnTo>
                  <a:lnTo>
                    <a:pt x="6652" y="10356"/>
                  </a:lnTo>
                  <a:lnTo>
                    <a:pt x="6719" y="11586"/>
                  </a:lnTo>
                  <a:lnTo>
                    <a:pt x="6763" y="12795"/>
                  </a:lnTo>
                  <a:lnTo>
                    <a:pt x="6796" y="13948"/>
                  </a:lnTo>
                  <a:lnTo>
                    <a:pt x="6819" y="15012"/>
                  </a:lnTo>
                  <a:lnTo>
                    <a:pt x="6841" y="15965"/>
                  </a:lnTo>
                  <a:lnTo>
                    <a:pt x="6841" y="17440"/>
                  </a:lnTo>
                  <a:lnTo>
                    <a:pt x="9590" y="17440"/>
                  </a:lnTo>
                  <a:lnTo>
                    <a:pt x="9612" y="17074"/>
                  </a:lnTo>
                  <a:lnTo>
                    <a:pt x="9646" y="16475"/>
                  </a:lnTo>
                  <a:lnTo>
                    <a:pt x="9734" y="14713"/>
                  </a:lnTo>
                  <a:lnTo>
                    <a:pt x="9812" y="12384"/>
                  </a:lnTo>
                  <a:lnTo>
                    <a:pt x="9901" y="9701"/>
                  </a:lnTo>
                  <a:lnTo>
                    <a:pt x="9978" y="6908"/>
                  </a:lnTo>
                  <a:lnTo>
                    <a:pt x="10045" y="4202"/>
                  </a:lnTo>
                  <a:lnTo>
                    <a:pt x="10056" y="2961"/>
                  </a:lnTo>
                  <a:lnTo>
                    <a:pt x="10067" y="1830"/>
                  </a:lnTo>
                  <a:lnTo>
                    <a:pt x="10078" y="832"/>
                  </a:lnTo>
                  <a:lnTo>
                    <a:pt x="1006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24;p20">
              <a:extLst>
                <a:ext uri="{FF2B5EF4-FFF2-40B4-BE49-F238E27FC236}">
                  <a16:creationId xmlns:a16="http://schemas.microsoft.com/office/drawing/2014/main" id="{46C52B14-8CE2-A616-0482-F9C5CFEC4E83}"/>
                </a:ext>
              </a:extLst>
            </p:cNvPr>
            <p:cNvSpPr/>
            <p:nvPr/>
          </p:nvSpPr>
          <p:spPr>
            <a:xfrm>
              <a:off x="3555825" y="1353725"/>
              <a:ext cx="276075" cy="298800"/>
            </a:xfrm>
            <a:custGeom>
              <a:avLst/>
              <a:gdLst/>
              <a:ahLst/>
              <a:cxnLst/>
              <a:rect l="l" t="t" r="r" b="b"/>
              <a:pathLst>
                <a:path w="11043" h="11952" extrusionOk="0">
                  <a:moveTo>
                    <a:pt x="3193" y="0"/>
                  </a:moveTo>
                  <a:lnTo>
                    <a:pt x="3027" y="11"/>
                  </a:lnTo>
                  <a:lnTo>
                    <a:pt x="2850" y="33"/>
                  </a:lnTo>
                  <a:lnTo>
                    <a:pt x="2695" y="67"/>
                  </a:lnTo>
                  <a:lnTo>
                    <a:pt x="2528" y="100"/>
                  </a:lnTo>
                  <a:lnTo>
                    <a:pt x="2362" y="144"/>
                  </a:lnTo>
                  <a:lnTo>
                    <a:pt x="2207" y="200"/>
                  </a:lnTo>
                  <a:lnTo>
                    <a:pt x="2063" y="255"/>
                  </a:lnTo>
                  <a:lnTo>
                    <a:pt x="1907" y="322"/>
                  </a:lnTo>
                  <a:lnTo>
                    <a:pt x="1763" y="399"/>
                  </a:lnTo>
                  <a:lnTo>
                    <a:pt x="1619" y="477"/>
                  </a:lnTo>
                  <a:lnTo>
                    <a:pt x="1486" y="565"/>
                  </a:lnTo>
                  <a:lnTo>
                    <a:pt x="1353" y="665"/>
                  </a:lnTo>
                  <a:lnTo>
                    <a:pt x="1231" y="765"/>
                  </a:lnTo>
                  <a:lnTo>
                    <a:pt x="1109" y="865"/>
                  </a:lnTo>
                  <a:lnTo>
                    <a:pt x="987" y="976"/>
                  </a:lnTo>
                  <a:lnTo>
                    <a:pt x="876" y="1098"/>
                  </a:lnTo>
                  <a:lnTo>
                    <a:pt x="777" y="1220"/>
                  </a:lnTo>
                  <a:lnTo>
                    <a:pt x="677" y="1342"/>
                  </a:lnTo>
                  <a:lnTo>
                    <a:pt x="577" y="1475"/>
                  </a:lnTo>
                  <a:lnTo>
                    <a:pt x="488" y="1619"/>
                  </a:lnTo>
                  <a:lnTo>
                    <a:pt x="411" y="1752"/>
                  </a:lnTo>
                  <a:lnTo>
                    <a:pt x="333" y="1896"/>
                  </a:lnTo>
                  <a:lnTo>
                    <a:pt x="267" y="2051"/>
                  </a:lnTo>
                  <a:lnTo>
                    <a:pt x="211" y="2195"/>
                  </a:lnTo>
                  <a:lnTo>
                    <a:pt x="156" y="2362"/>
                  </a:lnTo>
                  <a:lnTo>
                    <a:pt x="111" y="2517"/>
                  </a:lnTo>
                  <a:lnTo>
                    <a:pt x="78" y="2683"/>
                  </a:lnTo>
                  <a:lnTo>
                    <a:pt x="45" y="2849"/>
                  </a:lnTo>
                  <a:lnTo>
                    <a:pt x="23" y="3016"/>
                  </a:lnTo>
                  <a:lnTo>
                    <a:pt x="12" y="3182"/>
                  </a:lnTo>
                  <a:lnTo>
                    <a:pt x="1" y="3359"/>
                  </a:lnTo>
                  <a:lnTo>
                    <a:pt x="1" y="8581"/>
                  </a:lnTo>
                  <a:lnTo>
                    <a:pt x="12" y="8759"/>
                  </a:lnTo>
                  <a:lnTo>
                    <a:pt x="23" y="8925"/>
                  </a:lnTo>
                  <a:lnTo>
                    <a:pt x="45" y="9091"/>
                  </a:lnTo>
                  <a:lnTo>
                    <a:pt x="78" y="9257"/>
                  </a:lnTo>
                  <a:lnTo>
                    <a:pt x="111" y="9424"/>
                  </a:lnTo>
                  <a:lnTo>
                    <a:pt x="156" y="9579"/>
                  </a:lnTo>
                  <a:lnTo>
                    <a:pt x="211" y="9745"/>
                  </a:lnTo>
                  <a:lnTo>
                    <a:pt x="267" y="9889"/>
                  </a:lnTo>
                  <a:lnTo>
                    <a:pt x="333" y="10045"/>
                  </a:lnTo>
                  <a:lnTo>
                    <a:pt x="411" y="10189"/>
                  </a:lnTo>
                  <a:lnTo>
                    <a:pt x="488" y="10333"/>
                  </a:lnTo>
                  <a:lnTo>
                    <a:pt x="577" y="10466"/>
                  </a:lnTo>
                  <a:lnTo>
                    <a:pt x="677" y="10599"/>
                  </a:lnTo>
                  <a:lnTo>
                    <a:pt x="777" y="10721"/>
                  </a:lnTo>
                  <a:lnTo>
                    <a:pt x="876" y="10843"/>
                  </a:lnTo>
                  <a:lnTo>
                    <a:pt x="987" y="10965"/>
                  </a:lnTo>
                  <a:lnTo>
                    <a:pt x="1109" y="11076"/>
                  </a:lnTo>
                  <a:lnTo>
                    <a:pt x="1231" y="11175"/>
                  </a:lnTo>
                  <a:lnTo>
                    <a:pt x="1353" y="11275"/>
                  </a:lnTo>
                  <a:lnTo>
                    <a:pt x="1486" y="11375"/>
                  </a:lnTo>
                  <a:lnTo>
                    <a:pt x="1619" y="11464"/>
                  </a:lnTo>
                  <a:lnTo>
                    <a:pt x="1763" y="11541"/>
                  </a:lnTo>
                  <a:lnTo>
                    <a:pt x="1907" y="11619"/>
                  </a:lnTo>
                  <a:lnTo>
                    <a:pt x="2063" y="11685"/>
                  </a:lnTo>
                  <a:lnTo>
                    <a:pt x="2207" y="11741"/>
                  </a:lnTo>
                  <a:lnTo>
                    <a:pt x="2362" y="11796"/>
                  </a:lnTo>
                  <a:lnTo>
                    <a:pt x="2528" y="11841"/>
                  </a:lnTo>
                  <a:lnTo>
                    <a:pt x="2695" y="11874"/>
                  </a:lnTo>
                  <a:lnTo>
                    <a:pt x="2850" y="11907"/>
                  </a:lnTo>
                  <a:lnTo>
                    <a:pt x="3027" y="11929"/>
                  </a:lnTo>
                  <a:lnTo>
                    <a:pt x="3193" y="11940"/>
                  </a:lnTo>
                  <a:lnTo>
                    <a:pt x="3371" y="11952"/>
                  </a:lnTo>
                  <a:lnTo>
                    <a:pt x="7684" y="11952"/>
                  </a:lnTo>
                  <a:lnTo>
                    <a:pt x="7850" y="11940"/>
                  </a:lnTo>
                  <a:lnTo>
                    <a:pt x="8027" y="11929"/>
                  </a:lnTo>
                  <a:lnTo>
                    <a:pt x="8194" y="11907"/>
                  </a:lnTo>
                  <a:lnTo>
                    <a:pt x="8360" y="11874"/>
                  </a:lnTo>
                  <a:lnTo>
                    <a:pt x="8515" y="11841"/>
                  </a:lnTo>
                  <a:lnTo>
                    <a:pt x="8681" y="11796"/>
                  </a:lnTo>
                  <a:lnTo>
                    <a:pt x="8837" y="11741"/>
                  </a:lnTo>
                  <a:lnTo>
                    <a:pt x="8992" y="11685"/>
                  </a:lnTo>
                  <a:lnTo>
                    <a:pt x="9136" y="11619"/>
                  </a:lnTo>
                  <a:lnTo>
                    <a:pt x="9280" y="11541"/>
                  </a:lnTo>
                  <a:lnTo>
                    <a:pt x="9424" y="11464"/>
                  </a:lnTo>
                  <a:lnTo>
                    <a:pt x="9557" y="11375"/>
                  </a:lnTo>
                  <a:lnTo>
                    <a:pt x="9690" y="11275"/>
                  </a:lnTo>
                  <a:lnTo>
                    <a:pt x="9812" y="11175"/>
                  </a:lnTo>
                  <a:lnTo>
                    <a:pt x="9934" y="11076"/>
                  </a:lnTo>
                  <a:lnTo>
                    <a:pt x="10056" y="10965"/>
                  </a:lnTo>
                  <a:lnTo>
                    <a:pt x="10167" y="10843"/>
                  </a:lnTo>
                  <a:lnTo>
                    <a:pt x="10278" y="10721"/>
                  </a:lnTo>
                  <a:lnTo>
                    <a:pt x="10378" y="10599"/>
                  </a:lnTo>
                  <a:lnTo>
                    <a:pt x="10466" y="10466"/>
                  </a:lnTo>
                  <a:lnTo>
                    <a:pt x="10555" y="10333"/>
                  </a:lnTo>
                  <a:lnTo>
                    <a:pt x="10633" y="10189"/>
                  </a:lnTo>
                  <a:lnTo>
                    <a:pt x="10710" y="10045"/>
                  </a:lnTo>
                  <a:lnTo>
                    <a:pt x="10777" y="9889"/>
                  </a:lnTo>
                  <a:lnTo>
                    <a:pt x="10832" y="9745"/>
                  </a:lnTo>
                  <a:lnTo>
                    <a:pt x="10888" y="9579"/>
                  </a:lnTo>
                  <a:lnTo>
                    <a:pt x="10932" y="9424"/>
                  </a:lnTo>
                  <a:lnTo>
                    <a:pt x="10976" y="9257"/>
                  </a:lnTo>
                  <a:lnTo>
                    <a:pt x="10999" y="9091"/>
                  </a:lnTo>
                  <a:lnTo>
                    <a:pt x="11021" y="8925"/>
                  </a:lnTo>
                  <a:lnTo>
                    <a:pt x="11032" y="8759"/>
                  </a:lnTo>
                  <a:lnTo>
                    <a:pt x="11043" y="8581"/>
                  </a:lnTo>
                  <a:lnTo>
                    <a:pt x="11043" y="3359"/>
                  </a:lnTo>
                  <a:lnTo>
                    <a:pt x="11032" y="3182"/>
                  </a:lnTo>
                  <a:lnTo>
                    <a:pt x="11021" y="3016"/>
                  </a:lnTo>
                  <a:lnTo>
                    <a:pt x="10999" y="2849"/>
                  </a:lnTo>
                  <a:lnTo>
                    <a:pt x="10976" y="2683"/>
                  </a:lnTo>
                  <a:lnTo>
                    <a:pt x="10932" y="2517"/>
                  </a:lnTo>
                  <a:lnTo>
                    <a:pt x="10888" y="2362"/>
                  </a:lnTo>
                  <a:lnTo>
                    <a:pt x="10832" y="2195"/>
                  </a:lnTo>
                  <a:lnTo>
                    <a:pt x="10777" y="2051"/>
                  </a:lnTo>
                  <a:lnTo>
                    <a:pt x="10710" y="1896"/>
                  </a:lnTo>
                  <a:lnTo>
                    <a:pt x="10633" y="1752"/>
                  </a:lnTo>
                  <a:lnTo>
                    <a:pt x="10555" y="1619"/>
                  </a:lnTo>
                  <a:lnTo>
                    <a:pt x="10466" y="1475"/>
                  </a:lnTo>
                  <a:lnTo>
                    <a:pt x="10378" y="1342"/>
                  </a:lnTo>
                  <a:lnTo>
                    <a:pt x="10278" y="1220"/>
                  </a:lnTo>
                  <a:lnTo>
                    <a:pt x="10167" y="1098"/>
                  </a:lnTo>
                  <a:lnTo>
                    <a:pt x="10056" y="976"/>
                  </a:lnTo>
                  <a:lnTo>
                    <a:pt x="9934" y="865"/>
                  </a:lnTo>
                  <a:lnTo>
                    <a:pt x="9812" y="765"/>
                  </a:lnTo>
                  <a:lnTo>
                    <a:pt x="9690" y="665"/>
                  </a:lnTo>
                  <a:lnTo>
                    <a:pt x="9557" y="565"/>
                  </a:lnTo>
                  <a:lnTo>
                    <a:pt x="9424" y="477"/>
                  </a:lnTo>
                  <a:lnTo>
                    <a:pt x="9280" y="399"/>
                  </a:lnTo>
                  <a:lnTo>
                    <a:pt x="9136" y="322"/>
                  </a:lnTo>
                  <a:lnTo>
                    <a:pt x="8992" y="255"/>
                  </a:lnTo>
                  <a:lnTo>
                    <a:pt x="8837" y="200"/>
                  </a:lnTo>
                  <a:lnTo>
                    <a:pt x="8681" y="144"/>
                  </a:lnTo>
                  <a:lnTo>
                    <a:pt x="8515" y="100"/>
                  </a:lnTo>
                  <a:lnTo>
                    <a:pt x="8360" y="67"/>
                  </a:lnTo>
                  <a:lnTo>
                    <a:pt x="8194" y="33"/>
                  </a:lnTo>
                  <a:lnTo>
                    <a:pt x="8027" y="11"/>
                  </a:lnTo>
                  <a:lnTo>
                    <a:pt x="7850" y="0"/>
                  </a:lnTo>
                  <a:close/>
                </a:path>
              </a:pathLst>
            </a:custGeom>
            <a:solidFill>
              <a:srgbClr val="D1C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25;p20">
              <a:extLst>
                <a:ext uri="{FF2B5EF4-FFF2-40B4-BE49-F238E27FC236}">
                  <a16:creationId xmlns:a16="http://schemas.microsoft.com/office/drawing/2014/main" id="{05B9E162-5CB4-CB31-6817-737E319CC728}"/>
                </a:ext>
              </a:extLst>
            </p:cNvPr>
            <p:cNvSpPr/>
            <p:nvPr/>
          </p:nvSpPr>
          <p:spPr>
            <a:xfrm>
              <a:off x="3515075" y="1248400"/>
              <a:ext cx="357575" cy="105350"/>
            </a:xfrm>
            <a:custGeom>
              <a:avLst/>
              <a:gdLst/>
              <a:ahLst/>
              <a:cxnLst/>
              <a:rect l="l" t="t" r="r" b="b"/>
              <a:pathLst>
                <a:path w="14303" h="4214" extrusionOk="0">
                  <a:moveTo>
                    <a:pt x="1608" y="0"/>
                  </a:moveTo>
                  <a:lnTo>
                    <a:pt x="1431" y="33"/>
                  </a:lnTo>
                  <a:lnTo>
                    <a:pt x="1265" y="78"/>
                  </a:lnTo>
                  <a:lnTo>
                    <a:pt x="1098" y="133"/>
                  </a:lnTo>
                  <a:lnTo>
                    <a:pt x="943" y="211"/>
                  </a:lnTo>
                  <a:lnTo>
                    <a:pt x="788" y="299"/>
                  </a:lnTo>
                  <a:lnTo>
                    <a:pt x="655" y="410"/>
                  </a:lnTo>
                  <a:lnTo>
                    <a:pt x="522" y="521"/>
                  </a:lnTo>
                  <a:lnTo>
                    <a:pt x="411" y="654"/>
                  </a:lnTo>
                  <a:lnTo>
                    <a:pt x="311" y="787"/>
                  </a:lnTo>
                  <a:lnTo>
                    <a:pt x="211" y="931"/>
                  </a:lnTo>
                  <a:lnTo>
                    <a:pt x="145" y="1098"/>
                  </a:lnTo>
                  <a:lnTo>
                    <a:pt x="78" y="1253"/>
                  </a:lnTo>
                  <a:lnTo>
                    <a:pt x="34" y="1430"/>
                  </a:lnTo>
                  <a:lnTo>
                    <a:pt x="12" y="1608"/>
                  </a:lnTo>
                  <a:lnTo>
                    <a:pt x="1" y="1796"/>
                  </a:lnTo>
                  <a:lnTo>
                    <a:pt x="1" y="2406"/>
                  </a:lnTo>
                  <a:lnTo>
                    <a:pt x="12" y="2594"/>
                  </a:lnTo>
                  <a:lnTo>
                    <a:pt x="34" y="2772"/>
                  </a:lnTo>
                  <a:lnTo>
                    <a:pt x="78" y="2949"/>
                  </a:lnTo>
                  <a:lnTo>
                    <a:pt x="145" y="3104"/>
                  </a:lnTo>
                  <a:lnTo>
                    <a:pt x="211" y="3271"/>
                  </a:lnTo>
                  <a:lnTo>
                    <a:pt x="311" y="3415"/>
                  </a:lnTo>
                  <a:lnTo>
                    <a:pt x="411" y="3548"/>
                  </a:lnTo>
                  <a:lnTo>
                    <a:pt x="522" y="3681"/>
                  </a:lnTo>
                  <a:lnTo>
                    <a:pt x="655" y="3792"/>
                  </a:lnTo>
                  <a:lnTo>
                    <a:pt x="788" y="3903"/>
                  </a:lnTo>
                  <a:lnTo>
                    <a:pt x="943" y="3991"/>
                  </a:lnTo>
                  <a:lnTo>
                    <a:pt x="1098" y="4069"/>
                  </a:lnTo>
                  <a:lnTo>
                    <a:pt x="1265" y="4124"/>
                  </a:lnTo>
                  <a:lnTo>
                    <a:pt x="1431" y="4169"/>
                  </a:lnTo>
                  <a:lnTo>
                    <a:pt x="1608" y="4202"/>
                  </a:lnTo>
                  <a:lnTo>
                    <a:pt x="1797" y="4213"/>
                  </a:lnTo>
                  <a:lnTo>
                    <a:pt x="12507" y="4213"/>
                  </a:lnTo>
                  <a:lnTo>
                    <a:pt x="12695" y="4202"/>
                  </a:lnTo>
                  <a:lnTo>
                    <a:pt x="12872" y="4169"/>
                  </a:lnTo>
                  <a:lnTo>
                    <a:pt x="13039" y="4124"/>
                  </a:lnTo>
                  <a:lnTo>
                    <a:pt x="13205" y="4069"/>
                  </a:lnTo>
                  <a:lnTo>
                    <a:pt x="13360" y="3991"/>
                  </a:lnTo>
                  <a:lnTo>
                    <a:pt x="13515" y="3903"/>
                  </a:lnTo>
                  <a:lnTo>
                    <a:pt x="13648" y="3792"/>
                  </a:lnTo>
                  <a:lnTo>
                    <a:pt x="13782" y="3681"/>
                  </a:lnTo>
                  <a:lnTo>
                    <a:pt x="13892" y="3548"/>
                  </a:lnTo>
                  <a:lnTo>
                    <a:pt x="14003" y="3415"/>
                  </a:lnTo>
                  <a:lnTo>
                    <a:pt x="14092" y="3271"/>
                  </a:lnTo>
                  <a:lnTo>
                    <a:pt x="14170" y="3104"/>
                  </a:lnTo>
                  <a:lnTo>
                    <a:pt x="14225" y="2949"/>
                  </a:lnTo>
                  <a:lnTo>
                    <a:pt x="14269" y="2772"/>
                  </a:lnTo>
                  <a:lnTo>
                    <a:pt x="14303" y="2594"/>
                  </a:lnTo>
                  <a:lnTo>
                    <a:pt x="14303" y="2406"/>
                  </a:lnTo>
                  <a:lnTo>
                    <a:pt x="14303" y="1796"/>
                  </a:lnTo>
                  <a:lnTo>
                    <a:pt x="14303" y="1608"/>
                  </a:lnTo>
                  <a:lnTo>
                    <a:pt x="14269" y="1430"/>
                  </a:lnTo>
                  <a:lnTo>
                    <a:pt x="14225" y="1253"/>
                  </a:lnTo>
                  <a:lnTo>
                    <a:pt x="14170" y="1098"/>
                  </a:lnTo>
                  <a:lnTo>
                    <a:pt x="14092" y="931"/>
                  </a:lnTo>
                  <a:lnTo>
                    <a:pt x="14003" y="787"/>
                  </a:lnTo>
                  <a:lnTo>
                    <a:pt x="13892" y="654"/>
                  </a:lnTo>
                  <a:lnTo>
                    <a:pt x="13782" y="521"/>
                  </a:lnTo>
                  <a:lnTo>
                    <a:pt x="13648" y="410"/>
                  </a:lnTo>
                  <a:lnTo>
                    <a:pt x="13515" y="299"/>
                  </a:lnTo>
                  <a:lnTo>
                    <a:pt x="13360" y="211"/>
                  </a:lnTo>
                  <a:lnTo>
                    <a:pt x="13205" y="133"/>
                  </a:lnTo>
                  <a:lnTo>
                    <a:pt x="13039" y="78"/>
                  </a:lnTo>
                  <a:lnTo>
                    <a:pt x="12872" y="33"/>
                  </a:lnTo>
                  <a:lnTo>
                    <a:pt x="126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26;p20">
              <a:extLst>
                <a:ext uri="{FF2B5EF4-FFF2-40B4-BE49-F238E27FC236}">
                  <a16:creationId xmlns:a16="http://schemas.microsoft.com/office/drawing/2014/main" id="{22807DC8-C797-446D-0C37-6EF8DD9A2BC9}"/>
                </a:ext>
              </a:extLst>
            </p:cNvPr>
            <p:cNvSpPr/>
            <p:nvPr/>
          </p:nvSpPr>
          <p:spPr>
            <a:xfrm>
              <a:off x="3555825" y="1353725"/>
              <a:ext cx="276075" cy="142200"/>
            </a:xfrm>
            <a:custGeom>
              <a:avLst/>
              <a:gdLst/>
              <a:ahLst/>
              <a:cxnLst/>
              <a:rect l="l" t="t" r="r" b="b"/>
              <a:pathLst>
                <a:path w="11043" h="5688" extrusionOk="0">
                  <a:moveTo>
                    <a:pt x="1" y="0"/>
                  </a:moveTo>
                  <a:lnTo>
                    <a:pt x="1" y="2151"/>
                  </a:lnTo>
                  <a:lnTo>
                    <a:pt x="12" y="2339"/>
                  </a:lnTo>
                  <a:lnTo>
                    <a:pt x="23" y="2517"/>
                  </a:lnTo>
                  <a:lnTo>
                    <a:pt x="45" y="2694"/>
                  </a:lnTo>
                  <a:lnTo>
                    <a:pt x="78" y="2860"/>
                  </a:lnTo>
                  <a:lnTo>
                    <a:pt x="111" y="3038"/>
                  </a:lnTo>
                  <a:lnTo>
                    <a:pt x="167" y="3204"/>
                  </a:lnTo>
                  <a:lnTo>
                    <a:pt x="222" y="3370"/>
                  </a:lnTo>
                  <a:lnTo>
                    <a:pt x="278" y="3526"/>
                  </a:lnTo>
                  <a:lnTo>
                    <a:pt x="355" y="3681"/>
                  </a:lnTo>
                  <a:lnTo>
                    <a:pt x="433" y="3836"/>
                  </a:lnTo>
                  <a:lnTo>
                    <a:pt x="522" y="3980"/>
                  </a:lnTo>
                  <a:lnTo>
                    <a:pt x="610" y="4124"/>
                  </a:lnTo>
                  <a:lnTo>
                    <a:pt x="710" y="4268"/>
                  </a:lnTo>
                  <a:lnTo>
                    <a:pt x="810" y="4401"/>
                  </a:lnTo>
                  <a:lnTo>
                    <a:pt x="921" y="4523"/>
                  </a:lnTo>
                  <a:lnTo>
                    <a:pt x="1043" y="4645"/>
                  </a:lnTo>
                  <a:lnTo>
                    <a:pt x="1165" y="4767"/>
                  </a:lnTo>
                  <a:lnTo>
                    <a:pt x="1287" y="4878"/>
                  </a:lnTo>
                  <a:lnTo>
                    <a:pt x="1420" y="4978"/>
                  </a:lnTo>
                  <a:lnTo>
                    <a:pt x="1564" y="5078"/>
                  </a:lnTo>
                  <a:lnTo>
                    <a:pt x="1708" y="5166"/>
                  </a:lnTo>
                  <a:lnTo>
                    <a:pt x="1852" y="5255"/>
                  </a:lnTo>
                  <a:lnTo>
                    <a:pt x="2007" y="5333"/>
                  </a:lnTo>
                  <a:lnTo>
                    <a:pt x="2162" y="5410"/>
                  </a:lnTo>
                  <a:lnTo>
                    <a:pt x="2318" y="5466"/>
                  </a:lnTo>
                  <a:lnTo>
                    <a:pt x="2484" y="5521"/>
                  </a:lnTo>
                  <a:lnTo>
                    <a:pt x="2650" y="5577"/>
                  </a:lnTo>
                  <a:lnTo>
                    <a:pt x="2828" y="5610"/>
                  </a:lnTo>
                  <a:lnTo>
                    <a:pt x="2994" y="5643"/>
                  </a:lnTo>
                  <a:lnTo>
                    <a:pt x="3171" y="5665"/>
                  </a:lnTo>
                  <a:lnTo>
                    <a:pt x="3349" y="5676"/>
                  </a:lnTo>
                  <a:lnTo>
                    <a:pt x="3537" y="5688"/>
                  </a:lnTo>
                  <a:lnTo>
                    <a:pt x="7506" y="5688"/>
                  </a:lnTo>
                  <a:lnTo>
                    <a:pt x="7695" y="5676"/>
                  </a:lnTo>
                  <a:lnTo>
                    <a:pt x="7872" y="5665"/>
                  </a:lnTo>
                  <a:lnTo>
                    <a:pt x="8049" y="5643"/>
                  </a:lnTo>
                  <a:lnTo>
                    <a:pt x="8227" y="5610"/>
                  </a:lnTo>
                  <a:lnTo>
                    <a:pt x="8393" y="5577"/>
                  </a:lnTo>
                  <a:lnTo>
                    <a:pt x="8559" y="5521"/>
                  </a:lnTo>
                  <a:lnTo>
                    <a:pt x="8726" y="5466"/>
                  </a:lnTo>
                  <a:lnTo>
                    <a:pt x="8881" y="5410"/>
                  </a:lnTo>
                  <a:lnTo>
                    <a:pt x="9036" y="5333"/>
                  </a:lnTo>
                  <a:lnTo>
                    <a:pt x="9191" y="5255"/>
                  </a:lnTo>
                  <a:lnTo>
                    <a:pt x="9336" y="5166"/>
                  </a:lnTo>
                  <a:lnTo>
                    <a:pt x="9480" y="5078"/>
                  </a:lnTo>
                  <a:lnTo>
                    <a:pt x="9624" y="4978"/>
                  </a:lnTo>
                  <a:lnTo>
                    <a:pt x="9757" y="4878"/>
                  </a:lnTo>
                  <a:lnTo>
                    <a:pt x="9879" y="4767"/>
                  </a:lnTo>
                  <a:lnTo>
                    <a:pt x="10012" y="4645"/>
                  </a:lnTo>
                  <a:lnTo>
                    <a:pt x="10123" y="4523"/>
                  </a:lnTo>
                  <a:lnTo>
                    <a:pt x="10234" y="4401"/>
                  </a:lnTo>
                  <a:lnTo>
                    <a:pt x="10344" y="4268"/>
                  </a:lnTo>
                  <a:lnTo>
                    <a:pt x="10433" y="4124"/>
                  </a:lnTo>
                  <a:lnTo>
                    <a:pt x="10533" y="3980"/>
                  </a:lnTo>
                  <a:lnTo>
                    <a:pt x="10610" y="3836"/>
                  </a:lnTo>
                  <a:lnTo>
                    <a:pt x="10688" y="3681"/>
                  </a:lnTo>
                  <a:lnTo>
                    <a:pt x="10766" y="3526"/>
                  </a:lnTo>
                  <a:lnTo>
                    <a:pt x="10821" y="3370"/>
                  </a:lnTo>
                  <a:lnTo>
                    <a:pt x="10877" y="3204"/>
                  </a:lnTo>
                  <a:lnTo>
                    <a:pt x="10932" y="3038"/>
                  </a:lnTo>
                  <a:lnTo>
                    <a:pt x="10965" y="2860"/>
                  </a:lnTo>
                  <a:lnTo>
                    <a:pt x="10999" y="2694"/>
                  </a:lnTo>
                  <a:lnTo>
                    <a:pt x="11021" y="2517"/>
                  </a:lnTo>
                  <a:lnTo>
                    <a:pt x="11032" y="2339"/>
                  </a:lnTo>
                  <a:lnTo>
                    <a:pt x="11043" y="2151"/>
                  </a:lnTo>
                  <a:lnTo>
                    <a:pt x="110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27;p20">
              <a:extLst>
                <a:ext uri="{FF2B5EF4-FFF2-40B4-BE49-F238E27FC236}">
                  <a16:creationId xmlns:a16="http://schemas.microsoft.com/office/drawing/2014/main" id="{6C6F41C8-0D1A-501A-A880-09E9382105E7}"/>
                </a:ext>
              </a:extLst>
            </p:cNvPr>
            <p:cNvSpPr/>
            <p:nvPr/>
          </p:nvSpPr>
          <p:spPr>
            <a:xfrm>
              <a:off x="3590750" y="2069350"/>
              <a:ext cx="48250" cy="36625"/>
            </a:xfrm>
            <a:custGeom>
              <a:avLst/>
              <a:gdLst/>
              <a:ahLst/>
              <a:cxnLst/>
              <a:rect l="l" t="t" r="r" b="b"/>
              <a:pathLst>
                <a:path w="1930" h="1465" extrusionOk="0">
                  <a:moveTo>
                    <a:pt x="0" y="1"/>
                  </a:moveTo>
                  <a:lnTo>
                    <a:pt x="23" y="289"/>
                  </a:lnTo>
                  <a:lnTo>
                    <a:pt x="45" y="555"/>
                  </a:lnTo>
                  <a:lnTo>
                    <a:pt x="100" y="1021"/>
                  </a:lnTo>
                  <a:lnTo>
                    <a:pt x="145" y="1342"/>
                  </a:lnTo>
                  <a:lnTo>
                    <a:pt x="167" y="1464"/>
                  </a:lnTo>
                  <a:lnTo>
                    <a:pt x="1730" y="1464"/>
                  </a:lnTo>
                  <a:lnTo>
                    <a:pt x="1930" y="1"/>
                  </a:lnTo>
                  <a:close/>
                </a:path>
              </a:pathLst>
            </a:custGeom>
            <a:solidFill>
              <a:srgbClr val="F5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28;p20">
              <a:extLst>
                <a:ext uri="{FF2B5EF4-FFF2-40B4-BE49-F238E27FC236}">
                  <a16:creationId xmlns:a16="http://schemas.microsoft.com/office/drawing/2014/main" id="{2D5D6746-7ED6-C615-186E-2F722CC81604}"/>
                </a:ext>
              </a:extLst>
            </p:cNvPr>
            <p:cNvSpPr/>
            <p:nvPr/>
          </p:nvSpPr>
          <p:spPr>
            <a:xfrm>
              <a:off x="3528675" y="2081000"/>
              <a:ext cx="108650" cy="39375"/>
            </a:xfrm>
            <a:custGeom>
              <a:avLst/>
              <a:gdLst/>
              <a:ahLst/>
              <a:cxnLst/>
              <a:rect l="l" t="t" r="r" b="b"/>
              <a:pathLst>
                <a:path w="4346" h="1575" extrusionOk="0">
                  <a:moveTo>
                    <a:pt x="3193" y="1"/>
                  </a:moveTo>
                  <a:lnTo>
                    <a:pt x="2783" y="56"/>
                  </a:lnTo>
                  <a:lnTo>
                    <a:pt x="2528" y="89"/>
                  </a:lnTo>
                  <a:lnTo>
                    <a:pt x="2240" y="145"/>
                  </a:lnTo>
                  <a:lnTo>
                    <a:pt x="1929" y="211"/>
                  </a:lnTo>
                  <a:lnTo>
                    <a:pt x="1630" y="278"/>
                  </a:lnTo>
                  <a:lnTo>
                    <a:pt x="1319" y="355"/>
                  </a:lnTo>
                  <a:lnTo>
                    <a:pt x="1020" y="455"/>
                  </a:lnTo>
                  <a:lnTo>
                    <a:pt x="754" y="555"/>
                  </a:lnTo>
                  <a:lnTo>
                    <a:pt x="499" y="677"/>
                  </a:lnTo>
                  <a:lnTo>
                    <a:pt x="399" y="732"/>
                  </a:lnTo>
                  <a:lnTo>
                    <a:pt x="299" y="799"/>
                  </a:lnTo>
                  <a:lnTo>
                    <a:pt x="211" y="865"/>
                  </a:lnTo>
                  <a:lnTo>
                    <a:pt x="133" y="932"/>
                  </a:lnTo>
                  <a:lnTo>
                    <a:pt x="78" y="998"/>
                  </a:lnTo>
                  <a:lnTo>
                    <a:pt x="33" y="1076"/>
                  </a:lnTo>
                  <a:lnTo>
                    <a:pt x="11" y="1154"/>
                  </a:lnTo>
                  <a:lnTo>
                    <a:pt x="0" y="1231"/>
                  </a:lnTo>
                  <a:lnTo>
                    <a:pt x="11" y="1320"/>
                  </a:lnTo>
                  <a:lnTo>
                    <a:pt x="33" y="1397"/>
                  </a:lnTo>
                  <a:lnTo>
                    <a:pt x="89" y="1486"/>
                  </a:lnTo>
                  <a:lnTo>
                    <a:pt x="155" y="1575"/>
                  </a:lnTo>
                  <a:lnTo>
                    <a:pt x="4346" y="1575"/>
                  </a:lnTo>
                  <a:lnTo>
                    <a:pt x="4346" y="1"/>
                  </a:lnTo>
                  <a:close/>
                </a:path>
              </a:pathLst>
            </a:custGeom>
            <a:solidFill>
              <a:srgbClr val="2327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29;p20">
              <a:extLst>
                <a:ext uri="{FF2B5EF4-FFF2-40B4-BE49-F238E27FC236}">
                  <a16:creationId xmlns:a16="http://schemas.microsoft.com/office/drawing/2014/main" id="{18F016DA-7AFE-F74D-94BD-E84A7CEF7F0F}"/>
                </a:ext>
              </a:extLst>
            </p:cNvPr>
            <p:cNvSpPr/>
            <p:nvPr/>
          </p:nvSpPr>
          <p:spPr>
            <a:xfrm>
              <a:off x="3749575" y="2069350"/>
              <a:ext cx="48250" cy="36625"/>
            </a:xfrm>
            <a:custGeom>
              <a:avLst/>
              <a:gdLst/>
              <a:ahLst/>
              <a:cxnLst/>
              <a:rect l="l" t="t" r="r" b="b"/>
              <a:pathLst>
                <a:path w="1930" h="1465" extrusionOk="0">
                  <a:moveTo>
                    <a:pt x="0" y="1"/>
                  </a:moveTo>
                  <a:lnTo>
                    <a:pt x="211" y="1464"/>
                  </a:lnTo>
                  <a:lnTo>
                    <a:pt x="1774" y="1464"/>
                  </a:lnTo>
                  <a:lnTo>
                    <a:pt x="1785" y="1342"/>
                  </a:lnTo>
                  <a:lnTo>
                    <a:pt x="1840" y="1021"/>
                  </a:lnTo>
                  <a:lnTo>
                    <a:pt x="1885" y="555"/>
                  </a:lnTo>
                  <a:lnTo>
                    <a:pt x="1907" y="289"/>
                  </a:lnTo>
                  <a:lnTo>
                    <a:pt x="1929" y="1"/>
                  </a:lnTo>
                  <a:close/>
                </a:path>
              </a:pathLst>
            </a:custGeom>
            <a:solidFill>
              <a:srgbClr val="F5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30;p20">
              <a:extLst>
                <a:ext uri="{FF2B5EF4-FFF2-40B4-BE49-F238E27FC236}">
                  <a16:creationId xmlns:a16="http://schemas.microsoft.com/office/drawing/2014/main" id="{33D6C607-6EED-7803-D552-6FCF5D701017}"/>
                </a:ext>
              </a:extLst>
            </p:cNvPr>
            <p:cNvSpPr/>
            <p:nvPr/>
          </p:nvSpPr>
          <p:spPr>
            <a:xfrm>
              <a:off x="3751225" y="2081000"/>
              <a:ext cx="108675" cy="39375"/>
            </a:xfrm>
            <a:custGeom>
              <a:avLst/>
              <a:gdLst/>
              <a:ahLst/>
              <a:cxnLst/>
              <a:rect l="l" t="t" r="r" b="b"/>
              <a:pathLst>
                <a:path w="4347" h="1575" extrusionOk="0">
                  <a:moveTo>
                    <a:pt x="1" y="1"/>
                  </a:moveTo>
                  <a:lnTo>
                    <a:pt x="1" y="1575"/>
                  </a:lnTo>
                  <a:lnTo>
                    <a:pt x="4191" y="1575"/>
                  </a:lnTo>
                  <a:lnTo>
                    <a:pt x="4269" y="1486"/>
                  </a:lnTo>
                  <a:lnTo>
                    <a:pt x="4313" y="1397"/>
                  </a:lnTo>
                  <a:lnTo>
                    <a:pt x="4347" y="1320"/>
                  </a:lnTo>
                  <a:lnTo>
                    <a:pt x="4347" y="1231"/>
                  </a:lnTo>
                  <a:lnTo>
                    <a:pt x="4336" y="1154"/>
                  </a:lnTo>
                  <a:lnTo>
                    <a:pt x="4313" y="1076"/>
                  </a:lnTo>
                  <a:lnTo>
                    <a:pt x="4269" y="998"/>
                  </a:lnTo>
                  <a:lnTo>
                    <a:pt x="4214" y="932"/>
                  </a:lnTo>
                  <a:lnTo>
                    <a:pt x="4136" y="865"/>
                  </a:lnTo>
                  <a:lnTo>
                    <a:pt x="4047" y="799"/>
                  </a:lnTo>
                  <a:lnTo>
                    <a:pt x="3959" y="732"/>
                  </a:lnTo>
                  <a:lnTo>
                    <a:pt x="3848" y="677"/>
                  </a:lnTo>
                  <a:lnTo>
                    <a:pt x="3604" y="555"/>
                  </a:lnTo>
                  <a:lnTo>
                    <a:pt x="3327" y="455"/>
                  </a:lnTo>
                  <a:lnTo>
                    <a:pt x="3027" y="355"/>
                  </a:lnTo>
                  <a:lnTo>
                    <a:pt x="2728" y="278"/>
                  </a:lnTo>
                  <a:lnTo>
                    <a:pt x="2418" y="211"/>
                  </a:lnTo>
                  <a:lnTo>
                    <a:pt x="2107" y="145"/>
                  </a:lnTo>
                  <a:lnTo>
                    <a:pt x="1830" y="89"/>
                  </a:lnTo>
                  <a:lnTo>
                    <a:pt x="1564" y="56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2327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31;p20">
              <a:extLst>
                <a:ext uri="{FF2B5EF4-FFF2-40B4-BE49-F238E27FC236}">
                  <a16:creationId xmlns:a16="http://schemas.microsoft.com/office/drawing/2014/main" id="{7EB94DBE-014B-10CD-38D6-59F69890C729}"/>
                </a:ext>
              </a:extLst>
            </p:cNvPr>
            <p:cNvSpPr/>
            <p:nvPr/>
          </p:nvSpPr>
          <p:spPr>
            <a:xfrm>
              <a:off x="3984325" y="1318525"/>
              <a:ext cx="87900" cy="78450"/>
            </a:xfrm>
            <a:custGeom>
              <a:avLst/>
              <a:gdLst/>
              <a:ahLst/>
              <a:cxnLst/>
              <a:rect l="l" t="t" r="r" b="b"/>
              <a:pathLst>
                <a:path w="3516" h="3138" extrusionOk="0">
                  <a:moveTo>
                    <a:pt x="1542" y="0"/>
                  </a:moveTo>
                  <a:lnTo>
                    <a:pt x="1431" y="11"/>
                  </a:lnTo>
                  <a:lnTo>
                    <a:pt x="1331" y="22"/>
                  </a:lnTo>
                  <a:lnTo>
                    <a:pt x="1242" y="44"/>
                  </a:lnTo>
                  <a:lnTo>
                    <a:pt x="1142" y="78"/>
                  </a:lnTo>
                  <a:lnTo>
                    <a:pt x="1054" y="111"/>
                  </a:lnTo>
                  <a:lnTo>
                    <a:pt x="976" y="155"/>
                  </a:lnTo>
                  <a:lnTo>
                    <a:pt x="899" y="200"/>
                  </a:lnTo>
                  <a:lnTo>
                    <a:pt x="821" y="255"/>
                  </a:lnTo>
                  <a:lnTo>
                    <a:pt x="754" y="310"/>
                  </a:lnTo>
                  <a:lnTo>
                    <a:pt x="621" y="443"/>
                  </a:lnTo>
                  <a:lnTo>
                    <a:pt x="499" y="599"/>
                  </a:lnTo>
                  <a:lnTo>
                    <a:pt x="400" y="754"/>
                  </a:lnTo>
                  <a:lnTo>
                    <a:pt x="311" y="920"/>
                  </a:lnTo>
                  <a:lnTo>
                    <a:pt x="244" y="1098"/>
                  </a:lnTo>
                  <a:lnTo>
                    <a:pt x="178" y="1275"/>
                  </a:lnTo>
                  <a:lnTo>
                    <a:pt x="122" y="1441"/>
                  </a:lnTo>
                  <a:lnTo>
                    <a:pt x="78" y="1619"/>
                  </a:lnTo>
                  <a:lnTo>
                    <a:pt x="45" y="1774"/>
                  </a:lnTo>
                  <a:lnTo>
                    <a:pt x="1" y="2051"/>
                  </a:lnTo>
                  <a:lnTo>
                    <a:pt x="1009" y="3138"/>
                  </a:lnTo>
                  <a:lnTo>
                    <a:pt x="1176" y="3104"/>
                  </a:lnTo>
                  <a:lnTo>
                    <a:pt x="1331" y="3049"/>
                  </a:lnTo>
                  <a:lnTo>
                    <a:pt x="1686" y="2927"/>
                  </a:lnTo>
                  <a:lnTo>
                    <a:pt x="2052" y="2772"/>
                  </a:lnTo>
                  <a:lnTo>
                    <a:pt x="2440" y="2583"/>
                  </a:lnTo>
                  <a:lnTo>
                    <a:pt x="2573" y="2528"/>
                  </a:lnTo>
                  <a:lnTo>
                    <a:pt x="2695" y="2461"/>
                  </a:lnTo>
                  <a:lnTo>
                    <a:pt x="2817" y="2395"/>
                  </a:lnTo>
                  <a:lnTo>
                    <a:pt x="2916" y="2317"/>
                  </a:lnTo>
                  <a:lnTo>
                    <a:pt x="3016" y="2240"/>
                  </a:lnTo>
                  <a:lnTo>
                    <a:pt x="3105" y="2151"/>
                  </a:lnTo>
                  <a:lnTo>
                    <a:pt x="3182" y="2062"/>
                  </a:lnTo>
                  <a:lnTo>
                    <a:pt x="3249" y="1973"/>
                  </a:lnTo>
                  <a:lnTo>
                    <a:pt x="3304" y="1885"/>
                  </a:lnTo>
                  <a:lnTo>
                    <a:pt x="3360" y="1785"/>
                  </a:lnTo>
                  <a:lnTo>
                    <a:pt x="3404" y="1696"/>
                  </a:lnTo>
                  <a:lnTo>
                    <a:pt x="3437" y="1597"/>
                  </a:lnTo>
                  <a:lnTo>
                    <a:pt x="3471" y="1497"/>
                  </a:lnTo>
                  <a:lnTo>
                    <a:pt x="3493" y="1397"/>
                  </a:lnTo>
                  <a:lnTo>
                    <a:pt x="3515" y="1208"/>
                  </a:lnTo>
                  <a:lnTo>
                    <a:pt x="3515" y="1020"/>
                  </a:lnTo>
                  <a:lnTo>
                    <a:pt x="3482" y="843"/>
                  </a:lnTo>
                  <a:lnTo>
                    <a:pt x="3437" y="676"/>
                  </a:lnTo>
                  <a:lnTo>
                    <a:pt x="3371" y="521"/>
                  </a:lnTo>
                  <a:lnTo>
                    <a:pt x="3293" y="388"/>
                  </a:lnTo>
                  <a:lnTo>
                    <a:pt x="3238" y="333"/>
                  </a:lnTo>
                  <a:lnTo>
                    <a:pt x="3194" y="277"/>
                  </a:lnTo>
                  <a:lnTo>
                    <a:pt x="3138" y="244"/>
                  </a:lnTo>
                  <a:lnTo>
                    <a:pt x="3083" y="200"/>
                  </a:lnTo>
                  <a:lnTo>
                    <a:pt x="3016" y="177"/>
                  </a:lnTo>
                  <a:lnTo>
                    <a:pt x="2950" y="155"/>
                  </a:lnTo>
                  <a:lnTo>
                    <a:pt x="2828" y="155"/>
                  </a:lnTo>
                  <a:lnTo>
                    <a:pt x="2717" y="166"/>
                  </a:lnTo>
                  <a:lnTo>
                    <a:pt x="2617" y="188"/>
                  </a:lnTo>
                  <a:lnTo>
                    <a:pt x="2528" y="211"/>
                  </a:lnTo>
                  <a:lnTo>
                    <a:pt x="2373" y="277"/>
                  </a:lnTo>
                  <a:lnTo>
                    <a:pt x="2229" y="355"/>
                  </a:lnTo>
                  <a:lnTo>
                    <a:pt x="2096" y="432"/>
                  </a:lnTo>
                  <a:lnTo>
                    <a:pt x="1963" y="510"/>
                  </a:lnTo>
                  <a:lnTo>
                    <a:pt x="1896" y="532"/>
                  </a:lnTo>
                  <a:lnTo>
                    <a:pt x="1819" y="565"/>
                  </a:lnTo>
                  <a:lnTo>
                    <a:pt x="1741" y="577"/>
                  </a:lnTo>
                  <a:lnTo>
                    <a:pt x="1652" y="599"/>
                  </a:lnTo>
                  <a:lnTo>
                    <a:pt x="1652" y="11"/>
                  </a:lnTo>
                  <a:lnTo>
                    <a:pt x="1542" y="0"/>
                  </a:lnTo>
                  <a:close/>
                </a:path>
              </a:pathLst>
            </a:custGeom>
            <a:solidFill>
              <a:srgbClr val="F5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32;p20">
              <a:extLst>
                <a:ext uri="{FF2B5EF4-FFF2-40B4-BE49-F238E27FC236}">
                  <a16:creationId xmlns:a16="http://schemas.microsoft.com/office/drawing/2014/main" id="{60CD3C54-CF7C-9FA6-7BD9-40D5E794A3B9}"/>
                </a:ext>
              </a:extLst>
            </p:cNvPr>
            <p:cNvSpPr/>
            <p:nvPr/>
          </p:nvSpPr>
          <p:spPr>
            <a:xfrm>
              <a:off x="3420300" y="1633375"/>
              <a:ext cx="56550" cy="94825"/>
            </a:xfrm>
            <a:custGeom>
              <a:avLst/>
              <a:gdLst/>
              <a:ahLst/>
              <a:cxnLst/>
              <a:rect l="l" t="t" r="r" b="b"/>
              <a:pathLst>
                <a:path w="2262" h="3793" extrusionOk="0">
                  <a:moveTo>
                    <a:pt x="388" y="1"/>
                  </a:moveTo>
                  <a:lnTo>
                    <a:pt x="299" y="200"/>
                  </a:lnTo>
                  <a:lnTo>
                    <a:pt x="222" y="400"/>
                  </a:lnTo>
                  <a:lnTo>
                    <a:pt x="155" y="610"/>
                  </a:lnTo>
                  <a:lnTo>
                    <a:pt x="89" y="832"/>
                  </a:lnTo>
                  <a:lnTo>
                    <a:pt x="44" y="1054"/>
                  </a:lnTo>
                  <a:lnTo>
                    <a:pt x="22" y="1275"/>
                  </a:lnTo>
                  <a:lnTo>
                    <a:pt x="0" y="1508"/>
                  </a:lnTo>
                  <a:lnTo>
                    <a:pt x="11" y="1741"/>
                  </a:lnTo>
                  <a:lnTo>
                    <a:pt x="33" y="1974"/>
                  </a:lnTo>
                  <a:lnTo>
                    <a:pt x="78" y="2207"/>
                  </a:lnTo>
                  <a:lnTo>
                    <a:pt x="155" y="2440"/>
                  </a:lnTo>
                  <a:lnTo>
                    <a:pt x="255" y="2672"/>
                  </a:lnTo>
                  <a:lnTo>
                    <a:pt x="311" y="2783"/>
                  </a:lnTo>
                  <a:lnTo>
                    <a:pt x="377" y="2905"/>
                  </a:lnTo>
                  <a:lnTo>
                    <a:pt x="455" y="3016"/>
                  </a:lnTo>
                  <a:lnTo>
                    <a:pt x="532" y="3127"/>
                  </a:lnTo>
                  <a:lnTo>
                    <a:pt x="621" y="3249"/>
                  </a:lnTo>
                  <a:lnTo>
                    <a:pt x="721" y="3360"/>
                  </a:lnTo>
                  <a:lnTo>
                    <a:pt x="832" y="3471"/>
                  </a:lnTo>
                  <a:lnTo>
                    <a:pt x="942" y="3582"/>
                  </a:lnTo>
                  <a:lnTo>
                    <a:pt x="1042" y="3670"/>
                  </a:lnTo>
                  <a:lnTo>
                    <a:pt x="1131" y="3737"/>
                  </a:lnTo>
                  <a:lnTo>
                    <a:pt x="1209" y="3781"/>
                  </a:lnTo>
                  <a:lnTo>
                    <a:pt x="1275" y="3792"/>
                  </a:lnTo>
                  <a:lnTo>
                    <a:pt x="1342" y="3781"/>
                  </a:lnTo>
                  <a:lnTo>
                    <a:pt x="1397" y="3737"/>
                  </a:lnTo>
                  <a:lnTo>
                    <a:pt x="1441" y="3681"/>
                  </a:lnTo>
                  <a:lnTo>
                    <a:pt x="1486" y="3615"/>
                  </a:lnTo>
                  <a:lnTo>
                    <a:pt x="1508" y="3526"/>
                  </a:lnTo>
                  <a:lnTo>
                    <a:pt x="1530" y="3415"/>
                  </a:lnTo>
                  <a:lnTo>
                    <a:pt x="1541" y="3304"/>
                  </a:lnTo>
                  <a:lnTo>
                    <a:pt x="1541" y="3182"/>
                  </a:lnTo>
                  <a:lnTo>
                    <a:pt x="1530" y="3060"/>
                  </a:lnTo>
                  <a:lnTo>
                    <a:pt x="1519" y="2916"/>
                  </a:lnTo>
                  <a:lnTo>
                    <a:pt x="1486" y="2783"/>
                  </a:lnTo>
                  <a:lnTo>
                    <a:pt x="1441" y="2650"/>
                  </a:lnTo>
                  <a:lnTo>
                    <a:pt x="1408" y="2451"/>
                  </a:lnTo>
                  <a:lnTo>
                    <a:pt x="1375" y="2240"/>
                  </a:lnTo>
                  <a:lnTo>
                    <a:pt x="1353" y="2018"/>
                  </a:lnTo>
                  <a:lnTo>
                    <a:pt x="1342" y="1797"/>
                  </a:lnTo>
                  <a:lnTo>
                    <a:pt x="1353" y="1586"/>
                  </a:lnTo>
                  <a:lnTo>
                    <a:pt x="1364" y="1486"/>
                  </a:lnTo>
                  <a:lnTo>
                    <a:pt x="1386" y="1386"/>
                  </a:lnTo>
                  <a:lnTo>
                    <a:pt x="1408" y="1298"/>
                  </a:lnTo>
                  <a:lnTo>
                    <a:pt x="1452" y="1220"/>
                  </a:lnTo>
                  <a:lnTo>
                    <a:pt x="1486" y="1154"/>
                  </a:lnTo>
                  <a:lnTo>
                    <a:pt x="1541" y="1087"/>
                  </a:lnTo>
                  <a:lnTo>
                    <a:pt x="1619" y="1087"/>
                  </a:lnTo>
                  <a:lnTo>
                    <a:pt x="1652" y="1109"/>
                  </a:lnTo>
                  <a:lnTo>
                    <a:pt x="1685" y="1142"/>
                  </a:lnTo>
                  <a:lnTo>
                    <a:pt x="1707" y="1187"/>
                  </a:lnTo>
                  <a:lnTo>
                    <a:pt x="1719" y="1242"/>
                  </a:lnTo>
                  <a:lnTo>
                    <a:pt x="1741" y="1364"/>
                  </a:lnTo>
                  <a:lnTo>
                    <a:pt x="1763" y="1508"/>
                  </a:lnTo>
                  <a:lnTo>
                    <a:pt x="1763" y="1652"/>
                  </a:lnTo>
                  <a:lnTo>
                    <a:pt x="1763" y="1896"/>
                  </a:lnTo>
                  <a:lnTo>
                    <a:pt x="1763" y="1952"/>
                  </a:lnTo>
                  <a:lnTo>
                    <a:pt x="1785" y="2007"/>
                  </a:lnTo>
                  <a:lnTo>
                    <a:pt x="1807" y="2063"/>
                  </a:lnTo>
                  <a:lnTo>
                    <a:pt x="1829" y="2118"/>
                  </a:lnTo>
                  <a:lnTo>
                    <a:pt x="1874" y="2174"/>
                  </a:lnTo>
                  <a:lnTo>
                    <a:pt x="1907" y="2229"/>
                  </a:lnTo>
                  <a:lnTo>
                    <a:pt x="1951" y="2262"/>
                  </a:lnTo>
                  <a:lnTo>
                    <a:pt x="1996" y="2295"/>
                  </a:lnTo>
                  <a:lnTo>
                    <a:pt x="2040" y="2318"/>
                  </a:lnTo>
                  <a:lnTo>
                    <a:pt x="2084" y="2318"/>
                  </a:lnTo>
                  <a:lnTo>
                    <a:pt x="2129" y="2307"/>
                  </a:lnTo>
                  <a:lnTo>
                    <a:pt x="2162" y="2273"/>
                  </a:lnTo>
                  <a:lnTo>
                    <a:pt x="2195" y="2218"/>
                  </a:lnTo>
                  <a:lnTo>
                    <a:pt x="2229" y="2140"/>
                  </a:lnTo>
                  <a:lnTo>
                    <a:pt x="2251" y="2029"/>
                  </a:lnTo>
                  <a:lnTo>
                    <a:pt x="2262" y="1896"/>
                  </a:lnTo>
                  <a:lnTo>
                    <a:pt x="2262" y="1664"/>
                  </a:lnTo>
                  <a:lnTo>
                    <a:pt x="2240" y="1375"/>
                  </a:lnTo>
                  <a:lnTo>
                    <a:pt x="2206" y="1054"/>
                  </a:lnTo>
                  <a:lnTo>
                    <a:pt x="2173" y="743"/>
                  </a:lnTo>
                  <a:lnTo>
                    <a:pt x="2096" y="222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rgbClr val="F5F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33;p20">
              <a:extLst>
                <a:ext uri="{FF2B5EF4-FFF2-40B4-BE49-F238E27FC236}">
                  <a16:creationId xmlns:a16="http://schemas.microsoft.com/office/drawing/2014/main" id="{B5BDF09B-A873-676E-AC34-961D1BB4C23B}"/>
                </a:ext>
              </a:extLst>
            </p:cNvPr>
            <p:cNvSpPr/>
            <p:nvPr/>
          </p:nvSpPr>
          <p:spPr>
            <a:xfrm>
              <a:off x="3744300" y="1452950"/>
              <a:ext cx="32175" cy="85650"/>
            </a:xfrm>
            <a:custGeom>
              <a:avLst/>
              <a:gdLst/>
              <a:ahLst/>
              <a:cxnLst/>
              <a:rect l="l" t="t" r="r" b="b"/>
              <a:pathLst>
                <a:path w="1287" h="3426" extrusionOk="0">
                  <a:moveTo>
                    <a:pt x="0" y="0"/>
                  </a:moveTo>
                  <a:lnTo>
                    <a:pt x="0" y="2772"/>
                  </a:lnTo>
                  <a:lnTo>
                    <a:pt x="0" y="2838"/>
                  </a:lnTo>
                  <a:lnTo>
                    <a:pt x="12" y="2905"/>
                  </a:lnTo>
                  <a:lnTo>
                    <a:pt x="45" y="3027"/>
                  </a:lnTo>
                  <a:lnTo>
                    <a:pt x="111" y="3138"/>
                  </a:lnTo>
                  <a:lnTo>
                    <a:pt x="189" y="3237"/>
                  </a:lnTo>
                  <a:lnTo>
                    <a:pt x="278" y="3315"/>
                  </a:lnTo>
                  <a:lnTo>
                    <a:pt x="388" y="3370"/>
                  </a:lnTo>
                  <a:lnTo>
                    <a:pt x="510" y="3415"/>
                  </a:lnTo>
                  <a:lnTo>
                    <a:pt x="577" y="3426"/>
                  </a:lnTo>
                  <a:lnTo>
                    <a:pt x="710" y="3426"/>
                  </a:lnTo>
                  <a:lnTo>
                    <a:pt x="765" y="3415"/>
                  </a:lnTo>
                  <a:lnTo>
                    <a:pt x="887" y="3370"/>
                  </a:lnTo>
                  <a:lnTo>
                    <a:pt x="998" y="3315"/>
                  </a:lnTo>
                  <a:lnTo>
                    <a:pt x="1098" y="3237"/>
                  </a:lnTo>
                  <a:lnTo>
                    <a:pt x="1176" y="3138"/>
                  </a:lnTo>
                  <a:lnTo>
                    <a:pt x="1231" y="3027"/>
                  </a:lnTo>
                  <a:lnTo>
                    <a:pt x="1264" y="2905"/>
                  </a:lnTo>
                  <a:lnTo>
                    <a:pt x="1275" y="2838"/>
                  </a:lnTo>
                  <a:lnTo>
                    <a:pt x="1287" y="2772"/>
                  </a:lnTo>
                  <a:lnTo>
                    <a:pt x="12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34;p20">
              <a:extLst>
                <a:ext uri="{FF2B5EF4-FFF2-40B4-BE49-F238E27FC236}">
                  <a16:creationId xmlns:a16="http://schemas.microsoft.com/office/drawing/2014/main" id="{D0F5C793-0D96-A760-BFB7-54D5C57EA7F2}"/>
                </a:ext>
              </a:extLst>
            </p:cNvPr>
            <p:cNvSpPr/>
            <p:nvPr/>
          </p:nvSpPr>
          <p:spPr>
            <a:xfrm>
              <a:off x="3614850" y="1452950"/>
              <a:ext cx="32200" cy="85650"/>
            </a:xfrm>
            <a:custGeom>
              <a:avLst/>
              <a:gdLst/>
              <a:ahLst/>
              <a:cxnLst/>
              <a:rect l="l" t="t" r="r" b="b"/>
              <a:pathLst>
                <a:path w="1288" h="3426" extrusionOk="0">
                  <a:moveTo>
                    <a:pt x="1" y="0"/>
                  </a:moveTo>
                  <a:lnTo>
                    <a:pt x="1" y="2772"/>
                  </a:lnTo>
                  <a:lnTo>
                    <a:pt x="1" y="2838"/>
                  </a:lnTo>
                  <a:lnTo>
                    <a:pt x="12" y="2905"/>
                  </a:lnTo>
                  <a:lnTo>
                    <a:pt x="45" y="3027"/>
                  </a:lnTo>
                  <a:lnTo>
                    <a:pt x="112" y="3138"/>
                  </a:lnTo>
                  <a:lnTo>
                    <a:pt x="189" y="3237"/>
                  </a:lnTo>
                  <a:lnTo>
                    <a:pt x="278" y="3315"/>
                  </a:lnTo>
                  <a:lnTo>
                    <a:pt x="389" y="3370"/>
                  </a:lnTo>
                  <a:lnTo>
                    <a:pt x="511" y="3415"/>
                  </a:lnTo>
                  <a:lnTo>
                    <a:pt x="577" y="3426"/>
                  </a:lnTo>
                  <a:lnTo>
                    <a:pt x="711" y="3426"/>
                  </a:lnTo>
                  <a:lnTo>
                    <a:pt x="777" y="3415"/>
                  </a:lnTo>
                  <a:lnTo>
                    <a:pt x="888" y="3370"/>
                  </a:lnTo>
                  <a:lnTo>
                    <a:pt x="999" y="3315"/>
                  </a:lnTo>
                  <a:lnTo>
                    <a:pt x="1099" y="3237"/>
                  </a:lnTo>
                  <a:lnTo>
                    <a:pt x="1176" y="3138"/>
                  </a:lnTo>
                  <a:lnTo>
                    <a:pt x="1232" y="3027"/>
                  </a:lnTo>
                  <a:lnTo>
                    <a:pt x="1276" y="2905"/>
                  </a:lnTo>
                  <a:lnTo>
                    <a:pt x="1287" y="2838"/>
                  </a:lnTo>
                  <a:lnTo>
                    <a:pt x="1287" y="2772"/>
                  </a:lnTo>
                  <a:lnTo>
                    <a:pt x="12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35;p20">
              <a:extLst>
                <a:ext uri="{FF2B5EF4-FFF2-40B4-BE49-F238E27FC236}">
                  <a16:creationId xmlns:a16="http://schemas.microsoft.com/office/drawing/2014/main" id="{D2F9E75A-9794-CED8-2D39-BF9B16430099}"/>
                </a:ext>
              </a:extLst>
            </p:cNvPr>
            <p:cNvSpPr/>
            <p:nvPr/>
          </p:nvSpPr>
          <p:spPr>
            <a:xfrm>
              <a:off x="3592975" y="1152500"/>
              <a:ext cx="201800" cy="81225"/>
            </a:xfrm>
            <a:custGeom>
              <a:avLst/>
              <a:gdLst/>
              <a:ahLst/>
              <a:cxnLst/>
              <a:rect l="l" t="t" r="r" b="b"/>
              <a:pathLst>
                <a:path w="8072" h="3249" extrusionOk="0">
                  <a:moveTo>
                    <a:pt x="0" y="0"/>
                  </a:moveTo>
                  <a:lnTo>
                    <a:pt x="44" y="366"/>
                  </a:lnTo>
                  <a:lnTo>
                    <a:pt x="78" y="610"/>
                  </a:lnTo>
                  <a:lnTo>
                    <a:pt x="133" y="876"/>
                  </a:lnTo>
                  <a:lnTo>
                    <a:pt x="200" y="1164"/>
                  </a:lnTo>
                  <a:lnTo>
                    <a:pt x="288" y="1452"/>
                  </a:lnTo>
                  <a:lnTo>
                    <a:pt x="344" y="1597"/>
                  </a:lnTo>
                  <a:lnTo>
                    <a:pt x="410" y="1730"/>
                  </a:lnTo>
                  <a:lnTo>
                    <a:pt x="477" y="1852"/>
                  </a:lnTo>
                  <a:lnTo>
                    <a:pt x="554" y="1974"/>
                  </a:lnTo>
                  <a:lnTo>
                    <a:pt x="477" y="2007"/>
                  </a:lnTo>
                  <a:lnTo>
                    <a:pt x="421" y="2051"/>
                  </a:lnTo>
                  <a:lnTo>
                    <a:pt x="388" y="2095"/>
                  </a:lnTo>
                  <a:lnTo>
                    <a:pt x="388" y="2151"/>
                  </a:lnTo>
                  <a:lnTo>
                    <a:pt x="399" y="2206"/>
                  </a:lnTo>
                  <a:lnTo>
                    <a:pt x="421" y="2262"/>
                  </a:lnTo>
                  <a:lnTo>
                    <a:pt x="466" y="2328"/>
                  </a:lnTo>
                  <a:lnTo>
                    <a:pt x="521" y="2395"/>
                  </a:lnTo>
                  <a:lnTo>
                    <a:pt x="588" y="2450"/>
                  </a:lnTo>
                  <a:lnTo>
                    <a:pt x="665" y="2517"/>
                  </a:lnTo>
                  <a:lnTo>
                    <a:pt x="832" y="2628"/>
                  </a:lnTo>
                  <a:lnTo>
                    <a:pt x="1009" y="2716"/>
                  </a:lnTo>
                  <a:lnTo>
                    <a:pt x="1175" y="2783"/>
                  </a:lnTo>
                  <a:lnTo>
                    <a:pt x="1552" y="2905"/>
                  </a:lnTo>
                  <a:lnTo>
                    <a:pt x="1818" y="2982"/>
                  </a:lnTo>
                  <a:lnTo>
                    <a:pt x="2118" y="3060"/>
                  </a:lnTo>
                  <a:lnTo>
                    <a:pt x="2495" y="3127"/>
                  </a:lnTo>
                  <a:lnTo>
                    <a:pt x="2927" y="3182"/>
                  </a:lnTo>
                  <a:lnTo>
                    <a:pt x="3171" y="3215"/>
                  </a:lnTo>
                  <a:lnTo>
                    <a:pt x="3437" y="3226"/>
                  </a:lnTo>
                  <a:lnTo>
                    <a:pt x="3725" y="3237"/>
                  </a:lnTo>
                  <a:lnTo>
                    <a:pt x="4036" y="3248"/>
                  </a:lnTo>
                  <a:lnTo>
                    <a:pt x="4346" y="3237"/>
                  </a:lnTo>
                  <a:lnTo>
                    <a:pt x="4634" y="3226"/>
                  </a:lnTo>
                  <a:lnTo>
                    <a:pt x="4900" y="3215"/>
                  </a:lnTo>
                  <a:lnTo>
                    <a:pt x="5144" y="3182"/>
                  </a:lnTo>
                  <a:lnTo>
                    <a:pt x="5588" y="3127"/>
                  </a:lnTo>
                  <a:lnTo>
                    <a:pt x="5954" y="3060"/>
                  </a:lnTo>
                  <a:lnTo>
                    <a:pt x="6264" y="2982"/>
                  </a:lnTo>
                  <a:lnTo>
                    <a:pt x="6519" y="2905"/>
                  </a:lnTo>
                  <a:lnTo>
                    <a:pt x="6896" y="2783"/>
                  </a:lnTo>
                  <a:lnTo>
                    <a:pt x="7073" y="2716"/>
                  </a:lnTo>
                  <a:lnTo>
                    <a:pt x="7240" y="2628"/>
                  </a:lnTo>
                  <a:lnTo>
                    <a:pt x="7406" y="2517"/>
                  </a:lnTo>
                  <a:lnTo>
                    <a:pt x="7484" y="2450"/>
                  </a:lnTo>
                  <a:lnTo>
                    <a:pt x="7550" y="2395"/>
                  </a:lnTo>
                  <a:lnTo>
                    <a:pt x="7606" y="2328"/>
                  </a:lnTo>
                  <a:lnTo>
                    <a:pt x="7650" y="2262"/>
                  </a:lnTo>
                  <a:lnTo>
                    <a:pt x="7683" y="2206"/>
                  </a:lnTo>
                  <a:lnTo>
                    <a:pt x="7694" y="2151"/>
                  </a:lnTo>
                  <a:lnTo>
                    <a:pt x="7683" y="2095"/>
                  </a:lnTo>
                  <a:lnTo>
                    <a:pt x="7650" y="2051"/>
                  </a:lnTo>
                  <a:lnTo>
                    <a:pt x="7595" y="2007"/>
                  </a:lnTo>
                  <a:lnTo>
                    <a:pt x="7517" y="1974"/>
                  </a:lnTo>
                  <a:lnTo>
                    <a:pt x="7595" y="1852"/>
                  </a:lnTo>
                  <a:lnTo>
                    <a:pt x="7672" y="1730"/>
                  </a:lnTo>
                  <a:lnTo>
                    <a:pt x="7728" y="1597"/>
                  </a:lnTo>
                  <a:lnTo>
                    <a:pt x="7783" y="1452"/>
                  </a:lnTo>
                  <a:lnTo>
                    <a:pt x="7872" y="1164"/>
                  </a:lnTo>
                  <a:lnTo>
                    <a:pt x="7949" y="876"/>
                  </a:lnTo>
                  <a:lnTo>
                    <a:pt x="7994" y="610"/>
                  </a:lnTo>
                  <a:lnTo>
                    <a:pt x="8027" y="366"/>
                  </a:lnTo>
                  <a:lnTo>
                    <a:pt x="80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36;p20">
              <a:extLst>
                <a:ext uri="{FF2B5EF4-FFF2-40B4-BE49-F238E27FC236}">
                  <a16:creationId xmlns:a16="http://schemas.microsoft.com/office/drawing/2014/main" id="{BBF24C5D-EE08-3359-FED1-914DF2E90744}"/>
                </a:ext>
              </a:extLst>
            </p:cNvPr>
            <p:cNvSpPr/>
            <p:nvPr/>
          </p:nvSpPr>
          <p:spPr>
            <a:xfrm>
              <a:off x="3726275" y="743100"/>
              <a:ext cx="160225" cy="215400"/>
            </a:xfrm>
            <a:custGeom>
              <a:avLst/>
              <a:gdLst/>
              <a:ahLst/>
              <a:cxnLst/>
              <a:rect l="l" t="t" r="r" b="b"/>
              <a:pathLst>
                <a:path w="6409" h="8616" extrusionOk="0">
                  <a:moveTo>
                    <a:pt x="2673" y="2396"/>
                  </a:moveTo>
                  <a:lnTo>
                    <a:pt x="2750" y="2739"/>
                  </a:lnTo>
                  <a:lnTo>
                    <a:pt x="2839" y="3083"/>
                  </a:lnTo>
                  <a:lnTo>
                    <a:pt x="2928" y="3427"/>
                  </a:lnTo>
                  <a:lnTo>
                    <a:pt x="3039" y="3748"/>
                  </a:lnTo>
                  <a:lnTo>
                    <a:pt x="3138" y="4048"/>
                  </a:lnTo>
                  <a:lnTo>
                    <a:pt x="3316" y="4558"/>
                  </a:lnTo>
                  <a:lnTo>
                    <a:pt x="2628" y="4835"/>
                  </a:lnTo>
                  <a:lnTo>
                    <a:pt x="2407" y="4935"/>
                  </a:lnTo>
                  <a:lnTo>
                    <a:pt x="2285" y="5001"/>
                  </a:lnTo>
                  <a:lnTo>
                    <a:pt x="2285" y="4835"/>
                  </a:lnTo>
                  <a:lnTo>
                    <a:pt x="2307" y="4591"/>
                  </a:lnTo>
                  <a:lnTo>
                    <a:pt x="2351" y="4247"/>
                  </a:lnTo>
                  <a:lnTo>
                    <a:pt x="2418" y="3815"/>
                  </a:lnTo>
                  <a:lnTo>
                    <a:pt x="2551" y="3005"/>
                  </a:lnTo>
                  <a:lnTo>
                    <a:pt x="2606" y="2673"/>
                  </a:lnTo>
                  <a:lnTo>
                    <a:pt x="2673" y="2396"/>
                  </a:lnTo>
                  <a:close/>
                  <a:moveTo>
                    <a:pt x="1941" y="1"/>
                  </a:moveTo>
                  <a:lnTo>
                    <a:pt x="1619" y="12"/>
                  </a:lnTo>
                  <a:lnTo>
                    <a:pt x="1486" y="12"/>
                  </a:lnTo>
                  <a:lnTo>
                    <a:pt x="1364" y="34"/>
                  </a:lnTo>
                  <a:lnTo>
                    <a:pt x="1276" y="45"/>
                  </a:lnTo>
                  <a:lnTo>
                    <a:pt x="1209" y="68"/>
                  </a:lnTo>
                  <a:lnTo>
                    <a:pt x="1165" y="90"/>
                  </a:lnTo>
                  <a:lnTo>
                    <a:pt x="1132" y="123"/>
                  </a:lnTo>
                  <a:lnTo>
                    <a:pt x="1109" y="167"/>
                  </a:lnTo>
                  <a:lnTo>
                    <a:pt x="1098" y="245"/>
                  </a:lnTo>
                  <a:lnTo>
                    <a:pt x="1098" y="345"/>
                  </a:lnTo>
                  <a:lnTo>
                    <a:pt x="1121" y="467"/>
                  </a:lnTo>
                  <a:lnTo>
                    <a:pt x="1176" y="733"/>
                  </a:lnTo>
                  <a:lnTo>
                    <a:pt x="1176" y="832"/>
                  </a:lnTo>
                  <a:lnTo>
                    <a:pt x="1176" y="899"/>
                  </a:lnTo>
                  <a:lnTo>
                    <a:pt x="577" y="5489"/>
                  </a:lnTo>
                  <a:lnTo>
                    <a:pt x="333" y="5666"/>
                  </a:lnTo>
                  <a:lnTo>
                    <a:pt x="167" y="5810"/>
                  </a:lnTo>
                  <a:lnTo>
                    <a:pt x="112" y="5877"/>
                  </a:lnTo>
                  <a:lnTo>
                    <a:pt x="67" y="5932"/>
                  </a:lnTo>
                  <a:lnTo>
                    <a:pt x="45" y="5966"/>
                  </a:lnTo>
                  <a:lnTo>
                    <a:pt x="34" y="6010"/>
                  </a:lnTo>
                  <a:lnTo>
                    <a:pt x="45" y="6121"/>
                  </a:lnTo>
                  <a:lnTo>
                    <a:pt x="67" y="6221"/>
                  </a:lnTo>
                  <a:lnTo>
                    <a:pt x="123" y="6320"/>
                  </a:lnTo>
                  <a:lnTo>
                    <a:pt x="211" y="6409"/>
                  </a:lnTo>
                  <a:lnTo>
                    <a:pt x="311" y="6498"/>
                  </a:lnTo>
                  <a:lnTo>
                    <a:pt x="245" y="6853"/>
                  </a:lnTo>
                  <a:lnTo>
                    <a:pt x="101" y="7529"/>
                  </a:lnTo>
                  <a:lnTo>
                    <a:pt x="34" y="7795"/>
                  </a:lnTo>
                  <a:lnTo>
                    <a:pt x="1" y="8006"/>
                  </a:lnTo>
                  <a:lnTo>
                    <a:pt x="1" y="8150"/>
                  </a:lnTo>
                  <a:lnTo>
                    <a:pt x="1" y="8205"/>
                  </a:lnTo>
                  <a:lnTo>
                    <a:pt x="12" y="8250"/>
                  </a:lnTo>
                  <a:lnTo>
                    <a:pt x="34" y="8272"/>
                  </a:lnTo>
                  <a:lnTo>
                    <a:pt x="67" y="8294"/>
                  </a:lnTo>
                  <a:lnTo>
                    <a:pt x="189" y="8349"/>
                  </a:lnTo>
                  <a:lnTo>
                    <a:pt x="378" y="8405"/>
                  </a:lnTo>
                  <a:lnTo>
                    <a:pt x="644" y="8482"/>
                  </a:lnTo>
                  <a:lnTo>
                    <a:pt x="921" y="8549"/>
                  </a:lnTo>
                  <a:lnTo>
                    <a:pt x="1154" y="8593"/>
                  </a:lnTo>
                  <a:lnTo>
                    <a:pt x="1342" y="8615"/>
                  </a:lnTo>
                  <a:lnTo>
                    <a:pt x="1486" y="8615"/>
                  </a:lnTo>
                  <a:lnTo>
                    <a:pt x="1531" y="8593"/>
                  </a:lnTo>
                  <a:lnTo>
                    <a:pt x="1575" y="8582"/>
                  </a:lnTo>
                  <a:lnTo>
                    <a:pt x="1631" y="8527"/>
                  </a:lnTo>
                  <a:lnTo>
                    <a:pt x="1664" y="8471"/>
                  </a:lnTo>
                  <a:lnTo>
                    <a:pt x="1697" y="8405"/>
                  </a:lnTo>
                  <a:lnTo>
                    <a:pt x="1708" y="8349"/>
                  </a:lnTo>
                  <a:lnTo>
                    <a:pt x="1741" y="8072"/>
                  </a:lnTo>
                  <a:lnTo>
                    <a:pt x="1874" y="7462"/>
                  </a:lnTo>
                  <a:lnTo>
                    <a:pt x="1974" y="6963"/>
                  </a:lnTo>
                  <a:lnTo>
                    <a:pt x="2096" y="6853"/>
                  </a:lnTo>
                  <a:lnTo>
                    <a:pt x="2296" y="6742"/>
                  </a:lnTo>
                  <a:lnTo>
                    <a:pt x="2540" y="6598"/>
                  </a:lnTo>
                  <a:lnTo>
                    <a:pt x="2861" y="6442"/>
                  </a:lnTo>
                  <a:lnTo>
                    <a:pt x="3183" y="6287"/>
                  </a:lnTo>
                  <a:lnTo>
                    <a:pt x="3471" y="6165"/>
                  </a:lnTo>
                  <a:lnTo>
                    <a:pt x="3715" y="6065"/>
                  </a:lnTo>
                  <a:lnTo>
                    <a:pt x="3914" y="5999"/>
                  </a:lnTo>
                  <a:lnTo>
                    <a:pt x="4025" y="6221"/>
                  </a:lnTo>
                  <a:lnTo>
                    <a:pt x="4125" y="6476"/>
                  </a:lnTo>
                  <a:lnTo>
                    <a:pt x="4236" y="6753"/>
                  </a:lnTo>
                  <a:lnTo>
                    <a:pt x="4336" y="7063"/>
                  </a:lnTo>
                  <a:lnTo>
                    <a:pt x="4413" y="7285"/>
                  </a:lnTo>
                  <a:lnTo>
                    <a:pt x="4480" y="7451"/>
                  </a:lnTo>
                  <a:lnTo>
                    <a:pt x="4535" y="7573"/>
                  </a:lnTo>
                  <a:lnTo>
                    <a:pt x="4591" y="7629"/>
                  </a:lnTo>
                  <a:lnTo>
                    <a:pt x="4646" y="7684"/>
                  </a:lnTo>
                  <a:lnTo>
                    <a:pt x="4724" y="7717"/>
                  </a:lnTo>
                  <a:lnTo>
                    <a:pt x="4801" y="7762"/>
                  </a:lnTo>
                  <a:lnTo>
                    <a:pt x="4890" y="7795"/>
                  </a:lnTo>
                  <a:lnTo>
                    <a:pt x="5112" y="7850"/>
                  </a:lnTo>
                  <a:lnTo>
                    <a:pt x="5367" y="7906"/>
                  </a:lnTo>
                  <a:lnTo>
                    <a:pt x="5611" y="7939"/>
                  </a:lnTo>
                  <a:lnTo>
                    <a:pt x="5832" y="7961"/>
                  </a:lnTo>
                  <a:lnTo>
                    <a:pt x="6032" y="7961"/>
                  </a:lnTo>
                  <a:lnTo>
                    <a:pt x="6209" y="7939"/>
                  </a:lnTo>
                  <a:lnTo>
                    <a:pt x="6309" y="7917"/>
                  </a:lnTo>
                  <a:lnTo>
                    <a:pt x="6365" y="7884"/>
                  </a:lnTo>
                  <a:lnTo>
                    <a:pt x="6387" y="7828"/>
                  </a:lnTo>
                  <a:lnTo>
                    <a:pt x="6409" y="7773"/>
                  </a:lnTo>
                  <a:lnTo>
                    <a:pt x="6409" y="7695"/>
                  </a:lnTo>
                  <a:lnTo>
                    <a:pt x="6409" y="7606"/>
                  </a:lnTo>
                  <a:lnTo>
                    <a:pt x="6376" y="7174"/>
                  </a:lnTo>
                  <a:lnTo>
                    <a:pt x="6209" y="6908"/>
                  </a:lnTo>
                  <a:lnTo>
                    <a:pt x="6032" y="6587"/>
                  </a:lnTo>
                  <a:lnTo>
                    <a:pt x="5844" y="6221"/>
                  </a:lnTo>
                  <a:lnTo>
                    <a:pt x="5644" y="5799"/>
                  </a:lnTo>
                  <a:lnTo>
                    <a:pt x="5444" y="5323"/>
                  </a:lnTo>
                  <a:lnTo>
                    <a:pt x="5234" y="4790"/>
                  </a:lnTo>
                  <a:lnTo>
                    <a:pt x="5012" y="4214"/>
                  </a:lnTo>
                  <a:lnTo>
                    <a:pt x="4790" y="3571"/>
                  </a:lnTo>
                  <a:lnTo>
                    <a:pt x="4458" y="2562"/>
                  </a:lnTo>
                  <a:lnTo>
                    <a:pt x="4181" y="1686"/>
                  </a:lnTo>
                  <a:lnTo>
                    <a:pt x="3970" y="943"/>
                  </a:lnTo>
                  <a:lnTo>
                    <a:pt x="3892" y="622"/>
                  </a:lnTo>
                  <a:lnTo>
                    <a:pt x="3826" y="334"/>
                  </a:lnTo>
                  <a:lnTo>
                    <a:pt x="3770" y="289"/>
                  </a:lnTo>
                  <a:lnTo>
                    <a:pt x="3682" y="256"/>
                  </a:lnTo>
                  <a:lnTo>
                    <a:pt x="3582" y="223"/>
                  </a:lnTo>
                  <a:lnTo>
                    <a:pt x="3460" y="189"/>
                  </a:lnTo>
                  <a:lnTo>
                    <a:pt x="3138" y="123"/>
                  </a:lnTo>
                  <a:lnTo>
                    <a:pt x="2728" y="68"/>
                  </a:lnTo>
                  <a:lnTo>
                    <a:pt x="2307" y="23"/>
                  </a:lnTo>
                  <a:lnTo>
                    <a:pt x="194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37;p20">
              <a:extLst>
                <a:ext uri="{FF2B5EF4-FFF2-40B4-BE49-F238E27FC236}">
                  <a16:creationId xmlns:a16="http://schemas.microsoft.com/office/drawing/2014/main" id="{0649F89A-1B13-B8BE-BAC1-CF780007B27B}"/>
                </a:ext>
              </a:extLst>
            </p:cNvPr>
            <p:cNvSpPr/>
            <p:nvPr/>
          </p:nvSpPr>
          <p:spPr>
            <a:xfrm>
              <a:off x="3885925" y="713725"/>
              <a:ext cx="128625" cy="214275"/>
            </a:xfrm>
            <a:custGeom>
              <a:avLst/>
              <a:gdLst/>
              <a:ahLst/>
              <a:cxnLst/>
              <a:rect l="l" t="t" r="r" b="b"/>
              <a:pathLst>
                <a:path w="5145" h="8571" extrusionOk="0">
                  <a:moveTo>
                    <a:pt x="2606" y="3238"/>
                  </a:moveTo>
                  <a:lnTo>
                    <a:pt x="2617" y="4103"/>
                  </a:lnTo>
                  <a:lnTo>
                    <a:pt x="2628" y="4857"/>
                  </a:lnTo>
                  <a:lnTo>
                    <a:pt x="2617" y="5489"/>
                  </a:lnTo>
                  <a:lnTo>
                    <a:pt x="2595" y="6010"/>
                  </a:lnTo>
                  <a:lnTo>
                    <a:pt x="2551" y="6420"/>
                  </a:lnTo>
                  <a:lnTo>
                    <a:pt x="2529" y="6575"/>
                  </a:lnTo>
                  <a:lnTo>
                    <a:pt x="2495" y="6708"/>
                  </a:lnTo>
                  <a:lnTo>
                    <a:pt x="2473" y="6808"/>
                  </a:lnTo>
                  <a:lnTo>
                    <a:pt x="2429" y="6886"/>
                  </a:lnTo>
                  <a:lnTo>
                    <a:pt x="2395" y="6930"/>
                  </a:lnTo>
                  <a:lnTo>
                    <a:pt x="2373" y="6941"/>
                  </a:lnTo>
                  <a:lnTo>
                    <a:pt x="2351" y="6952"/>
                  </a:lnTo>
                  <a:lnTo>
                    <a:pt x="2274" y="6941"/>
                  </a:lnTo>
                  <a:lnTo>
                    <a:pt x="2196" y="6941"/>
                  </a:lnTo>
                  <a:lnTo>
                    <a:pt x="2118" y="6930"/>
                  </a:lnTo>
                  <a:lnTo>
                    <a:pt x="2052" y="6908"/>
                  </a:lnTo>
                  <a:lnTo>
                    <a:pt x="1985" y="6875"/>
                  </a:lnTo>
                  <a:lnTo>
                    <a:pt x="1930" y="6841"/>
                  </a:lnTo>
                  <a:lnTo>
                    <a:pt x="1874" y="6797"/>
                  </a:lnTo>
                  <a:lnTo>
                    <a:pt x="1819" y="6753"/>
                  </a:lnTo>
                  <a:lnTo>
                    <a:pt x="1775" y="6697"/>
                  </a:lnTo>
                  <a:lnTo>
                    <a:pt x="1730" y="6631"/>
                  </a:lnTo>
                  <a:lnTo>
                    <a:pt x="1686" y="6564"/>
                  </a:lnTo>
                  <a:lnTo>
                    <a:pt x="1653" y="6498"/>
                  </a:lnTo>
                  <a:lnTo>
                    <a:pt x="1597" y="6320"/>
                  </a:lnTo>
                  <a:lnTo>
                    <a:pt x="1553" y="6121"/>
                  </a:lnTo>
                  <a:lnTo>
                    <a:pt x="1531" y="5943"/>
                  </a:lnTo>
                  <a:lnTo>
                    <a:pt x="1520" y="5755"/>
                  </a:lnTo>
                  <a:lnTo>
                    <a:pt x="1531" y="5555"/>
                  </a:lnTo>
                  <a:lnTo>
                    <a:pt x="1553" y="5356"/>
                  </a:lnTo>
                  <a:lnTo>
                    <a:pt x="1586" y="5145"/>
                  </a:lnTo>
                  <a:lnTo>
                    <a:pt x="1631" y="4934"/>
                  </a:lnTo>
                  <a:lnTo>
                    <a:pt x="1686" y="4713"/>
                  </a:lnTo>
                  <a:lnTo>
                    <a:pt x="1764" y="4480"/>
                  </a:lnTo>
                  <a:lnTo>
                    <a:pt x="1852" y="4269"/>
                  </a:lnTo>
                  <a:lnTo>
                    <a:pt x="1941" y="4059"/>
                  </a:lnTo>
                  <a:lnTo>
                    <a:pt x="2030" y="3881"/>
                  </a:lnTo>
                  <a:lnTo>
                    <a:pt x="2129" y="3715"/>
                  </a:lnTo>
                  <a:lnTo>
                    <a:pt x="2240" y="3571"/>
                  </a:lnTo>
                  <a:lnTo>
                    <a:pt x="2362" y="3438"/>
                  </a:lnTo>
                  <a:lnTo>
                    <a:pt x="2473" y="3327"/>
                  </a:lnTo>
                  <a:lnTo>
                    <a:pt x="2606" y="3238"/>
                  </a:lnTo>
                  <a:close/>
                  <a:moveTo>
                    <a:pt x="2384" y="1"/>
                  </a:moveTo>
                  <a:lnTo>
                    <a:pt x="2251" y="12"/>
                  </a:lnTo>
                  <a:lnTo>
                    <a:pt x="2185" y="23"/>
                  </a:lnTo>
                  <a:lnTo>
                    <a:pt x="2129" y="45"/>
                  </a:lnTo>
                  <a:lnTo>
                    <a:pt x="2085" y="67"/>
                  </a:lnTo>
                  <a:lnTo>
                    <a:pt x="2052" y="101"/>
                  </a:lnTo>
                  <a:lnTo>
                    <a:pt x="2019" y="134"/>
                  </a:lnTo>
                  <a:lnTo>
                    <a:pt x="2007" y="167"/>
                  </a:lnTo>
                  <a:lnTo>
                    <a:pt x="1996" y="211"/>
                  </a:lnTo>
                  <a:lnTo>
                    <a:pt x="2007" y="267"/>
                  </a:lnTo>
                  <a:lnTo>
                    <a:pt x="2019" y="322"/>
                  </a:lnTo>
                  <a:lnTo>
                    <a:pt x="2041" y="389"/>
                  </a:lnTo>
                  <a:lnTo>
                    <a:pt x="2129" y="555"/>
                  </a:lnTo>
                  <a:lnTo>
                    <a:pt x="2218" y="721"/>
                  </a:lnTo>
                  <a:lnTo>
                    <a:pt x="2262" y="821"/>
                  </a:lnTo>
                  <a:lnTo>
                    <a:pt x="2562" y="2750"/>
                  </a:lnTo>
                  <a:lnTo>
                    <a:pt x="2229" y="2529"/>
                  </a:lnTo>
                  <a:lnTo>
                    <a:pt x="2096" y="2440"/>
                  </a:lnTo>
                  <a:lnTo>
                    <a:pt x="1963" y="2373"/>
                  </a:lnTo>
                  <a:lnTo>
                    <a:pt x="1852" y="2318"/>
                  </a:lnTo>
                  <a:lnTo>
                    <a:pt x="1752" y="2285"/>
                  </a:lnTo>
                  <a:lnTo>
                    <a:pt x="1675" y="2274"/>
                  </a:lnTo>
                  <a:lnTo>
                    <a:pt x="1597" y="2274"/>
                  </a:lnTo>
                  <a:lnTo>
                    <a:pt x="1509" y="2296"/>
                  </a:lnTo>
                  <a:lnTo>
                    <a:pt x="1420" y="2351"/>
                  </a:lnTo>
                  <a:lnTo>
                    <a:pt x="1254" y="2473"/>
                  </a:lnTo>
                  <a:lnTo>
                    <a:pt x="1098" y="2628"/>
                  </a:lnTo>
                  <a:lnTo>
                    <a:pt x="954" y="2806"/>
                  </a:lnTo>
                  <a:lnTo>
                    <a:pt x="810" y="3005"/>
                  </a:lnTo>
                  <a:lnTo>
                    <a:pt x="677" y="3227"/>
                  </a:lnTo>
                  <a:lnTo>
                    <a:pt x="544" y="3471"/>
                  </a:lnTo>
                  <a:lnTo>
                    <a:pt x="433" y="3748"/>
                  </a:lnTo>
                  <a:lnTo>
                    <a:pt x="322" y="4047"/>
                  </a:lnTo>
                  <a:lnTo>
                    <a:pt x="211" y="4358"/>
                  </a:lnTo>
                  <a:lnTo>
                    <a:pt x="134" y="4679"/>
                  </a:lnTo>
                  <a:lnTo>
                    <a:pt x="67" y="4990"/>
                  </a:lnTo>
                  <a:lnTo>
                    <a:pt x="34" y="5289"/>
                  </a:lnTo>
                  <a:lnTo>
                    <a:pt x="1" y="5589"/>
                  </a:lnTo>
                  <a:lnTo>
                    <a:pt x="1" y="5888"/>
                  </a:lnTo>
                  <a:lnTo>
                    <a:pt x="12" y="6176"/>
                  </a:lnTo>
                  <a:lnTo>
                    <a:pt x="45" y="6464"/>
                  </a:lnTo>
                  <a:lnTo>
                    <a:pt x="101" y="6708"/>
                  </a:lnTo>
                  <a:lnTo>
                    <a:pt x="156" y="6941"/>
                  </a:lnTo>
                  <a:lnTo>
                    <a:pt x="222" y="7152"/>
                  </a:lnTo>
                  <a:lnTo>
                    <a:pt x="311" y="7351"/>
                  </a:lnTo>
                  <a:lnTo>
                    <a:pt x="411" y="7540"/>
                  </a:lnTo>
                  <a:lnTo>
                    <a:pt x="522" y="7706"/>
                  </a:lnTo>
                  <a:lnTo>
                    <a:pt x="644" y="7861"/>
                  </a:lnTo>
                  <a:lnTo>
                    <a:pt x="788" y="7994"/>
                  </a:lnTo>
                  <a:lnTo>
                    <a:pt x="943" y="8116"/>
                  </a:lnTo>
                  <a:lnTo>
                    <a:pt x="1109" y="8227"/>
                  </a:lnTo>
                  <a:lnTo>
                    <a:pt x="1287" y="8327"/>
                  </a:lnTo>
                  <a:lnTo>
                    <a:pt x="1475" y="8405"/>
                  </a:lnTo>
                  <a:lnTo>
                    <a:pt x="1686" y="8471"/>
                  </a:lnTo>
                  <a:lnTo>
                    <a:pt x="1897" y="8515"/>
                  </a:lnTo>
                  <a:lnTo>
                    <a:pt x="2129" y="8549"/>
                  </a:lnTo>
                  <a:lnTo>
                    <a:pt x="2384" y="8571"/>
                  </a:lnTo>
                  <a:lnTo>
                    <a:pt x="2440" y="8560"/>
                  </a:lnTo>
                  <a:lnTo>
                    <a:pt x="2506" y="8538"/>
                  </a:lnTo>
                  <a:lnTo>
                    <a:pt x="2573" y="8482"/>
                  </a:lnTo>
                  <a:lnTo>
                    <a:pt x="2639" y="8416"/>
                  </a:lnTo>
                  <a:lnTo>
                    <a:pt x="2706" y="8327"/>
                  </a:lnTo>
                  <a:lnTo>
                    <a:pt x="2761" y="8227"/>
                  </a:lnTo>
                  <a:lnTo>
                    <a:pt x="2828" y="8094"/>
                  </a:lnTo>
                  <a:lnTo>
                    <a:pt x="2883" y="7939"/>
                  </a:lnTo>
                  <a:lnTo>
                    <a:pt x="3205" y="6919"/>
                  </a:lnTo>
                  <a:lnTo>
                    <a:pt x="3216" y="7307"/>
                  </a:lnTo>
                  <a:lnTo>
                    <a:pt x="3227" y="7640"/>
                  </a:lnTo>
                  <a:lnTo>
                    <a:pt x="3249" y="7917"/>
                  </a:lnTo>
                  <a:lnTo>
                    <a:pt x="3282" y="8150"/>
                  </a:lnTo>
                  <a:lnTo>
                    <a:pt x="3294" y="8238"/>
                  </a:lnTo>
                  <a:lnTo>
                    <a:pt x="3305" y="8271"/>
                  </a:lnTo>
                  <a:lnTo>
                    <a:pt x="3371" y="8360"/>
                  </a:lnTo>
                  <a:lnTo>
                    <a:pt x="3438" y="8427"/>
                  </a:lnTo>
                  <a:lnTo>
                    <a:pt x="3482" y="8449"/>
                  </a:lnTo>
                  <a:lnTo>
                    <a:pt x="3515" y="8460"/>
                  </a:lnTo>
                  <a:lnTo>
                    <a:pt x="3560" y="8471"/>
                  </a:lnTo>
                  <a:lnTo>
                    <a:pt x="3604" y="8471"/>
                  </a:lnTo>
                  <a:lnTo>
                    <a:pt x="4180" y="8493"/>
                  </a:lnTo>
                  <a:lnTo>
                    <a:pt x="4602" y="8504"/>
                  </a:lnTo>
                  <a:lnTo>
                    <a:pt x="4757" y="8493"/>
                  </a:lnTo>
                  <a:lnTo>
                    <a:pt x="4890" y="8482"/>
                  </a:lnTo>
                  <a:lnTo>
                    <a:pt x="4979" y="8460"/>
                  </a:lnTo>
                  <a:lnTo>
                    <a:pt x="5056" y="8438"/>
                  </a:lnTo>
                  <a:lnTo>
                    <a:pt x="5101" y="8405"/>
                  </a:lnTo>
                  <a:lnTo>
                    <a:pt x="5134" y="8360"/>
                  </a:lnTo>
                  <a:lnTo>
                    <a:pt x="5145" y="8338"/>
                  </a:lnTo>
                  <a:lnTo>
                    <a:pt x="5145" y="8305"/>
                  </a:lnTo>
                  <a:lnTo>
                    <a:pt x="5123" y="8227"/>
                  </a:lnTo>
                  <a:lnTo>
                    <a:pt x="5067" y="8138"/>
                  </a:lnTo>
                  <a:lnTo>
                    <a:pt x="4990" y="8028"/>
                  </a:lnTo>
                  <a:lnTo>
                    <a:pt x="4957" y="7972"/>
                  </a:lnTo>
                  <a:lnTo>
                    <a:pt x="4934" y="7895"/>
                  </a:lnTo>
                  <a:lnTo>
                    <a:pt x="4901" y="7773"/>
                  </a:lnTo>
                  <a:lnTo>
                    <a:pt x="4879" y="7628"/>
                  </a:lnTo>
                  <a:lnTo>
                    <a:pt x="3881" y="1143"/>
                  </a:lnTo>
                  <a:lnTo>
                    <a:pt x="3892" y="1043"/>
                  </a:lnTo>
                  <a:lnTo>
                    <a:pt x="3925" y="799"/>
                  </a:lnTo>
                  <a:lnTo>
                    <a:pt x="3948" y="666"/>
                  </a:lnTo>
                  <a:lnTo>
                    <a:pt x="3948" y="555"/>
                  </a:lnTo>
                  <a:lnTo>
                    <a:pt x="3948" y="466"/>
                  </a:lnTo>
                  <a:lnTo>
                    <a:pt x="3937" y="400"/>
                  </a:lnTo>
                  <a:lnTo>
                    <a:pt x="3914" y="344"/>
                  </a:lnTo>
                  <a:lnTo>
                    <a:pt x="3892" y="300"/>
                  </a:lnTo>
                  <a:lnTo>
                    <a:pt x="3859" y="256"/>
                  </a:lnTo>
                  <a:lnTo>
                    <a:pt x="3815" y="223"/>
                  </a:lnTo>
                  <a:lnTo>
                    <a:pt x="3770" y="189"/>
                  </a:lnTo>
                  <a:lnTo>
                    <a:pt x="3715" y="167"/>
                  </a:lnTo>
                  <a:lnTo>
                    <a:pt x="3659" y="156"/>
                  </a:lnTo>
                  <a:lnTo>
                    <a:pt x="3604" y="145"/>
                  </a:lnTo>
                  <a:lnTo>
                    <a:pt x="2983" y="45"/>
                  </a:lnTo>
                  <a:lnTo>
                    <a:pt x="2761" y="12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38;p20">
              <a:extLst>
                <a:ext uri="{FF2B5EF4-FFF2-40B4-BE49-F238E27FC236}">
                  <a16:creationId xmlns:a16="http://schemas.microsoft.com/office/drawing/2014/main" id="{068F4E5A-DD61-8A1E-20DD-AC1574D8A28B}"/>
                </a:ext>
              </a:extLst>
            </p:cNvPr>
            <p:cNvSpPr/>
            <p:nvPr/>
          </p:nvSpPr>
          <p:spPr>
            <a:xfrm>
              <a:off x="4009825" y="745875"/>
              <a:ext cx="118925" cy="166325"/>
            </a:xfrm>
            <a:custGeom>
              <a:avLst/>
              <a:gdLst/>
              <a:ahLst/>
              <a:cxnLst/>
              <a:rect l="l" t="t" r="r" b="b"/>
              <a:pathLst>
                <a:path w="4757" h="6653" extrusionOk="0">
                  <a:moveTo>
                    <a:pt x="3382" y="1"/>
                  </a:moveTo>
                  <a:lnTo>
                    <a:pt x="3338" y="12"/>
                  </a:lnTo>
                  <a:lnTo>
                    <a:pt x="3260" y="56"/>
                  </a:lnTo>
                  <a:lnTo>
                    <a:pt x="3205" y="123"/>
                  </a:lnTo>
                  <a:lnTo>
                    <a:pt x="3160" y="200"/>
                  </a:lnTo>
                  <a:lnTo>
                    <a:pt x="3127" y="300"/>
                  </a:lnTo>
                  <a:lnTo>
                    <a:pt x="3127" y="666"/>
                  </a:lnTo>
                  <a:lnTo>
                    <a:pt x="2961" y="2052"/>
                  </a:lnTo>
                  <a:lnTo>
                    <a:pt x="2894" y="2739"/>
                  </a:lnTo>
                  <a:lnTo>
                    <a:pt x="2839" y="3360"/>
                  </a:lnTo>
                  <a:lnTo>
                    <a:pt x="2805" y="3903"/>
                  </a:lnTo>
                  <a:lnTo>
                    <a:pt x="2783" y="4380"/>
                  </a:lnTo>
                  <a:lnTo>
                    <a:pt x="2739" y="4303"/>
                  </a:lnTo>
                  <a:lnTo>
                    <a:pt x="2672" y="4192"/>
                  </a:lnTo>
                  <a:lnTo>
                    <a:pt x="2539" y="3848"/>
                  </a:lnTo>
                  <a:lnTo>
                    <a:pt x="2362" y="3371"/>
                  </a:lnTo>
                  <a:lnTo>
                    <a:pt x="2140" y="2739"/>
                  </a:lnTo>
                  <a:lnTo>
                    <a:pt x="1941" y="2118"/>
                  </a:lnTo>
                  <a:lnTo>
                    <a:pt x="1730" y="1398"/>
                  </a:lnTo>
                  <a:lnTo>
                    <a:pt x="1730" y="1320"/>
                  </a:lnTo>
                  <a:lnTo>
                    <a:pt x="1752" y="1187"/>
                  </a:lnTo>
                  <a:lnTo>
                    <a:pt x="1774" y="1043"/>
                  </a:lnTo>
                  <a:lnTo>
                    <a:pt x="1774" y="976"/>
                  </a:lnTo>
                  <a:lnTo>
                    <a:pt x="1774" y="921"/>
                  </a:lnTo>
                  <a:lnTo>
                    <a:pt x="1752" y="855"/>
                  </a:lnTo>
                  <a:lnTo>
                    <a:pt x="1719" y="788"/>
                  </a:lnTo>
                  <a:lnTo>
                    <a:pt x="1697" y="766"/>
                  </a:lnTo>
                  <a:lnTo>
                    <a:pt x="1641" y="733"/>
                  </a:lnTo>
                  <a:lnTo>
                    <a:pt x="1575" y="710"/>
                  </a:lnTo>
                  <a:lnTo>
                    <a:pt x="1486" y="688"/>
                  </a:lnTo>
                  <a:lnTo>
                    <a:pt x="1253" y="644"/>
                  </a:lnTo>
                  <a:lnTo>
                    <a:pt x="943" y="611"/>
                  </a:lnTo>
                  <a:lnTo>
                    <a:pt x="632" y="588"/>
                  </a:lnTo>
                  <a:lnTo>
                    <a:pt x="400" y="577"/>
                  </a:lnTo>
                  <a:lnTo>
                    <a:pt x="233" y="577"/>
                  </a:lnTo>
                  <a:lnTo>
                    <a:pt x="189" y="588"/>
                  </a:lnTo>
                  <a:lnTo>
                    <a:pt x="156" y="600"/>
                  </a:lnTo>
                  <a:lnTo>
                    <a:pt x="111" y="622"/>
                  </a:lnTo>
                  <a:lnTo>
                    <a:pt x="78" y="655"/>
                  </a:lnTo>
                  <a:lnTo>
                    <a:pt x="45" y="688"/>
                  </a:lnTo>
                  <a:lnTo>
                    <a:pt x="23" y="733"/>
                  </a:lnTo>
                  <a:lnTo>
                    <a:pt x="12" y="766"/>
                  </a:lnTo>
                  <a:lnTo>
                    <a:pt x="1" y="821"/>
                  </a:lnTo>
                  <a:lnTo>
                    <a:pt x="1" y="866"/>
                  </a:lnTo>
                  <a:lnTo>
                    <a:pt x="1" y="921"/>
                  </a:lnTo>
                  <a:lnTo>
                    <a:pt x="23" y="999"/>
                  </a:lnTo>
                  <a:lnTo>
                    <a:pt x="45" y="1098"/>
                  </a:lnTo>
                  <a:lnTo>
                    <a:pt x="100" y="1265"/>
                  </a:lnTo>
                  <a:lnTo>
                    <a:pt x="267" y="1930"/>
                  </a:lnTo>
                  <a:lnTo>
                    <a:pt x="444" y="2551"/>
                  </a:lnTo>
                  <a:lnTo>
                    <a:pt x="632" y="3149"/>
                  </a:lnTo>
                  <a:lnTo>
                    <a:pt x="843" y="3715"/>
                  </a:lnTo>
                  <a:lnTo>
                    <a:pt x="1032" y="4192"/>
                  </a:lnTo>
                  <a:lnTo>
                    <a:pt x="1275" y="4724"/>
                  </a:lnTo>
                  <a:lnTo>
                    <a:pt x="1553" y="5322"/>
                  </a:lnTo>
                  <a:lnTo>
                    <a:pt x="1874" y="5977"/>
                  </a:lnTo>
                  <a:lnTo>
                    <a:pt x="1896" y="6043"/>
                  </a:lnTo>
                  <a:lnTo>
                    <a:pt x="1919" y="6165"/>
                  </a:lnTo>
                  <a:lnTo>
                    <a:pt x="1930" y="6232"/>
                  </a:lnTo>
                  <a:lnTo>
                    <a:pt x="1952" y="6287"/>
                  </a:lnTo>
                  <a:lnTo>
                    <a:pt x="1974" y="6331"/>
                  </a:lnTo>
                  <a:lnTo>
                    <a:pt x="2007" y="6376"/>
                  </a:lnTo>
                  <a:lnTo>
                    <a:pt x="2040" y="6409"/>
                  </a:lnTo>
                  <a:lnTo>
                    <a:pt x="2107" y="6431"/>
                  </a:lnTo>
                  <a:lnTo>
                    <a:pt x="2207" y="6464"/>
                  </a:lnTo>
                  <a:lnTo>
                    <a:pt x="2318" y="6487"/>
                  </a:lnTo>
                  <a:lnTo>
                    <a:pt x="2617" y="6542"/>
                  </a:lnTo>
                  <a:lnTo>
                    <a:pt x="3005" y="6597"/>
                  </a:lnTo>
                  <a:lnTo>
                    <a:pt x="3415" y="6631"/>
                  </a:lnTo>
                  <a:lnTo>
                    <a:pt x="3726" y="6653"/>
                  </a:lnTo>
                  <a:lnTo>
                    <a:pt x="3958" y="6642"/>
                  </a:lnTo>
                  <a:lnTo>
                    <a:pt x="4047" y="6631"/>
                  </a:lnTo>
                  <a:lnTo>
                    <a:pt x="4114" y="6620"/>
                  </a:lnTo>
                  <a:lnTo>
                    <a:pt x="4169" y="6597"/>
                  </a:lnTo>
                  <a:lnTo>
                    <a:pt x="4213" y="6564"/>
                  </a:lnTo>
                  <a:lnTo>
                    <a:pt x="4247" y="6520"/>
                  </a:lnTo>
                  <a:lnTo>
                    <a:pt x="4269" y="6476"/>
                  </a:lnTo>
                  <a:lnTo>
                    <a:pt x="4291" y="6420"/>
                  </a:lnTo>
                  <a:lnTo>
                    <a:pt x="4302" y="6365"/>
                  </a:lnTo>
                  <a:lnTo>
                    <a:pt x="4302" y="6287"/>
                  </a:lnTo>
                  <a:lnTo>
                    <a:pt x="4302" y="6209"/>
                  </a:lnTo>
                  <a:lnTo>
                    <a:pt x="4225" y="5733"/>
                  </a:lnTo>
                  <a:lnTo>
                    <a:pt x="4213" y="5644"/>
                  </a:lnTo>
                  <a:lnTo>
                    <a:pt x="4213" y="5500"/>
                  </a:lnTo>
                  <a:lnTo>
                    <a:pt x="4225" y="5067"/>
                  </a:lnTo>
                  <a:lnTo>
                    <a:pt x="4269" y="4424"/>
                  </a:lnTo>
                  <a:lnTo>
                    <a:pt x="4335" y="3582"/>
                  </a:lnTo>
                  <a:lnTo>
                    <a:pt x="4435" y="2595"/>
                  </a:lnTo>
                  <a:lnTo>
                    <a:pt x="4535" y="1741"/>
                  </a:lnTo>
                  <a:lnTo>
                    <a:pt x="4646" y="1021"/>
                  </a:lnTo>
                  <a:lnTo>
                    <a:pt x="4701" y="710"/>
                  </a:lnTo>
                  <a:lnTo>
                    <a:pt x="4757" y="433"/>
                  </a:lnTo>
                  <a:lnTo>
                    <a:pt x="4712" y="389"/>
                  </a:lnTo>
                  <a:lnTo>
                    <a:pt x="4657" y="345"/>
                  </a:lnTo>
                  <a:lnTo>
                    <a:pt x="4579" y="300"/>
                  </a:lnTo>
                  <a:lnTo>
                    <a:pt x="4491" y="256"/>
                  </a:lnTo>
                  <a:lnTo>
                    <a:pt x="4280" y="167"/>
                  </a:lnTo>
                  <a:lnTo>
                    <a:pt x="4003" y="90"/>
                  </a:lnTo>
                  <a:lnTo>
                    <a:pt x="3759" y="34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39;p20">
              <a:extLst>
                <a:ext uri="{FF2B5EF4-FFF2-40B4-BE49-F238E27FC236}">
                  <a16:creationId xmlns:a16="http://schemas.microsoft.com/office/drawing/2014/main" id="{D2AEFE78-31F9-C148-BB93-29A5821C3C55}"/>
                </a:ext>
              </a:extLst>
            </p:cNvPr>
            <p:cNvSpPr/>
            <p:nvPr/>
          </p:nvSpPr>
          <p:spPr>
            <a:xfrm>
              <a:off x="4147300" y="738400"/>
              <a:ext cx="106725" cy="151075"/>
            </a:xfrm>
            <a:custGeom>
              <a:avLst/>
              <a:gdLst/>
              <a:ahLst/>
              <a:cxnLst/>
              <a:rect l="l" t="t" r="r" b="b"/>
              <a:pathLst>
                <a:path w="4269" h="6043" extrusionOk="0">
                  <a:moveTo>
                    <a:pt x="2007" y="1032"/>
                  </a:moveTo>
                  <a:lnTo>
                    <a:pt x="2018" y="1043"/>
                  </a:lnTo>
                  <a:lnTo>
                    <a:pt x="2029" y="1065"/>
                  </a:lnTo>
                  <a:lnTo>
                    <a:pt x="2052" y="1131"/>
                  </a:lnTo>
                  <a:lnTo>
                    <a:pt x="2085" y="1253"/>
                  </a:lnTo>
                  <a:lnTo>
                    <a:pt x="2107" y="1409"/>
                  </a:lnTo>
                  <a:lnTo>
                    <a:pt x="2162" y="1808"/>
                  </a:lnTo>
                  <a:lnTo>
                    <a:pt x="2174" y="1963"/>
                  </a:lnTo>
                  <a:lnTo>
                    <a:pt x="2174" y="2107"/>
                  </a:lnTo>
                  <a:lnTo>
                    <a:pt x="2174" y="2218"/>
                  </a:lnTo>
                  <a:lnTo>
                    <a:pt x="2162" y="2318"/>
                  </a:lnTo>
                  <a:lnTo>
                    <a:pt x="2140" y="2384"/>
                  </a:lnTo>
                  <a:lnTo>
                    <a:pt x="2107" y="2429"/>
                  </a:lnTo>
                  <a:lnTo>
                    <a:pt x="2040" y="2484"/>
                  </a:lnTo>
                  <a:lnTo>
                    <a:pt x="1974" y="2539"/>
                  </a:lnTo>
                  <a:lnTo>
                    <a:pt x="1896" y="2595"/>
                  </a:lnTo>
                  <a:lnTo>
                    <a:pt x="1819" y="2639"/>
                  </a:lnTo>
                  <a:lnTo>
                    <a:pt x="1730" y="2672"/>
                  </a:lnTo>
                  <a:lnTo>
                    <a:pt x="1630" y="2706"/>
                  </a:lnTo>
                  <a:lnTo>
                    <a:pt x="1420" y="2761"/>
                  </a:lnTo>
                  <a:lnTo>
                    <a:pt x="1420" y="2628"/>
                  </a:lnTo>
                  <a:lnTo>
                    <a:pt x="1420" y="2495"/>
                  </a:lnTo>
                  <a:lnTo>
                    <a:pt x="1442" y="2362"/>
                  </a:lnTo>
                  <a:lnTo>
                    <a:pt x="1453" y="2229"/>
                  </a:lnTo>
                  <a:lnTo>
                    <a:pt x="1486" y="2085"/>
                  </a:lnTo>
                  <a:lnTo>
                    <a:pt x="1519" y="1941"/>
                  </a:lnTo>
                  <a:lnTo>
                    <a:pt x="1608" y="1641"/>
                  </a:lnTo>
                  <a:lnTo>
                    <a:pt x="1719" y="1375"/>
                  </a:lnTo>
                  <a:lnTo>
                    <a:pt x="1774" y="1275"/>
                  </a:lnTo>
                  <a:lnTo>
                    <a:pt x="1819" y="1187"/>
                  </a:lnTo>
                  <a:lnTo>
                    <a:pt x="1863" y="1120"/>
                  </a:lnTo>
                  <a:lnTo>
                    <a:pt x="1919" y="1076"/>
                  </a:lnTo>
                  <a:lnTo>
                    <a:pt x="1963" y="1043"/>
                  </a:lnTo>
                  <a:lnTo>
                    <a:pt x="2007" y="1032"/>
                  </a:lnTo>
                  <a:close/>
                  <a:moveTo>
                    <a:pt x="1619" y="1"/>
                  </a:moveTo>
                  <a:lnTo>
                    <a:pt x="1464" y="23"/>
                  </a:lnTo>
                  <a:lnTo>
                    <a:pt x="1353" y="45"/>
                  </a:lnTo>
                  <a:lnTo>
                    <a:pt x="1253" y="67"/>
                  </a:lnTo>
                  <a:lnTo>
                    <a:pt x="1154" y="111"/>
                  </a:lnTo>
                  <a:lnTo>
                    <a:pt x="1065" y="156"/>
                  </a:lnTo>
                  <a:lnTo>
                    <a:pt x="976" y="211"/>
                  </a:lnTo>
                  <a:lnTo>
                    <a:pt x="887" y="267"/>
                  </a:lnTo>
                  <a:lnTo>
                    <a:pt x="810" y="333"/>
                  </a:lnTo>
                  <a:lnTo>
                    <a:pt x="732" y="411"/>
                  </a:lnTo>
                  <a:lnTo>
                    <a:pt x="655" y="499"/>
                  </a:lnTo>
                  <a:lnTo>
                    <a:pt x="588" y="588"/>
                  </a:lnTo>
                  <a:lnTo>
                    <a:pt x="522" y="688"/>
                  </a:lnTo>
                  <a:lnTo>
                    <a:pt x="455" y="799"/>
                  </a:lnTo>
                  <a:lnTo>
                    <a:pt x="333" y="1032"/>
                  </a:lnTo>
                  <a:lnTo>
                    <a:pt x="233" y="1298"/>
                  </a:lnTo>
                  <a:lnTo>
                    <a:pt x="145" y="1553"/>
                  </a:lnTo>
                  <a:lnTo>
                    <a:pt x="89" y="1830"/>
                  </a:lnTo>
                  <a:lnTo>
                    <a:pt x="45" y="2107"/>
                  </a:lnTo>
                  <a:lnTo>
                    <a:pt x="12" y="2384"/>
                  </a:lnTo>
                  <a:lnTo>
                    <a:pt x="1" y="2672"/>
                  </a:lnTo>
                  <a:lnTo>
                    <a:pt x="1" y="2972"/>
                  </a:lnTo>
                  <a:lnTo>
                    <a:pt x="23" y="3271"/>
                  </a:lnTo>
                  <a:lnTo>
                    <a:pt x="67" y="3582"/>
                  </a:lnTo>
                  <a:lnTo>
                    <a:pt x="122" y="3903"/>
                  </a:lnTo>
                  <a:lnTo>
                    <a:pt x="200" y="4202"/>
                  </a:lnTo>
                  <a:lnTo>
                    <a:pt x="289" y="4480"/>
                  </a:lnTo>
                  <a:lnTo>
                    <a:pt x="389" y="4735"/>
                  </a:lnTo>
                  <a:lnTo>
                    <a:pt x="510" y="4978"/>
                  </a:lnTo>
                  <a:lnTo>
                    <a:pt x="644" y="5189"/>
                  </a:lnTo>
                  <a:lnTo>
                    <a:pt x="799" y="5389"/>
                  </a:lnTo>
                  <a:lnTo>
                    <a:pt x="965" y="5555"/>
                  </a:lnTo>
                  <a:lnTo>
                    <a:pt x="1032" y="5621"/>
                  </a:lnTo>
                  <a:lnTo>
                    <a:pt x="1109" y="5677"/>
                  </a:lnTo>
                  <a:lnTo>
                    <a:pt x="1209" y="5732"/>
                  </a:lnTo>
                  <a:lnTo>
                    <a:pt x="1320" y="5777"/>
                  </a:lnTo>
                  <a:lnTo>
                    <a:pt x="1453" y="5821"/>
                  </a:lnTo>
                  <a:lnTo>
                    <a:pt x="1586" y="5865"/>
                  </a:lnTo>
                  <a:lnTo>
                    <a:pt x="1919" y="5943"/>
                  </a:lnTo>
                  <a:lnTo>
                    <a:pt x="2229" y="5998"/>
                  </a:lnTo>
                  <a:lnTo>
                    <a:pt x="2506" y="6032"/>
                  </a:lnTo>
                  <a:lnTo>
                    <a:pt x="2750" y="6043"/>
                  </a:lnTo>
                  <a:lnTo>
                    <a:pt x="2861" y="6032"/>
                  </a:lnTo>
                  <a:lnTo>
                    <a:pt x="2961" y="6021"/>
                  </a:lnTo>
                  <a:lnTo>
                    <a:pt x="3072" y="5998"/>
                  </a:lnTo>
                  <a:lnTo>
                    <a:pt x="3138" y="5965"/>
                  </a:lnTo>
                  <a:lnTo>
                    <a:pt x="3249" y="5865"/>
                  </a:lnTo>
                  <a:lnTo>
                    <a:pt x="3360" y="5755"/>
                  </a:lnTo>
                  <a:lnTo>
                    <a:pt x="3471" y="5633"/>
                  </a:lnTo>
                  <a:lnTo>
                    <a:pt x="3582" y="5488"/>
                  </a:lnTo>
                  <a:lnTo>
                    <a:pt x="3681" y="5322"/>
                  </a:lnTo>
                  <a:lnTo>
                    <a:pt x="3792" y="5145"/>
                  </a:lnTo>
                  <a:lnTo>
                    <a:pt x="3892" y="4956"/>
                  </a:lnTo>
                  <a:lnTo>
                    <a:pt x="3992" y="4746"/>
                  </a:lnTo>
                  <a:lnTo>
                    <a:pt x="4136" y="4380"/>
                  </a:lnTo>
                  <a:lnTo>
                    <a:pt x="4191" y="4236"/>
                  </a:lnTo>
                  <a:lnTo>
                    <a:pt x="4236" y="4103"/>
                  </a:lnTo>
                  <a:lnTo>
                    <a:pt x="4258" y="4003"/>
                  </a:lnTo>
                  <a:lnTo>
                    <a:pt x="4269" y="3914"/>
                  </a:lnTo>
                  <a:lnTo>
                    <a:pt x="4258" y="3848"/>
                  </a:lnTo>
                  <a:lnTo>
                    <a:pt x="4236" y="3803"/>
                  </a:lnTo>
                  <a:lnTo>
                    <a:pt x="4213" y="3770"/>
                  </a:lnTo>
                  <a:lnTo>
                    <a:pt x="4169" y="3737"/>
                  </a:lnTo>
                  <a:lnTo>
                    <a:pt x="4036" y="3681"/>
                  </a:lnTo>
                  <a:lnTo>
                    <a:pt x="3870" y="3626"/>
                  </a:lnTo>
                  <a:lnTo>
                    <a:pt x="3648" y="3570"/>
                  </a:lnTo>
                  <a:lnTo>
                    <a:pt x="3415" y="3526"/>
                  </a:lnTo>
                  <a:lnTo>
                    <a:pt x="3238" y="3504"/>
                  </a:lnTo>
                  <a:lnTo>
                    <a:pt x="3094" y="3493"/>
                  </a:lnTo>
                  <a:lnTo>
                    <a:pt x="2994" y="3504"/>
                  </a:lnTo>
                  <a:lnTo>
                    <a:pt x="2938" y="3837"/>
                  </a:lnTo>
                  <a:lnTo>
                    <a:pt x="2905" y="4147"/>
                  </a:lnTo>
                  <a:lnTo>
                    <a:pt x="2872" y="4258"/>
                  </a:lnTo>
                  <a:lnTo>
                    <a:pt x="2828" y="4391"/>
                  </a:lnTo>
                  <a:lnTo>
                    <a:pt x="2761" y="4535"/>
                  </a:lnTo>
                  <a:lnTo>
                    <a:pt x="2672" y="4690"/>
                  </a:lnTo>
                  <a:lnTo>
                    <a:pt x="2550" y="4857"/>
                  </a:lnTo>
                  <a:lnTo>
                    <a:pt x="2506" y="4923"/>
                  </a:lnTo>
                  <a:lnTo>
                    <a:pt x="2451" y="4978"/>
                  </a:lnTo>
                  <a:lnTo>
                    <a:pt x="2395" y="5023"/>
                  </a:lnTo>
                  <a:lnTo>
                    <a:pt x="2340" y="5056"/>
                  </a:lnTo>
                  <a:lnTo>
                    <a:pt x="2295" y="5078"/>
                  </a:lnTo>
                  <a:lnTo>
                    <a:pt x="2240" y="5089"/>
                  </a:lnTo>
                  <a:lnTo>
                    <a:pt x="2207" y="5078"/>
                  </a:lnTo>
                  <a:lnTo>
                    <a:pt x="2162" y="5056"/>
                  </a:lnTo>
                  <a:lnTo>
                    <a:pt x="2118" y="5023"/>
                  </a:lnTo>
                  <a:lnTo>
                    <a:pt x="2074" y="4967"/>
                  </a:lnTo>
                  <a:lnTo>
                    <a:pt x="2029" y="4901"/>
                  </a:lnTo>
                  <a:lnTo>
                    <a:pt x="1974" y="4812"/>
                  </a:lnTo>
                  <a:lnTo>
                    <a:pt x="1863" y="4579"/>
                  </a:lnTo>
                  <a:lnTo>
                    <a:pt x="1763" y="4324"/>
                  </a:lnTo>
                  <a:lnTo>
                    <a:pt x="1686" y="4080"/>
                  </a:lnTo>
                  <a:lnTo>
                    <a:pt x="1630" y="3825"/>
                  </a:lnTo>
                  <a:lnTo>
                    <a:pt x="1586" y="3582"/>
                  </a:lnTo>
                  <a:lnTo>
                    <a:pt x="1852" y="3526"/>
                  </a:lnTo>
                  <a:lnTo>
                    <a:pt x="2118" y="3460"/>
                  </a:lnTo>
                  <a:lnTo>
                    <a:pt x="2373" y="3382"/>
                  </a:lnTo>
                  <a:lnTo>
                    <a:pt x="2628" y="3304"/>
                  </a:lnTo>
                  <a:lnTo>
                    <a:pt x="2883" y="3216"/>
                  </a:lnTo>
                  <a:lnTo>
                    <a:pt x="3127" y="3116"/>
                  </a:lnTo>
                  <a:lnTo>
                    <a:pt x="3371" y="3005"/>
                  </a:lnTo>
                  <a:lnTo>
                    <a:pt x="3626" y="2894"/>
                  </a:lnTo>
                  <a:lnTo>
                    <a:pt x="3659" y="2805"/>
                  </a:lnTo>
                  <a:lnTo>
                    <a:pt x="3692" y="2717"/>
                  </a:lnTo>
                  <a:lnTo>
                    <a:pt x="3715" y="2617"/>
                  </a:lnTo>
                  <a:lnTo>
                    <a:pt x="3726" y="2506"/>
                  </a:lnTo>
                  <a:lnTo>
                    <a:pt x="3737" y="2373"/>
                  </a:lnTo>
                  <a:lnTo>
                    <a:pt x="3726" y="2240"/>
                  </a:lnTo>
                  <a:lnTo>
                    <a:pt x="3715" y="2085"/>
                  </a:lnTo>
                  <a:lnTo>
                    <a:pt x="3692" y="1919"/>
                  </a:lnTo>
                  <a:lnTo>
                    <a:pt x="3659" y="1697"/>
                  </a:lnTo>
                  <a:lnTo>
                    <a:pt x="3604" y="1464"/>
                  </a:lnTo>
                  <a:lnTo>
                    <a:pt x="3537" y="1231"/>
                  </a:lnTo>
                  <a:lnTo>
                    <a:pt x="3448" y="998"/>
                  </a:lnTo>
                  <a:lnTo>
                    <a:pt x="3382" y="810"/>
                  </a:lnTo>
                  <a:lnTo>
                    <a:pt x="3315" y="655"/>
                  </a:lnTo>
                  <a:lnTo>
                    <a:pt x="3260" y="555"/>
                  </a:lnTo>
                  <a:lnTo>
                    <a:pt x="3205" y="488"/>
                  </a:lnTo>
                  <a:lnTo>
                    <a:pt x="3094" y="422"/>
                  </a:lnTo>
                  <a:lnTo>
                    <a:pt x="2994" y="355"/>
                  </a:lnTo>
                  <a:lnTo>
                    <a:pt x="2872" y="289"/>
                  </a:lnTo>
                  <a:lnTo>
                    <a:pt x="2761" y="233"/>
                  </a:lnTo>
                  <a:lnTo>
                    <a:pt x="2628" y="178"/>
                  </a:lnTo>
                  <a:lnTo>
                    <a:pt x="2506" y="134"/>
                  </a:lnTo>
                  <a:lnTo>
                    <a:pt x="2373" y="100"/>
                  </a:lnTo>
                  <a:lnTo>
                    <a:pt x="2229" y="67"/>
                  </a:lnTo>
                  <a:lnTo>
                    <a:pt x="2007" y="23"/>
                  </a:lnTo>
                  <a:lnTo>
                    <a:pt x="180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40;p20">
              <a:extLst>
                <a:ext uri="{FF2B5EF4-FFF2-40B4-BE49-F238E27FC236}">
                  <a16:creationId xmlns:a16="http://schemas.microsoft.com/office/drawing/2014/main" id="{C1633518-6CFF-7249-86A2-920E87796864}"/>
                </a:ext>
              </a:extLst>
            </p:cNvPr>
            <p:cNvSpPr/>
            <p:nvPr/>
          </p:nvSpPr>
          <p:spPr>
            <a:xfrm>
              <a:off x="4256775" y="713175"/>
              <a:ext cx="135850" cy="161075"/>
            </a:xfrm>
            <a:custGeom>
              <a:avLst/>
              <a:gdLst/>
              <a:ahLst/>
              <a:cxnLst/>
              <a:rect l="l" t="t" r="r" b="b"/>
              <a:pathLst>
                <a:path w="5434" h="6443" extrusionOk="0">
                  <a:moveTo>
                    <a:pt x="2883" y="1"/>
                  </a:moveTo>
                  <a:lnTo>
                    <a:pt x="2784" y="12"/>
                  </a:lnTo>
                  <a:lnTo>
                    <a:pt x="2695" y="23"/>
                  </a:lnTo>
                  <a:lnTo>
                    <a:pt x="2617" y="34"/>
                  </a:lnTo>
                  <a:lnTo>
                    <a:pt x="2540" y="78"/>
                  </a:lnTo>
                  <a:lnTo>
                    <a:pt x="2462" y="123"/>
                  </a:lnTo>
                  <a:lnTo>
                    <a:pt x="2384" y="189"/>
                  </a:lnTo>
                  <a:lnTo>
                    <a:pt x="2318" y="267"/>
                  </a:lnTo>
                  <a:lnTo>
                    <a:pt x="2240" y="355"/>
                  </a:lnTo>
                  <a:lnTo>
                    <a:pt x="2174" y="466"/>
                  </a:lnTo>
                  <a:lnTo>
                    <a:pt x="2118" y="588"/>
                  </a:lnTo>
                  <a:lnTo>
                    <a:pt x="2019" y="810"/>
                  </a:lnTo>
                  <a:lnTo>
                    <a:pt x="1941" y="1043"/>
                  </a:lnTo>
                  <a:lnTo>
                    <a:pt x="1874" y="1287"/>
                  </a:lnTo>
                  <a:lnTo>
                    <a:pt x="1830" y="1531"/>
                  </a:lnTo>
                  <a:lnTo>
                    <a:pt x="1786" y="1420"/>
                  </a:lnTo>
                  <a:lnTo>
                    <a:pt x="1752" y="1309"/>
                  </a:lnTo>
                  <a:lnTo>
                    <a:pt x="1764" y="1176"/>
                  </a:lnTo>
                  <a:lnTo>
                    <a:pt x="1808" y="888"/>
                  </a:lnTo>
                  <a:lnTo>
                    <a:pt x="1819" y="788"/>
                  </a:lnTo>
                  <a:lnTo>
                    <a:pt x="1819" y="688"/>
                  </a:lnTo>
                  <a:lnTo>
                    <a:pt x="1808" y="621"/>
                  </a:lnTo>
                  <a:lnTo>
                    <a:pt x="1786" y="555"/>
                  </a:lnTo>
                  <a:lnTo>
                    <a:pt x="1752" y="522"/>
                  </a:lnTo>
                  <a:lnTo>
                    <a:pt x="1708" y="488"/>
                  </a:lnTo>
                  <a:lnTo>
                    <a:pt x="1642" y="455"/>
                  </a:lnTo>
                  <a:lnTo>
                    <a:pt x="1553" y="422"/>
                  </a:lnTo>
                  <a:lnTo>
                    <a:pt x="1453" y="400"/>
                  </a:lnTo>
                  <a:lnTo>
                    <a:pt x="1331" y="378"/>
                  </a:lnTo>
                  <a:lnTo>
                    <a:pt x="1032" y="333"/>
                  </a:lnTo>
                  <a:lnTo>
                    <a:pt x="755" y="311"/>
                  </a:lnTo>
                  <a:lnTo>
                    <a:pt x="544" y="311"/>
                  </a:lnTo>
                  <a:lnTo>
                    <a:pt x="378" y="322"/>
                  </a:lnTo>
                  <a:lnTo>
                    <a:pt x="322" y="322"/>
                  </a:lnTo>
                  <a:lnTo>
                    <a:pt x="278" y="344"/>
                  </a:lnTo>
                  <a:lnTo>
                    <a:pt x="167" y="400"/>
                  </a:lnTo>
                  <a:lnTo>
                    <a:pt x="123" y="433"/>
                  </a:lnTo>
                  <a:lnTo>
                    <a:pt x="89" y="466"/>
                  </a:lnTo>
                  <a:lnTo>
                    <a:pt x="56" y="511"/>
                  </a:lnTo>
                  <a:lnTo>
                    <a:pt x="34" y="555"/>
                  </a:lnTo>
                  <a:lnTo>
                    <a:pt x="12" y="610"/>
                  </a:lnTo>
                  <a:lnTo>
                    <a:pt x="12" y="655"/>
                  </a:lnTo>
                  <a:lnTo>
                    <a:pt x="1" y="710"/>
                  </a:lnTo>
                  <a:lnTo>
                    <a:pt x="23" y="755"/>
                  </a:lnTo>
                  <a:lnTo>
                    <a:pt x="45" y="810"/>
                  </a:lnTo>
                  <a:lnTo>
                    <a:pt x="89" y="865"/>
                  </a:lnTo>
                  <a:lnTo>
                    <a:pt x="167" y="976"/>
                  </a:lnTo>
                  <a:lnTo>
                    <a:pt x="189" y="1021"/>
                  </a:lnTo>
                  <a:lnTo>
                    <a:pt x="200" y="1065"/>
                  </a:lnTo>
                  <a:lnTo>
                    <a:pt x="910" y="5688"/>
                  </a:lnTo>
                  <a:lnTo>
                    <a:pt x="910" y="5710"/>
                  </a:lnTo>
                  <a:lnTo>
                    <a:pt x="899" y="5755"/>
                  </a:lnTo>
                  <a:lnTo>
                    <a:pt x="832" y="5888"/>
                  </a:lnTo>
                  <a:lnTo>
                    <a:pt x="788" y="5954"/>
                  </a:lnTo>
                  <a:lnTo>
                    <a:pt x="766" y="6021"/>
                  </a:lnTo>
                  <a:lnTo>
                    <a:pt x="755" y="6087"/>
                  </a:lnTo>
                  <a:lnTo>
                    <a:pt x="755" y="6143"/>
                  </a:lnTo>
                  <a:lnTo>
                    <a:pt x="766" y="6187"/>
                  </a:lnTo>
                  <a:lnTo>
                    <a:pt x="777" y="6231"/>
                  </a:lnTo>
                  <a:lnTo>
                    <a:pt x="810" y="6276"/>
                  </a:lnTo>
                  <a:lnTo>
                    <a:pt x="843" y="6309"/>
                  </a:lnTo>
                  <a:lnTo>
                    <a:pt x="866" y="6331"/>
                  </a:lnTo>
                  <a:lnTo>
                    <a:pt x="899" y="6342"/>
                  </a:lnTo>
                  <a:lnTo>
                    <a:pt x="1021" y="6375"/>
                  </a:lnTo>
                  <a:lnTo>
                    <a:pt x="1209" y="6398"/>
                  </a:lnTo>
                  <a:lnTo>
                    <a:pt x="1442" y="6420"/>
                  </a:lnTo>
                  <a:lnTo>
                    <a:pt x="1697" y="6442"/>
                  </a:lnTo>
                  <a:lnTo>
                    <a:pt x="2096" y="6442"/>
                  </a:lnTo>
                  <a:lnTo>
                    <a:pt x="2251" y="6431"/>
                  </a:lnTo>
                  <a:lnTo>
                    <a:pt x="2318" y="6409"/>
                  </a:lnTo>
                  <a:lnTo>
                    <a:pt x="2362" y="6387"/>
                  </a:lnTo>
                  <a:lnTo>
                    <a:pt x="2440" y="6342"/>
                  </a:lnTo>
                  <a:lnTo>
                    <a:pt x="2506" y="6276"/>
                  </a:lnTo>
                  <a:lnTo>
                    <a:pt x="2551" y="6220"/>
                  </a:lnTo>
                  <a:lnTo>
                    <a:pt x="2584" y="6154"/>
                  </a:lnTo>
                  <a:lnTo>
                    <a:pt x="2617" y="6076"/>
                  </a:lnTo>
                  <a:lnTo>
                    <a:pt x="2628" y="5999"/>
                  </a:lnTo>
                  <a:lnTo>
                    <a:pt x="2628" y="5910"/>
                  </a:lnTo>
                  <a:lnTo>
                    <a:pt x="2628" y="5821"/>
                  </a:lnTo>
                  <a:lnTo>
                    <a:pt x="2606" y="5732"/>
                  </a:lnTo>
                  <a:lnTo>
                    <a:pt x="2562" y="5655"/>
                  </a:lnTo>
                  <a:lnTo>
                    <a:pt x="2517" y="5577"/>
                  </a:lnTo>
                  <a:lnTo>
                    <a:pt x="2451" y="5522"/>
                  </a:lnTo>
                  <a:lnTo>
                    <a:pt x="2163" y="3659"/>
                  </a:lnTo>
                  <a:lnTo>
                    <a:pt x="2152" y="3526"/>
                  </a:lnTo>
                  <a:lnTo>
                    <a:pt x="2152" y="3371"/>
                  </a:lnTo>
                  <a:lnTo>
                    <a:pt x="2174" y="3205"/>
                  </a:lnTo>
                  <a:lnTo>
                    <a:pt x="2207" y="3016"/>
                  </a:lnTo>
                  <a:lnTo>
                    <a:pt x="2262" y="2806"/>
                  </a:lnTo>
                  <a:lnTo>
                    <a:pt x="2329" y="2584"/>
                  </a:lnTo>
                  <a:lnTo>
                    <a:pt x="2407" y="2340"/>
                  </a:lnTo>
                  <a:lnTo>
                    <a:pt x="2506" y="2074"/>
                  </a:lnTo>
                  <a:lnTo>
                    <a:pt x="2684" y="1630"/>
                  </a:lnTo>
                  <a:lnTo>
                    <a:pt x="2772" y="1453"/>
                  </a:lnTo>
                  <a:lnTo>
                    <a:pt x="2839" y="1309"/>
                  </a:lnTo>
                  <a:lnTo>
                    <a:pt x="2905" y="1198"/>
                  </a:lnTo>
                  <a:lnTo>
                    <a:pt x="2961" y="1120"/>
                  </a:lnTo>
                  <a:lnTo>
                    <a:pt x="3016" y="1087"/>
                  </a:lnTo>
                  <a:lnTo>
                    <a:pt x="3027" y="1076"/>
                  </a:lnTo>
                  <a:lnTo>
                    <a:pt x="3050" y="1076"/>
                  </a:lnTo>
                  <a:lnTo>
                    <a:pt x="3061" y="1087"/>
                  </a:lnTo>
                  <a:lnTo>
                    <a:pt x="3083" y="1143"/>
                  </a:lnTo>
                  <a:lnTo>
                    <a:pt x="3127" y="1331"/>
                  </a:lnTo>
                  <a:lnTo>
                    <a:pt x="3260" y="2063"/>
                  </a:lnTo>
                  <a:lnTo>
                    <a:pt x="3460" y="3293"/>
                  </a:lnTo>
                  <a:lnTo>
                    <a:pt x="3726" y="5012"/>
                  </a:lnTo>
                  <a:lnTo>
                    <a:pt x="3726" y="5078"/>
                  </a:lnTo>
                  <a:lnTo>
                    <a:pt x="3704" y="5156"/>
                  </a:lnTo>
                  <a:lnTo>
                    <a:pt x="3670" y="5267"/>
                  </a:lnTo>
                  <a:lnTo>
                    <a:pt x="3626" y="5389"/>
                  </a:lnTo>
                  <a:lnTo>
                    <a:pt x="3582" y="5511"/>
                  </a:lnTo>
                  <a:lnTo>
                    <a:pt x="3548" y="5611"/>
                  </a:lnTo>
                  <a:lnTo>
                    <a:pt x="3526" y="5699"/>
                  </a:lnTo>
                  <a:lnTo>
                    <a:pt x="3526" y="5766"/>
                  </a:lnTo>
                  <a:lnTo>
                    <a:pt x="3548" y="5821"/>
                  </a:lnTo>
                  <a:lnTo>
                    <a:pt x="3604" y="5888"/>
                  </a:lnTo>
                  <a:lnTo>
                    <a:pt x="3682" y="5921"/>
                  </a:lnTo>
                  <a:lnTo>
                    <a:pt x="3803" y="5954"/>
                  </a:lnTo>
                  <a:lnTo>
                    <a:pt x="3981" y="5976"/>
                  </a:lnTo>
                  <a:lnTo>
                    <a:pt x="4203" y="5999"/>
                  </a:lnTo>
                  <a:lnTo>
                    <a:pt x="4435" y="6010"/>
                  </a:lnTo>
                  <a:lnTo>
                    <a:pt x="4646" y="6010"/>
                  </a:lnTo>
                  <a:lnTo>
                    <a:pt x="4846" y="5999"/>
                  </a:lnTo>
                  <a:lnTo>
                    <a:pt x="5023" y="5976"/>
                  </a:lnTo>
                  <a:lnTo>
                    <a:pt x="5167" y="5943"/>
                  </a:lnTo>
                  <a:lnTo>
                    <a:pt x="5223" y="5932"/>
                  </a:lnTo>
                  <a:lnTo>
                    <a:pt x="5267" y="5910"/>
                  </a:lnTo>
                  <a:lnTo>
                    <a:pt x="5311" y="5877"/>
                  </a:lnTo>
                  <a:lnTo>
                    <a:pt x="5356" y="5832"/>
                  </a:lnTo>
                  <a:lnTo>
                    <a:pt x="5389" y="5777"/>
                  </a:lnTo>
                  <a:lnTo>
                    <a:pt x="5411" y="5732"/>
                  </a:lnTo>
                  <a:lnTo>
                    <a:pt x="5422" y="5666"/>
                  </a:lnTo>
                  <a:lnTo>
                    <a:pt x="5433" y="5611"/>
                  </a:lnTo>
                  <a:lnTo>
                    <a:pt x="5433" y="5544"/>
                  </a:lnTo>
                  <a:lnTo>
                    <a:pt x="5433" y="5466"/>
                  </a:lnTo>
                  <a:lnTo>
                    <a:pt x="5411" y="5378"/>
                  </a:lnTo>
                  <a:lnTo>
                    <a:pt x="5378" y="5278"/>
                  </a:lnTo>
                  <a:lnTo>
                    <a:pt x="5345" y="5189"/>
                  </a:lnTo>
                  <a:lnTo>
                    <a:pt x="5289" y="5101"/>
                  </a:lnTo>
                  <a:lnTo>
                    <a:pt x="5134" y="4136"/>
                  </a:lnTo>
                  <a:lnTo>
                    <a:pt x="4990" y="3282"/>
                  </a:lnTo>
                  <a:lnTo>
                    <a:pt x="4857" y="2539"/>
                  </a:lnTo>
                  <a:lnTo>
                    <a:pt x="4724" y="1908"/>
                  </a:lnTo>
                  <a:lnTo>
                    <a:pt x="4602" y="1375"/>
                  </a:lnTo>
                  <a:lnTo>
                    <a:pt x="4491" y="954"/>
                  </a:lnTo>
                  <a:lnTo>
                    <a:pt x="4435" y="788"/>
                  </a:lnTo>
                  <a:lnTo>
                    <a:pt x="4391" y="644"/>
                  </a:lnTo>
                  <a:lnTo>
                    <a:pt x="4336" y="533"/>
                  </a:lnTo>
                  <a:lnTo>
                    <a:pt x="4291" y="444"/>
                  </a:lnTo>
                  <a:lnTo>
                    <a:pt x="4258" y="400"/>
                  </a:lnTo>
                  <a:lnTo>
                    <a:pt x="4203" y="355"/>
                  </a:lnTo>
                  <a:lnTo>
                    <a:pt x="4147" y="311"/>
                  </a:lnTo>
                  <a:lnTo>
                    <a:pt x="4058" y="278"/>
                  </a:lnTo>
                  <a:lnTo>
                    <a:pt x="3859" y="189"/>
                  </a:lnTo>
                  <a:lnTo>
                    <a:pt x="3604" y="123"/>
                  </a:lnTo>
                  <a:lnTo>
                    <a:pt x="3338" y="56"/>
                  </a:lnTo>
                  <a:lnTo>
                    <a:pt x="3094" y="23"/>
                  </a:lnTo>
                  <a:lnTo>
                    <a:pt x="288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41;p20">
              <a:extLst>
                <a:ext uri="{FF2B5EF4-FFF2-40B4-BE49-F238E27FC236}">
                  <a16:creationId xmlns:a16="http://schemas.microsoft.com/office/drawing/2014/main" id="{A23C67ED-BA78-2EE7-2C2D-A78F38E8740B}"/>
                </a:ext>
              </a:extLst>
            </p:cNvPr>
            <p:cNvSpPr/>
            <p:nvPr/>
          </p:nvSpPr>
          <p:spPr>
            <a:xfrm>
              <a:off x="4381775" y="665500"/>
              <a:ext cx="93450" cy="186275"/>
            </a:xfrm>
            <a:custGeom>
              <a:avLst/>
              <a:gdLst/>
              <a:ahLst/>
              <a:cxnLst/>
              <a:rect l="l" t="t" r="r" b="b"/>
              <a:pathLst>
                <a:path w="3738" h="7451" extrusionOk="0">
                  <a:moveTo>
                    <a:pt x="1464" y="1"/>
                  </a:moveTo>
                  <a:lnTo>
                    <a:pt x="1254" y="12"/>
                  </a:lnTo>
                  <a:lnTo>
                    <a:pt x="1065" y="34"/>
                  </a:lnTo>
                  <a:lnTo>
                    <a:pt x="921" y="56"/>
                  </a:lnTo>
                  <a:lnTo>
                    <a:pt x="821" y="89"/>
                  </a:lnTo>
                  <a:lnTo>
                    <a:pt x="777" y="112"/>
                  </a:lnTo>
                  <a:lnTo>
                    <a:pt x="744" y="134"/>
                  </a:lnTo>
                  <a:lnTo>
                    <a:pt x="721" y="167"/>
                  </a:lnTo>
                  <a:lnTo>
                    <a:pt x="699" y="200"/>
                  </a:lnTo>
                  <a:lnTo>
                    <a:pt x="677" y="234"/>
                  </a:lnTo>
                  <a:lnTo>
                    <a:pt x="677" y="278"/>
                  </a:lnTo>
                  <a:lnTo>
                    <a:pt x="677" y="378"/>
                  </a:lnTo>
                  <a:lnTo>
                    <a:pt x="699" y="489"/>
                  </a:lnTo>
                  <a:lnTo>
                    <a:pt x="755" y="588"/>
                  </a:lnTo>
                  <a:lnTo>
                    <a:pt x="810" y="688"/>
                  </a:lnTo>
                  <a:lnTo>
                    <a:pt x="888" y="777"/>
                  </a:lnTo>
                  <a:lnTo>
                    <a:pt x="1032" y="1675"/>
                  </a:lnTo>
                  <a:lnTo>
                    <a:pt x="311" y="1786"/>
                  </a:lnTo>
                  <a:lnTo>
                    <a:pt x="245" y="1808"/>
                  </a:lnTo>
                  <a:lnTo>
                    <a:pt x="189" y="1841"/>
                  </a:lnTo>
                  <a:lnTo>
                    <a:pt x="134" y="1885"/>
                  </a:lnTo>
                  <a:lnTo>
                    <a:pt x="78" y="1941"/>
                  </a:lnTo>
                  <a:lnTo>
                    <a:pt x="45" y="2018"/>
                  </a:lnTo>
                  <a:lnTo>
                    <a:pt x="12" y="2085"/>
                  </a:lnTo>
                  <a:lnTo>
                    <a:pt x="1" y="2152"/>
                  </a:lnTo>
                  <a:lnTo>
                    <a:pt x="12" y="2229"/>
                  </a:lnTo>
                  <a:lnTo>
                    <a:pt x="23" y="2285"/>
                  </a:lnTo>
                  <a:lnTo>
                    <a:pt x="45" y="2340"/>
                  </a:lnTo>
                  <a:lnTo>
                    <a:pt x="112" y="2451"/>
                  </a:lnTo>
                  <a:lnTo>
                    <a:pt x="223" y="2584"/>
                  </a:lnTo>
                  <a:lnTo>
                    <a:pt x="367" y="2717"/>
                  </a:lnTo>
                  <a:lnTo>
                    <a:pt x="522" y="2839"/>
                  </a:lnTo>
                  <a:lnTo>
                    <a:pt x="666" y="2928"/>
                  </a:lnTo>
                  <a:lnTo>
                    <a:pt x="721" y="2961"/>
                  </a:lnTo>
                  <a:lnTo>
                    <a:pt x="788" y="2972"/>
                  </a:lnTo>
                  <a:lnTo>
                    <a:pt x="832" y="2983"/>
                  </a:lnTo>
                  <a:lnTo>
                    <a:pt x="888" y="2983"/>
                  </a:lnTo>
                  <a:lnTo>
                    <a:pt x="1220" y="2928"/>
                  </a:lnTo>
                  <a:lnTo>
                    <a:pt x="1764" y="6442"/>
                  </a:lnTo>
                  <a:lnTo>
                    <a:pt x="1775" y="6509"/>
                  </a:lnTo>
                  <a:lnTo>
                    <a:pt x="1764" y="6597"/>
                  </a:lnTo>
                  <a:lnTo>
                    <a:pt x="1730" y="6808"/>
                  </a:lnTo>
                  <a:lnTo>
                    <a:pt x="1708" y="6908"/>
                  </a:lnTo>
                  <a:lnTo>
                    <a:pt x="1697" y="6996"/>
                  </a:lnTo>
                  <a:lnTo>
                    <a:pt x="1697" y="7063"/>
                  </a:lnTo>
                  <a:lnTo>
                    <a:pt x="1708" y="7107"/>
                  </a:lnTo>
                  <a:lnTo>
                    <a:pt x="1730" y="7152"/>
                  </a:lnTo>
                  <a:lnTo>
                    <a:pt x="1775" y="7185"/>
                  </a:lnTo>
                  <a:lnTo>
                    <a:pt x="1830" y="7218"/>
                  </a:lnTo>
                  <a:lnTo>
                    <a:pt x="1919" y="7251"/>
                  </a:lnTo>
                  <a:lnTo>
                    <a:pt x="2008" y="7285"/>
                  </a:lnTo>
                  <a:lnTo>
                    <a:pt x="2129" y="7318"/>
                  </a:lnTo>
                  <a:lnTo>
                    <a:pt x="2407" y="7373"/>
                  </a:lnTo>
                  <a:lnTo>
                    <a:pt x="2673" y="7418"/>
                  </a:lnTo>
                  <a:lnTo>
                    <a:pt x="2894" y="7440"/>
                  </a:lnTo>
                  <a:lnTo>
                    <a:pt x="3072" y="7451"/>
                  </a:lnTo>
                  <a:lnTo>
                    <a:pt x="3205" y="7440"/>
                  </a:lnTo>
                  <a:lnTo>
                    <a:pt x="3294" y="7407"/>
                  </a:lnTo>
                  <a:lnTo>
                    <a:pt x="3371" y="7384"/>
                  </a:lnTo>
                  <a:lnTo>
                    <a:pt x="3438" y="7340"/>
                  </a:lnTo>
                  <a:lnTo>
                    <a:pt x="3482" y="7307"/>
                  </a:lnTo>
                  <a:lnTo>
                    <a:pt x="3526" y="7251"/>
                  </a:lnTo>
                  <a:lnTo>
                    <a:pt x="3549" y="7196"/>
                  </a:lnTo>
                  <a:lnTo>
                    <a:pt x="3560" y="7141"/>
                  </a:lnTo>
                  <a:lnTo>
                    <a:pt x="3549" y="7063"/>
                  </a:lnTo>
                  <a:lnTo>
                    <a:pt x="3538" y="6996"/>
                  </a:lnTo>
                  <a:lnTo>
                    <a:pt x="3515" y="6930"/>
                  </a:lnTo>
                  <a:lnTo>
                    <a:pt x="3438" y="6775"/>
                  </a:lnTo>
                  <a:lnTo>
                    <a:pt x="3349" y="6631"/>
                  </a:lnTo>
                  <a:lnTo>
                    <a:pt x="2750" y="2706"/>
                  </a:lnTo>
                  <a:lnTo>
                    <a:pt x="2972" y="2673"/>
                  </a:lnTo>
                  <a:lnTo>
                    <a:pt x="3149" y="2650"/>
                  </a:lnTo>
                  <a:lnTo>
                    <a:pt x="3283" y="2650"/>
                  </a:lnTo>
                  <a:lnTo>
                    <a:pt x="3382" y="2662"/>
                  </a:lnTo>
                  <a:lnTo>
                    <a:pt x="3449" y="2650"/>
                  </a:lnTo>
                  <a:lnTo>
                    <a:pt x="3515" y="2639"/>
                  </a:lnTo>
                  <a:lnTo>
                    <a:pt x="3571" y="2606"/>
                  </a:lnTo>
                  <a:lnTo>
                    <a:pt x="3626" y="2551"/>
                  </a:lnTo>
                  <a:lnTo>
                    <a:pt x="3671" y="2484"/>
                  </a:lnTo>
                  <a:lnTo>
                    <a:pt x="3704" y="2395"/>
                  </a:lnTo>
                  <a:lnTo>
                    <a:pt x="3726" y="2318"/>
                  </a:lnTo>
                  <a:lnTo>
                    <a:pt x="3737" y="2229"/>
                  </a:lnTo>
                  <a:lnTo>
                    <a:pt x="3737" y="2140"/>
                  </a:lnTo>
                  <a:lnTo>
                    <a:pt x="3726" y="2107"/>
                  </a:lnTo>
                  <a:lnTo>
                    <a:pt x="3704" y="2063"/>
                  </a:lnTo>
                  <a:lnTo>
                    <a:pt x="3626" y="1952"/>
                  </a:lnTo>
                  <a:lnTo>
                    <a:pt x="3504" y="1830"/>
                  </a:lnTo>
                  <a:lnTo>
                    <a:pt x="3338" y="1686"/>
                  </a:lnTo>
                  <a:lnTo>
                    <a:pt x="3172" y="1553"/>
                  </a:lnTo>
                  <a:lnTo>
                    <a:pt x="3039" y="1453"/>
                  </a:lnTo>
                  <a:lnTo>
                    <a:pt x="2939" y="1409"/>
                  </a:lnTo>
                  <a:lnTo>
                    <a:pt x="2894" y="1398"/>
                  </a:lnTo>
                  <a:lnTo>
                    <a:pt x="2872" y="1398"/>
                  </a:lnTo>
                  <a:lnTo>
                    <a:pt x="2551" y="1442"/>
                  </a:lnTo>
                  <a:lnTo>
                    <a:pt x="2473" y="910"/>
                  </a:lnTo>
                  <a:lnTo>
                    <a:pt x="2473" y="854"/>
                  </a:lnTo>
                  <a:lnTo>
                    <a:pt x="2495" y="788"/>
                  </a:lnTo>
                  <a:lnTo>
                    <a:pt x="2595" y="599"/>
                  </a:lnTo>
                  <a:lnTo>
                    <a:pt x="2651" y="500"/>
                  </a:lnTo>
                  <a:lnTo>
                    <a:pt x="2684" y="411"/>
                  </a:lnTo>
                  <a:lnTo>
                    <a:pt x="2706" y="333"/>
                  </a:lnTo>
                  <a:lnTo>
                    <a:pt x="2706" y="278"/>
                  </a:lnTo>
                  <a:lnTo>
                    <a:pt x="2695" y="245"/>
                  </a:lnTo>
                  <a:lnTo>
                    <a:pt x="2684" y="211"/>
                  </a:lnTo>
                  <a:lnTo>
                    <a:pt x="2651" y="178"/>
                  </a:lnTo>
                  <a:lnTo>
                    <a:pt x="2617" y="145"/>
                  </a:lnTo>
                  <a:lnTo>
                    <a:pt x="2506" y="100"/>
                  </a:lnTo>
                  <a:lnTo>
                    <a:pt x="2362" y="67"/>
                  </a:lnTo>
                  <a:lnTo>
                    <a:pt x="2174" y="34"/>
                  </a:lnTo>
                  <a:lnTo>
                    <a:pt x="1941" y="12"/>
                  </a:lnTo>
                  <a:lnTo>
                    <a:pt x="16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42;p20">
              <a:extLst>
                <a:ext uri="{FF2B5EF4-FFF2-40B4-BE49-F238E27FC236}">
                  <a16:creationId xmlns:a16="http://schemas.microsoft.com/office/drawing/2014/main" id="{3CBC4BB4-5E5C-FBD4-DFA1-88104934E21D}"/>
                </a:ext>
              </a:extLst>
            </p:cNvPr>
            <p:cNvSpPr/>
            <p:nvPr/>
          </p:nvSpPr>
          <p:spPr>
            <a:xfrm>
              <a:off x="4490425" y="675200"/>
              <a:ext cx="135850" cy="161075"/>
            </a:xfrm>
            <a:custGeom>
              <a:avLst/>
              <a:gdLst/>
              <a:ahLst/>
              <a:cxnLst/>
              <a:rect l="l" t="t" r="r" b="b"/>
              <a:pathLst>
                <a:path w="5434" h="6443" extrusionOk="0">
                  <a:moveTo>
                    <a:pt x="3338" y="1"/>
                  </a:moveTo>
                  <a:lnTo>
                    <a:pt x="3194" y="23"/>
                  </a:lnTo>
                  <a:lnTo>
                    <a:pt x="3116" y="34"/>
                  </a:lnTo>
                  <a:lnTo>
                    <a:pt x="3072" y="56"/>
                  </a:lnTo>
                  <a:lnTo>
                    <a:pt x="2994" y="112"/>
                  </a:lnTo>
                  <a:lnTo>
                    <a:pt x="2939" y="167"/>
                  </a:lnTo>
                  <a:lnTo>
                    <a:pt x="2883" y="234"/>
                  </a:lnTo>
                  <a:lnTo>
                    <a:pt x="2850" y="300"/>
                  </a:lnTo>
                  <a:lnTo>
                    <a:pt x="2828" y="378"/>
                  </a:lnTo>
                  <a:lnTo>
                    <a:pt x="2806" y="455"/>
                  </a:lnTo>
                  <a:lnTo>
                    <a:pt x="2806" y="544"/>
                  </a:lnTo>
                  <a:lnTo>
                    <a:pt x="2817" y="633"/>
                  </a:lnTo>
                  <a:lnTo>
                    <a:pt x="2839" y="721"/>
                  </a:lnTo>
                  <a:lnTo>
                    <a:pt x="2872" y="810"/>
                  </a:lnTo>
                  <a:lnTo>
                    <a:pt x="2928" y="877"/>
                  </a:lnTo>
                  <a:lnTo>
                    <a:pt x="2994" y="932"/>
                  </a:lnTo>
                  <a:lnTo>
                    <a:pt x="3282" y="2795"/>
                  </a:lnTo>
                  <a:lnTo>
                    <a:pt x="3294" y="2928"/>
                  </a:lnTo>
                  <a:lnTo>
                    <a:pt x="3294" y="3083"/>
                  </a:lnTo>
                  <a:lnTo>
                    <a:pt x="3271" y="3249"/>
                  </a:lnTo>
                  <a:lnTo>
                    <a:pt x="3238" y="3438"/>
                  </a:lnTo>
                  <a:lnTo>
                    <a:pt x="3183" y="3637"/>
                  </a:lnTo>
                  <a:lnTo>
                    <a:pt x="3127" y="3859"/>
                  </a:lnTo>
                  <a:lnTo>
                    <a:pt x="3039" y="4103"/>
                  </a:lnTo>
                  <a:lnTo>
                    <a:pt x="2950" y="4358"/>
                  </a:lnTo>
                  <a:lnTo>
                    <a:pt x="2761" y="4812"/>
                  </a:lnTo>
                  <a:lnTo>
                    <a:pt x="2673" y="5001"/>
                  </a:lnTo>
                  <a:lnTo>
                    <a:pt x="2606" y="5145"/>
                  </a:lnTo>
                  <a:lnTo>
                    <a:pt x="2540" y="5256"/>
                  </a:lnTo>
                  <a:lnTo>
                    <a:pt x="2473" y="5333"/>
                  </a:lnTo>
                  <a:lnTo>
                    <a:pt x="2429" y="5378"/>
                  </a:lnTo>
                  <a:lnTo>
                    <a:pt x="2407" y="5378"/>
                  </a:lnTo>
                  <a:lnTo>
                    <a:pt x="2384" y="5389"/>
                  </a:lnTo>
                  <a:lnTo>
                    <a:pt x="2373" y="5367"/>
                  </a:lnTo>
                  <a:lnTo>
                    <a:pt x="2362" y="5322"/>
                  </a:lnTo>
                  <a:lnTo>
                    <a:pt x="2318" y="5134"/>
                  </a:lnTo>
                  <a:lnTo>
                    <a:pt x="2174" y="4391"/>
                  </a:lnTo>
                  <a:lnTo>
                    <a:pt x="1985" y="3160"/>
                  </a:lnTo>
                  <a:lnTo>
                    <a:pt x="1719" y="1442"/>
                  </a:lnTo>
                  <a:lnTo>
                    <a:pt x="1719" y="1387"/>
                  </a:lnTo>
                  <a:lnTo>
                    <a:pt x="1730" y="1298"/>
                  </a:lnTo>
                  <a:lnTo>
                    <a:pt x="1764" y="1198"/>
                  </a:lnTo>
                  <a:lnTo>
                    <a:pt x="1819" y="1076"/>
                  </a:lnTo>
                  <a:lnTo>
                    <a:pt x="1863" y="943"/>
                  </a:lnTo>
                  <a:lnTo>
                    <a:pt x="1897" y="843"/>
                  </a:lnTo>
                  <a:lnTo>
                    <a:pt x="1908" y="766"/>
                  </a:lnTo>
                  <a:lnTo>
                    <a:pt x="1908" y="699"/>
                  </a:lnTo>
                  <a:lnTo>
                    <a:pt x="1886" y="633"/>
                  </a:lnTo>
                  <a:lnTo>
                    <a:pt x="1841" y="577"/>
                  </a:lnTo>
                  <a:lnTo>
                    <a:pt x="1808" y="555"/>
                  </a:lnTo>
                  <a:lnTo>
                    <a:pt x="1764" y="533"/>
                  </a:lnTo>
                  <a:lnTo>
                    <a:pt x="1631" y="500"/>
                  </a:lnTo>
                  <a:lnTo>
                    <a:pt x="1453" y="466"/>
                  </a:lnTo>
                  <a:lnTo>
                    <a:pt x="1243" y="444"/>
                  </a:lnTo>
                  <a:lnTo>
                    <a:pt x="1010" y="433"/>
                  </a:lnTo>
                  <a:lnTo>
                    <a:pt x="788" y="433"/>
                  </a:lnTo>
                  <a:lnTo>
                    <a:pt x="600" y="444"/>
                  </a:lnTo>
                  <a:lnTo>
                    <a:pt x="422" y="466"/>
                  </a:lnTo>
                  <a:lnTo>
                    <a:pt x="267" y="500"/>
                  </a:lnTo>
                  <a:lnTo>
                    <a:pt x="211" y="522"/>
                  </a:lnTo>
                  <a:lnTo>
                    <a:pt x="178" y="533"/>
                  </a:lnTo>
                  <a:lnTo>
                    <a:pt x="123" y="577"/>
                  </a:lnTo>
                  <a:lnTo>
                    <a:pt x="90" y="622"/>
                  </a:lnTo>
                  <a:lnTo>
                    <a:pt x="56" y="666"/>
                  </a:lnTo>
                  <a:lnTo>
                    <a:pt x="23" y="721"/>
                  </a:lnTo>
                  <a:lnTo>
                    <a:pt x="12" y="777"/>
                  </a:lnTo>
                  <a:lnTo>
                    <a:pt x="1" y="843"/>
                  </a:lnTo>
                  <a:lnTo>
                    <a:pt x="1" y="910"/>
                  </a:lnTo>
                  <a:lnTo>
                    <a:pt x="12" y="987"/>
                  </a:lnTo>
                  <a:lnTo>
                    <a:pt x="34" y="1087"/>
                  </a:lnTo>
                  <a:lnTo>
                    <a:pt x="56" y="1176"/>
                  </a:lnTo>
                  <a:lnTo>
                    <a:pt x="101" y="1265"/>
                  </a:lnTo>
                  <a:lnTo>
                    <a:pt x="145" y="1353"/>
                  </a:lnTo>
                  <a:lnTo>
                    <a:pt x="300" y="2318"/>
                  </a:lnTo>
                  <a:lnTo>
                    <a:pt x="444" y="3172"/>
                  </a:lnTo>
                  <a:lnTo>
                    <a:pt x="588" y="3914"/>
                  </a:lnTo>
                  <a:lnTo>
                    <a:pt x="710" y="4546"/>
                  </a:lnTo>
                  <a:lnTo>
                    <a:pt x="832" y="5078"/>
                  </a:lnTo>
                  <a:lnTo>
                    <a:pt x="943" y="5500"/>
                  </a:lnTo>
                  <a:lnTo>
                    <a:pt x="999" y="5666"/>
                  </a:lnTo>
                  <a:lnTo>
                    <a:pt x="1054" y="5810"/>
                  </a:lnTo>
                  <a:lnTo>
                    <a:pt x="1098" y="5921"/>
                  </a:lnTo>
                  <a:lnTo>
                    <a:pt x="1154" y="6010"/>
                  </a:lnTo>
                  <a:lnTo>
                    <a:pt x="1187" y="6054"/>
                  </a:lnTo>
                  <a:lnTo>
                    <a:pt x="1231" y="6098"/>
                  </a:lnTo>
                  <a:lnTo>
                    <a:pt x="1298" y="6143"/>
                  </a:lnTo>
                  <a:lnTo>
                    <a:pt x="1376" y="6176"/>
                  </a:lnTo>
                  <a:lnTo>
                    <a:pt x="1575" y="6265"/>
                  </a:lnTo>
                  <a:lnTo>
                    <a:pt x="1830" y="6331"/>
                  </a:lnTo>
                  <a:lnTo>
                    <a:pt x="2107" y="6398"/>
                  </a:lnTo>
                  <a:lnTo>
                    <a:pt x="2351" y="6431"/>
                  </a:lnTo>
                  <a:lnTo>
                    <a:pt x="2562" y="6442"/>
                  </a:lnTo>
                  <a:lnTo>
                    <a:pt x="2651" y="6442"/>
                  </a:lnTo>
                  <a:lnTo>
                    <a:pt x="2739" y="6431"/>
                  </a:lnTo>
                  <a:lnTo>
                    <a:pt x="2828" y="6409"/>
                  </a:lnTo>
                  <a:lnTo>
                    <a:pt x="2906" y="6376"/>
                  </a:lnTo>
                  <a:lnTo>
                    <a:pt x="2983" y="6320"/>
                  </a:lnTo>
                  <a:lnTo>
                    <a:pt x="3050" y="6265"/>
                  </a:lnTo>
                  <a:lnTo>
                    <a:pt x="3127" y="6187"/>
                  </a:lnTo>
                  <a:lnTo>
                    <a:pt x="3194" y="6098"/>
                  </a:lnTo>
                  <a:lnTo>
                    <a:pt x="3260" y="5988"/>
                  </a:lnTo>
                  <a:lnTo>
                    <a:pt x="3327" y="5866"/>
                  </a:lnTo>
                  <a:lnTo>
                    <a:pt x="3427" y="5644"/>
                  </a:lnTo>
                  <a:lnTo>
                    <a:pt x="3504" y="5422"/>
                  </a:lnTo>
                  <a:lnTo>
                    <a:pt x="3560" y="5178"/>
                  </a:lnTo>
                  <a:lnTo>
                    <a:pt x="3604" y="4923"/>
                  </a:lnTo>
                  <a:lnTo>
                    <a:pt x="3648" y="5056"/>
                  </a:lnTo>
                  <a:lnTo>
                    <a:pt x="3682" y="5178"/>
                  </a:lnTo>
                  <a:lnTo>
                    <a:pt x="3682" y="5234"/>
                  </a:lnTo>
                  <a:lnTo>
                    <a:pt x="3671" y="5322"/>
                  </a:lnTo>
                  <a:lnTo>
                    <a:pt x="3637" y="5544"/>
                  </a:lnTo>
                  <a:lnTo>
                    <a:pt x="3615" y="5655"/>
                  </a:lnTo>
                  <a:lnTo>
                    <a:pt x="3615" y="5755"/>
                  </a:lnTo>
                  <a:lnTo>
                    <a:pt x="3626" y="5832"/>
                  </a:lnTo>
                  <a:lnTo>
                    <a:pt x="3659" y="5899"/>
                  </a:lnTo>
                  <a:lnTo>
                    <a:pt x="3693" y="5932"/>
                  </a:lnTo>
                  <a:lnTo>
                    <a:pt x="3737" y="5965"/>
                  </a:lnTo>
                  <a:lnTo>
                    <a:pt x="3804" y="5999"/>
                  </a:lnTo>
                  <a:lnTo>
                    <a:pt x="3881" y="6032"/>
                  </a:lnTo>
                  <a:lnTo>
                    <a:pt x="4103" y="6076"/>
                  </a:lnTo>
                  <a:lnTo>
                    <a:pt x="4402" y="6110"/>
                  </a:lnTo>
                  <a:lnTo>
                    <a:pt x="4679" y="6132"/>
                  </a:lnTo>
                  <a:lnTo>
                    <a:pt x="4901" y="6143"/>
                  </a:lnTo>
                  <a:lnTo>
                    <a:pt x="5056" y="6132"/>
                  </a:lnTo>
                  <a:lnTo>
                    <a:pt x="5123" y="6121"/>
                  </a:lnTo>
                  <a:lnTo>
                    <a:pt x="5167" y="6110"/>
                  </a:lnTo>
                  <a:lnTo>
                    <a:pt x="5289" y="6043"/>
                  </a:lnTo>
                  <a:lnTo>
                    <a:pt x="5345" y="5999"/>
                  </a:lnTo>
                  <a:lnTo>
                    <a:pt x="5378" y="5965"/>
                  </a:lnTo>
                  <a:lnTo>
                    <a:pt x="5411" y="5921"/>
                  </a:lnTo>
                  <a:lnTo>
                    <a:pt x="5422" y="5888"/>
                  </a:lnTo>
                  <a:lnTo>
                    <a:pt x="5433" y="5843"/>
                  </a:lnTo>
                  <a:lnTo>
                    <a:pt x="5433" y="5799"/>
                  </a:lnTo>
                  <a:lnTo>
                    <a:pt x="5400" y="5710"/>
                  </a:lnTo>
                  <a:lnTo>
                    <a:pt x="5334" y="5588"/>
                  </a:lnTo>
                  <a:lnTo>
                    <a:pt x="5267" y="5467"/>
                  </a:lnTo>
                  <a:lnTo>
                    <a:pt x="5234" y="5389"/>
                  </a:lnTo>
                  <a:lnTo>
                    <a:pt x="4524" y="766"/>
                  </a:lnTo>
                  <a:lnTo>
                    <a:pt x="4524" y="744"/>
                  </a:lnTo>
                  <a:lnTo>
                    <a:pt x="4546" y="699"/>
                  </a:lnTo>
                  <a:lnTo>
                    <a:pt x="4613" y="577"/>
                  </a:lnTo>
                  <a:lnTo>
                    <a:pt x="4646" y="500"/>
                  </a:lnTo>
                  <a:lnTo>
                    <a:pt x="4679" y="433"/>
                  </a:lnTo>
                  <a:lnTo>
                    <a:pt x="4691" y="367"/>
                  </a:lnTo>
                  <a:lnTo>
                    <a:pt x="4691" y="322"/>
                  </a:lnTo>
                  <a:lnTo>
                    <a:pt x="4679" y="267"/>
                  </a:lnTo>
                  <a:lnTo>
                    <a:pt x="4657" y="222"/>
                  </a:lnTo>
                  <a:lnTo>
                    <a:pt x="4624" y="178"/>
                  </a:lnTo>
                  <a:lnTo>
                    <a:pt x="4591" y="134"/>
                  </a:lnTo>
                  <a:lnTo>
                    <a:pt x="4569" y="112"/>
                  </a:lnTo>
                  <a:lnTo>
                    <a:pt x="4524" y="101"/>
                  </a:lnTo>
                  <a:lnTo>
                    <a:pt x="4413" y="67"/>
                  </a:lnTo>
                  <a:lnTo>
                    <a:pt x="4236" y="45"/>
                  </a:lnTo>
                  <a:lnTo>
                    <a:pt x="3992" y="23"/>
                  </a:lnTo>
                  <a:lnTo>
                    <a:pt x="3737" y="12"/>
                  </a:lnTo>
                  <a:lnTo>
                    <a:pt x="352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43;p20">
              <a:extLst>
                <a:ext uri="{FF2B5EF4-FFF2-40B4-BE49-F238E27FC236}">
                  <a16:creationId xmlns:a16="http://schemas.microsoft.com/office/drawing/2014/main" id="{768127D7-11DA-DE3B-16DF-8072064536B7}"/>
                </a:ext>
              </a:extLst>
            </p:cNvPr>
            <p:cNvSpPr/>
            <p:nvPr/>
          </p:nvSpPr>
          <p:spPr>
            <a:xfrm>
              <a:off x="4630125" y="655525"/>
              <a:ext cx="94825" cy="161350"/>
            </a:xfrm>
            <a:custGeom>
              <a:avLst/>
              <a:gdLst/>
              <a:ahLst/>
              <a:cxnLst/>
              <a:rect l="l" t="t" r="r" b="b"/>
              <a:pathLst>
                <a:path w="3793" h="6454" extrusionOk="0">
                  <a:moveTo>
                    <a:pt x="2617" y="1"/>
                  </a:moveTo>
                  <a:lnTo>
                    <a:pt x="2550" y="12"/>
                  </a:lnTo>
                  <a:lnTo>
                    <a:pt x="2495" y="23"/>
                  </a:lnTo>
                  <a:lnTo>
                    <a:pt x="2462" y="45"/>
                  </a:lnTo>
                  <a:lnTo>
                    <a:pt x="2417" y="78"/>
                  </a:lnTo>
                  <a:lnTo>
                    <a:pt x="2373" y="134"/>
                  </a:lnTo>
                  <a:lnTo>
                    <a:pt x="2329" y="211"/>
                  </a:lnTo>
                  <a:lnTo>
                    <a:pt x="2229" y="400"/>
                  </a:lnTo>
                  <a:lnTo>
                    <a:pt x="2129" y="655"/>
                  </a:lnTo>
                  <a:lnTo>
                    <a:pt x="1785" y="1586"/>
                  </a:lnTo>
                  <a:lnTo>
                    <a:pt x="1719" y="1109"/>
                  </a:lnTo>
                  <a:lnTo>
                    <a:pt x="1774" y="754"/>
                  </a:lnTo>
                  <a:lnTo>
                    <a:pt x="1785" y="610"/>
                  </a:lnTo>
                  <a:lnTo>
                    <a:pt x="1763" y="555"/>
                  </a:lnTo>
                  <a:lnTo>
                    <a:pt x="1741" y="511"/>
                  </a:lnTo>
                  <a:lnTo>
                    <a:pt x="1719" y="488"/>
                  </a:lnTo>
                  <a:lnTo>
                    <a:pt x="1686" y="455"/>
                  </a:lnTo>
                  <a:lnTo>
                    <a:pt x="1575" y="411"/>
                  </a:lnTo>
                  <a:lnTo>
                    <a:pt x="1442" y="366"/>
                  </a:lnTo>
                  <a:lnTo>
                    <a:pt x="1253" y="344"/>
                  </a:lnTo>
                  <a:lnTo>
                    <a:pt x="1065" y="322"/>
                  </a:lnTo>
                  <a:lnTo>
                    <a:pt x="865" y="311"/>
                  </a:lnTo>
                  <a:lnTo>
                    <a:pt x="688" y="322"/>
                  </a:lnTo>
                  <a:lnTo>
                    <a:pt x="511" y="333"/>
                  </a:lnTo>
                  <a:lnTo>
                    <a:pt x="355" y="366"/>
                  </a:lnTo>
                  <a:lnTo>
                    <a:pt x="222" y="411"/>
                  </a:lnTo>
                  <a:lnTo>
                    <a:pt x="167" y="444"/>
                  </a:lnTo>
                  <a:lnTo>
                    <a:pt x="111" y="488"/>
                  </a:lnTo>
                  <a:lnTo>
                    <a:pt x="67" y="533"/>
                  </a:lnTo>
                  <a:lnTo>
                    <a:pt x="34" y="577"/>
                  </a:lnTo>
                  <a:lnTo>
                    <a:pt x="12" y="644"/>
                  </a:lnTo>
                  <a:lnTo>
                    <a:pt x="1" y="699"/>
                  </a:lnTo>
                  <a:lnTo>
                    <a:pt x="1" y="766"/>
                  </a:lnTo>
                  <a:lnTo>
                    <a:pt x="12" y="843"/>
                  </a:lnTo>
                  <a:lnTo>
                    <a:pt x="200" y="1398"/>
                  </a:lnTo>
                  <a:lnTo>
                    <a:pt x="810" y="5333"/>
                  </a:lnTo>
                  <a:lnTo>
                    <a:pt x="821" y="5411"/>
                  </a:lnTo>
                  <a:lnTo>
                    <a:pt x="810" y="5489"/>
                  </a:lnTo>
                  <a:lnTo>
                    <a:pt x="799" y="5577"/>
                  </a:lnTo>
                  <a:lnTo>
                    <a:pt x="788" y="5677"/>
                  </a:lnTo>
                  <a:lnTo>
                    <a:pt x="754" y="5854"/>
                  </a:lnTo>
                  <a:lnTo>
                    <a:pt x="743" y="5932"/>
                  </a:lnTo>
                  <a:lnTo>
                    <a:pt x="743" y="5976"/>
                  </a:lnTo>
                  <a:lnTo>
                    <a:pt x="766" y="6054"/>
                  </a:lnTo>
                  <a:lnTo>
                    <a:pt x="810" y="6120"/>
                  </a:lnTo>
                  <a:lnTo>
                    <a:pt x="865" y="6187"/>
                  </a:lnTo>
                  <a:lnTo>
                    <a:pt x="932" y="6242"/>
                  </a:lnTo>
                  <a:lnTo>
                    <a:pt x="1020" y="6287"/>
                  </a:lnTo>
                  <a:lnTo>
                    <a:pt x="1131" y="6331"/>
                  </a:lnTo>
                  <a:lnTo>
                    <a:pt x="1264" y="6364"/>
                  </a:lnTo>
                  <a:lnTo>
                    <a:pt x="1397" y="6398"/>
                  </a:lnTo>
                  <a:lnTo>
                    <a:pt x="1641" y="6431"/>
                  </a:lnTo>
                  <a:lnTo>
                    <a:pt x="1863" y="6453"/>
                  </a:lnTo>
                  <a:lnTo>
                    <a:pt x="2063" y="6453"/>
                  </a:lnTo>
                  <a:lnTo>
                    <a:pt x="2262" y="6442"/>
                  </a:lnTo>
                  <a:lnTo>
                    <a:pt x="2351" y="6420"/>
                  </a:lnTo>
                  <a:lnTo>
                    <a:pt x="2429" y="6398"/>
                  </a:lnTo>
                  <a:lnTo>
                    <a:pt x="2495" y="6375"/>
                  </a:lnTo>
                  <a:lnTo>
                    <a:pt x="2550" y="6342"/>
                  </a:lnTo>
                  <a:lnTo>
                    <a:pt x="2617" y="6287"/>
                  </a:lnTo>
                  <a:lnTo>
                    <a:pt x="2661" y="6220"/>
                  </a:lnTo>
                  <a:lnTo>
                    <a:pt x="2684" y="6143"/>
                  </a:lnTo>
                  <a:lnTo>
                    <a:pt x="2684" y="6054"/>
                  </a:lnTo>
                  <a:lnTo>
                    <a:pt x="2672" y="5987"/>
                  </a:lnTo>
                  <a:lnTo>
                    <a:pt x="2650" y="5921"/>
                  </a:lnTo>
                  <a:lnTo>
                    <a:pt x="2573" y="5744"/>
                  </a:lnTo>
                  <a:lnTo>
                    <a:pt x="2451" y="5500"/>
                  </a:lnTo>
                  <a:lnTo>
                    <a:pt x="2384" y="5067"/>
                  </a:lnTo>
                  <a:lnTo>
                    <a:pt x="2196" y="3870"/>
                  </a:lnTo>
                  <a:lnTo>
                    <a:pt x="3493" y="1043"/>
                  </a:lnTo>
                  <a:lnTo>
                    <a:pt x="3593" y="954"/>
                  </a:lnTo>
                  <a:lnTo>
                    <a:pt x="3703" y="876"/>
                  </a:lnTo>
                  <a:lnTo>
                    <a:pt x="3759" y="810"/>
                  </a:lnTo>
                  <a:lnTo>
                    <a:pt x="3792" y="743"/>
                  </a:lnTo>
                  <a:lnTo>
                    <a:pt x="3792" y="677"/>
                  </a:lnTo>
                  <a:lnTo>
                    <a:pt x="3770" y="599"/>
                  </a:lnTo>
                  <a:lnTo>
                    <a:pt x="3748" y="555"/>
                  </a:lnTo>
                  <a:lnTo>
                    <a:pt x="3703" y="499"/>
                  </a:lnTo>
                  <a:lnTo>
                    <a:pt x="3659" y="444"/>
                  </a:lnTo>
                  <a:lnTo>
                    <a:pt x="3593" y="400"/>
                  </a:lnTo>
                  <a:lnTo>
                    <a:pt x="3426" y="289"/>
                  </a:lnTo>
                  <a:lnTo>
                    <a:pt x="3205" y="178"/>
                  </a:lnTo>
                  <a:lnTo>
                    <a:pt x="2972" y="78"/>
                  </a:lnTo>
                  <a:lnTo>
                    <a:pt x="2772" y="23"/>
                  </a:lnTo>
                  <a:lnTo>
                    <a:pt x="2695" y="12"/>
                  </a:lnTo>
                  <a:lnTo>
                    <a:pt x="261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44;p20">
              <a:extLst>
                <a:ext uri="{FF2B5EF4-FFF2-40B4-BE49-F238E27FC236}">
                  <a16:creationId xmlns:a16="http://schemas.microsoft.com/office/drawing/2014/main" id="{99EA173C-F092-E32A-A44A-47D7EF74C8E3}"/>
                </a:ext>
              </a:extLst>
            </p:cNvPr>
            <p:cNvSpPr/>
            <p:nvPr/>
          </p:nvSpPr>
          <p:spPr>
            <a:xfrm>
              <a:off x="4739600" y="646925"/>
              <a:ext cx="106750" cy="151100"/>
            </a:xfrm>
            <a:custGeom>
              <a:avLst/>
              <a:gdLst/>
              <a:ahLst/>
              <a:cxnLst/>
              <a:rect l="l" t="t" r="r" b="b"/>
              <a:pathLst>
                <a:path w="4270" h="6044" extrusionOk="0">
                  <a:moveTo>
                    <a:pt x="2019" y="1043"/>
                  </a:moveTo>
                  <a:lnTo>
                    <a:pt x="2030" y="1065"/>
                  </a:lnTo>
                  <a:lnTo>
                    <a:pt x="2063" y="1143"/>
                  </a:lnTo>
                  <a:lnTo>
                    <a:pt x="2085" y="1254"/>
                  </a:lnTo>
                  <a:lnTo>
                    <a:pt x="2118" y="1420"/>
                  </a:lnTo>
                  <a:lnTo>
                    <a:pt x="2163" y="1808"/>
                  </a:lnTo>
                  <a:lnTo>
                    <a:pt x="2174" y="1974"/>
                  </a:lnTo>
                  <a:lnTo>
                    <a:pt x="2185" y="2107"/>
                  </a:lnTo>
                  <a:lnTo>
                    <a:pt x="2174" y="2229"/>
                  </a:lnTo>
                  <a:lnTo>
                    <a:pt x="2163" y="2318"/>
                  </a:lnTo>
                  <a:lnTo>
                    <a:pt x="2140" y="2385"/>
                  </a:lnTo>
                  <a:lnTo>
                    <a:pt x="2107" y="2440"/>
                  </a:lnTo>
                  <a:lnTo>
                    <a:pt x="2052" y="2495"/>
                  </a:lnTo>
                  <a:lnTo>
                    <a:pt x="1974" y="2551"/>
                  </a:lnTo>
                  <a:lnTo>
                    <a:pt x="1897" y="2595"/>
                  </a:lnTo>
                  <a:lnTo>
                    <a:pt x="1819" y="2640"/>
                  </a:lnTo>
                  <a:lnTo>
                    <a:pt x="1730" y="2673"/>
                  </a:lnTo>
                  <a:lnTo>
                    <a:pt x="1642" y="2706"/>
                  </a:lnTo>
                  <a:lnTo>
                    <a:pt x="1431" y="2761"/>
                  </a:lnTo>
                  <a:lnTo>
                    <a:pt x="1420" y="2640"/>
                  </a:lnTo>
                  <a:lnTo>
                    <a:pt x="1431" y="2507"/>
                  </a:lnTo>
                  <a:lnTo>
                    <a:pt x="1442" y="2362"/>
                  </a:lnTo>
                  <a:lnTo>
                    <a:pt x="1464" y="2229"/>
                  </a:lnTo>
                  <a:lnTo>
                    <a:pt x="1486" y="2085"/>
                  </a:lnTo>
                  <a:lnTo>
                    <a:pt x="1520" y="1941"/>
                  </a:lnTo>
                  <a:lnTo>
                    <a:pt x="1619" y="1642"/>
                  </a:lnTo>
                  <a:lnTo>
                    <a:pt x="1719" y="1387"/>
                  </a:lnTo>
                  <a:lnTo>
                    <a:pt x="1775" y="1276"/>
                  </a:lnTo>
                  <a:lnTo>
                    <a:pt x="1819" y="1198"/>
                  </a:lnTo>
                  <a:lnTo>
                    <a:pt x="1874" y="1132"/>
                  </a:lnTo>
                  <a:lnTo>
                    <a:pt x="1919" y="1076"/>
                  </a:lnTo>
                  <a:lnTo>
                    <a:pt x="1963" y="1043"/>
                  </a:lnTo>
                  <a:close/>
                  <a:moveTo>
                    <a:pt x="1631" y="1"/>
                  </a:moveTo>
                  <a:lnTo>
                    <a:pt x="1464" y="23"/>
                  </a:lnTo>
                  <a:lnTo>
                    <a:pt x="1353" y="45"/>
                  </a:lnTo>
                  <a:lnTo>
                    <a:pt x="1254" y="79"/>
                  </a:lnTo>
                  <a:lnTo>
                    <a:pt x="1165" y="112"/>
                  </a:lnTo>
                  <a:lnTo>
                    <a:pt x="1065" y="156"/>
                  </a:lnTo>
                  <a:lnTo>
                    <a:pt x="976" y="212"/>
                  </a:lnTo>
                  <a:lnTo>
                    <a:pt x="899" y="278"/>
                  </a:lnTo>
                  <a:lnTo>
                    <a:pt x="810" y="345"/>
                  </a:lnTo>
                  <a:lnTo>
                    <a:pt x="732" y="422"/>
                  </a:lnTo>
                  <a:lnTo>
                    <a:pt x="655" y="500"/>
                  </a:lnTo>
                  <a:lnTo>
                    <a:pt x="588" y="589"/>
                  </a:lnTo>
                  <a:lnTo>
                    <a:pt x="522" y="688"/>
                  </a:lnTo>
                  <a:lnTo>
                    <a:pt x="455" y="799"/>
                  </a:lnTo>
                  <a:lnTo>
                    <a:pt x="333" y="1032"/>
                  </a:lnTo>
                  <a:lnTo>
                    <a:pt x="234" y="1298"/>
                  </a:lnTo>
                  <a:lnTo>
                    <a:pt x="156" y="1564"/>
                  </a:lnTo>
                  <a:lnTo>
                    <a:pt x="89" y="1830"/>
                  </a:lnTo>
                  <a:lnTo>
                    <a:pt x="45" y="2107"/>
                  </a:lnTo>
                  <a:lnTo>
                    <a:pt x="12" y="2385"/>
                  </a:lnTo>
                  <a:lnTo>
                    <a:pt x="1" y="2673"/>
                  </a:lnTo>
                  <a:lnTo>
                    <a:pt x="12" y="2972"/>
                  </a:lnTo>
                  <a:lnTo>
                    <a:pt x="34" y="3271"/>
                  </a:lnTo>
                  <a:lnTo>
                    <a:pt x="67" y="3582"/>
                  </a:lnTo>
                  <a:lnTo>
                    <a:pt x="123" y="3903"/>
                  </a:lnTo>
                  <a:lnTo>
                    <a:pt x="200" y="4203"/>
                  </a:lnTo>
                  <a:lnTo>
                    <a:pt x="289" y="4480"/>
                  </a:lnTo>
                  <a:lnTo>
                    <a:pt x="389" y="4746"/>
                  </a:lnTo>
                  <a:lnTo>
                    <a:pt x="511" y="4979"/>
                  </a:lnTo>
                  <a:lnTo>
                    <a:pt x="644" y="5189"/>
                  </a:lnTo>
                  <a:lnTo>
                    <a:pt x="799" y="5389"/>
                  </a:lnTo>
                  <a:lnTo>
                    <a:pt x="965" y="5566"/>
                  </a:lnTo>
                  <a:lnTo>
                    <a:pt x="1032" y="5622"/>
                  </a:lnTo>
                  <a:lnTo>
                    <a:pt x="1121" y="5677"/>
                  </a:lnTo>
                  <a:lnTo>
                    <a:pt x="1220" y="5733"/>
                  </a:lnTo>
                  <a:lnTo>
                    <a:pt x="1331" y="5777"/>
                  </a:lnTo>
                  <a:lnTo>
                    <a:pt x="1453" y="5833"/>
                  </a:lnTo>
                  <a:lnTo>
                    <a:pt x="1597" y="5866"/>
                  </a:lnTo>
                  <a:lnTo>
                    <a:pt x="1919" y="5943"/>
                  </a:lnTo>
                  <a:lnTo>
                    <a:pt x="2229" y="5999"/>
                  </a:lnTo>
                  <a:lnTo>
                    <a:pt x="2517" y="6032"/>
                  </a:lnTo>
                  <a:lnTo>
                    <a:pt x="2761" y="6043"/>
                  </a:lnTo>
                  <a:lnTo>
                    <a:pt x="2872" y="6043"/>
                  </a:lnTo>
                  <a:lnTo>
                    <a:pt x="2972" y="6032"/>
                  </a:lnTo>
                  <a:lnTo>
                    <a:pt x="3072" y="5999"/>
                  </a:lnTo>
                  <a:lnTo>
                    <a:pt x="3138" y="5966"/>
                  </a:lnTo>
                  <a:lnTo>
                    <a:pt x="3260" y="5877"/>
                  </a:lnTo>
                  <a:lnTo>
                    <a:pt x="3371" y="5766"/>
                  </a:lnTo>
                  <a:lnTo>
                    <a:pt x="3471" y="5633"/>
                  </a:lnTo>
                  <a:lnTo>
                    <a:pt x="3582" y="5489"/>
                  </a:lnTo>
                  <a:lnTo>
                    <a:pt x="3693" y="5323"/>
                  </a:lnTo>
                  <a:lnTo>
                    <a:pt x="3792" y="5145"/>
                  </a:lnTo>
                  <a:lnTo>
                    <a:pt x="3892" y="4957"/>
                  </a:lnTo>
                  <a:lnTo>
                    <a:pt x="3992" y="4746"/>
                  </a:lnTo>
                  <a:lnTo>
                    <a:pt x="4147" y="4391"/>
                  </a:lnTo>
                  <a:lnTo>
                    <a:pt x="4203" y="4236"/>
                  </a:lnTo>
                  <a:lnTo>
                    <a:pt x="4236" y="4114"/>
                  </a:lnTo>
                  <a:lnTo>
                    <a:pt x="4258" y="4003"/>
                  </a:lnTo>
                  <a:lnTo>
                    <a:pt x="4269" y="3915"/>
                  </a:lnTo>
                  <a:lnTo>
                    <a:pt x="4269" y="3848"/>
                  </a:lnTo>
                  <a:lnTo>
                    <a:pt x="4247" y="3804"/>
                  </a:lnTo>
                  <a:lnTo>
                    <a:pt x="4214" y="3770"/>
                  </a:lnTo>
                  <a:lnTo>
                    <a:pt x="4169" y="3748"/>
                  </a:lnTo>
                  <a:lnTo>
                    <a:pt x="4047" y="3682"/>
                  </a:lnTo>
                  <a:lnTo>
                    <a:pt x="3870" y="3626"/>
                  </a:lnTo>
                  <a:lnTo>
                    <a:pt x="3648" y="3571"/>
                  </a:lnTo>
                  <a:lnTo>
                    <a:pt x="3427" y="3526"/>
                  </a:lnTo>
                  <a:lnTo>
                    <a:pt x="3238" y="3504"/>
                  </a:lnTo>
                  <a:lnTo>
                    <a:pt x="3094" y="3493"/>
                  </a:lnTo>
                  <a:lnTo>
                    <a:pt x="2994" y="3504"/>
                  </a:lnTo>
                  <a:lnTo>
                    <a:pt x="2939" y="3837"/>
                  </a:lnTo>
                  <a:lnTo>
                    <a:pt x="2905" y="4158"/>
                  </a:lnTo>
                  <a:lnTo>
                    <a:pt x="2883" y="4269"/>
                  </a:lnTo>
                  <a:lnTo>
                    <a:pt x="2828" y="4391"/>
                  </a:lnTo>
                  <a:lnTo>
                    <a:pt x="2761" y="4535"/>
                  </a:lnTo>
                  <a:lnTo>
                    <a:pt x="2673" y="4691"/>
                  </a:lnTo>
                  <a:lnTo>
                    <a:pt x="2562" y="4857"/>
                  </a:lnTo>
                  <a:lnTo>
                    <a:pt x="2506" y="4923"/>
                  </a:lnTo>
                  <a:lnTo>
                    <a:pt x="2451" y="4979"/>
                  </a:lnTo>
                  <a:lnTo>
                    <a:pt x="2395" y="5023"/>
                  </a:lnTo>
                  <a:lnTo>
                    <a:pt x="2351" y="5056"/>
                  </a:lnTo>
                  <a:lnTo>
                    <a:pt x="2296" y="5079"/>
                  </a:lnTo>
                  <a:lnTo>
                    <a:pt x="2240" y="5090"/>
                  </a:lnTo>
                  <a:lnTo>
                    <a:pt x="2207" y="5090"/>
                  </a:lnTo>
                  <a:lnTo>
                    <a:pt x="2163" y="5068"/>
                  </a:lnTo>
                  <a:lnTo>
                    <a:pt x="2118" y="5023"/>
                  </a:lnTo>
                  <a:lnTo>
                    <a:pt x="2074" y="4968"/>
                  </a:lnTo>
                  <a:lnTo>
                    <a:pt x="2030" y="4901"/>
                  </a:lnTo>
                  <a:lnTo>
                    <a:pt x="1974" y="4813"/>
                  </a:lnTo>
                  <a:lnTo>
                    <a:pt x="1874" y="4591"/>
                  </a:lnTo>
                  <a:lnTo>
                    <a:pt x="1775" y="4336"/>
                  </a:lnTo>
                  <a:lnTo>
                    <a:pt x="1686" y="4081"/>
                  </a:lnTo>
                  <a:lnTo>
                    <a:pt x="1631" y="3826"/>
                  </a:lnTo>
                  <a:lnTo>
                    <a:pt x="1597" y="3582"/>
                  </a:lnTo>
                  <a:lnTo>
                    <a:pt x="1852" y="3526"/>
                  </a:lnTo>
                  <a:lnTo>
                    <a:pt x="2118" y="3460"/>
                  </a:lnTo>
                  <a:lnTo>
                    <a:pt x="2373" y="3393"/>
                  </a:lnTo>
                  <a:lnTo>
                    <a:pt x="2628" y="3305"/>
                  </a:lnTo>
                  <a:lnTo>
                    <a:pt x="2883" y="3216"/>
                  </a:lnTo>
                  <a:lnTo>
                    <a:pt x="3138" y="3116"/>
                  </a:lnTo>
                  <a:lnTo>
                    <a:pt x="3382" y="3016"/>
                  </a:lnTo>
                  <a:lnTo>
                    <a:pt x="3626" y="2895"/>
                  </a:lnTo>
                  <a:lnTo>
                    <a:pt x="3659" y="2817"/>
                  </a:lnTo>
                  <a:lnTo>
                    <a:pt x="3693" y="2728"/>
                  </a:lnTo>
                  <a:lnTo>
                    <a:pt x="3715" y="2617"/>
                  </a:lnTo>
                  <a:lnTo>
                    <a:pt x="3737" y="2507"/>
                  </a:lnTo>
                  <a:lnTo>
                    <a:pt x="3737" y="2385"/>
                  </a:lnTo>
                  <a:lnTo>
                    <a:pt x="3737" y="2240"/>
                  </a:lnTo>
                  <a:lnTo>
                    <a:pt x="3726" y="2085"/>
                  </a:lnTo>
                  <a:lnTo>
                    <a:pt x="3704" y="1930"/>
                  </a:lnTo>
                  <a:lnTo>
                    <a:pt x="3659" y="1697"/>
                  </a:lnTo>
                  <a:lnTo>
                    <a:pt x="3604" y="1464"/>
                  </a:lnTo>
                  <a:lnTo>
                    <a:pt x="3537" y="1243"/>
                  </a:lnTo>
                  <a:lnTo>
                    <a:pt x="3460" y="1010"/>
                  </a:lnTo>
                  <a:lnTo>
                    <a:pt x="3382" y="810"/>
                  </a:lnTo>
                  <a:lnTo>
                    <a:pt x="3316" y="666"/>
                  </a:lnTo>
                  <a:lnTo>
                    <a:pt x="3260" y="555"/>
                  </a:lnTo>
                  <a:lnTo>
                    <a:pt x="3205" y="500"/>
                  </a:lnTo>
                  <a:lnTo>
                    <a:pt x="3105" y="422"/>
                  </a:lnTo>
                  <a:lnTo>
                    <a:pt x="2994" y="356"/>
                  </a:lnTo>
                  <a:lnTo>
                    <a:pt x="2883" y="289"/>
                  </a:lnTo>
                  <a:lnTo>
                    <a:pt x="2761" y="234"/>
                  </a:lnTo>
                  <a:lnTo>
                    <a:pt x="2639" y="189"/>
                  </a:lnTo>
                  <a:lnTo>
                    <a:pt x="2506" y="145"/>
                  </a:lnTo>
                  <a:lnTo>
                    <a:pt x="2373" y="101"/>
                  </a:lnTo>
                  <a:lnTo>
                    <a:pt x="2229" y="67"/>
                  </a:lnTo>
                  <a:lnTo>
                    <a:pt x="2007" y="23"/>
                  </a:lnTo>
                  <a:lnTo>
                    <a:pt x="180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45;p20">
              <a:extLst>
                <a:ext uri="{FF2B5EF4-FFF2-40B4-BE49-F238E27FC236}">
                  <a16:creationId xmlns:a16="http://schemas.microsoft.com/office/drawing/2014/main" id="{04EA0B1A-23D0-67C8-D649-8EDDACEE61C6}"/>
                </a:ext>
              </a:extLst>
            </p:cNvPr>
            <p:cNvSpPr/>
            <p:nvPr/>
          </p:nvSpPr>
          <p:spPr>
            <a:xfrm>
              <a:off x="3873725" y="832075"/>
              <a:ext cx="828200" cy="209575"/>
            </a:xfrm>
            <a:custGeom>
              <a:avLst/>
              <a:gdLst/>
              <a:ahLst/>
              <a:cxnLst/>
              <a:rect l="l" t="t" r="r" b="b"/>
              <a:pathLst>
                <a:path w="33128" h="8383" extrusionOk="0">
                  <a:moveTo>
                    <a:pt x="33106" y="1"/>
                  </a:moveTo>
                  <a:lnTo>
                    <a:pt x="32574" y="34"/>
                  </a:lnTo>
                  <a:lnTo>
                    <a:pt x="32041" y="67"/>
                  </a:lnTo>
                  <a:lnTo>
                    <a:pt x="31498" y="101"/>
                  </a:lnTo>
                  <a:lnTo>
                    <a:pt x="30966" y="156"/>
                  </a:lnTo>
                  <a:lnTo>
                    <a:pt x="29902" y="278"/>
                  </a:lnTo>
                  <a:lnTo>
                    <a:pt x="29370" y="345"/>
                  </a:lnTo>
                  <a:lnTo>
                    <a:pt x="28837" y="411"/>
                  </a:lnTo>
                  <a:lnTo>
                    <a:pt x="27784" y="566"/>
                  </a:lnTo>
                  <a:lnTo>
                    <a:pt x="26720" y="744"/>
                  </a:lnTo>
                  <a:lnTo>
                    <a:pt x="25667" y="921"/>
                  </a:lnTo>
                  <a:lnTo>
                    <a:pt x="24613" y="1121"/>
                  </a:lnTo>
                  <a:lnTo>
                    <a:pt x="23560" y="1331"/>
                  </a:lnTo>
                  <a:lnTo>
                    <a:pt x="23039" y="1442"/>
                  </a:lnTo>
                  <a:lnTo>
                    <a:pt x="22518" y="1553"/>
                  </a:lnTo>
                  <a:lnTo>
                    <a:pt x="21476" y="1797"/>
                  </a:lnTo>
                  <a:lnTo>
                    <a:pt x="20445" y="2052"/>
                  </a:lnTo>
                  <a:lnTo>
                    <a:pt x="18372" y="2595"/>
                  </a:lnTo>
                  <a:lnTo>
                    <a:pt x="17341" y="2872"/>
                  </a:lnTo>
                  <a:lnTo>
                    <a:pt x="16298" y="3138"/>
                  </a:lnTo>
                  <a:lnTo>
                    <a:pt x="14236" y="3693"/>
                  </a:lnTo>
                  <a:lnTo>
                    <a:pt x="12174" y="4269"/>
                  </a:lnTo>
                  <a:lnTo>
                    <a:pt x="11143" y="4557"/>
                  </a:lnTo>
                  <a:lnTo>
                    <a:pt x="10123" y="4857"/>
                  </a:lnTo>
                  <a:lnTo>
                    <a:pt x="9092" y="5156"/>
                  </a:lnTo>
                  <a:lnTo>
                    <a:pt x="8072" y="5467"/>
                  </a:lnTo>
                  <a:lnTo>
                    <a:pt x="7052" y="5788"/>
                  </a:lnTo>
                  <a:lnTo>
                    <a:pt x="6542" y="5943"/>
                  </a:lnTo>
                  <a:lnTo>
                    <a:pt x="6032" y="6110"/>
                  </a:lnTo>
                  <a:lnTo>
                    <a:pt x="5012" y="6442"/>
                  </a:lnTo>
                  <a:lnTo>
                    <a:pt x="4502" y="6609"/>
                  </a:lnTo>
                  <a:lnTo>
                    <a:pt x="4003" y="6786"/>
                  </a:lnTo>
                  <a:lnTo>
                    <a:pt x="2983" y="7130"/>
                  </a:lnTo>
                  <a:lnTo>
                    <a:pt x="1985" y="7507"/>
                  </a:lnTo>
                  <a:lnTo>
                    <a:pt x="1487" y="7684"/>
                  </a:lnTo>
                  <a:lnTo>
                    <a:pt x="1354" y="7739"/>
                  </a:lnTo>
                  <a:lnTo>
                    <a:pt x="1232" y="7784"/>
                  </a:lnTo>
                  <a:lnTo>
                    <a:pt x="988" y="7883"/>
                  </a:lnTo>
                  <a:lnTo>
                    <a:pt x="1" y="8294"/>
                  </a:lnTo>
                  <a:lnTo>
                    <a:pt x="34" y="8382"/>
                  </a:lnTo>
                  <a:lnTo>
                    <a:pt x="1043" y="8028"/>
                  </a:lnTo>
                  <a:lnTo>
                    <a:pt x="1287" y="7950"/>
                  </a:lnTo>
                  <a:lnTo>
                    <a:pt x="1420" y="7906"/>
                  </a:lnTo>
                  <a:lnTo>
                    <a:pt x="1542" y="7861"/>
                  </a:lnTo>
                  <a:lnTo>
                    <a:pt x="2052" y="7706"/>
                  </a:lnTo>
                  <a:lnTo>
                    <a:pt x="3072" y="7385"/>
                  </a:lnTo>
                  <a:lnTo>
                    <a:pt x="4092" y="7085"/>
                  </a:lnTo>
                  <a:lnTo>
                    <a:pt x="4602" y="6930"/>
                  </a:lnTo>
                  <a:lnTo>
                    <a:pt x="5112" y="6786"/>
                  </a:lnTo>
                  <a:lnTo>
                    <a:pt x="6143" y="6498"/>
                  </a:lnTo>
                  <a:lnTo>
                    <a:pt x="6664" y="6365"/>
                  </a:lnTo>
                  <a:lnTo>
                    <a:pt x="7174" y="6220"/>
                  </a:lnTo>
                  <a:lnTo>
                    <a:pt x="8205" y="5954"/>
                  </a:lnTo>
                  <a:lnTo>
                    <a:pt x="9236" y="5677"/>
                  </a:lnTo>
                  <a:lnTo>
                    <a:pt x="10278" y="5422"/>
                  </a:lnTo>
                  <a:lnTo>
                    <a:pt x="11309" y="5167"/>
                  </a:lnTo>
                  <a:lnTo>
                    <a:pt x="12340" y="4912"/>
                  </a:lnTo>
                  <a:lnTo>
                    <a:pt x="14414" y="4413"/>
                  </a:lnTo>
                  <a:lnTo>
                    <a:pt x="16498" y="3926"/>
                  </a:lnTo>
                  <a:lnTo>
                    <a:pt x="17529" y="3693"/>
                  </a:lnTo>
                  <a:lnTo>
                    <a:pt x="18571" y="3460"/>
                  </a:lnTo>
                  <a:lnTo>
                    <a:pt x="20667" y="3028"/>
                  </a:lnTo>
                  <a:lnTo>
                    <a:pt x="21188" y="2917"/>
                  </a:lnTo>
                  <a:lnTo>
                    <a:pt x="21709" y="2806"/>
                  </a:lnTo>
                  <a:lnTo>
                    <a:pt x="22751" y="2584"/>
                  </a:lnTo>
                  <a:lnTo>
                    <a:pt x="23782" y="2340"/>
                  </a:lnTo>
                  <a:lnTo>
                    <a:pt x="24824" y="2107"/>
                  </a:lnTo>
                  <a:lnTo>
                    <a:pt x="25866" y="1852"/>
                  </a:lnTo>
                  <a:lnTo>
                    <a:pt x="26897" y="1608"/>
                  </a:lnTo>
                  <a:lnTo>
                    <a:pt x="27939" y="1353"/>
                  </a:lnTo>
                  <a:lnTo>
                    <a:pt x="28970" y="1110"/>
                  </a:lnTo>
                  <a:lnTo>
                    <a:pt x="30013" y="855"/>
                  </a:lnTo>
                  <a:lnTo>
                    <a:pt x="31044" y="611"/>
                  </a:lnTo>
                  <a:lnTo>
                    <a:pt x="31565" y="478"/>
                  </a:lnTo>
                  <a:lnTo>
                    <a:pt x="32086" y="356"/>
                  </a:lnTo>
                  <a:lnTo>
                    <a:pt x="32607" y="234"/>
                  </a:lnTo>
                  <a:lnTo>
                    <a:pt x="33128" y="101"/>
                  </a:lnTo>
                  <a:lnTo>
                    <a:pt x="3310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46;p20">
              <a:extLst>
                <a:ext uri="{FF2B5EF4-FFF2-40B4-BE49-F238E27FC236}">
                  <a16:creationId xmlns:a16="http://schemas.microsoft.com/office/drawing/2014/main" id="{D9DB9230-4466-5010-2E77-8EB46235F07D}"/>
                </a:ext>
              </a:extLst>
            </p:cNvPr>
            <p:cNvSpPr/>
            <p:nvPr/>
          </p:nvSpPr>
          <p:spPr>
            <a:xfrm>
              <a:off x="3256200" y="1647225"/>
              <a:ext cx="1958225" cy="11125"/>
            </a:xfrm>
            <a:custGeom>
              <a:avLst/>
              <a:gdLst/>
              <a:ahLst/>
              <a:cxnLst/>
              <a:rect l="l" t="t" r="r" b="b"/>
              <a:pathLst>
                <a:path w="78329" h="445" extrusionOk="0">
                  <a:moveTo>
                    <a:pt x="1" y="1"/>
                  </a:moveTo>
                  <a:lnTo>
                    <a:pt x="1" y="444"/>
                  </a:lnTo>
                  <a:lnTo>
                    <a:pt x="78328" y="444"/>
                  </a:lnTo>
                  <a:lnTo>
                    <a:pt x="783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47;p20">
              <a:extLst>
                <a:ext uri="{FF2B5EF4-FFF2-40B4-BE49-F238E27FC236}">
                  <a16:creationId xmlns:a16="http://schemas.microsoft.com/office/drawing/2014/main" id="{093EFA3C-BB3D-720A-E2BF-A519108A8C55}"/>
                </a:ext>
              </a:extLst>
            </p:cNvPr>
            <p:cNvSpPr/>
            <p:nvPr/>
          </p:nvSpPr>
          <p:spPr>
            <a:xfrm>
              <a:off x="3256200" y="1647225"/>
              <a:ext cx="341500" cy="11125"/>
            </a:xfrm>
            <a:custGeom>
              <a:avLst/>
              <a:gdLst/>
              <a:ahLst/>
              <a:cxnLst/>
              <a:rect l="l" t="t" r="r" b="b"/>
              <a:pathLst>
                <a:path w="13660" h="445" extrusionOk="0">
                  <a:moveTo>
                    <a:pt x="1" y="1"/>
                  </a:moveTo>
                  <a:lnTo>
                    <a:pt x="1" y="444"/>
                  </a:lnTo>
                  <a:lnTo>
                    <a:pt x="13660" y="444"/>
                  </a:lnTo>
                  <a:lnTo>
                    <a:pt x="136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8;p20">
              <a:extLst>
                <a:ext uri="{FF2B5EF4-FFF2-40B4-BE49-F238E27FC236}">
                  <a16:creationId xmlns:a16="http://schemas.microsoft.com/office/drawing/2014/main" id="{BC74183A-33F4-253A-792A-CB51915BDAE6}"/>
                </a:ext>
              </a:extLst>
            </p:cNvPr>
            <p:cNvSpPr/>
            <p:nvPr/>
          </p:nvSpPr>
          <p:spPr>
            <a:xfrm>
              <a:off x="3631500" y="1708200"/>
              <a:ext cx="51850" cy="72925"/>
            </a:xfrm>
            <a:custGeom>
              <a:avLst/>
              <a:gdLst/>
              <a:ahLst/>
              <a:cxnLst/>
              <a:rect l="l" t="t" r="r" b="b"/>
              <a:pathLst>
                <a:path w="2074" h="2917" extrusionOk="0">
                  <a:moveTo>
                    <a:pt x="0" y="1"/>
                  </a:moveTo>
                  <a:lnTo>
                    <a:pt x="0" y="2917"/>
                  </a:lnTo>
                  <a:lnTo>
                    <a:pt x="2073" y="14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49;p20">
              <a:extLst>
                <a:ext uri="{FF2B5EF4-FFF2-40B4-BE49-F238E27FC236}">
                  <a16:creationId xmlns:a16="http://schemas.microsoft.com/office/drawing/2014/main" id="{7F03A2FC-5B19-BCE4-157E-639CC71D8891}"/>
                </a:ext>
              </a:extLst>
            </p:cNvPr>
            <p:cNvSpPr/>
            <p:nvPr/>
          </p:nvSpPr>
          <p:spPr>
            <a:xfrm>
              <a:off x="3692200" y="1708200"/>
              <a:ext cx="12200" cy="72925"/>
            </a:xfrm>
            <a:custGeom>
              <a:avLst/>
              <a:gdLst/>
              <a:ahLst/>
              <a:cxnLst/>
              <a:rect l="l" t="t" r="r" b="b"/>
              <a:pathLst>
                <a:path w="488" h="2917" extrusionOk="0">
                  <a:moveTo>
                    <a:pt x="0" y="1"/>
                  </a:moveTo>
                  <a:lnTo>
                    <a:pt x="0" y="2917"/>
                  </a:lnTo>
                  <a:lnTo>
                    <a:pt x="488" y="2917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50;p20">
              <a:extLst>
                <a:ext uri="{FF2B5EF4-FFF2-40B4-BE49-F238E27FC236}">
                  <a16:creationId xmlns:a16="http://schemas.microsoft.com/office/drawing/2014/main" id="{B0FF7E77-7107-36C9-CC65-E40C09E8A242}"/>
                </a:ext>
              </a:extLst>
            </p:cNvPr>
            <p:cNvSpPr/>
            <p:nvPr/>
          </p:nvSpPr>
          <p:spPr>
            <a:xfrm>
              <a:off x="3484325" y="1708200"/>
              <a:ext cx="51850" cy="72925"/>
            </a:xfrm>
            <a:custGeom>
              <a:avLst/>
              <a:gdLst/>
              <a:ahLst/>
              <a:cxnLst/>
              <a:rect l="l" t="t" r="r" b="b"/>
              <a:pathLst>
                <a:path w="2074" h="2917" extrusionOk="0">
                  <a:moveTo>
                    <a:pt x="0" y="1"/>
                  </a:moveTo>
                  <a:lnTo>
                    <a:pt x="0" y="2917"/>
                  </a:lnTo>
                  <a:lnTo>
                    <a:pt x="2073" y="14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51;p20">
              <a:extLst>
                <a:ext uri="{FF2B5EF4-FFF2-40B4-BE49-F238E27FC236}">
                  <a16:creationId xmlns:a16="http://schemas.microsoft.com/office/drawing/2014/main" id="{F72D10C9-4AB9-EC3F-F6EC-CB28DA31EE64}"/>
                </a:ext>
              </a:extLst>
            </p:cNvPr>
            <p:cNvSpPr/>
            <p:nvPr/>
          </p:nvSpPr>
          <p:spPr>
            <a:xfrm>
              <a:off x="3337150" y="1708200"/>
              <a:ext cx="51850" cy="72925"/>
            </a:xfrm>
            <a:custGeom>
              <a:avLst/>
              <a:gdLst/>
              <a:ahLst/>
              <a:cxnLst/>
              <a:rect l="l" t="t" r="r" b="b"/>
              <a:pathLst>
                <a:path w="2074" h="2917" extrusionOk="0">
                  <a:moveTo>
                    <a:pt x="2073" y="1"/>
                  </a:moveTo>
                  <a:lnTo>
                    <a:pt x="0" y="1453"/>
                  </a:lnTo>
                  <a:lnTo>
                    <a:pt x="2073" y="2917"/>
                  </a:lnTo>
                  <a:lnTo>
                    <a:pt x="20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52;p20">
              <a:extLst>
                <a:ext uri="{FF2B5EF4-FFF2-40B4-BE49-F238E27FC236}">
                  <a16:creationId xmlns:a16="http://schemas.microsoft.com/office/drawing/2014/main" id="{22EEE9CB-8EBC-FA51-BC57-B003E7927A0D}"/>
                </a:ext>
              </a:extLst>
            </p:cNvPr>
            <p:cNvSpPr/>
            <p:nvPr/>
          </p:nvSpPr>
          <p:spPr>
            <a:xfrm>
              <a:off x="3316075" y="1708200"/>
              <a:ext cx="12225" cy="72925"/>
            </a:xfrm>
            <a:custGeom>
              <a:avLst/>
              <a:gdLst/>
              <a:ahLst/>
              <a:cxnLst/>
              <a:rect l="l" t="t" r="r" b="b"/>
              <a:pathLst>
                <a:path w="489" h="2917" extrusionOk="0">
                  <a:moveTo>
                    <a:pt x="1" y="1"/>
                  </a:moveTo>
                  <a:lnTo>
                    <a:pt x="1" y="2917"/>
                  </a:lnTo>
                  <a:lnTo>
                    <a:pt x="488" y="2917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53;p20">
              <a:extLst>
                <a:ext uri="{FF2B5EF4-FFF2-40B4-BE49-F238E27FC236}">
                  <a16:creationId xmlns:a16="http://schemas.microsoft.com/office/drawing/2014/main" id="{D6BDFDAB-5C84-9BA4-A4D0-445C174E73A1}"/>
                </a:ext>
              </a:extLst>
            </p:cNvPr>
            <p:cNvSpPr/>
            <p:nvPr/>
          </p:nvSpPr>
          <p:spPr>
            <a:xfrm>
              <a:off x="4764000" y="1695450"/>
              <a:ext cx="94825" cy="92875"/>
            </a:xfrm>
            <a:custGeom>
              <a:avLst/>
              <a:gdLst/>
              <a:ahLst/>
              <a:cxnLst/>
              <a:rect l="l" t="t" r="r" b="b"/>
              <a:pathLst>
                <a:path w="3793" h="3715" extrusionOk="0">
                  <a:moveTo>
                    <a:pt x="1896" y="1265"/>
                  </a:moveTo>
                  <a:lnTo>
                    <a:pt x="2018" y="1276"/>
                  </a:lnTo>
                  <a:lnTo>
                    <a:pt x="2129" y="1309"/>
                  </a:lnTo>
                  <a:lnTo>
                    <a:pt x="2229" y="1365"/>
                  </a:lnTo>
                  <a:lnTo>
                    <a:pt x="2329" y="1431"/>
                  </a:lnTo>
                  <a:lnTo>
                    <a:pt x="2395" y="1520"/>
                  </a:lnTo>
                  <a:lnTo>
                    <a:pt x="2451" y="1620"/>
                  </a:lnTo>
                  <a:lnTo>
                    <a:pt x="2484" y="1730"/>
                  </a:lnTo>
                  <a:lnTo>
                    <a:pt x="2506" y="1852"/>
                  </a:lnTo>
                  <a:lnTo>
                    <a:pt x="2484" y="1974"/>
                  </a:lnTo>
                  <a:lnTo>
                    <a:pt x="2451" y="2085"/>
                  </a:lnTo>
                  <a:lnTo>
                    <a:pt x="2395" y="2185"/>
                  </a:lnTo>
                  <a:lnTo>
                    <a:pt x="2329" y="2274"/>
                  </a:lnTo>
                  <a:lnTo>
                    <a:pt x="2229" y="2351"/>
                  </a:lnTo>
                  <a:lnTo>
                    <a:pt x="2129" y="2407"/>
                  </a:lnTo>
                  <a:lnTo>
                    <a:pt x="2018" y="2440"/>
                  </a:lnTo>
                  <a:lnTo>
                    <a:pt x="1896" y="2451"/>
                  </a:lnTo>
                  <a:lnTo>
                    <a:pt x="1774" y="2440"/>
                  </a:lnTo>
                  <a:lnTo>
                    <a:pt x="1652" y="2407"/>
                  </a:lnTo>
                  <a:lnTo>
                    <a:pt x="1553" y="2351"/>
                  </a:lnTo>
                  <a:lnTo>
                    <a:pt x="1464" y="2274"/>
                  </a:lnTo>
                  <a:lnTo>
                    <a:pt x="1386" y="2185"/>
                  </a:lnTo>
                  <a:lnTo>
                    <a:pt x="1331" y="2085"/>
                  </a:lnTo>
                  <a:lnTo>
                    <a:pt x="1298" y="1974"/>
                  </a:lnTo>
                  <a:lnTo>
                    <a:pt x="1286" y="1852"/>
                  </a:lnTo>
                  <a:lnTo>
                    <a:pt x="1298" y="1730"/>
                  </a:lnTo>
                  <a:lnTo>
                    <a:pt x="1331" y="1620"/>
                  </a:lnTo>
                  <a:lnTo>
                    <a:pt x="1386" y="1520"/>
                  </a:lnTo>
                  <a:lnTo>
                    <a:pt x="1464" y="1431"/>
                  </a:lnTo>
                  <a:lnTo>
                    <a:pt x="1553" y="1365"/>
                  </a:lnTo>
                  <a:lnTo>
                    <a:pt x="1652" y="1309"/>
                  </a:lnTo>
                  <a:lnTo>
                    <a:pt x="1774" y="1276"/>
                  </a:lnTo>
                  <a:lnTo>
                    <a:pt x="1896" y="1265"/>
                  </a:lnTo>
                  <a:close/>
                  <a:moveTo>
                    <a:pt x="1674" y="1"/>
                  </a:moveTo>
                  <a:lnTo>
                    <a:pt x="1663" y="23"/>
                  </a:lnTo>
                  <a:lnTo>
                    <a:pt x="1630" y="79"/>
                  </a:lnTo>
                  <a:lnTo>
                    <a:pt x="1553" y="256"/>
                  </a:lnTo>
                  <a:lnTo>
                    <a:pt x="1464" y="511"/>
                  </a:lnTo>
                  <a:lnTo>
                    <a:pt x="1231" y="600"/>
                  </a:lnTo>
                  <a:lnTo>
                    <a:pt x="965" y="500"/>
                  </a:lnTo>
                  <a:lnTo>
                    <a:pt x="788" y="422"/>
                  </a:lnTo>
                  <a:lnTo>
                    <a:pt x="721" y="411"/>
                  </a:lnTo>
                  <a:lnTo>
                    <a:pt x="699" y="400"/>
                  </a:lnTo>
                  <a:lnTo>
                    <a:pt x="400" y="688"/>
                  </a:lnTo>
                  <a:lnTo>
                    <a:pt x="400" y="722"/>
                  </a:lnTo>
                  <a:lnTo>
                    <a:pt x="422" y="777"/>
                  </a:lnTo>
                  <a:lnTo>
                    <a:pt x="499" y="954"/>
                  </a:lnTo>
                  <a:lnTo>
                    <a:pt x="610" y="1209"/>
                  </a:lnTo>
                  <a:lnTo>
                    <a:pt x="521" y="1431"/>
                  </a:lnTo>
                  <a:lnTo>
                    <a:pt x="255" y="1531"/>
                  </a:lnTo>
                  <a:lnTo>
                    <a:pt x="78" y="1609"/>
                  </a:lnTo>
                  <a:lnTo>
                    <a:pt x="23" y="1642"/>
                  </a:lnTo>
                  <a:lnTo>
                    <a:pt x="0" y="1664"/>
                  </a:lnTo>
                  <a:lnTo>
                    <a:pt x="0" y="2063"/>
                  </a:lnTo>
                  <a:lnTo>
                    <a:pt x="23" y="2085"/>
                  </a:lnTo>
                  <a:lnTo>
                    <a:pt x="78" y="2107"/>
                  </a:lnTo>
                  <a:lnTo>
                    <a:pt x="255" y="2185"/>
                  </a:lnTo>
                  <a:lnTo>
                    <a:pt x="521" y="2285"/>
                  </a:lnTo>
                  <a:lnTo>
                    <a:pt x="610" y="2507"/>
                  </a:lnTo>
                  <a:lnTo>
                    <a:pt x="510" y="2762"/>
                  </a:lnTo>
                  <a:lnTo>
                    <a:pt x="433" y="2939"/>
                  </a:lnTo>
                  <a:lnTo>
                    <a:pt x="411" y="3005"/>
                  </a:lnTo>
                  <a:lnTo>
                    <a:pt x="411" y="3028"/>
                  </a:lnTo>
                  <a:lnTo>
                    <a:pt x="710" y="3316"/>
                  </a:lnTo>
                  <a:lnTo>
                    <a:pt x="732" y="3316"/>
                  </a:lnTo>
                  <a:lnTo>
                    <a:pt x="799" y="3294"/>
                  </a:lnTo>
                  <a:lnTo>
                    <a:pt x="976" y="3216"/>
                  </a:lnTo>
                  <a:lnTo>
                    <a:pt x="1231" y="3105"/>
                  </a:lnTo>
                  <a:lnTo>
                    <a:pt x="1464" y="3205"/>
                  </a:lnTo>
                  <a:lnTo>
                    <a:pt x="1564" y="3460"/>
                  </a:lnTo>
                  <a:lnTo>
                    <a:pt x="1641" y="3626"/>
                  </a:lnTo>
                  <a:lnTo>
                    <a:pt x="1674" y="3693"/>
                  </a:lnTo>
                  <a:lnTo>
                    <a:pt x="1697" y="3715"/>
                  </a:lnTo>
                  <a:lnTo>
                    <a:pt x="2107" y="3715"/>
                  </a:lnTo>
                  <a:lnTo>
                    <a:pt x="2129" y="3693"/>
                  </a:lnTo>
                  <a:lnTo>
                    <a:pt x="2162" y="3626"/>
                  </a:lnTo>
                  <a:lnTo>
                    <a:pt x="2229" y="3460"/>
                  </a:lnTo>
                  <a:lnTo>
                    <a:pt x="2329" y="3205"/>
                  </a:lnTo>
                  <a:lnTo>
                    <a:pt x="2561" y="3105"/>
                  </a:lnTo>
                  <a:lnTo>
                    <a:pt x="2816" y="3216"/>
                  </a:lnTo>
                  <a:lnTo>
                    <a:pt x="3005" y="3283"/>
                  </a:lnTo>
                  <a:lnTo>
                    <a:pt x="3060" y="3305"/>
                  </a:lnTo>
                  <a:lnTo>
                    <a:pt x="3094" y="3305"/>
                  </a:lnTo>
                  <a:lnTo>
                    <a:pt x="3393" y="3017"/>
                  </a:lnTo>
                  <a:lnTo>
                    <a:pt x="3382" y="2994"/>
                  </a:lnTo>
                  <a:lnTo>
                    <a:pt x="3360" y="2928"/>
                  </a:lnTo>
                  <a:lnTo>
                    <a:pt x="3293" y="2750"/>
                  </a:lnTo>
                  <a:lnTo>
                    <a:pt x="3171" y="2507"/>
                  </a:lnTo>
                  <a:lnTo>
                    <a:pt x="3271" y="2274"/>
                  </a:lnTo>
                  <a:lnTo>
                    <a:pt x="3526" y="2174"/>
                  </a:lnTo>
                  <a:lnTo>
                    <a:pt x="3703" y="2096"/>
                  </a:lnTo>
                  <a:lnTo>
                    <a:pt x="3770" y="2063"/>
                  </a:lnTo>
                  <a:lnTo>
                    <a:pt x="3792" y="2052"/>
                  </a:lnTo>
                  <a:lnTo>
                    <a:pt x="3792" y="1642"/>
                  </a:lnTo>
                  <a:lnTo>
                    <a:pt x="3770" y="1620"/>
                  </a:lnTo>
                  <a:lnTo>
                    <a:pt x="3703" y="1597"/>
                  </a:lnTo>
                  <a:lnTo>
                    <a:pt x="3526" y="1520"/>
                  </a:lnTo>
                  <a:lnTo>
                    <a:pt x="3271" y="1431"/>
                  </a:lnTo>
                  <a:lnTo>
                    <a:pt x="3171" y="1198"/>
                  </a:lnTo>
                  <a:lnTo>
                    <a:pt x="3282" y="943"/>
                  </a:lnTo>
                  <a:lnTo>
                    <a:pt x="3349" y="766"/>
                  </a:lnTo>
                  <a:lnTo>
                    <a:pt x="3371" y="711"/>
                  </a:lnTo>
                  <a:lnTo>
                    <a:pt x="3371" y="677"/>
                  </a:lnTo>
                  <a:lnTo>
                    <a:pt x="3082" y="389"/>
                  </a:lnTo>
                  <a:lnTo>
                    <a:pt x="3049" y="400"/>
                  </a:lnTo>
                  <a:lnTo>
                    <a:pt x="2994" y="411"/>
                  </a:lnTo>
                  <a:lnTo>
                    <a:pt x="2816" y="489"/>
                  </a:lnTo>
                  <a:lnTo>
                    <a:pt x="2561" y="600"/>
                  </a:lnTo>
                  <a:lnTo>
                    <a:pt x="2329" y="511"/>
                  </a:lnTo>
                  <a:lnTo>
                    <a:pt x="2218" y="256"/>
                  </a:lnTo>
                  <a:lnTo>
                    <a:pt x="2140" y="79"/>
                  </a:lnTo>
                  <a:lnTo>
                    <a:pt x="2107" y="23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54;p20">
              <a:extLst>
                <a:ext uri="{FF2B5EF4-FFF2-40B4-BE49-F238E27FC236}">
                  <a16:creationId xmlns:a16="http://schemas.microsoft.com/office/drawing/2014/main" id="{ECAFE8D2-0AC6-FCB6-9A2B-D869B5519DE4}"/>
                </a:ext>
              </a:extLst>
            </p:cNvPr>
            <p:cNvSpPr/>
            <p:nvPr/>
          </p:nvSpPr>
          <p:spPr>
            <a:xfrm>
              <a:off x="4925875" y="1705725"/>
              <a:ext cx="108100" cy="70975"/>
            </a:xfrm>
            <a:custGeom>
              <a:avLst/>
              <a:gdLst/>
              <a:ahLst/>
              <a:cxnLst/>
              <a:rect l="l" t="t" r="r" b="b"/>
              <a:pathLst>
                <a:path w="4324" h="2839" extrusionOk="0">
                  <a:moveTo>
                    <a:pt x="4002" y="311"/>
                  </a:moveTo>
                  <a:lnTo>
                    <a:pt x="4002" y="2528"/>
                  </a:lnTo>
                  <a:lnTo>
                    <a:pt x="322" y="2528"/>
                  </a:lnTo>
                  <a:lnTo>
                    <a:pt x="322" y="311"/>
                  </a:lnTo>
                  <a:close/>
                  <a:moveTo>
                    <a:pt x="0" y="0"/>
                  </a:moveTo>
                  <a:lnTo>
                    <a:pt x="0" y="2838"/>
                  </a:lnTo>
                  <a:lnTo>
                    <a:pt x="4324" y="2838"/>
                  </a:lnTo>
                  <a:lnTo>
                    <a:pt x="43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55;p20">
              <a:extLst>
                <a:ext uri="{FF2B5EF4-FFF2-40B4-BE49-F238E27FC236}">
                  <a16:creationId xmlns:a16="http://schemas.microsoft.com/office/drawing/2014/main" id="{8B24980E-F07F-679B-427A-AEF724E50992}"/>
                </a:ext>
              </a:extLst>
            </p:cNvPr>
            <p:cNvSpPr/>
            <p:nvPr/>
          </p:nvSpPr>
          <p:spPr>
            <a:xfrm>
              <a:off x="5150100" y="1697950"/>
              <a:ext cx="35500" cy="35500"/>
            </a:xfrm>
            <a:custGeom>
              <a:avLst/>
              <a:gdLst/>
              <a:ahLst/>
              <a:cxnLst/>
              <a:rect l="l" t="t" r="r" b="b"/>
              <a:pathLst>
                <a:path w="1420" h="1420" extrusionOk="0">
                  <a:moveTo>
                    <a:pt x="0" y="1"/>
                  </a:moveTo>
                  <a:lnTo>
                    <a:pt x="0" y="322"/>
                  </a:lnTo>
                  <a:lnTo>
                    <a:pt x="1098" y="322"/>
                  </a:lnTo>
                  <a:lnTo>
                    <a:pt x="1098" y="1420"/>
                  </a:lnTo>
                  <a:lnTo>
                    <a:pt x="1419" y="1420"/>
                  </a:lnTo>
                  <a:lnTo>
                    <a:pt x="1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56;p20">
              <a:extLst>
                <a:ext uri="{FF2B5EF4-FFF2-40B4-BE49-F238E27FC236}">
                  <a16:creationId xmlns:a16="http://schemas.microsoft.com/office/drawing/2014/main" id="{097C7A66-20C4-B0A7-B935-F0B237FFC2AD}"/>
                </a:ext>
              </a:extLst>
            </p:cNvPr>
            <p:cNvSpPr/>
            <p:nvPr/>
          </p:nvSpPr>
          <p:spPr>
            <a:xfrm>
              <a:off x="5099375" y="1697950"/>
              <a:ext cx="35500" cy="35500"/>
            </a:xfrm>
            <a:custGeom>
              <a:avLst/>
              <a:gdLst/>
              <a:ahLst/>
              <a:cxnLst/>
              <a:rect l="l" t="t" r="r" b="b"/>
              <a:pathLst>
                <a:path w="1420" h="1420" extrusionOk="0">
                  <a:moveTo>
                    <a:pt x="0" y="1"/>
                  </a:moveTo>
                  <a:lnTo>
                    <a:pt x="0" y="1420"/>
                  </a:lnTo>
                  <a:lnTo>
                    <a:pt x="322" y="1420"/>
                  </a:lnTo>
                  <a:lnTo>
                    <a:pt x="322" y="322"/>
                  </a:lnTo>
                  <a:lnTo>
                    <a:pt x="1419" y="322"/>
                  </a:lnTo>
                  <a:lnTo>
                    <a:pt x="1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57;p20">
              <a:extLst>
                <a:ext uri="{FF2B5EF4-FFF2-40B4-BE49-F238E27FC236}">
                  <a16:creationId xmlns:a16="http://schemas.microsoft.com/office/drawing/2014/main" id="{94E6CA64-4384-AB94-2F98-88EBF5A9E609}"/>
                </a:ext>
              </a:extLst>
            </p:cNvPr>
            <p:cNvSpPr/>
            <p:nvPr/>
          </p:nvSpPr>
          <p:spPr>
            <a:xfrm>
              <a:off x="5150100" y="1748950"/>
              <a:ext cx="35500" cy="35500"/>
            </a:xfrm>
            <a:custGeom>
              <a:avLst/>
              <a:gdLst/>
              <a:ahLst/>
              <a:cxnLst/>
              <a:rect l="l" t="t" r="r" b="b"/>
              <a:pathLst>
                <a:path w="1420" h="1420" extrusionOk="0">
                  <a:moveTo>
                    <a:pt x="1098" y="1"/>
                  </a:moveTo>
                  <a:lnTo>
                    <a:pt x="1098" y="1098"/>
                  </a:lnTo>
                  <a:lnTo>
                    <a:pt x="0" y="1098"/>
                  </a:lnTo>
                  <a:lnTo>
                    <a:pt x="0" y="1420"/>
                  </a:lnTo>
                  <a:lnTo>
                    <a:pt x="1419" y="1420"/>
                  </a:lnTo>
                  <a:lnTo>
                    <a:pt x="1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558;p20">
              <a:extLst>
                <a:ext uri="{FF2B5EF4-FFF2-40B4-BE49-F238E27FC236}">
                  <a16:creationId xmlns:a16="http://schemas.microsoft.com/office/drawing/2014/main" id="{DDB86894-4591-98F6-CF82-D700A7840EA5}"/>
                </a:ext>
              </a:extLst>
            </p:cNvPr>
            <p:cNvSpPr/>
            <p:nvPr/>
          </p:nvSpPr>
          <p:spPr>
            <a:xfrm>
              <a:off x="5099375" y="1748950"/>
              <a:ext cx="35500" cy="35500"/>
            </a:xfrm>
            <a:custGeom>
              <a:avLst/>
              <a:gdLst/>
              <a:ahLst/>
              <a:cxnLst/>
              <a:rect l="l" t="t" r="r" b="b"/>
              <a:pathLst>
                <a:path w="1420" h="1420" extrusionOk="0">
                  <a:moveTo>
                    <a:pt x="0" y="1"/>
                  </a:moveTo>
                  <a:lnTo>
                    <a:pt x="0" y="1420"/>
                  </a:lnTo>
                  <a:lnTo>
                    <a:pt x="1419" y="1420"/>
                  </a:lnTo>
                  <a:lnTo>
                    <a:pt x="1419" y="1098"/>
                  </a:lnTo>
                  <a:lnTo>
                    <a:pt x="322" y="109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559;p20">
              <a:extLst>
                <a:ext uri="{FF2B5EF4-FFF2-40B4-BE49-F238E27FC236}">
                  <a16:creationId xmlns:a16="http://schemas.microsoft.com/office/drawing/2014/main" id="{AAF13516-572D-BB0E-B54D-165391BA3BD8}"/>
                </a:ext>
              </a:extLst>
            </p:cNvPr>
            <p:cNvSpPr/>
            <p:nvPr/>
          </p:nvSpPr>
          <p:spPr>
            <a:xfrm>
              <a:off x="3351550" y="1906100"/>
              <a:ext cx="180475" cy="180475"/>
            </a:xfrm>
            <a:custGeom>
              <a:avLst/>
              <a:gdLst/>
              <a:ahLst/>
              <a:cxnLst/>
              <a:rect l="l" t="t" r="r" b="b"/>
              <a:pathLst>
                <a:path w="7219" h="7219" extrusionOk="0">
                  <a:moveTo>
                    <a:pt x="3615" y="1"/>
                  </a:moveTo>
                  <a:lnTo>
                    <a:pt x="3426" y="12"/>
                  </a:lnTo>
                  <a:lnTo>
                    <a:pt x="3238" y="23"/>
                  </a:lnTo>
                  <a:lnTo>
                    <a:pt x="3061" y="45"/>
                  </a:lnTo>
                  <a:lnTo>
                    <a:pt x="2883" y="78"/>
                  </a:lnTo>
                  <a:lnTo>
                    <a:pt x="2706" y="112"/>
                  </a:lnTo>
                  <a:lnTo>
                    <a:pt x="2539" y="167"/>
                  </a:lnTo>
                  <a:lnTo>
                    <a:pt x="2373" y="223"/>
                  </a:lnTo>
                  <a:lnTo>
                    <a:pt x="2207" y="289"/>
                  </a:lnTo>
                  <a:lnTo>
                    <a:pt x="2052" y="356"/>
                  </a:lnTo>
                  <a:lnTo>
                    <a:pt x="1896" y="433"/>
                  </a:lnTo>
                  <a:lnTo>
                    <a:pt x="1741" y="522"/>
                  </a:lnTo>
                  <a:lnTo>
                    <a:pt x="1597" y="622"/>
                  </a:lnTo>
                  <a:lnTo>
                    <a:pt x="1453" y="721"/>
                  </a:lnTo>
                  <a:lnTo>
                    <a:pt x="1320" y="832"/>
                  </a:lnTo>
                  <a:lnTo>
                    <a:pt x="1187" y="943"/>
                  </a:lnTo>
                  <a:lnTo>
                    <a:pt x="1065" y="1065"/>
                  </a:lnTo>
                  <a:lnTo>
                    <a:pt x="943" y="1187"/>
                  </a:lnTo>
                  <a:lnTo>
                    <a:pt x="832" y="1320"/>
                  </a:lnTo>
                  <a:lnTo>
                    <a:pt x="721" y="1453"/>
                  </a:lnTo>
                  <a:lnTo>
                    <a:pt x="621" y="1597"/>
                  </a:lnTo>
                  <a:lnTo>
                    <a:pt x="533" y="1741"/>
                  </a:lnTo>
                  <a:lnTo>
                    <a:pt x="444" y="1886"/>
                  </a:lnTo>
                  <a:lnTo>
                    <a:pt x="366" y="2052"/>
                  </a:lnTo>
                  <a:lnTo>
                    <a:pt x="289" y="2207"/>
                  </a:lnTo>
                  <a:lnTo>
                    <a:pt x="222" y="2373"/>
                  </a:lnTo>
                  <a:lnTo>
                    <a:pt x="167" y="2540"/>
                  </a:lnTo>
                  <a:lnTo>
                    <a:pt x="123" y="2706"/>
                  </a:lnTo>
                  <a:lnTo>
                    <a:pt x="78" y="2883"/>
                  </a:lnTo>
                  <a:lnTo>
                    <a:pt x="45" y="3061"/>
                  </a:lnTo>
                  <a:lnTo>
                    <a:pt x="23" y="3238"/>
                  </a:lnTo>
                  <a:lnTo>
                    <a:pt x="12" y="3427"/>
                  </a:lnTo>
                  <a:lnTo>
                    <a:pt x="1" y="3615"/>
                  </a:lnTo>
                  <a:lnTo>
                    <a:pt x="12" y="3793"/>
                  </a:lnTo>
                  <a:lnTo>
                    <a:pt x="23" y="3981"/>
                  </a:lnTo>
                  <a:lnTo>
                    <a:pt x="45" y="4158"/>
                  </a:lnTo>
                  <a:lnTo>
                    <a:pt x="78" y="4336"/>
                  </a:lnTo>
                  <a:lnTo>
                    <a:pt x="123" y="4513"/>
                  </a:lnTo>
                  <a:lnTo>
                    <a:pt x="167" y="4679"/>
                  </a:lnTo>
                  <a:lnTo>
                    <a:pt x="222" y="4846"/>
                  </a:lnTo>
                  <a:lnTo>
                    <a:pt x="289" y="5012"/>
                  </a:lnTo>
                  <a:lnTo>
                    <a:pt x="366" y="5178"/>
                  </a:lnTo>
                  <a:lnTo>
                    <a:pt x="444" y="5334"/>
                  </a:lnTo>
                  <a:lnTo>
                    <a:pt x="533" y="5478"/>
                  </a:lnTo>
                  <a:lnTo>
                    <a:pt x="621" y="5622"/>
                  </a:lnTo>
                  <a:lnTo>
                    <a:pt x="721" y="5766"/>
                  </a:lnTo>
                  <a:lnTo>
                    <a:pt x="832" y="5899"/>
                  </a:lnTo>
                  <a:lnTo>
                    <a:pt x="943" y="6032"/>
                  </a:lnTo>
                  <a:lnTo>
                    <a:pt x="1065" y="6165"/>
                  </a:lnTo>
                  <a:lnTo>
                    <a:pt x="1187" y="6276"/>
                  </a:lnTo>
                  <a:lnTo>
                    <a:pt x="1320" y="6398"/>
                  </a:lnTo>
                  <a:lnTo>
                    <a:pt x="1453" y="6498"/>
                  </a:lnTo>
                  <a:lnTo>
                    <a:pt x="1597" y="6597"/>
                  </a:lnTo>
                  <a:lnTo>
                    <a:pt x="1741" y="6697"/>
                  </a:lnTo>
                  <a:lnTo>
                    <a:pt x="1896" y="6786"/>
                  </a:lnTo>
                  <a:lnTo>
                    <a:pt x="2052" y="6864"/>
                  </a:lnTo>
                  <a:lnTo>
                    <a:pt x="2207" y="6930"/>
                  </a:lnTo>
                  <a:lnTo>
                    <a:pt x="2373" y="6997"/>
                  </a:lnTo>
                  <a:lnTo>
                    <a:pt x="2539" y="7052"/>
                  </a:lnTo>
                  <a:lnTo>
                    <a:pt x="2706" y="7107"/>
                  </a:lnTo>
                  <a:lnTo>
                    <a:pt x="2883" y="7141"/>
                  </a:lnTo>
                  <a:lnTo>
                    <a:pt x="3061" y="7174"/>
                  </a:lnTo>
                  <a:lnTo>
                    <a:pt x="3238" y="7196"/>
                  </a:lnTo>
                  <a:lnTo>
                    <a:pt x="3426" y="7207"/>
                  </a:lnTo>
                  <a:lnTo>
                    <a:pt x="3615" y="7218"/>
                  </a:lnTo>
                  <a:lnTo>
                    <a:pt x="3792" y="7207"/>
                  </a:lnTo>
                  <a:lnTo>
                    <a:pt x="3981" y="7196"/>
                  </a:lnTo>
                  <a:lnTo>
                    <a:pt x="4158" y="7174"/>
                  </a:lnTo>
                  <a:lnTo>
                    <a:pt x="4336" y="7141"/>
                  </a:lnTo>
                  <a:lnTo>
                    <a:pt x="4513" y="7107"/>
                  </a:lnTo>
                  <a:lnTo>
                    <a:pt x="4679" y="7052"/>
                  </a:lnTo>
                  <a:lnTo>
                    <a:pt x="4857" y="6997"/>
                  </a:lnTo>
                  <a:lnTo>
                    <a:pt x="5012" y="6930"/>
                  </a:lnTo>
                  <a:lnTo>
                    <a:pt x="5178" y="6864"/>
                  </a:lnTo>
                  <a:lnTo>
                    <a:pt x="5333" y="6786"/>
                  </a:lnTo>
                  <a:lnTo>
                    <a:pt x="5477" y="6697"/>
                  </a:lnTo>
                  <a:lnTo>
                    <a:pt x="5633" y="6597"/>
                  </a:lnTo>
                  <a:lnTo>
                    <a:pt x="5766" y="6498"/>
                  </a:lnTo>
                  <a:lnTo>
                    <a:pt x="5910" y="6398"/>
                  </a:lnTo>
                  <a:lnTo>
                    <a:pt x="6032" y="6276"/>
                  </a:lnTo>
                  <a:lnTo>
                    <a:pt x="6165" y="6165"/>
                  </a:lnTo>
                  <a:lnTo>
                    <a:pt x="6287" y="6032"/>
                  </a:lnTo>
                  <a:lnTo>
                    <a:pt x="6398" y="5899"/>
                  </a:lnTo>
                  <a:lnTo>
                    <a:pt x="6497" y="5766"/>
                  </a:lnTo>
                  <a:lnTo>
                    <a:pt x="6597" y="5622"/>
                  </a:lnTo>
                  <a:lnTo>
                    <a:pt x="6697" y="5478"/>
                  </a:lnTo>
                  <a:lnTo>
                    <a:pt x="6786" y="5334"/>
                  </a:lnTo>
                  <a:lnTo>
                    <a:pt x="6863" y="5178"/>
                  </a:lnTo>
                  <a:lnTo>
                    <a:pt x="6930" y="5012"/>
                  </a:lnTo>
                  <a:lnTo>
                    <a:pt x="6996" y="4846"/>
                  </a:lnTo>
                  <a:lnTo>
                    <a:pt x="7052" y="4679"/>
                  </a:lnTo>
                  <a:lnTo>
                    <a:pt x="7107" y="4513"/>
                  </a:lnTo>
                  <a:lnTo>
                    <a:pt x="7140" y="4336"/>
                  </a:lnTo>
                  <a:lnTo>
                    <a:pt x="7174" y="4158"/>
                  </a:lnTo>
                  <a:lnTo>
                    <a:pt x="7196" y="3981"/>
                  </a:lnTo>
                  <a:lnTo>
                    <a:pt x="7218" y="3793"/>
                  </a:lnTo>
                  <a:lnTo>
                    <a:pt x="7218" y="3615"/>
                  </a:lnTo>
                  <a:lnTo>
                    <a:pt x="7218" y="3427"/>
                  </a:lnTo>
                  <a:lnTo>
                    <a:pt x="7196" y="3238"/>
                  </a:lnTo>
                  <a:lnTo>
                    <a:pt x="7174" y="3061"/>
                  </a:lnTo>
                  <a:lnTo>
                    <a:pt x="7140" y="2883"/>
                  </a:lnTo>
                  <a:lnTo>
                    <a:pt x="7107" y="2706"/>
                  </a:lnTo>
                  <a:lnTo>
                    <a:pt x="7052" y="2540"/>
                  </a:lnTo>
                  <a:lnTo>
                    <a:pt x="6996" y="2373"/>
                  </a:lnTo>
                  <a:lnTo>
                    <a:pt x="6930" y="2207"/>
                  </a:lnTo>
                  <a:lnTo>
                    <a:pt x="6863" y="2052"/>
                  </a:lnTo>
                  <a:lnTo>
                    <a:pt x="6786" y="1886"/>
                  </a:lnTo>
                  <a:lnTo>
                    <a:pt x="6697" y="1741"/>
                  </a:lnTo>
                  <a:lnTo>
                    <a:pt x="6597" y="1597"/>
                  </a:lnTo>
                  <a:lnTo>
                    <a:pt x="6497" y="1453"/>
                  </a:lnTo>
                  <a:lnTo>
                    <a:pt x="6398" y="1320"/>
                  </a:lnTo>
                  <a:lnTo>
                    <a:pt x="6287" y="1187"/>
                  </a:lnTo>
                  <a:lnTo>
                    <a:pt x="6165" y="1065"/>
                  </a:lnTo>
                  <a:lnTo>
                    <a:pt x="6032" y="943"/>
                  </a:lnTo>
                  <a:lnTo>
                    <a:pt x="5910" y="832"/>
                  </a:lnTo>
                  <a:lnTo>
                    <a:pt x="5766" y="721"/>
                  </a:lnTo>
                  <a:lnTo>
                    <a:pt x="5633" y="622"/>
                  </a:lnTo>
                  <a:lnTo>
                    <a:pt x="5477" y="522"/>
                  </a:lnTo>
                  <a:lnTo>
                    <a:pt x="5333" y="433"/>
                  </a:lnTo>
                  <a:lnTo>
                    <a:pt x="5178" y="356"/>
                  </a:lnTo>
                  <a:lnTo>
                    <a:pt x="5012" y="289"/>
                  </a:lnTo>
                  <a:lnTo>
                    <a:pt x="4857" y="223"/>
                  </a:lnTo>
                  <a:lnTo>
                    <a:pt x="4679" y="167"/>
                  </a:lnTo>
                  <a:lnTo>
                    <a:pt x="4513" y="112"/>
                  </a:lnTo>
                  <a:lnTo>
                    <a:pt x="4336" y="78"/>
                  </a:lnTo>
                  <a:lnTo>
                    <a:pt x="4158" y="45"/>
                  </a:lnTo>
                  <a:lnTo>
                    <a:pt x="3981" y="23"/>
                  </a:lnTo>
                  <a:lnTo>
                    <a:pt x="3792" y="12"/>
                  </a:lnTo>
                  <a:lnTo>
                    <a:pt x="3615" y="1"/>
                  </a:lnTo>
                  <a:close/>
                </a:path>
              </a:pathLst>
            </a:custGeom>
            <a:solidFill>
              <a:srgbClr val="D9E0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560;p20">
              <a:extLst>
                <a:ext uri="{FF2B5EF4-FFF2-40B4-BE49-F238E27FC236}">
                  <a16:creationId xmlns:a16="http://schemas.microsoft.com/office/drawing/2014/main" id="{B9AD3B82-6199-D4E5-CD3E-6D68D4D49E23}"/>
                </a:ext>
              </a:extLst>
            </p:cNvPr>
            <p:cNvSpPr/>
            <p:nvPr/>
          </p:nvSpPr>
          <p:spPr>
            <a:xfrm>
              <a:off x="4836050" y="1977075"/>
              <a:ext cx="28850" cy="59600"/>
            </a:xfrm>
            <a:custGeom>
              <a:avLst/>
              <a:gdLst/>
              <a:ahLst/>
              <a:cxnLst/>
              <a:rect l="l" t="t" r="r" b="b"/>
              <a:pathLst>
                <a:path w="1154" h="2384" extrusionOk="0">
                  <a:moveTo>
                    <a:pt x="234" y="0"/>
                  </a:moveTo>
                  <a:lnTo>
                    <a:pt x="189" y="11"/>
                  </a:lnTo>
                  <a:lnTo>
                    <a:pt x="145" y="22"/>
                  </a:lnTo>
                  <a:lnTo>
                    <a:pt x="101" y="44"/>
                  </a:lnTo>
                  <a:lnTo>
                    <a:pt x="67" y="78"/>
                  </a:lnTo>
                  <a:lnTo>
                    <a:pt x="34" y="111"/>
                  </a:lnTo>
                  <a:lnTo>
                    <a:pt x="12" y="144"/>
                  </a:lnTo>
                  <a:lnTo>
                    <a:pt x="1" y="189"/>
                  </a:lnTo>
                  <a:lnTo>
                    <a:pt x="1" y="233"/>
                  </a:lnTo>
                  <a:lnTo>
                    <a:pt x="1" y="2151"/>
                  </a:lnTo>
                  <a:lnTo>
                    <a:pt x="1" y="2195"/>
                  </a:lnTo>
                  <a:lnTo>
                    <a:pt x="12" y="2240"/>
                  </a:lnTo>
                  <a:lnTo>
                    <a:pt x="34" y="2284"/>
                  </a:lnTo>
                  <a:lnTo>
                    <a:pt x="67" y="2317"/>
                  </a:lnTo>
                  <a:lnTo>
                    <a:pt x="101" y="2350"/>
                  </a:lnTo>
                  <a:lnTo>
                    <a:pt x="145" y="2373"/>
                  </a:lnTo>
                  <a:lnTo>
                    <a:pt x="189" y="2384"/>
                  </a:lnTo>
                  <a:lnTo>
                    <a:pt x="965" y="2384"/>
                  </a:lnTo>
                  <a:lnTo>
                    <a:pt x="1010" y="2373"/>
                  </a:lnTo>
                  <a:lnTo>
                    <a:pt x="1054" y="2350"/>
                  </a:lnTo>
                  <a:lnTo>
                    <a:pt x="1087" y="2317"/>
                  </a:lnTo>
                  <a:lnTo>
                    <a:pt x="1121" y="2284"/>
                  </a:lnTo>
                  <a:lnTo>
                    <a:pt x="1132" y="2240"/>
                  </a:lnTo>
                  <a:lnTo>
                    <a:pt x="1154" y="2195"/>
                  </a:lnTo>
                  <a:lnTo>
                    <a:pt x="1154" y="2151"/>
                  </a:lnTo>
                  <a:lnTo>
                    <a:pt x="1154" y="233"/>
                  </a:lnTo>
                  <a:lnTo>
                    <a:pt x="1154" y="189"/>
                  </a:lnTo>
                  <a:lnTo>
                    <a:pt x="1132" y="144"/>
                  </a:lnTo>
                  <a:lnTo>
                    <a:pt x="1121" y="111"/>
                  </a:lnTo>
                  <a:lnTo>
                    <a:pt x="1087" y="78"/>
                  </a:lnTo>
                  <a:lnTo>
                    <a:pt x="1054" y="44"/>
                  </a:lnTo>
                  <a:lnTo>
                    <a:pt x="1010" y="22"/>
                  </a:lnTo>
                  <a:lnTo>
                    <a:pt x="965" y="11"/>
                  </a:lnTo>
                  <a:lnTo>
                    <a:pt x="921" y="0"/>
                  </a:lnTo>
                  <a:close/>
                </a:path>
              </a:pathLst>
            </a:custGeom>
            <a:solidFill>
              <a:srgbClr val="D9E0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561;p20">
              <a:extLst>
                <a:ext uri="{FF2B5EF4-FFF2-40B4-BE49-F238E27FC236}">
                  <a16:creationId xmlns:a16="http://schemas.microsoft.com/office/drawing/2014/main" id="{334D0338-0107-7C2D-E7EE-9A3709250F8B}"/>
                </a:ext>
              </a:extLst>
            </p:cNvPr>
            <p:cNvSpPr/>
            <p:nvPr/>
          </p:nvSpPr>
          <p:spPr>
            <a:xfrm>
              <a:off x="4872650" y="1922750"/>
              <a:ext cx="72650" cy="106175"/>
            </a:xfrm>
            <a:custGeom>
              <a:avLst/>
              <a:gdLst/>
              <a:ahLst/>
              <a:cxnLst/>
              <a:rect l="l" t="t" r="r" b="b"/>
              <a:pathLst>
                <a:path w="2906" h="4247" extrusionOk="0">
                  <a:moveTo>
                    <a:pt x="1153" y="0"/>
                  </a:moveTo>
                  <a:lnTo>
                    <a:pt x="1109" y="22"/>
                  </a:lnTo>
                  <a:lnTo>
                    <a:pt x="1054" y="44"/>
                  </a:lnTo>
                  <a:lnTo>
                    <a:pt x="1020" y="78"/>
                  </a:lnTo>
                  <a:lnTo>
                    <a:pt x="987" y="111"/>
                  </a:lnTo>
                  <a:lnTo>
                    <a:pt x="954" y="155"/>
                  </a:lnTo>
                  <a:lnTo>
                    <a:pt x="932" y="211"/>
                  </a:lnTo>
                  <a:lnTo>
                    <a:pt x="921" y="266"/>
                  </a:lnTo>
                  <a:lnTo>
                    <a:pt x="921" y="333"/>
                  </a:lnTo>
                  <a:lnTo>
                    <a:pt x="932" y="477"/>
                  </a:lnTo>
                  <a:lnTo>
                    <a:pt x="943" y="621"/>
                  </a:lnTo>
                  <a:lnTo>
                    <a:pt x="943" y="676"/>
                  </a:lnTo>
                  <a:lnTo>
                    <a:pt x="932" y="721"/>
                  </a:lnTo>
                  <a:lnTo>
                    <a:pt x="909" y="776"/>
                  </a:lnTo>
                  <a:lnTo>
                    <a:pt x="854" y="843"/>
                  </a:lnTo>
                  <a:lnTo>
                    <a:pt x="721" y="1009"/>
                  </a:lnTo>
                  <a:lnTo>
                    <a:pt x="510" y="1220"/>
                  </a:lnTo>
                  <a:lnTo>
                    <a:pt x="399" y="1364"/>
                  </a:lnTo>
                  <a:lnTo>
                    <a:pt x="266" y="1519"/>
                  </a:lnTo>
                  <a:lnTo>
                    <a:pt x="211" y="1597"/>
                  </a:lnTo>
                  <a:lnTo>
                    <a:pt x="167" y="1674"/>
                  </a:lnTo>
                  <a:lnTo>
                    <a:pt x="100" y="1829"/>
                  </a:lnTo>
                  <a:lnTo>
                    <a:pt x="45" y="1973"/>
                  </a:lnTo>
                  <a:lnTo>
                    <a:pt x="11" y="2118"/>
                  </a:lnTo>
                  <a:lnTo>
                    <a:pt x="0" y="2228"/>
                  </a:lnTo>
                  <a:lnTo>
                    <a:pt x="0" y="2317"/>
                  </a:lnTo>
                  <a:lnTo>
                    <a:pt x="0" y="2406"/>
                  </a:lnTo>
                  <a:lnTo>
                    <a:pt x="0" y="3060"/>
                  </a:lnTo>
                  <a:lnTo>
                    <a:pt x="0" y="3714"/>
                  </a:lnTo>
                  <a:lnTo>
                    <a:pt x="0" y="4013"/>
                  </a:lnTo>
                  <a:lnTo>
                    <a:pt x="0" y="4058"/>
                  </a:lnTo>
                  <a:lnTo>
                    <a:pt x="23" y="4102"/>
                  </a:lnTo>
                  <a:lnTo>
                    <a:pt x="34" y="4146"/>
                  </a:lnTo>
                  <a:lnTo>
                    <a:pt x="67" y="4180"/>
                  </a:lnTo>
                  <a:lnTo>
                    <a:pt x="100" y="4202"/>
                  </a:lnTo>
                  <a:lnTo>
                    <a:pt x="145" y="4224"/>
                  </a:lnTo>
                  <a:lnTo>
                    <a:pt x="178" y="4235"/>
                  </a:lnTo>
                  <a:lnTo>
                    <a:pt x="233" y="4246"/>
                  </a:lnTo>
                  <a:lnTo>
                    <a:pt x="2417" y="4246"/>
                  </a:lnTo>
                  <a:lnTo>
                    <a:pt x="2473" y="4235"/>
                  </a:lnTo>
                  <a:lnTo>
                    <a:pt x="2528" y="4224"/>
                  </a:lnTo>
                  <a:lnTo>
                    <a:pt x="2572" y="4202"/>
                  </a:lnTo>
                  <a:lnTo>
                    <a:pt x="2606" y="4169"/>
                  </a:lnTo>
                  <a:lnTo>
                    <a:pt x="2639" y="4124"/>
                  </a:lnTo>
                  <a:lnTo>
                    <a:pt x="2672" y="4080"/>
                  </a:lnTo>
                  <a:lnTo>
                    <a:pt x="2683" y="4036"/>
                  </a:lnTo>
                  <a:lnTo>
                    <a:pt x="2694" y="3980"/>
                  </a:lnTo>
                  <a:lnTo>
                    <a:pt x="2683" y="3925"/>
                  </a:lnTo>
                  <a:lnTo>
                    <a:pt x="2672" y="3869"/>
                  </a:lnTo>
                  <a:lnTo>
                    <a:pt x="2639" y="3825"/>
                  </a:lnTo>
                  <a:lnTo>
                    <a:pt x="2606" y="3792"/>
                  </a:lnTo>
                  <a:lnTo>
                    <a:pt x="2572" y="3758"/>
                  </a:lnTo>
                  <a:lnTo>
                    <a:pt x="2528" y="3736"/>
                  </a:lnTo>
                  <a:lnTo>
                    <a:pt x="2473" y="3714"/>
                  </a:lnTo>
                  <a:lnTo>
                    <a:pt x="2462" y="3714"/>
                  </a:lnTo>
                  <a:lnTo>
                    <a:pt x="2528" y="3703"/>
                  </a:lnTo>
                  <a:lnTo>
                    <a:pt x="2584" y="3681"/>
                  </a:lnTo>
                  <a:lnTo>
                    <a:pt x="2639" y="3659"/>
                  </a:lnTo>
                  <a:lnTo>
                    <a:pt x="2694" y="3614"/>
                  </a:lnTo>
                  <a:lnTo>
                    <a:pt x="2728" y="3570"/>
                  </a:lnTo>
                  <a:lnTo>
                    <a:pt x="2761" y="3515"/>
                  </a:lnTo>
                  <a:lnTo>
                    <a:pt x="2783" y="3448"/>
                  </a:lnTo>
                  <a:lnTo>
                    <a:pt x="2783" y="3382"/>
                  </a:lnTo>
                  <a:lnTo>
                    <a:pt x="2783" y="3315"/>
                  </a:lnTo>
                  <a:lnTo>
                    <a:pt x="2761" y="3260"/>
                  </a:lnTo>
                  <a:lnTo>
                    <a:pt x="2728" y="3204"/>
                  </a:lnTo>
                  <a:lnTo>
                    <a:pt x="2694" y="3149"/>
                  </a:lnTo>
                  <a:lnTo>
                    <a:pt x="2639" y="3115"/>
                  </a:lnTo>
                  <a:lnTo>
                    <a:pt x="2584" y="3082"/>
                  </a:lnTo>
                  <a:lnTo>
                    <a:pt x="2528" y="3060"/>
                  </a:lnTo>
                  <a:lnTo>
                    <a:pt x="2584" y="3060"/>
                  </a:lnTo>
                  <a:lnTo>
                    <a:pt x="2650" y="3049"/>
                  </a:lnTo>
                  <a:lnTo>
                    <a:pt x="2706" y="3027"/>
                  </a:lnTo>
                  <a:lnTo>
                    <a:pt x="2761" y="3005"/>
                  </a:lnTo>
                  <a:lnTo>
                    <a:pt x="2816" y="2960"/>
                  </a:lnTo>
                  <a:lnTo>
                    <a:pt x="2850" y="2916"/>
                  </a:lnTo>
                  <a:lnTo>
                    <a:pt x="2883" y="2860"/>
                  </a:lnTo>
                  <a:lnTo>
                    <a:pt x="2905" y="2794"/>
                  </a:lnTo>
                  <a:lnTo>
                    <a:pt x="2905" y="2727"/>
                  </a:lnTo>
                  <a:lnTo>
                    <a:pt x="2905" y="2661"/>
                  </a:lnTo>
                  <a:lnTo>
                    <a:pt x="2883" y="2605"/>
                  </a:lnTo>
                  <a:lnTo>
                    <a:pt x="2850" y="2550"/>
                  </a:lnTo>
                  <a:lnTo>
                    <a:pt x="2816" y="2495"/>
                  </a:lnTo>
                  <a:lnTo>
                    <a:pt x="2761" y="2461"/>
                  </a:lnTo>
                  <a:lnTo>
                    <a:pt x="2706" y="2428"/>
                  </a:lnTo>
                  <a:lnTo>
                    <a:pt x="2650" y="2406"/>
                  </a:lnTo>
                  <a:lnTo>
                    <a:pt x="2539" y="2406"/>
                  </a:lnTo>
                  <a:lnTo>
                    <a:pt x="2617" y="2395"/>
                  </a:lnTo>
                  <a:lnTo>
                    <a:pt x="2683" y="2373"/>
                  </a:lnTo>
                  <a:lnTo>
                    <a:pt x="2750" y="2339"/>
                  </a:lnTo>
                  <a:lnTo>
                    <a:pt x="2794" y="2295"/>
                  </a:lnTo>
                  <a:lnTo>
                    <a:pt x="2850" y="2240"/>
                  </a:lnTo>
                  <a:lnTo>
                    <a:pt x="2883" y="2173"/>
                  </a:lnTo>
                  <a:lnTo>
                    <a:pt x="2905" y="2107"/>
                  </a:lnTo>
                  <a:lnTo>
                    <a:pt x="2905" y="2040"/>
                  </a:lnTo>
                  <a:lnTo>
                    <a:pt x="2905" y="1962"/>
                  </a:lnTo>
                  <a:lnTo>
                    <a:pt x="2883" y="1896"/>
                  </a:lnTo>
                  <a:lnTo>
                    <a:pt x="2850" y="1829"/>
                  </a:lnTo>
                  <a:lnTo>
                    <a:pt x="2794" y="1774"/>
                  </a:lnTo>
                  <a:lnTo>
                    <a:pt x="2750" y="1730"/>
                  </a:lnTo>
                  <a:lnTo>
                    <a:pt x="2683" y="1696"/>
                  </a:lnTo>
                  <a:lnTo>
                    <a:pt x="2617" y="1674"/>
                  </a:lnTo>
                  <a:lnTo>
                    <a:pt x="2539" y="1663"/>
                  </a:lnTo>
                  <a:lnTo>
                    <a:pt x="1353" y="1663"/>
                  </a:lnTo>
                  <a:lnTo>
                    <a:pt x="1475" y="1475"/>
                  </a:lnTo>
                  <a:lnTo>
                    <a:pt x="1586" y="1242"/>
                  </a:lnTo>
                  <a:lnTo>
                    <a:pt x="1630" y="1131"/>
                  </a:lnTo>
                  <a:lnTo>
                    <a:pt x="1663" y="1009"/>
                  </a:lnTo>
                  <a:lnTo>
                    <a:pt x="1697" y="887"/>
                  </a:lnTo>
                  <a:lnTo>
                    <a:pt x="1697" y="776"/>
                  </a:lnTo>
                  <a:lnTo>
                    <a:pt x="1686" y="610"/>
                  </a:lnTo>
                  <a:lnTo>
                    <a:pt x="1663" y="455"/>
                  </a:lnTo>
                  <a:lnTo>
                    <a:pt x="1608" y="333"/>
                  </a:lnTo>
                  <a:lnTo>
                    <a:pt x="1553" y="222"/>
                  </a:lnTo>
                  <a:lnTo>
                    <a:pt x="1486" y="133"/>
                  </a:lnTo>
                  <a:lnTo>
                    <a:pt x="1408" y="67"/>
                  </a:lnTo>
                  <a:lnTo>
                    <a:pt x="1342" y="33"/>
                  </a:lnTo>
                  <a:lnTo>
                    <a:pt x="1275" y="11"/>
                  </a:lnTo>
                  <a:lnTo>
                    <a:pt x="1209" y="0"/>
                  </a:lnTo>
                  <a:close/>
                </a:path>
              </a:pathLst>
            </a:custGeom>
            <a:solidFill>
              <a:srgbClr val="D9E0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562;p20">
              <a:extLst>
                <a:ext uri="{FF2B5EF4-FFF2-40B4-BE49-F238E27FC236}">
                  <a16:creationId xmlns:a16="http://schemas.microsoft.com/office/drawing/2014/main" id="{5DC52871-DF93-AF24-590D-44C29C6F03A9}"/>
                </a:ext>
              </a:extLst>
            </p:cNvPr>
            <p:cNvSpPr/>
            <p:nvPr/>
          </p:nvSpPr>
          <p:spPr>
            <a:xfrm>
              <a:off x="5086350" y="1956000"/>
              <a:ext cx="29125" cy="59625"/>
            </a:xfrm>
            <a:custGeom>
              <a:avLst/>
              <a:gdLst/>
              <a:ahLst/>
              <a:cxnLst/>
              <a:rect l="l" t="t" r="r" b="b"/>
              <a:pathLst>
                <a:path w="1165" h="2385" extrusionOk="0">
                  <a:moveTo>
                    <a:pt x="189" y="0"/>
                  </a:moveTo>
                  <a:lnTo>
                    <a:pt x="144" y="12"/>
                  </a:lnTo>
                  <a:lnTo>
                    <a:pt x="100" y="34"/>
                  </a:lnTo>
                  <a:lnTo>
                    <a:pt x="67" y="67"/>
                  </a:lnTo>
                  <a:lnTo>
                    <a:pt x="45" y="100"/>
                  </a:lnTo>
                  <a:lnTo>
                    <a:pt x="22" y="145"/>
                  </a:lnTo>
                  <a:lnTo>
                    <a:pt x="11" y="189"/>
                  </a:lnTo>
                  <a:lnTo>
                    <a:pt x="0" y="233"/>
                  </a:lnTo>
                  <a:lnTo>
                    <a:pt x="0" y="2151"/>
                  </a:lnTo>
                  <a:lnTo>
                    <a:pt x="11" y="2196"/>
                  </a:lnTo>
                  <a:lnTo>
                    <a:pt x="22" y="2240"/>
                  </a:lnTo>
                  <a:lnTo>
                    <a:pt x="45" y="2273"/>
                  </a:lnTo>
                  <a:lnTo>
                    <a:pt x="67" y="2307"/>
                  </a:lnTo>
                  <a:lnTo>
                    <a:pt x="100" y="2340"/>
                  </a:lnTo>
                  <a:lnTo>
                    <a:pt x="144" y="2362"/>
                  </a:lnTo>
                  <a:lnTo>
                    <a:pt x="189" y="2373"/>
                  </a:lnTo>
                  <a:lnTo>
                    <a:pt x="233" y="2384"/>
                  </a:lnTo>
                  <a:lnTo>
                    <a:pt x="931" y="2384"/>
                  </a:lnTo>
                  <a:lnTo>
                    <a:pt x="976" y="2373"/>
                  </a:lnTo>
                  <a:lnTo>
                    <a:pt x="1020" y="2362"/>
                  </a:lnTo>
                  <a:lnTo>
                    <a:pt x="1053" y="2340"/>
                  </a:lnTo>
                  <a:lnTo>
                    <a:pt x="1087" y="2307"/>
                  </a:lnTo>
                  <a:lnTo>
                    <a:pt x="1120" y="2273"/>
                  </a:lnTo>
                  <a:lnTo>
                    <a:pt x="1142" y="2240"/>
                  </a:lnTo>
                  <a:lnTo>
                    <a:pt x="1153" y="2196"/>
                  </a:lnTo>
                  <a:lnTo>
                    <a:pt x="1164" y="2151"/>
                  </a:lnTo>
                  <a:lnTo>
                    <a:pt x="1164" y="233"/>
                  </a:lnTo>
                  <a:lnTo>
                    <a:pt x="1153" y="189"/>
                  </a:lnTo>
                  <a:lnTo>
                    <a:pt x="1142" y="145"/>
                  </a:lnTo>
                  <a:lnTo>
                    <a:pt x="1120" y="100"/>
                  </a:lnTo>
                  <a:lnTo>
                    <a:pt x="1087" y="67"/>
                  </a:lnTo>
                  <a:lnTo>
                    <a:pt x="1053" y="34"/>
                  </a:lnTo>
                  <a:lnTo>
                    <a:pt x="1020" y="12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D9E0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563;p20">
              <a:extLst>
                <a:ext uri="{FF2B5EF4-FFF2-40B4-BE49-F238E27FC236}">
                  <a16:creationId xmlns:a16="http://schemas.microsoft.com/office/drawing/2014/main" id="{267DBCB2-8D67-AE46-A766-4F8A473B9C90}"/>
                </a:ext>
              </a:extLst>
            </p:cNvPr>
            <p:cNvSpPr/>
            <p:nvPr/>
          </p:nvSpPr>
          <p:spPr>
            <a:xfrm>
              <a:off x="5005975" y="1963750"/>
              <a:ext cx="72900" cy="106200"/>
            </a:xfrm>
            <a:custGeom>
              <a:avLst/>
              <a:gdLst/>
              <a:ahLst/>
              <a:cxnLst/>
              <a:rect l="l" t="t" r="r" b="b"/>
              <a:pathLst>
                <a:path w="2916" h="4248" extrusionOk="0">
                  <a:moveTo>
                    <a:pt x="488" y="1"/>
                  </a:moveTo>
                  <a:lnTo>
                    <a:pt x="432" y="12"/>
                  </a:lnTo>
                  <a:lnTo>
                    <a:pt x="377" y="23"/>
                  </a:lnTo>
                  <a:lnTo>
                    <a:pt x="333" y="45"/>
                  </a:lnTo>
                  <a:lnTo>
                    <a:pt x="299" y="78"/>
                  </a:lnTo>
                  <a:lnTo>
                    <a:pt x="266" y="123"/>
                  </a:lnTo>
                  <a:lnTo>
                    <a:pt x="244" y="167"/>
                  </a:lnTo>
                  <a:lnTo>
                    <a:pt x="222" y="223"/>
                  </a:lnTo>
                  <a:lnTo>
                    <a:pt x="222" y="267"/>
                  </a:lnTo>
                  <a:lnTo>
                    <a:pt x="222" y="322"/>
                  </a:lnTo>
                  <a:lnTo>
                    <a:pt x="244" y="378"/>
                  </a:lnTo>
                  <a:lnTo>
                    <a:pt x="266" y="422"/>
                  </a:lnTo>
                  <a:lnTo>
                    <a:pt x="299" y="455"/>
                  </a:lnTo>
                  <a:lnTo>
                    <a:pt x="333" y="489"/>
                  </a:lnTo>
                  <a:lnTo>
                    <a:pt x="377" y="522"/>
                  </a:lnTo>
                  <a:lnTo>
                    <a:pt x="432" y="533"/>
                  </a:lnTo>
                  <a:lnTo>
                    <a:pt x="444" y="533"/>
                  </a:lnTo>
                  <a:lnTo>
                    <a:pt x="388" y="544"/>
                  </a:lnTo>
                  <a:lnTo>
                    <a:pt x="322" y="566"/>
                  </a:lnTo>
                  <a:lnTo>
                    <a:pt x="266" y="588"/>
                  </a:lnTo>
                  <a:lnTo>
                    <a:pt x="222" y="633"/>
                  </a:lnTo>
                  <a:lnTo>
                    <a:pt x="177" y="677"/>
                  </a:lnTo>
                  <a:lnTo>
                    <a:pt x="144" y="733"/>
                  </a:lnTo>
                  <a:lnTo>
                    <a:pt x="133" y="799"/>
                  </a:lnTo>
                  <a:lnTo>
                    <a:pt x="122" y="866"/>
                  </a:lnTo>
                  <a:lnTo>
                    <a:pt x="133" y="932"/>
                  </a:lnTo>
                  <a:lnTo>
                    <a:pt x="144" y="988"/>
                  </a:lnTo>
                  <a:lnTo>
                    <a:pt x="177" y="1043"/>
                  </a:lnTo>
                  <a:lnTo>
                    <a:pt x="222" y="1098"/>
                  </a:lnTo>
                  <a:lnTo>
                    <a:pt x="266" y="1132"/>
                  </a:lnTo>
                  <a:lnTo>
                    <a:pt x="322" y="1165"/>
                  </a:lnTo>
                  <a:lnTo>
                    <a:pt x="388" y="1187"/>
                  </a:lnTo>
                  <a:lnTo>
                    <a:pt x="333" y="1187"/>
                  </a:lnTo>
                  <a:lnTo>
                    <a:pt x="266" y="1198"/>
                  </a:lnTo>
                  <a:lnTo>
                    <a:pt x="200" y="1220"/>
                  </a:lnTo>
                  <a:lnTo>
                    <a:pt x="144" y="1243"/>
                  </a:lnTo>
                  <a:lnTo>
                    <a:pt x="100" y="1287"/>
                  </a:lnTo>
                  <a:lnTo>
                    <a:pt x="56" y="1331"/>
                  </a:lnTo>
                  <a:lnTo>
                    <a:pt x="22" y="1387"/>
                  </a:lnTo>
                  <a:lnTo>
                    <a:pt x="11" y="1453"/>
                  </a:lnTo>
                  <a:lnTo>
                    <a:pt x="0" y="1520"/>
                  </a:lnTo>
                  <a:lnTo>
                    <a:pt x="11" y="1586"/>
                  </a:lnTo>
                  <a:lnTo>
                    <a:pt x="22" y="1642"/>
                  </a:lnTo>
                  <a:lnTo>
                    <a:pt x="56" y="1697"/>
                  </a:lnTo>
                  <a:lnTo>
                    <a:pt x="100" y="1753"/>
                  </a:lnTo>
                  <a:lnTo>
                    <a:pt x="144" y="1786"/>
                  </a:lnTo>
                  <a:lnTo>
                    <a:pt x="200" y="1819"/>
                  </a:lnTo>
                  <a:lnTo>
                    <a:pt x="266" y="1841"/>
                  </a:lnTo>
                  <a:lnTo>
                    <a:pt x="366" y="1841"/>
                  </a:lnTo>
                  <a:lnTo>
                    <a:pt x="299" y="1852"/>
                  </a:lnTo>
                  <a:lnTo>
                    <a:pt x="222" y="1875"/>
                  </a:lnTo>
                  <a:lnTo>
                    <a:pt x="166" y="1908"/>
                  </a:lnTo>
                  <a:lnTo>
                    <a:pt x="111" y="1952"/>
                  </a:lnTo>
                  <a:lnTo>
                    <a:pt x="67" y="2008"/>
                  </a:lnTo>
                  <a:lnTo>
                    <a:pt x="33" y="2074"/>
                  </a:lnTo>
                  <a:lnTo>
                    <a:pt x="11" y="2141"/>
                  </a:lnTo>
                  <a:lnTo>
                    <a:pt x="0" y="2218"/>
                  </a:lnTo>
                  <a:lnTo>
                    <a:pt x="11" y="2285"/>
                  </a:lnTo>
                  <a:lnTo>
                    <a:pt x="33" y="2351"/>
                  </a:lnTo>
                  <a:lnTo>
                    <a:pt x="67" y="2418"/>
                  </a:lnTo>
                  <a:lnTo>
                    <a:pt x="111" y="2473"/>
                  </a:lnTo>
                  <a:lnTo>
                    <a:pt x="166" y="2518"/>
                  </a:lnTo>
                  <a:lnTo>
                    <a:pt x="222" y="2551"/>
                  </a:lnTo>
                  <a:lnTo>
                    <a:pt x="299" y="2573"/>
                  </a:lnTo>
                  <a:lnTo>
                    <a:pt x="366" y="2584"/>
                  </a:lnTo>
                  <a:lnTo>
                    <a:pt x="1552" y="2584"/>
                  </a:lnTo>
                  <a:lnTo>
                    <a:pt x="1430" y="2773"/>
                  </a:lnTo>
                  <a:lnTo>
                    <a:pt x="1319" y="3005"/>
                  </a:lnTo>
                  <a:lnTo>
                    <a:pt x="1275" y="3116"/>
                  </a:lnTo>
                  <a:lnTo>
                    <a:pt x="1242" y="3238"/>
                  </a:lnTo>
                  <a:lnTo>
                    <a:pt x="1220" y="3360"/>
                  </a:lnTo>
                  <a:lnTo>
                    <a:pt x="1209" y="3471"/>
                  </a:lnTo>
                  <a:lnTo>
                    <a:pt x="1220" y="3648"/>
                  </a:lnTo>
                  <a:lnTo>
                    <a:pt x="1253" y="3793"/>
                  </a:lnTo>
                  <a:lnTo>
                    <a:pt x="1297" y="3915"/>
                  </a:lnTo>
                  <a:lnTo>
                    <a:pt x="1353" y="4025"/>
                  </a:lnTo>
                  <a:lnTo>
                    <a:pt x="1430" y="4114"/>
                  </a:lnTo>
                  <a:lnTo>
                    <a:pt x="1497" y="4181"/>
                  </a:lnTo>
                  <a:lnTo>
                    <a:pt x="1563" y="4225"/>
                  </a:lnTo>
                  <a:lnTo>
                    <a:pt x="1641" y="4247"/>
                  </a:lnTo>
                  <a:lnTo>
                    <a:pt x="1752" y="4247"/>
                  </a:lnTo>
                  <a:lnTo>
                    <a:pt x="1807" y="4225"/>
                  </a:lnTo>
                  <a:lnTo>
                    <a:pt x="1852" y="4203"/>
                  </a:lnTo>
                  <a:lnTo>
                    <a:pt x="1896" y="4169"/>
                  </a:lnTo>
                  <a:lnTo>
                    <a:pt x="1929" y="4136"/>
                  </a:lnTo>
                  <a:lnTo>
                    <a:pt x="1951" y="4092"/>
                  </a:lnTo>
                  <a:lnTo>
                    <a:pt x="1974" y="4036"/>
                  </a:lnTo>
                  <a:lnTo>
                    <a:pt x="1985" y="3981"/>
                  </a:lnTo>
                  <a:lnTo>
                    <a:pt x="1996" y="3915"/>
                  </a:lnTo>
                  <a:lnTo>
                    <a:pt x="1985" y="3770"/>
                  </a:lnTo>
                  <a:lnTo>
                    <a:pt x="1962" y="3626"/>
                  </a:lnTo>
                  <a:lnTo>
                    <a:pt x="1962" y="3571"/>
                  </a:lnTo>
                  <a:lnTo>
                    <a:pt x="1974" y="3526"/>
                  </a:lnTo>
                  <a:lnTo>
                    <a:pt x="2007" y="3471"/>
                  </a:lnTo>
                  <a:lnTo>
                    <a:pt x="2051" y="3405"/>
                  </a:lnTo>
                  <a:lnTo>
                    <a:pt x="2195" y="3238"/>
                  </a:lnTo>
                  <a:lnTo>
                    <a:pt x="2395" y="3028"/>
                  </a:lnTo>
                  <a:lnTo>
                    <a:pt x="2506" y="2883"/>
                  </a:lnTo>
                  <a:lnTo>
                    <a:pt x="2639" y="2728"/>
                  </a:lnTo>
                  <a:lnTo>
                    <a:pt x="2694" y="2651"/>
                  </a:lnTo>
                  <a:lnTo>
                    <a:pt x="2738" y="2573"/>
                  </a:lnTo>
                  <a:lnTo>
                    <a:pt x="2816" y="2418"/>
                  </a:lnTo>
                  <a:lnTo>
                    <a:pt x="2860" y="2274"/>
                  </a:lnTo>
                  <a:lnTo>
                    <a:pt x="2894" y="2130"/>
                  </a:lnTo>
                  <a:lnTo>
                    <a:pt x="2905" y="2019"/>
                  </a:lnTo>
                  <a:lnTo>
                    <a:pt x="2916" y="1930"/>
                  </a:lnTo>
                  <a:lnTo>
                    <a:pt x="2905" y="1841"/>
                  </a:lnTo>
                  <a:lnTo>
                    <a:pt x="2905" y="1187"/>
                  </a:lnTo>
                  <a:lnTo>
                    <a:pt x="2905" y="533"/>
                  </a:lnTo>
                  <a:lnTo>
                    <a:pt x="2905" y="234"/>
                  </a:lnTo>
                  <a:lnTo>
                    <a:pt x="2905" y="189"/>
                  </a:lnTo>
                  <a:lnTo>
                    <a:pt x="2894" y="145"/>
                  </a:lnTo>
                  <a:lnTo>
                    <a:pt x="2872" y="101"/>
                  </a:lnTo>
                  <a:lnTo>
                    <a:pt x="2838" y="67"/>
                  </a:lnTo>
                  <a:lnTo>
                    <a:pt x="2805" y="45"/>
                  </a:lnTo>
                  <a:lnTo>
                    <a:pt x="2772" y="23"/>
                  </a:lnTo>
                  <a:lnTo>
                    <a:pt x="2727" y="12"/>
                  </a:lnTo>
                  <a:lnTo>
                    <a:pt x="2683" y="1"/>
                  </a:lnTo>
                  <a:close/>
                </a:path>
              </a:pathLst>
            </a:custGeom>
            <a:solidFill>
              <a:srgbClr val="D9E0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564;p20">
              <a:extLst>
                <a:ext uri="{FF2B5EF4-FFF2-40B4-BE49-F238E27FC236}">
                  <a16:creationId xmlns:a16="http://schemas.microsoft.com/office/drawing/2014/main" id="{D7BC667D-E214-85E4-A2A3-32718CC3F6C7}"/>
                </a:ext>
              </a:extLst>
            </p:cNvPr>
            <p:cNvSpPr/>
            <p:nvPr/>
          </p:nvSpPr>
          <p:spPr>
            <a:xfrm>
              <a:off x="3388150" y="2668325"/>
              <a:ext cx="765275" cy="577075"/>
            </a:xfrm>
            <a:custGeom>
              <a:avLst/>
              <a:gdLst/>
              <a:ahLst/>
              <a:cxnLst/>
              <a:rect l="l" t="t" r="r" b="b"/>
              <a:pathLst>
                <a:path w="30611" h="23083" extrusionOk="0">
                  <a:moveTo>
                    <a:pt x="0" y="0"/>
                  </a:moveTo>
                  <a:lnTo>
                    <a:pt x="0" y="23083"/>
                  </a:lnTo>
                  <a:lnTo>
                    <a:pt x="30610" y="23083"/>
                  </a:lnTo>
                  <a:lnTo>
                    <a:pt x="306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565;p20">
              <a:extLst>
                <a:ext uri="{FF2B5EF4-FFF2-40B4-BE49-F238E27FC236}">
                  <a16:creationId xmlns:a16="http://schemas.microsoft.com/office/drawing/2014/main" id="{8A1327D9-01FD-7EDA-59B0-408ACE28BFA6}"/>
                </a:ext>
              </a:extLst>
            </p:cNvPr>
            <p:cNvSpPr/>
            <p:nvPr/>
          </p:nvSpPr>
          <p:spPr>
            <a:xfrm>
              <a:off x="4248200" y="2751200"/>
              <a:ext cx="679075" cy="61825"/>
            </a:xfrm>
            <a:custGeom>
              <a:avLst/>
              <a:gdLst/>
              <a:ahLst/>
              <a:cxnLst/>
              <a:rect l="l" t="t" r="r" b="b"/>
              <a:pathLst>
                <a:path w="27163" h="2473" extrusionOk="0">
                  <a:moveTo>
                    <a:pt x="1231" y="0"/>
                  </a:moveTo>
                  <a:lnTo>
                    <a:pt x="1109" y="11"/>
                  </a:lnTo>
                  <a:lnTo>
                    <a:pt x="987" y="22"/>
                  </a:lnTo>
                  <a:lnTo>
                    <a:pt x="865" y="56"/>
                  </a:lnTo>
                  <a:lnTo>
                    <a:pt x="754" y="100"/>
                  </a:lnTo>
                  <a:lnTo>
                    <a:pt x="643" y="155"/>
                  </a:lnTo>
                  <a:lnTo>
                    <a:pt x="543" y="211"/>
                  </a:lnTo>
                  <a:lnTo>
                    <a:pt x="444" y="289"/>
                  </a:lnTo>
                  <a:lnTo>
                    <a:pt x="355" y="366"/>
                  </a:lnTo>
                  <a:lnTo>
                    <a:pt x="277" y="455"/>
                  </a:lnTo>
                  <a:lnTo>
                    <a:pt x="211" y="543"/>
                  </a:lnTo>
                  <a:lnTo>
                    <a:pt x="144" y="654"/>
                  </a:lnTo>
                  <a:lnTo>
                    <a:pt x="89" y="754"/>
                  </a:lnTo>
                  <a:lnTo>
                    <a:pt x="55" y="876"/>
                  </a:lnTo>
                  <a:lnTo>
                    <a:pt x="22" y="987"/>
                  </a:lnTo>
                  <a:lnTo>
                    <a:pt x="0" y="1109"/>
                  </a:lnTo>
                  <a:lnTo>
                    <a:pt x="0" y="1242"/>
                  </a:lnTo>
                  <a:lnTo>
                    <a:pt x="0" y="1364"/>
                  </a:lnTo>
                  <a:lnTo>
                    <a:pt x="22" y="1486"/>
                  </a:lnTo>
                  <a:lnTo>
                    <a:pt x="55" y="1608"/>
                  </a:lnTo>
                  <a:lnTo>
                    <a:pt x="89" y="1719"/>
                  </a:lnTo>
                  <a:lnTo>
                    <a:pt x="144" y="1830"/>
                  </a:lnTo>
                  <a:lnTo>
                    <a:pt x="211" y="1929"/>
                  </a:lnTo>
                  <a:lnTo>
                    <a:pt x="277" y="2029"/>
                  </a:lnTo>
                  <a:lnTo>
                    <a:pt x="355" y="2118"/>
                  </a:lnTo>
                  <a:lnTo>
                    <a:pt x="444" y="2195"/>
                  </a:lnTo>
                  <a:lnTo>
                    <a:pt x="543" y="2262"/>
                  </a:lnTo>
                  <a:lnTo>
                    <a:pt x="643" y="2328"/>
                  </a:lnTo>
                  <a:lnTo>
                    <a:pt x="754" y="2384"/>
                  </a:lnTo>
                  <a:lnTo>
                    <a:pt x="865" y="2417"/>
                  </a:lnTo>
                  <a:lnTo>
                    <a:pt x="987" y="2450"/>
                  </a:lnTo>
                  <a:lnTo>
                    <a:pt x="1109" y="2473"/>
                  </a:lnTo>
                  <a:lnTo>
                    <a:pt x="26054" y="2473"/>
                  </a:lnTo>
                  <a:lnTo>
                    <a:pt x="26176" y="2450"/>
                  </a:lnTo>
                  <a:lnTo>
                    <a:pt x="26298" y="2417"/>
                  </a:lnTo>
                  <a:lnTo>
                    <a:pt x="26409" y="2384"/>
                  </a:lnTo>
                  <a:lnTo>
                    <a:pt x="26519" y="2328"/>
                  </a:lnTo>
                  <a:lnTo>
                    <a:pt x="26619" y="2262"/>
                  </a:lnTo>
                  <a:lnTo>
                    <a:pt x="26708" y="2195"/>
                  </a:lnTo>
                  <a:lnTo>
                    <a:pt x="26797" y="2118"/>
                  </a:lnTo>
                  <a:lnTo>
                    <a:pt x="26885" y="2029"/>
                  </a:lnTo>
                  <a:lnTo>
                    <a:pt x="26952" y="1929"/>
                  </a:lnTo>
                  <a:lnTo>
                    <a:pt x="27018" y="1830"/>
                  </a:lnTo>
                  <a:lnTo>
                    <a:pt x="27063" y="1719"/>
                  </a:lnTo>
                  <a:lnTo>
                    <a:pt x="27107" y="1608"/>
                  </a:lnTo>
                  <a:lnTo>
                    <a:pt x="27140" y="1486"/>
                  </a:lnTo>
                  <a:lnTo>
                    <a:pt x="27151" y="1364"/>
                  </a:lnTo>
                  <a:lnTo>
                    <a:pt x="27162" y="1242"/>
                  </a:lnTo>
                  <a:lnTo>
                    <a:pt x="27151" y="1109"/>
                  </a:lnTo>
                  <a:lnTo>
                    <a:pt x="27140" y="987"/>
                  </a:lnTo>
                  <a:lnTo>
                    <a:pt x="27107" y="876"/>
                  </a:lnTo>
                  <a:lnTo>
                    <a:pt x="27063" y="754"/>
                  </a:lnTo>
                  <a:lnTo>
                    <a:pt x="27018" y="654"/>
                  </a:lnTo>
                  <a:lnTo>
                    <a:pt x="26952" y="543"/>
                  </a:lnTo>
                  <a:lnTo>
                    <a:pt x="26885" y="455"/>
                  </a:lnTo>
                  <a:lnTo>
                    <a:pt x="26797" y="366"/>
                  </a:lnTo>
                  <a:lnTo>
                    <a:pt x="26708" y="289"/>
                  </a:lnTo>
                  <a:lnTo>
                    <a:pt x="26619" y="211"/>
                  </a:lnTo>
                  <a:lnTo>
                    <a:pt x="26519" y="155"/>
                  </a:lnTo>
                  <a:lnTo>
                    <a:pt x="26409" y="100"/>
                  </a:lnTo>
                  <a:lnTo>
                    <a:pt x="26298" y="56"/>
                  </a:lnTo>
                  <a:lnTo>
                    <a:pt x="26176" y="22"/>
                  </a:lnTo>
                  <a:lnTo>
                    <a:pt x="26054" y="11"/>
                  </a:lnTo>
                  <a:lnTo>
                    <a:pt x="259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566;p20">
              <a:extLst>
                <a:ext uri="{FF2B5EF4-FFF2-40B4-BE49-F238E27FC236}">
                  <a16:creationId xmlns:a16="http://schemas.microsoft.com/office/drawing/2014/main" id="{8F3CB4DF-88C8-C337-619C-F1FF226BAAA9}"/>
                </a:ext>
              </a:extLst>
            </p:cNvPr>
            <p:cNvSpPr/>
            <p:nvPr/>
          </p:nvSpPr>
          <p:spPr>
            <a:xfrm>
              <a:off x="4248200" y="2889225"/>
              <a:ext cx="679075" cy="61825"/>
            </a:xfrm>
            <a:custGeom>
              <a:avLst/>
              <a:gdLst/>
              <a:ahLst/>
              <a:cxnLst/>
              <a:rect l="l" t="t" r="r" b="b"/>
              <a:pathLst>
                <a:path w="27163" h="2473" extrusionOk="0">
                  <a:moveTo>
                    <a:pt x="1231" y="0"/>
                  </a:moveTo>
                  <a:lnTo>
                    <a:pt x="1109" y="12"/>
                  </a:lnTo>
                  <a:lnTo>
                    <a:pt x="987" y="23"/>
                  </a:lnTo>
                  <a:lnTo>
                    <a:pt x="865" y="56"/>
                  </a:lnTo>
                  <a:lnTo>
                    <a:pt x="754" y="100"/>
                  </a:lnTo>
                  <a:lnTo>
                    <a:pt x="643" y="156"/>
                  </a:lnTo>
                  <a:lnTo>
                    <a:pt x="543" y="211"/>
                  </a:lnTo>
                  <a:lnTo>
                    <a:pt x="444" y="289"/>
                  </a:lnTo>
                  <a:lnTo>
                    <a:pt x="355" y="366"/>
                  </a:lnTo>
                  <a:lnTo>
                    <a:pt x="277" y="455"/>
                  </a:lnTo>
                  <a:lnTo>
                    <a:pt x="211" y="544"/>
                  </a:lnTo>
                  <a:lnTo>
                    <a:pt x="144" y="655"/>
                  </a:lnTo>
                  <a:lnTo>
                    <a:pt x="89" y="754"/>
                  </a:lnTo>
                  <a:lnTo>
                    <a:pt x="55" y="876"/>
                  </a:lnTo>
                  <a:lnTo>
                    <a:pt x="22" y="987"/>
                  </a:lnTo>
                  <a:lnTo>
                    <a:pt x="0" y="1109"/>
                  </a:lnTo>
                  <a:lnTo>
                    <a:pt x="0" y="1242"/>
                  </a:lnTo>
                  <a:lnTo>
                    <a:pt x="0" y="1364"/>
                  </a:lnTo>
                  <a:lnTo>
                    <a:pt x="22" y="1486"/>
                  </a:lnTo>
                  <a:lnTo>
                    <a:pt x="55" y="1608"/>
                  </a:lnTo>
                  <a:lnTo>
                    <a:pt x="89" y="1719"/>
                  </a:lnTo>
                  <a:lnTo>
                    <a:pt x="144" y="1830"/>
                  </a:lnTo>
                  <a:lnTo>
                    <a:pt x="211" y="1930"/>
                  </a:lnTo>
                  <a:lnTo>
                    <a:pt x="277" y="2029"/>
                  </a:lnTo>
                  <a:lnTo>
                    <a:pt x="355" y="2118"/>
                  </a:lnTo>
                  <a:lnTo>
                    <a:pt x="444" y="2196"/>
                  </a:lnTo>
                  <a:lnTo>
                    <a:pt x="543" y="2262"/>
                  </a:lnTo>
                  <a:lnTo>
                    <a:pt x="643" y="2329"/>
                  </a:lnTo>
                  <a:lnTo>
                    <a:pt x="754" y="2384"/>
                  </a:lnTo>
                  <a:lnTo>
                    <a:pt x="865" y="2417"/>
                  </a:lnTo>
                  <a:lnTo>
                    <a:pt x="987" y="2451"/>
                  </a:lnTo>
                  <a:lnTo>
                    <a:pt x="1109" y="2473"/>
                  </a:lnTo>
                  <a:lnTo>
                    <a:pt x="26054" y="2473"/>
                  </a:lnTo>
                  <a:lnTo>
                    <a:pt x="26176" y="2451"/>
                  </a:lnTo>
                  <a:lnTo>
                    <a:pt x="26298" y="2417"/>
                  </a:lnTo>
                  <a:lnTo>
                    <a:pt x="26409" y="2384"/>
                  </a:lnTo>
                  <a:lnTo>
                    <a:pt x="26519" y="2329"/>
                  </a:lnTo>
                  <a:lnTo>
                    <a:pt x="26619" y="2262"/>
                  </a:lnTo>
                  <a:lnTo>
                    <a:pt x="26708" y="2196"/>
                  </a:lnTo>
                  <a:lnTo>
                    <a:pt x="26797" y="2118"/>
                  </a:lnTo>
                  <a:lnTo>
                    <a:pt x="26885" y="2029"/>
                  </a:lnTo>
                  <a:lnTo>
                    <a:pt x="26952" y="1930"/>
                  </a:lnTo>
                  <a:lnTo>
                    <a:pt x="27018" y="1830"/>
                  </a:lnTo>
                  <a:lnTo>
                    <a:pt x="27063" y="1719"/>
                  </a:lnTo>
                  <a:lnTo>
                    <a:pt x="27107" y="1608"/>
                  </a:lnTo>
                  <a:lnTo>
                    <a:pt x="27140" y="1486"/>
                  </a:lnTo>
                  <a:lnTo>
                    <a:pt x="27151" y="1364"/>
                  </a:lnTo>
                  <a:lnTo>
                    <a:pt x="27162" y="1242"/>
                  </a:lnTo>
                  <a:lnTo>
                    <a:pt x="27151" y="1109"/>
                  </a:lnTo>
                  <a:lnTo>
                    <a:pt x="27140" y="987"/>
                  </a:lnTo>
                  <a:lnTo>
                    <a:pt x="27107" y="876"/>
                  </a:lnTo>
                  <a:lnTo>
                    <a:pt x="27063" y="754"/>
                  </a:lnTo>
                  <a:lnTo>
                    <a:pt x="27018" y="655"/>
                  </a:lnTo>
                  <a:lnTo>
                    <a:pt x="26952" y="544"/>
                  </a:lnTo>
                  <a:lnTo>
                    <a:pt x="26885" y="455"/>
                  </a:lnTo>
                  <a:lnTo>
                    <a:pt x="26797" y="366"/>
                  </a:lnTo>
                  <a:lnTo>
                    <a:pt x="26708" y="289"/>
                  </a:lnTo>
                  <a:lnTo>
                    <a:pt x="26619" y="211"/>
                  </a:lnTo>
                  <a:lnTo>
                    <a:pt x="26519" y="156"/>
                  </a:lnTo>
                  <a:lnTo>
                    <a:pt x="26409" y="100"/>
                  </a:lnTo>
                  <a:lnTo>
                    <a:pt x="26298" y="56"/>
                  </a:lnTo>
                  <a:lnTo>
                    <a:pt x="26176" y="23"/>
                  </a:lnTo>
                  <a:lnTo>
                    <a:pt x="26054" y="12"/>
                  </a:lnTo>
                  <a:lnTo>
                    <a:pt x="259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567;p20">
              <a:extLst>
                <a:ext uri="{FF2B5EF4-FFF2-40B4-BE49-F238E27FC236}">
                  <a16:creationId xmlns:a16="http://schemas.microsoft.com/office/drawing/2014/main" id="{36363AE8-08A9-6561-3D97-FF491DE03189}"/>
                </a:ext>
              </a:extLst>
            </p:cNvPr>
            <p:cNvSpPr/>
            <p:nvPr/>
          </p:nvSpPr>
          <p:spPr>
            <a:xfrm>
              <a:off x="4248200" y="3027250"/>
              <a:ext cx="305175" cy="61825"/>
            </a:xfrm>
            <a:custGeom>
              <a:avLst/>
              <a:gdLst/>
              <a:ahLst/>
              <a:cxnLst/>
              <a:rect l="l" t="t" r="r" b="b"/>
              <a:pathLst>
                <a:path w="12207" h="2473" extrusionOk="0">
                  <a:moveTo>
                    <a:pt x="1231" y="1"/>
                  </a:moveTo>
                  <a:lnTo>
                    <a:pt x="1109" y="12"/>
                  </a:lnTo>
                  <a:lnTo>
                    <a:pt x="987" y="23"/>
                  </a:lnTo>
                  <a:lnTo>
                    <a:pt x="865" y="56"/>
                  </a:lnTo>
                  <a:lnTo>
                    <a:pt x="754" y="100"/>
                  </a:lnTo>
                  <a:lnTo>
                    <a:pt x="643" y="156"/>
                  </a:lnTo>
                  <a:lnTo>
                    <a:pt x="543" y="211"/>
                  </a:lnTo>
                  <a:lnTo>
                    <a:pt x="444" y="289"/>
                  </a:lnTo>
                  <a:lnTo>
                    <a:pt x="355" y="366"/>
                  </a:lnTo>
                  <a:lnTo>
                    <a:pt x="277" y="455"/>
                  </a:lnTo>
                  <a:lnTo>
                    <a:pt x="211" y="544"/>
                  </a:lnTo>
                  <a:lnTo>
                    <a:pt x="144" y="655"/>
                  </a:lnTo>
                  <a:lnTo>
                    <a:pt x="89" y="755"/>
                  </a:lnTo>
                  <a:lnTo>
                    <a:pt x="55" y="876"/>
                  </a:lnTo>
                  <a:lnTo>
                    <a:pt x="22" y="987"/>
                  </a:lnTo>
                  <a:lnTo>
                    <a:pt x="0" y="1109"/>
                  </a:lnTo>
                  <a:lnTo>
                    <a:pt x="0" y="1242"/>
                  </a:lnTo>
                  <a:lnTo>
                    <a:pt x="0" y="1364"/>
                  </a:lnTo>
                  <a:lnTo>
                    <a:pt x="22" y="1486"/>
                  </a:lnTo>
                  <a:lnTo>
                    <a:pt x="55" y="1608"/>
                  </a:lnTo>
                  <a:lnTo>
                    <a:pt x="89" y="1719"/>
                  </a:lnTo>
                  <a:lnTo>
                    <a:pt x="144" y="1830"/>
                  </a:lnTo>
                  <a:lnTo>
                    <a:pt x="211" y="1930"/>
                  </a:lnTo>
                  <a:lnTo>
                    <a:pt x="277" y="2029"/>
                  </a:lnTo>
                  <a:lnTo>
                    <a:pt x="355" y="2118"/>
                  </a:lnTo>
                  <a:lnTo>
                    <a:pt x="444" y="2196"/>
                  </a:lnTo>
                  <a:lnTo>
                    <a:pt x="543" y="2262"/>
                  </a:lnTo>
                  <a:lnTo>
                    <a:pt x="643" y="2329"/>
                  </a:lnTo>
                  <a:lnTo>
                    <a:pt x="754" y="2384"/>
                  </a:lnTo>
                  <a:lnTo>
                    <a:pt x="865" y="2418"/>
                  </a:lnTo>
                  <a:lnTo>
                    <a:pt x="987" y="2451"/>
                  </a:lnTo>
                  <a:lnTo>
                    <a:pt x="1109" y="2473"/>
                  </a:lnTo>
                  <a:lnTo>
                    <a:pt x="11098" y="2473"/>
                  </a:lnTo>
                  <a:lnTo>
                    <a:pt x="11220" y="2451"/>
                  </a:lnTo>
                  <a:lnTo>
                    <a:pt x="11342" y="2418"/>
                  </a:lnTo>
                  <a:lnTo>
                    <a:pt x="11453" y="2384"/>
                  </a:lnTo>
                  <a:lnTo>
                    <a:pt x="11563" y="2329"/>
                  </a:lnTo>
                  <a:lnTo>
                    <a:pt x="11663" y="2262"/>
                  </a:lnTo>
                  <a:lnTo>
                    <a:pt x="11763" y="2196"/>
                  </a:lnTo>
                  <a:lnTo>
                    <a:pt x="11852" y="2118"/>
                  </a:lnTo>
                  <a:lnTo>
                    <a:pt x="11929" y="2029"/>
                  </a:lnTo>
                  <a:lnTo>
                    <a:pt x="11996" y="1930"/>
                  </a:lnTo>
                  <a:lnTo>
                    <a:pt x="12062" y="1830"/>
                  </a:lnTo>
                  <a:lnTo>
                    <a:pt x="12118" y="1719"/>
                  </a:lnTo>
                  <a:lnTo>
                    <a:pt x="12151" y="1608"/>
                  </a:lnTo>
                  <a:lnTo>
                    <a:pt x="12184" y="1486"/>
                  </a:lnTo>
                  <a:lnTo>
                    <a:pt x="12207" y="1364"/>
                  </a:lnTo>
                  <a:lnTo>
                    <a:pt x="12207" y="1242"/>
                  </a:lnTo>
                  <a:lnTo>
                    <a:pt x="12207" y="1109"/>
                  </a:lnTo>
                  <a:lnTo>
                    <a:pt x="12184" y="987"/>
                  </a:lnTo>
                  <a:lnTo>
                    <a:pt x="12151" y="876"/>
                  </a:lnTo>
                  <a:lnTo>
                    <a:pt x="12118" y="755"/>
                  </a:lnTo>
                  <a:lnTo>
                    <a:pt x="12062" y="655"/>
                  </a:lnTo>
                  <a:lnTo>
                    <a:pt x="11996" y="544"/>
                  </a:lnTo>
                  <a:lnTo>
                    <a:pt x="11929" y="455"/>
                  </a:lnTo>
                  <a:lnTo>
                    <a:pt x="11852" y="366"/>
                  </a:lnTo>
                  <a:lnTo>
                    <a:pt x="11763" y="289"/>
                  </a:lnTo>
                  <a:lnTo>
                    <a:pt x="11663" y="211"/>
                  </a:lnTo>
                  <a:lnTo>
                    <a:pt x="11563" y="156"/>
                  </a:lnTo>
                  <a:lnTo>
                    <a:pt x="11453" y="100"/>
                  </a:lnTo>
                  <a:lnTo>
                    <a:pt x="11342" y="56"/>
                  </a:lnTo>
                  <a:lnTo>
                    <a:pt x="11220" y="23"/>
                  </a:lnTo>
                  <a:lnTo>
                    <a:pt x="11098" y="12"/>
                  </a:lnTo>
                  <a:lnTo>
                    <a:pt x="109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568;p20">
              <a:extLst>
                <a:ext uri="{FF2B5EF4-FFF2-40B4-BE49-F238E27FC236}">
                  <a16:creationId xmlns:a16="http://schemas.microsoft.com/office/drawing/2014/main" id="{B0BB2074-BCEE-5137-DC1C-3264566D8F7A}"/>
                </a:ext>
              </a:extLst>
            </p:cNvPr>
            <p:cNvSpPr/>
            <p:nvPr/>
          </p:nvSpPr>
          <p:spPr>
            <a:xfrm>
              <a:off x="3992925" y="911075"/>
              <a:ext cx="481175" cy="480900"/>
            </a:xfrm>
            <a:custGeom>
              <a:avLst/>
              <a:gdLst/>
              <a:ahLst/>
              <a:cxnLst/>
              <a:rect l="l" t="t" r="r" b="b"/>
              <a:pathLst>
                <a:path w="19247" h="19236" extrusionOk="0">
                  <a:moveTo>
                    <a:pt x="9623" y="1"/>
                  </a:moveTo>
                  <a:lnTo>
                    <a:pt x="9125" y="12"/>
                  </a:lnTo>
                  <a:lnTo>
                    <a:pt x="8637" y="45"/>
                  </a:lnTo>
                  <a:lnTo>
                    <a:pt x="8160" y="111"/>
                  </a:lnTo>
                  <a:lnTo>
                    <a:pt x="7683" y="189"/>
                  </a:lnTo>
                  <a:lnTo>
                    <a:pt x="7218" y="300"/>
                  </a:lnTo>
                  <a:lnTo>
                    <a:pt x="6763" y="433"/>
                  </a:lnTo>
                  <a:lnTo>
                    <a:pt x="6320" y="577"/>
                  </a:lnTo>
                  <a:lnTo>
                    <a:pt x="5876" y="754"/>
                  </a:lnTo>
                  <a:lnTo>
                    <a:pt x="5455" y="943"/>
                  </a:lnTo>
                  <a:lnTo>
                    <a:pt x="5034" y="1154"/>
                  </a:lnTo>
                  <a:lnTo>
                    <a:pt x="4634" y="1386"/>
                  </a:lnTo>
                  <a:lnTo>
                    <a:pt x="4246" y="1641"/>
                  </a:lnTo>
                  <a:lnTo>
                    <a:pt x="3869" y="1907"/>
                  </a:lnTo>
                  <a:lnTo>
                    <a:pt x="3504" y="2196"/>
                  </a:lnTo>
                  <a:lnTo>
                    <a:pt x="3160" y="2495"/>
                  </a:lnTo>
                  <a:lnTo>
                    <a:pt x="2816" y="2817"/>
                  </a:lnTo>
                  <a:lnTo>
                    <a:pt x="2506" y="3149"/>
                  </a:lnTo>
                  <a:lnTo>
                    <a:pt x="2195" y="3493"/>
                  </a:lnTo>
                  <a:lnTo>
                    <a:pt x="1918" y="3859"/>
                  </a:lnTo>
                  <a:lnTo>
                    <a:pt x="1652" y="4236"/>
                  </a:lnTo>
                  <a:lnTo>
                    <a:pt x="1397" y="4624"/>
                  </a:lnTo>
                  <a:lnTo>
                    <a:pt x="1164" y="5034"/>
                  </a:lnTo>
                  <a:lnTo>
                    <a:pt x="954" y="5444"/>
                  </a:lnTo>
                  <a:lnTo>
                    <a:pt x="765" y="5877"/>
                  </a:lnTo>
                  <a:lnTo>
                    <a:pt x="588" y="6309"/>
                  </a:lnTo>
                  <a:lnTo>
                    <a:pt x="433" y="6752"/>
                  </a:lnTo>
                  <a:lnTo>
                    <a:pt x="311" y="7207"/>
                  </a:lnTo>
                  <a:lnTo>
                    <a:pt x="200" y="7673"/>
                  </a:lnTo>
                  <a:lnTo>
                    <a:pt x="111" y="8149"/>
                  </a:lnTo>
                  <a:lnTo>
                    <a:pt x="56" y="8637"/>
                  </a:lnTo>
                  <a:lnTo>
                    <a:pt x="22" y="9125"/>
                  </a:lnTo>
                  <a:lnTo>
                    <a:pt x="0" y="9613"/>
                  </a:lnTo>
                  <a:lnTo>
                    <a:pt x="22" y="10112"/>
                  </a:lnTo>
                  <a:lnTo>
                    <a:pt x="56" y="10599"/>
                  </a:lnTo>
                  <a:lnTo>
                    <a:pt x="111" y="11076"/>
                  </a:lnTo>
                  <a:lnTo>
                    <a:pt x="200" y="11553"/>
                  </a:lnTo>
                  <a:lnTo>
                    <a:pt x="311" y="12019"/>
                  </a:lnTo>
                  <a:lnTo>
                    <a:pt x="433" y="12473"/>
                  </a:lnTo>
                  <a:lnTo>
                    <a:pt x="588" y="12928"/>
                  </a:lnTo>
                  <a:lnTo>
                    <a:pt x="765" y="13360"/>
                  </a:lnTo>
                  <a:lnTo>
                    <a:pt x="954" y="13781"/>
                  </a:lnTo>
                  <a:lnTo>
                    <a:pt x="1164" y="14203"/>
                  </a:lnTo>
                  <a:lnTo>
                    <a:pt x="1397" y="14602"/>
                  </a:lnTo>
                  <a:lnTo>
                    <a:pt x="1652" y="14990"/>
                  </a:lnTo>
                  <a:lnTo>
                    <a:pt x="1918" y="15367"/>
                  </a:lnTo>
                  <a:lnTo>
                    <a:pt x="2195" y="15733"/>
                  </a:lnTo>
                  <a:lnTo>
                    <a:pt x="2506" y="16087"/>
                  </a:lnTo>
                  <a:lnTo>
                    <a:pt x="2816" y="16420"/>
                  </a:lnTo>
                  <a:lnTo>
                    <a:pt x="3160" y="16730"/>
                  </a:lnTo>
                  <a:lnTo>
                    <a:pt x="3504" y="17041"/>
                  </a:lnTo>
                  <a:lnTo>
                    <a:pt x="3869" y="17329"/>
                  </a:lnTo>
                  <a:lnTo>
                    <a:pt x="4246" y="17595"/>
                  </a:lnTo>
                  <a:lnTo>
                    <a:pt x="4634" y="17839"/>
                  </a:lnTo>
                  <a:lnTo>
                    <a:pt x="5034" y="18072"/>
                  </a:lnTo>
                  <a:lnTo>
                    <a:pt x="5455" y="18283"/>
                  </a:lnTo>
                  <a:lnTo>
                    <a:pt x="5876" y="18482"/>
                  </a:lnTo>
                  <a:lnTo>
                    <a:pt x="6320" y="18648"/>
                  </a:lnTo>
                  <a:lnTo>
                    <a:pt x="6763" y="18804"/>
                  </a:lnTo>
                  <a:lnTo>
                    <a:pt x="7218" y="18937"/>
                  </a:lnTo>
                  <a:lnTo>
                    <a:pt x="7683" y="19036"/>
                  </a:lnTo>
                  <a:lnTo>
                    <a:pt x="8160" y="19125"/>
                  </a:lnTo>
                  <a:lnTo>
                    <a:pt x="8637" y="19181"/>
                  </a:lnTo>
                  <a:lnTo>
                    <a:pt x="9125" y="19225"/>
                  </a:lnTo>
                  <a:lnTo>
                    <a:pt x="9623" y="19236"/>
                  </a:lnTo>
                  <a:lnTo>
                    <a:pt x="10122" y="19225"/>
                  </a:lnTo>
                  <a:lnTo>
                    <a:pt x="10610" y="19181"/>
                  </a:lnTo>
                  <a:lnTo>
                    <a:pt x="11087" y="19125"/>
                  </a:lnTo>
                  <a:lnTo>
                    <a:pt x="11564" y="19036"/>
                  </a:lnTo>
                  <a:lnTo>
                    <a:pt x="12029" y="18937"/>
                  </a:lnTo>
                  <a:lnTo>
                    <a:pt x="12484" y="18804"/>
                  </a:lnTo>
                  <a:lnTo>
                    <a:pt x="12927" y="18648"/>
                  </a:lnTo>
                  <a:lnTo>
                    <a:pt x="13371" y="18482"/>
                  </a:lnTo>
                  <a:lnTo>
                    <a:pt x="13792" y="18283"/>
                  </a:lnTo>
                  <a:lnTo>
                    <a:pt x="14213" y="18072"/>
                  </a:lnTo>
                  <a:lnTo>
                    <a:pt x="14612" y="17839"/>
                  </a:lnTo>
                  <a:lnTo>
                    <a:pt x="15001" y="17595"/>
                  </a:lnTo>
                  <a:lnTo>
                    <a:pt x="15377" y="17329"/>
                  </a:lnTo>
                  <a:lnTo>
                    <a:pt x="15743" y="17041"/>
                  </a:lnTo>
                  <a:lnTo>
                    <a:pt x="16087" y="16730"/>
                  </a:lnTo>
                  <a:lnTo>
                    <a:pt x="16420" y="16420"/>
                  </a:lnTo>
                  <a:lnTo>
                    <a:pt x="16741" y="16087"/>
                  </a:lnTo>
                  <a:lnTo>
                    <a:pt x="17040" y="15733"/>
                  </a:lnTo>
                  <a:lnTo>
                    <a:pt x="17329" y="15367"/>
                  </a:lnTo>
                  <a:lnTo>
                    <a:pt x="17595" y="14990"/>
                  </a:lnTo>
                  <a:lnTo>
                    <a:pt x="17850" y="14602"/>
                  </a:lnTo>
                  <a:lnTo>
                    <a:pt x="18083" y="14203"/>
                  </a:lnTo>
                  <a:lnTo>
                    <a:pt x="18293" y="13781"/>
                  </a:lnTo>
                  <a:lnTo>
                    <a:pt x="18482" y="13360"/>
                  </a:lnTo>
                  <a:lnTo>
                    <a:pt x="18659" y="12928"/>
                  </a:lnTo>
                  <a:lnTo>
                    <a:pt x="18814" y="12473"/>
                  </a:lnTo>
                  <a:lnTo>
                    <a:pt x="18936" y="12019"/>
                  </a:lnTo>
                  <a:lnTo>
                    <a:pt x="19047" y="11553"/>
                  </a:lnTo>
                  <a:lnTo>
                    <a:pt x="19136" y="11076"/>
                  </a:lnTo>
                  <a:lnTo>
                    <a:pt x="19191" y="10599"/>
                  </a:lnTo>
                  <a:lnTo>
                    <a:pt x="19225" y="10112"/>
                  </a:lnTo>
                  <a:lnTo>
                    <a:pt x="19247" y="9613"/>
                  </a:lnTo>
                  <a:lnTo>
                    <a:pt x="19225" y="9125"/>
                  </a:lnTo>
                  <a:lnTo>
                    <a:pt x="19191" y="8637"/>
                  </a:lnTo>
                  <a:lnTo>
                    <a:pt x="19136" y="8149"/>
                  </a:lnTo>
                  <a:lnTo>
                    <a:pt x="19047" y="7673"/>
                  </a:lnTo>
                  <a:lnTo>
                    <a:pt x="18936" y="7207"/>
                  </a:lnTo>
                  <a:lnTo>
                    <a:pt x="18814" y="6752"/>
                  </a:lnTo>
                  <a:lnTo>
                    <a:pt x="18659" y="6309"/>
                  </a:lnTo>
                  <a:lnTo>
                    <a:pt x="18482" y="5877"/>
                  </a:lnTo>
                  <a:lnTo>
                    <a:pt x="18293" y="5444"/>
                  </a:lnTo>
                  <a:lnTo>
                    <a:pt x="18083" y="5034"/>
                  </a:lnTo>
                  <a:lnTo>
                    <a:pt x="17850" y="4624"/>
                  </a:lnTo>
                  <a:lnTo>
                    <a:pt x="17595" y="4236"/>
                  </a:lnTo>
                  <a:lnTo>
                    <a:pt x="17329" y="3859"/>
                  </a:lnTo>
                  <a:lnTo>
                    <a:pt x="17040" y="3493"/>
                  </a:lnTo>
                  <a:lnTo>
                    <a:pt x="16741" y="3149"/>
                  </a:lnTo>
                  <a:lnTo>
                    <a:pt x="16420" y="2817"/>
                  </a:lnTo>
                  <a:lnTo>
                    <a:pt x="16087" y="2495"/>
                  </a:lnTo>
                  <a:lnTo>
                    <a:pt x="15743" y="2196"/>
                  </a:lnTo>
                  <a:lnTo>
                    <a:pt x="15377" y="1907"/>
                  </a:lnTo>
                  <a:lnTo>
                    <a:pt x="15001" y="1641"/>
                  </a:lnTo>
                  <a:lnTo>
                    <a:pt x="14612" y="1386"/>
                  </a:lnTo>
                  <a:lnTo>
                    <a:pt x="14213" y="1154"/>
                  </a:lnTo>
                  <a:lnTo>
                    <a:pt x="13792" y="943"/>
                  </a:lnTo>
                  <a:lnTo>
                    <a:pt x="13371" y="754"/>
                  </a:lnTo>
                  <a:lnTo>
                    <a:pt x="12927" y="577"/>
                  </a:lnTo>
                  <a:lnTo>
                    <a:pt x="12484" y="433"/>
                  </a:lnTo>
                  <a:lnTo>
                    <a:pt x="12029" y="300"/>
                  </a:lnTo>
                  <a:lnTo>
                    <a:pt x="11564" y="189"/>
                  </a:lnTo>
                  <a:lnTo>
                    <a:pt x="11087" y="111"/>
                  </a:lnTo>
                  <a:lnTo>
                    <a:pt x="10610" y="45"/>
                  </a:lnTo>
                  <a:lnTo>
                    <a:pt x="10122" y="12"/>
                  </a:lnTo>
                  <a:lnTo>
                    <a:pt x="96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569;p20">
              <a:extLst>
                <a:ext uri="{FF2B5EF4-FFF2-40B4-BE49-F238E27FC236}">
                  <a16:creationId xmlns:a16="http://schemas.microsoft.com/office/drawing/2014/main" id="{E7279B92-CF14-7DF7-1941-1CE3A0143904}"/>
                </a:ext>
              </a:extLst>
            </p:cNvPr>
            <p:cNvSpPr/>
            <p:nvPr/>
          </p:nvSpPr>
          <p:spPr>
            <a:xfrm>
              <a:off x="4169750" y="1023875"/>
              <a:ext cx="192650" cy="255300"/>
            </a:xfrm>
            <a:custGeom>
              <a:avLst/>
              <a:gdLst/>
              <a:ahLst/>
              <a:cxnLst/>
              <a:rect l="l" t="t" r="r" b="b"/>
              <a:pathLst>
                <a:path w="7706" h="10212" extrusionOk="0">
                  <a:moveTo>
                    <a:pt x="1" y="1"/>
                  </a:moveTo>
                  <a:lnTo>
                    <a:pt x="1" y="10212"/>
                  </a:lnTo>
                  <a:lnTo>
                    <a:pt x="7706" y="5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570;p20">
              <a:extLst>
                <a:ext uri="{FF2B5EF4-FFF2-40B4-BE49-F238E27FC236}">
                  <a16:creationId xmlns:a16="http://schemas.microsoft.com/office/drawing/2014/main" id="{9AA9A58E-5239-7196-C031-A2DC5C606479}"/>
                </a:ext>
              </a:extLst>
            </p:cNvPr>
            <p:cNvSpPr/>
            <p:nvPr/>
          </p:nvSpPr>
          <p:spPr>
            <a:xfrm>
              <a:off x="3617075" y="2803025"/>
              <a:ext cx="307675" cy="307675"/>
            </a:xfrm>
            <a:custGeom>
              <a:avLst/>
              <a:gdLst/>
              <a:ahLst/>
              <a:cxnLst/>
              <a:rect l="l" t="t" r="r" b="b"/>
              <a:pathLst>
                <a:path w="12307" h="12307" extrusionOk="0">
                  <a:moveTo>
                    <a:pt x="6154" y="0"/>
                  </a:moveTo>
                  <a:lnTo>
                    <a:pt x="5832" y="12"/>
                  </a:lnTo>
                  <a:lnTo>
                    <a:pt x="5522" y="34"/>
                  </a:lnTo>
                  <a:lnTo>
                    <a:pt x="5211" y="78"/>
                  </a:lnTo>
                  <a:lnTo>
                    <a:pt x="4912" y="122"/>
                  </a:lnTo>
                  <a:lnTo>
                    <a:pt x="4613" y="200"/>
                  </a:lnTo>
                  <a:lnTo>
                    <a:pt x="4324" y="278"/>
                  </a:lnTo>
                  <a:lnTo>
                    <a:pt x="4036" y="377"/>
                  </a:lnTo>
                  <a:lnTo>
                    <a:pt x="3759" y="488"/>
                  </a:lnTo>
                  <a:lnTo>
                    <a:pt x="3482" y="610"/>
                  </a:lnTo>
                  <a:lnTo>
                    <a:pt x="3216" y="743"/>
                  </a:lnTo>
                  <a:lnTo>
                    <a:pt x="2961" y="898"/>
                  </a:lnTo>
                  <a:lnTo>
                    <a:pt x="2717" y="1054"/>
                  </a:lnTo>
                  <a:lnTo>
                    <a:pt x="2473" y="1220"/>
                  </a:lnTo>
                  <a:lnTo>
                    <a:pt x="2240" y="1408"/>
                  </a:lnTo>
                  <a:lnTo>
                    <a:pt x="2018" y="1597"/>
                  </a:lnTo>
                  <a:lnTo>
                    <a:pt x="1808" y="1808"/>
                  </a:lnTo>
                  <a:lnTo>
                    <a:pt x="1597" y="2018"/>
                  </a:lnTo>
                  <a:lnTo>
                    <a:pt x="1409" y="2240"/>
                  </a:lnTo>
                  <a:lnTo>
                    <a:pt x="1220" y="2473"/>
                  </a:lnTo>
                  <a:lnTo>
                    <a:pt x="1054" y="2717"/>
                  </a:lnTo>
                  <a:lnTo>
                    <a:pt x="888" y="2961"/>
                  </a:lnTo>
                  <a:lnTo>
                    <a:pt x="743" y="3227"/>
                  </a:lnTo>
                  <a:lnTo>
                    <a:pt x="610" y="3493"/>
                  </a:lnTo>
                  <a:lnTo>
                    <a:pt x="488" y="3759"/>
                  </a:lnTo>
                  <a:lnTo>
                    <a:pt x="378" y="4036"/>
                  </a:lnTo>
                  <a:lnTo>
                    <a:pt x="278" y="4324"/>
                  </a:lnTo>
                  <a:lnTo>
                    <a:pt x="189" y="4613"/>
                  </a:lnTo>
                  <a:lnTo>
                    <a:pt x="123" y="4912"/>
                  </a:lnTo>
                  <a:lnTo>
                    <a:pt x="67" y="5222"/>
                  </a:lnTo>
                  <a:lnTo>
                    <a:pt x="34" y="5522"/>
                  </a:lnTo>
                  <a:lnTo>
                    <a:pt x="12" y="5843"/>
                  </a:lnTo>
                  <a:lnTo>
                    <a:pt x="1" y="6154"/>
                  </a:lnTo>
                  <a:lnTo>
                    <a:pt x="12" y="6475"/>
                  </a:lnTo>
                  <a:lnTo>
                    <a:pt x="34" y="6786"/>
                  </a:lnTo>
                  <a:lnTo>
                    <a:pt x="67" y="7096"/>
                  </a:lnTo>
                  <a:lnTo>
                    <a:pt x="123" y="7395"/>
                  </a:lnTo>
                  <a:lnTo>
                    <a:pt x="189" y="7695"/>
                  </a:lnTo>
                  <a:lnTo>
                    <a:pt x="278" y="7983"/>
                  </a:lnTo>
                  <a:lnTo>
                    <a:pt x="378" y="8271"/>
                  </a:lnTo>
                  <a:lnTo>
                    <a:pt x="488" y="8548"/>
                  </a:lnTo>
                  <a:lnTo>
                    <a:pt x="610" y="8825"/>
                  </a:lnTo>
                  <a:lnTo>
                    <a:pt x="743" y="9092"/>
                  </a:lnTo>
                  <a:lnTo>
                    <a:pt x="888" y="9347"/>
                  </a:lnTo>
                  <a:lnTo>
                    <a:pt x="1054" y="9590"/>
                  </a:lnTo>
                  <a:lnTo>
                    <a:pt x="1220" y="9834"/>
                  </a:lnTo>
                  <a:lnTo>
                    <a:pt x="1409" y="10067"/>
                  </a:lnTo>
                  <a:lnTo>
                    <a:pt x="1597" y="10289"/>
                  </a:lnTo>
                  <a:lnTo>
                    <a:pt x="1808" y="10500"/>
                  </a:lnTo>
                  <a:lnTo>
                    <a:pt x="2018" y="10710"/>
                  </a:lnTo>
                  <a:lnTo>
                    <a:pt x="2240" y="10899"/>
                  </a:lnTo>
                  <a:lnTo>
                    <a:pt x="2473" y="11087"/>
                  </a:lnTo>
                  <a:lnTo>
                    <a:pt x="2717" y="11253"/>
                  </a:lnTo>
                  <a:lnTo>
                    <a:pt x="2961" y="11420"/>
                  </a:lnTo>
                  <a:lnTo>
                    <a:pt x="3216" y="11564"/>
                  </a:lnTo>
                  <a:lnTo>
                    <a:pt x="3482" y="11697"/>
                  </a:lnTo>
                  <a:lnTo>
                    <a:pt x="3759" y="11819"/>
                  </a:lnTo>
                  <a:lnTo>
                    <a:pt x="4036" y="11930"/>
                  </a:lnTo>
                  <a:lnTo>
                    <a:pt x="4324" y="12030"/>
                  </a:lnTo>
                  <a:lnTo>
                    <a:pt x="4613" y="12107"/>
                  </a:lnTo>
                  <a:lnTo>
                    <a:pt x="4912" y="12185"/>
                  </a:lnTo>
                  <a:lnTo>
                    <a:pt x="5211" y="12240"/>
                  </a:lnTo>
                  <a:lnTo>
                    <a:pt x="5522" y="12273"/>
                  </a:lnTo>
                  <a:lnTo>
                    <a:pt x="5832" y="12296"/>
                  </a:lnTo>
                  <a:lnTo>
                    <a:pt x="6154" y="12307"/>
                  </a:lnTo>
                  <a:lnTo>
                    <a:pt x="6464" y="12296"/>
                  </a:lnTo>
                  <a:lnTo>
                    <a:pt x="6786" y="12273"/>
                  </a:lnTo>
                  <a:lnTo>
                    <a:pt x="7085" y="12240"/>
                  </a:lnTo>
                  <a:lnTo>
                    <a:pt x="7395" y="12185"/>
                  </a:lnTo>
                  <a:lnTo>
                    <a:pt x="7695" y="12107"/>
                  </a:lnTo>
                  <a:lnTo>
                    <a:pt x="7983" y="12030"/>
                  </a:lnTo>
                  <a:lnTo>
                    <a:pt x="8271" y="11930"/>
                  </a:lnTo>
                  <a:lnTo>
                    <a:pt x="8549" y="11819"/>
                  </a:lnTo>
                  <a:lnTo>
                    <a:pt x="8815" y="11697"/>
                  </a:lnTo>
                  <a:lnTo>
                    <a:pt x="9081" y="11564"/>
                  </a:lnTo>
                  <a:lnTo>
                    <a:pt x="9347" y="11420"/>
                  </a:lnTo>
                  <a:lnTo>
                    <a:pt x="9591" y="11253"/>
                  </a:lnTo>
                  <a:lnTo>
                    <a:pt x="9835" y="11087"/>
                  </a:lnTo>
                  <a:lnTo>
                    <a:pt x="10067" y="10899"/>
                  </a:lnTo>
                  <a:lnTo>
                    <a:pt x="10289" y="10710"/>
                  </a:lnTo>
                  <a:lnTo>
                    <a:pt x="10500" y="10500"/>
                  </a:lnTo>
                  <a:lnTo>
                    <a:pt x="10710" y="10289"/>
                  </a:lnTo>
                  <a:lnTo>
                    <a:pt x="10899" y="10067"/>
                  </a:lnTo>
                  <a:lnTo>
                    <a:pt x="11087" y="9834"/>
                  </a:lnTo>
                  <a:lnTo>
                    <a:pt x="11254" y="9590"/>
                  </a:lnTo>
                  <a:lnTo>
                    <a:pt x="11409" y="9347"/>
                  </a:lnTo>
                  <a:lnTo>
                    <a:pt x="11564" y="9092"/>
                  </a:lnTo>
                  <a:lnTo>
                    <a:pt x="11697" y="8825"/>
                  </a:lnTo>
                  <a:lnTo>
                    <a:pt x="11819" y="8548"/>
                  </a:lnTo>
                  <a:lnTo>
                    <a:pt x="11930" y="8271"/>
                  </a:lnTo>
                  <a:lnTo>
                    <a:pt x="12030" y="7983"/>
                  </a:lnTo>
                  <a:lnTo>
                    <a:pt x="12107" y="7695"/>
                  </a:lnTo>
                  <a:lnTo>
                    <a:pt x="12185" y="7395"/>
                  </a:lnTo>
                  <a:lnTo>
                    <a:pt x="12229" y="7096"/>
                  </a:lnTo>
                  <a:lnTo>
                    <a:pt x="12274" y="6786"/>
                  </a:lnTo>
                  <a:lnTo>
                    <a:pt x="12296" y="6475"/>
                  </a:lnTo>
                  <a:lnTo>
                    <a:pt x="12307" y="6154"/>
                  </a:lnTo>
                  <a:lnTo>
                    <a:pt x="12296" y="5843"/>
                  </a:lnTo>
                  <a:lnTo>
                    <a:pt x="12274" y="5522"/>
                  </a:lnTo>
                  <a:lnTo>
                    <a:pt x="12229" y="5222"/>
                  </a:lnTo>
                  <a:lnTo>
                    <a:pt x="12185" y="4912"/>
                  </a:lnTo>
                  <a:lnTo>
                    <a:pt x="12107" y="4613"/>
                  </a:lnTo>
                  <a:lnTo>
                    <a:pt x="12030" y="4324"/>
                  </a:lnTo>
                  <a:lnTo>
                    <a:pt x="11930" y="4036"/>
                  </a:lnTo>
                  <a:lnTo>
                    <a:pt x="11819" y="3759"/>
                  </a:lnTo>
                  <a:lnTo>
                    <a:pt x="11697" y="3493"/>
                  </a:lnTo>
                  <a:lnTo>
                    <a:pt x="11564" y="3227"/>
                  </a:lnTo>
                  <a:lnTo>
                    <a:pt x="11409" y="2961"/>
                  </a:lnTo>
                  <a:lnTo>
                    <a:pt x="11254" y="2717"/>
                  </a:lnTo>
                  <a:lnTo>
                    <a:pt x="11087" y="2473"/>
                  </a:lnTo>
                  <a:lnTo>
                    <a:pt x="10899" y="2240"/>
                  </a:lnTo>
                  <a:lnTo>
                    <a:pt x="10710" y="2018"/>
                  </a:lnTo>
                  <a:lnTo>
                    <a:pt x="10500" y="1808"/>
                  </a:lnTo>
                  <a:lnTo>
                    <a:pt x="10289" y="1597"/>
                  </a:lnTo>
                  <a:lnTo>
                    <a:pt x="10067" y="1408"/>
                  </a:lnTo>
                  <a:lnTo>
                    <a:pt x="9835" y="1220"/>
                  </a:lnTo>
                  <a:lnTo>
                    <a:pt x="9591" y="1054"/>
                  </a:lnTo>
                  <a:lnTo>
                    <a:pt x="9347" y="898"/>
                  </a:lnTo>
                  <a:lnTo>
                    <a:pt x="9081" y="743"/>
                  </a:lnTo>
                  <a:lnTo>
                    <a:pt x="8815" y="610"/>
                  </a:lnTo>
                  <a:lnTo>
                    <a:pt x="8549" y="488"/>
                  </a:lnTo>
                  <a:lnTo>
                    <a:pt x="8271" y="377"/>
                  </a:lnTo>
                  <a:lnTo>
                    <a:pt x="7983" y="278"/>
                  </a:lnTo>
                  <a:lnTo>
                    <a:pt x="7695" y="200"/>
                  </a:lnTo>
                  <a:lnTo>
                    <a:pt x="7395" y="122"/>
                  </a:lnTo>
                  <a:lnTo>
                    <a:pt x="7085" y="78"/>
                  </a:lnTo>
                  <a:lnTo>
                    <a:pt x="6786" y="34"/>
                  </a:lnTo>
                  <a:lnTo>
                    <a:pt x="6464" y="12"/>
                  </a:lnTo>
                  <a:lnTo>
                    <a:pt x="61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571;p20">
              <a:extLst>
                <a:ext uri="{FF2B5EF4-FFF2-40B4-BE49-F238E27FC236}">
                  <a16:creationId xmlns:a16="http://schemas.microsoft.com/office/drawing/2014/main" id="{1A7FA1BE-22F3-DB8B-BF63-F6AB2A54AC78}"/>
                </a:ext>
              </a:extLst>
            </p:cNvPr>
            <p:cNvSpPr/>
            <p:nvPr/>
          </p:nvSpPr>
          <p:spPr>
            <a:xfrm>
              <a:off x="3730175" y="2875375"/>
              <a:ext cx="123075" cy="163275"/>
            </a:xfrm>
            <a:custGeom>
              <a:avLst/>
              <a:gdLst/>
              <a:ahLst/>
              <a:cxnLst/>
              <a:rect l="l" t="t" r="r" b="b"/>
              <a:pathLst>
                <a:path w="4923" h="6531" extrusionOk="0">
                  <a:moveTo>
                    <a:pt x="0" y="0"/>
                  </a:moveTo>
                  <a:lnTo>
                    <a:pt x="0" y="6530"/>
                  </a:lnTo>
                  <a:lnTo>
                    <a:pt x="4923" y="3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572;p20">
              <a:extLst>
                <a:ext uri="{FF2B5EF4-FFF2-40B4-BE49-F238E27FC236}">
                  <a16:creationId xmlns:a16="http://schemas.microsoft.com/office/drawing/2014/main" id="{E50B7262-481C-CA4A-10C9-58D9B28C5418}"/>
                </a:ext>
              </a:extLst>
            </p:cNvPr>
            <p:cNvSpPr/>
            <p:nvPr/>
          </p:nvSpPr>
          <p:spPr>
            <a:xfrm>
              <a:off x="3253725" y="1827675"/>
              <a:ext cx="1683250" cy="312675"/>
            </a:xfrm>
            <a:custGeom>
              <a:avLst/>
              <a:gdLst/>
              <a:ahLst/>
              <a:cxnLst/>
              <a:rect l="l" t="t" r="r" b="b"/>
              <a:pathLst>
                <a:path w="67330" h="12507" extrusionOk="0">
                  <a:moveTo>
                    <a:pt x="0" y="0"/>
                  </a:moveTo>
                  <a:lnTo>
                    <a:pt x="0" y="12506"/>
                  </a:lnTo>
                  <a:lnTo>
                    <a:pt x="67329" y="12506"/>
                  </a:lnTo>
                  <a:lnTo>
                    <a:pt x="673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573;p20">
              <a:extLst>
                <a:ext uri="{FF2B5EF4-FFF2-40B4-BE49-F238E27FC236}">
                  <a16:creationId xmlns:a16="http://schemas.microsoft.com/office/drawing/2014/main" id="{1C8C1FAC-34A2-26DC-F086-08A7737B879F}"/>
                </a:ext>
              </a:extLst>
            </p:cNvPr>
            <p:cNvSpPr/>
            <p:nvPr/>
          </p:nvSpPr>
          <p:spPr>
            <a:xfrm>
              <a:off x="3624275" y="1952950"/>
              <a:ext cx="1090975" cy="86775"/>
            </a:xfrm>
            <a:custGeom>
              <a:avLst/>
              <a:gdLst/>
              <a:ahLst/>
              <a:cxnLst/>
              <a:rect l="l" t="t" r="r" b="b"/>
              <a:pathLst>
                <a:path w="43639" h="3471" extrusionOk="0">
                  <a:moveTo>
                    <a:pt x="1730" y="1"/>
                  </a:moveTo>
                  <a:lnTo>
                    <a:pt x="1553" y="12"/>
                  </a:lnTo>
                  <a:lnTo>
                    <a:pt x="1376" y="45"/>
                  </a:lnTo>
                  <a:lnTo>
                    <a:pt x="1209" y="78"/>
                  </a:lnTo>
                  <a:lnTo>
                    <a:pt x="1054" y="145"/>
                  </a:lnTo>
                  <a:lnTo>
                    <a:pt x="899" y="211"/>
                  </a:lnTo>
                  <a:lnTo>
                    <a:pt x="766" y="300"/>
                  </a:lnTo>
                  <a:lnTo>
                    <a:pt x="633" y="400"/>
                  </a:lnTo>
                  <a:lnTo>
                    <a:pt x="500" y="510"/>
                  </a:lnTo>
                  <a:lnTo>
                    <a:pt x="389" y="632"/>
                  </a:lnTo>
                  <a:lnTo>
                    <a:pt x="289" y="765"/>
                  </a:lnTo>
                  <a:lnTo>
                    <a:pt x="212" y="910"/>
                  </a:lnTo>
                  <a:lnTo>
                    <a:pt x="134" y="1065"/>
                  </a:lnTo>
                  <a:lnTo>
                    <a:pt x="79" y="1220"/>
                  </a:lnTo>
                  <a:lnTo>
                    <a:pt x="34" y="1386"/>
                  </a:lnTo>
                  <a:lnTo>
                    <a:pt x="12" y="1564"/>
                  </a:lnTo>
                  <a:lnTo>
                    <a:pt x="1" y="1741"/>
                  </a:lnTo>
                  <a:lnTo>
                    <a:pt x="12" y="1907"/>
                  </a:lnTo>
                  <a:lnTo>
                    <a:pt x="34" y="2085"/>
                  </a:lnTo>
                  <a:lnTo>
                    <a:pt x="79" y="2251"/>
                  </a:lnTo>
                  <a:lnTo>
                    <a:pt x="134" y="2406"/>
                  </a:lnTo>
                  <a:lnTo>
                    <a:pt x="212" y="2562"/>
                  </a:lnTo>
                  <a:lnTo>
                    <a:pt x="289" y="2706"/>
                  </a:lnTo>
                  <a:lnTo>
                    <a:pt x="389" y="2839"/>
                  </a:lnTo>
                  <a:lnTo>
                    <a:pt x="500" y="2961"/>
                  </a:lnTo>
                  <a:lnTo>
                    <a:pt x="633" y="3072"/>
                  </a:lnTo>
                  <a:lnTo>
                    <a:pt x="766" y="3171"/>
                  </a:lnTo>
                  <a:lnTo>
                    <a:pt x="899" y="3260"/>
                  </a:lnTo>
                  <a:lnTo>
                    <a:pt x="1054" y="3327"/>
                  </a:lnTo>
                  <a:lnTo>
                    <a:pt x="1209" y="3393"/>
                  </a:lnTo>
                  <a:lnTo>
                    <a:pt x="1376" y="3426"/>
                  </a:lnTo>
                  <a:lnTo>
                    <a:pt x="1553" y="3460"/>
                  </a:lnTo>
                  <a:lnTo>
                    <a:pt x="1730" y="3471"/>
                  </a:lnTo>
                  <a:lnTo>
                    <a:pt x="41909" y="3471"/>
                  </a:lnTo>
                  <a:lnTo>
                    <a:pt x="42086" y="3460"/>
                  </a:lnTo>
                  <a:lnTo>
                    <a:pt x="42263" y="3426"/>
                  </a:lnTo>
                  <a:lnTo>
                    <a:pt x="42430" y="3393"/>
                  </a:lnTo>
                  <a:lnTo>
                    <a:pt x="42585" y="3327"/>
                  </a:lnTo>
                  <a:lnTo>
                    <a:pt x="42740" y="3260"/>
                  </a:lnTo>
                  <a:lnTo>
                    <a:pt x="42884" y="3171"/>
                  </a:lnTo>
                  <a:lnTo>
                    <a:pt x="43017" y="3072"/>
                  </a:lnTo>
                  <a:lnTo>
                    <a:pt x="43139" y="2961"/>
                  </a:lnTo>
                  <a:lnTo>
                    <a:pt x="43250" y="2839"/>
                  </a:lnTo>
                  <a:lnTo>
                    <a:pt x="43350" y="2706"/>
                  </a:lnTo>
                  <a:lnTo>
                    <a:pt x="43439" y="2562"/>
                  </a:lnTo>
                  <a:lnTo>
                    <a:pt x="43505" y="2406"/>
                  </a:lnTo>
                  <a:lnTo>
                    <a:pt x="43561" y="2251"/>
                  </a:lnTo>
                  <a:lnTo>
                    <a:pt x="43605" y="2085"/>
                  </a:lnTo>
                  <a:lnTo>
                    <a:pt x="43638" y="1907"/>
                  </a:lnTo>
                  <a:lnTo>
                    <a:pt x="43638" y="1741"/>
                  </a:lnTo>
                  <a:lnTo>
                    <a:pt x="43638" y="1564"/>
                  </a:lnTo>
                  <a:lnTo>
                    <a:pt x="43605" y="1386"/>
                  </a:lnTo>
                  <a:lnTo>
                    <a:pt x="43561" y="1220"/>
                  </a:lnTo>
                  <a:lnTo>
                    <a:pt x="43505" y="1065"/>
                  </a:lnTo>
                  <a:lnTo>
                    <a:pt x="43439" y="910"/>
                  </a:lnTo>
                  <a:lnTo>
                    <a:pt x="43350" y="765"/>
                  </a:lnTo>
                  <a:lnTo>
                    <a:pt x="43250" y="632"/>
                  </a:lnTo>
                  <a:lnTo>
                    <a:pt x="43139" y="510"/>
                  </a:lnTo>
                  <a:lnTo>
                    <a:pt x="43017" y="400"/>
                  </a:lnTo>
                  <a:lnTo>
                    <a:pt x="42884" y="300"/>
                  </a:lnTo>
                  <a:lnTo>
                    <a:pt x="42740" y="211"/>
                  </a:lnTo>
                  <a:lnTo>
                    <a:pt x="42585" y="145"/>
                  </a:lnTo>
                  <a:lnTo>
                    <a:pt x="42430" y="78"/>
                  </a:lnTo>
                  <a:lnTo>
                    <a:pt x="42263" y="45"/>
                  </a:lnTo>
                  <a:lnTo>
                    <a:pt x="42086" y="12"/>
                  </a:lnTo>
                  <a:lnTo>
                    <a:pt x="419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574;p20">
              <a:extLst>
                <a:ext uri="{FF2B5EF4-FFF2-40B4-BE49-F238E27FC236}">
                  <a16:creationId xmlns:a16="http://schemas.microsoft.com/office/drawing/2014/main" id="{9EB9764B-1355-7B8B-BF1E-E1684FB9196A}"/>
                </a:ext>
              </a:extLst>
            </p:cNvPr>
            <p:cNvSpPr/>
            <p:nvPr/>
          </p:nvSpPr>
          <p:spPr>
            <a:xfrm>
              <a:off x="3629275" y="2169975"/>
              <a:ext cx="1085975" cy="40500"/>
            </a:xfrm>
            <a:custGeom>
              <a:avLst/>
              <a:gdLst/>
              <a:ahLst/>
              <a:cxnLst/>
              <a:rect l="l" t="t" r="r" b="b"/>
              <a:pathLst>
                <a:path w="43439" h="1620" extrusionOk="0">
                  <a:moveTo>
                    <a:pt x="732" y="0"/>
                  </a:moveTo>
                  <a:lnTo>
                    <a:pt x="655" y="11"/>
                  </a:lnTo>
                  <a:lnTo>
                    <a:pt x="577" y="34"/>
                  </a:lnTo>
                  <a:lnTo>
                    <a:pt x="499" y="56"/>
                  </a:lnTo>
                  <a:lnTo>
                    <a:pt x="433" y="100"/>
                  </a:lnTo>
                  <a:lnTo>
                    <a:pt x="366" y="133"/>
                  </a:lnTo>
                  <a:lnTo>
                    <a:pt x="300" y="178"/>
                  </a:lnTo>
                  <a:lnTo>
                    <a:pt x="244" y="233"/>
                  </a:lnTo>
                  <a:lnTo>
                    <a:pt x="189" y="289"/>
                  </a:lnTo>
                  <a:lnTo>
                    <a:pt x="145" y="355"/>
                  </a:lnTo>
                  <a:lnTo>
                    <a:pt x="100" y="422"/>
                  </a:lnTo>
                  <a:lnTo>
                    <a:pt x="67" y="488"/>
                  </a:lnTo>
                  <a:lnTo>
                    <a:pt x="34" y="566"/>
                  </a:lnTo>
                  <a:lnTo>
                    <a:pt x="23" y="643"/>
                  </a:lnTo>
                  <a:lnTo>
                    <a:pt x="12" y="732"/>
                  </a:lnTo>
                  <a:lnTo>
                    <a:pt x="0" y="810"/>
                  </a:lnTo>
                  <a:lnTo>
                    <a:pt x="12" y="898"/>
                  </a:lnTo>
                  <a:lnTo>
                    <a:pt x="23" y="976"/>
                  </a:lnTo>
                  <a:lnTo>
                    <a:pt x="34" y="1054"/>
                  </a:lnTo>
                  <a:lnTo>
                    <a:pt x="67" y="1131"/>
                  </a:lnTo>
                  <a:lnTo>
                    <a:pt x="100" y="1198"/>
                  </a:lnTo>
                  <a:lnTo>
                    <a:pt x="145" y="1264"/>
                  </a:lnTo>
                  <a:lnTo>
                    <a:pt x="189" y="1331"/>
                  </a:lnTo>
                  <a:lnTo>
                    <a:pt x="244" y="1386"/>
                  </a:lnTo>
                  <a:lnTo>
                    <a:pt x="300" y="1442"/>
                  </a:lnTo>
                  <a:lnTo>
                    <a:pt x="366" y="1486"/>
                  </a:lnTo>
                  <a:lnTo>
                    <a:pt x="433" y="1530"/>
                  </a:lnTo>
                  <a:lnTo>
                    <a:pt x="499" y="1564"/>
                  </a:lnTo>
                  <a:lnTo>
                    <a:pt x="577" y="1586"/>
                  </a:lnTo>
                  <a:lnTo>
                    <a:pt x="655" y="1608"/>
                  </a:lnTo>
                  <a:lnTo>
                    <a:pt x="732" y="1619"/>
                  </a:lnTo>
                  <a:lnTo>
                    <a:pt x="42718" y="1619"/>
                  </a:lnTo>
                  <a:lnTo>
                    <a:pt x="42795" y="1608"/>
                  </a:lnTo>
                  <a:lnTo>
                    <a:pt x="42873" y="1586"/>
                  </a:lnTo>
                  <a:lnTo>
                    <a:pt x="42950" y="1564"/>
                  </a:lnTo>
                  <a:lnTo>
                    <a:pt x="43017" y="1530"/>
                  </a:lnTo>
                  <a:lnTo>
                    <a:pt x="43083" y="1486"/>
                  </a:lnTo>
                  <a:lnTo>
                    <a:pt x="43150" y="1442"/>
                  </a:lnTo>
                  <a:lnTo>
                    <a:pt x="43205" y="1386"/>
                  </a:lnTo>
                  <a:lnTo>
                    <a:pt x="43261" y="1331"/>
                  </a:lnTo>
                  <a:lnTo>
                    <a:pt x="43305" y="1264"/>
                  </a:lnTo>
                  <a:lnTo>
                    <a:pt x="43349" y="1198"/>
                  </a:lnTo>
                  <a:lnTo>
                    <a:pt x="43383" y="1131"/>
                  </a:lnTo>
                  <a:lnTo>
                    <a:pt x="43405" y="1054"/>
                  </a:lnTo>
                  <a:lnTo>
                    <a:pt x="43427" y="976"/>
                  </a:lnTo>
                  <a:lnTo>
                    <a:pt x="43438" y="898"/>
                  </a:lnTo>
                  <a:lnTo>
                    <a:pt x="43438" y="810"/>
                  </a:lnTo>
                  <a:lnTo>
                    <a:pt x="43438" y="732"/>
                  </a:lnTo>
                  <a:lnTo>
                    <a:pt x="43427" y="643"/>
                  </a:lnTo>
                  <a:lnTo>
                    <a:pt x="43405" y="566"/>
                  </a:lnTo>
                  <a:lnTo>
                    <a:pt x="43383" y="488"/>
                  </a:lnTo>
                  <a:lnTo>
                    <a:pt x="43349" y="422"/>
                  </a:lnTo>
                  <a:lnTo>
                    <a:pt x="43305" y="355"/>
                  </a:lnTo>
                  <a:lnTo>
                    <a:pt x="43261" y="289"/>
                  </a:lnTo>
                  <a:lnTo>
                    <a:pt x="43205" y="233"/>
                  </a:lnTo>
                  <a:lnTo>
                    <a:pt x="43150" y="178"/>
                  </a:lnTo>
                  <a:lnTo>
                    <a:pt x="43083" y="133"/>
                  </a:lnTo>
                  <a:lnTo>
                    <a:pt x="43017" y="100"/>
                  </a:lnTo>
                  <a:lnTo>
                    <a:pt x="42950" y="56"/>
                  </a:lnTo>
                  <a:lnTo>
                    <a:pt x="42873" y="34"/>
                  </a:lnTo>
                  <a:lnTo>
                    <a:pt x="42795" y="11"/>
                  </a:lnTo>
                  <a:lnTo>
                    <a:pt x="427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575;p20">
              <a:extLst>
                <a:ext uri="{FF2B5EF4-FFF2-40B4-BE49-F238E27FC236}">
                  <a16:creationId xmlns:a16="http://schemas.microsoft.com/office/drawing/2014/main" id="{91BBE2BE-FBB9-2B48-5F07-9170D50C431D}"/>
                </a:ext>
              </a:extLst>
            </p:cNvPr>
            <p:cNvSpPr/>
            <p:nvPr/>
          </p:nvSpPr>
          <p:spPr>
            <a:xfrm>
              <a:off x="3629275" y="2276950"/>
              <a:ext cx="1085975" cy="40775"/>
            </a:xfrm>
            <a:custGeom>
              <a:avLst/>
              <a:gdLst/>
              <a:ahLst/>
              <a:cxnLst/>
              <a:rect l="l" t="t" r="r" b="b"/>
              <a:pathLst>
                <a:path w="43439" h="1631" extrusionOk="0">
                  <a:moveTo>
                    <a:pt x="732" y="1"/>
                  </a:moveTo>
                  <a:lnTo>
                    <a:pt x="655" y="12"/>
                  </a:lnTo>
                  <a:lnTo>
                    <a:pt x="577" y="34"/>
                  </a:lnTo>
                  <a:lnTo>
                    <a:pt x="499" y="67"/>
                  </a:lnTo>
                  <a:lnTo>
                    <a:pt x="433" y="101"/>
                  </a:lnTo>
                  <a:lnTo>
                    <a:pt x="366" y="134"/>
                  </a:lnTo>
                  <a:lnTo>
                    <a:pt x="300" y="189"/>
                  </a:lnTo>
                  <a:lnTo>
                    <a:pt x="244" y="234"/>
                  </a:lnTo>
                  <a:lnTo>
                    <a:pt x="189" y="300"/>
                  </a:lnTo>
                  <a:lnTo>
                    <a:pt x="145" y="356"/>
                  </a:lnTo>
                  <a:lnTo>
                    <a:pt x="100" y="422"/>
                  </a:lnTo>
                  <a:lnTo>
                    <a:pt x="67" y="500"/>
                  </a:lnTo>
                  <a:lnTo>
                    <a:pt x="34" y="566"/>
                  </a:lnTo>
                  <a:lnTo>
                    <a:pt x="23" y="644"/>
                  </a:lnTo>
                  <a:lnTo>
                    <a:pt x="12" y="733"/>
                  </a:lnTo>
                  <a:lnTo>
                    <a:pt x="0" y="810"/>
                  </a:lnTo>
                  <a:lnTo>
                    <a:pt x="12" y="899"/>
                  </a:lnTo>
                  <a:lnTo>
                    <a:pt x="23" y="977"/>
                  </a:lnTo>
                  <a:lnTo>
                    <a:pt x="34" y="1054"/>
                  </a:lnTo>
                  <a:lnTo>
                    <a:pt x="67" y="1132"/>
                  </a:lnTo>
                  <a:lnTo>
                    <a:pt x="100" y="1198"/>
                  </a:lnTo>
                  <a:lnTo>
                    <a:pt x="145" y="1265"/>
                  </a:lnTo>
                  <a:lnTo>
                    <a:pt x="189" y="1331"/>
                  </a:lnTo>
                  <a:lnTo>
                    <a:pt x="244" y="1387"/>
                  </a:lnTo>
                  <a:lnTo>
                    <a:pt x="300" y="1442"/>
                  </a:lnTo>
                  <a:lnTo>
                    <a:pt x="366" y="1486"/>
                  </a:lnTo>
                  <a:lnTo>
                    <a:pt x="433" y="1531"/>
                  </a:lnTo>
                  <a:lnTo>
                    <a:pt x="499" y="1564"/>
                  </a:lnTo>
                  <a:lnTo>
                    <a:pt x="577" y="1586"/>
                  </a:lnTo>
                  <a:lnTo>
                    <a:pt x="655" y="1608"/>
                  </a:lnTo>
                  <a:lnTo>
                    <a:pt x="732" y="1620"/>
                  </a:lnTo>
                  <a:lnTo>
                    <a:pt x="821" y="1631"/>
                  </a:lnTo>
                  <a:lnTo>
                    <a:pt x="42629" y="1631"/>
                  </a:lnTo>
                  <a:lnTo>
                    <a:pt x="42718" y="1620"/>
                  </a:lnTo>
                  <a:lnTo>
                    <a:pt x="42795" y="1608"/>
                  </a:lnTo>
                  <a:lnTo>
                    <a:pt x="42873" y="1586"/>
                  </a:lnTo>
                  <a:lnTo>
                    <a:pt x="42950" y="1564"/>
                  </a:lnTo>
                  <a:lnTo>
                    <a:pt x="43017" y="1531"/>
                  </a:lnTo>
                  <a:lnTo>
                    <a:pt x="43083" y="1486"/>
                  </a:lnTo>
                  <a:lnTo>
                    <a:pt x="43150" y="1442"/>
                  </a:lnTo>
                  <a:lnTo>
                    <a:pt x="43205" y="1387"/>
                  </a:lnTo>
                  <a:lnTo>
                    <a:pt x="43261" y="1331"/>
                  </a:lnTo>
                  <a:lnTo>
                    <a:pt x="43305" y="1265"/>
                  </a:lnTo>
                  <a:lnTo>
                    <a:pt x="43349" y="1198"/>
                  </a:lnTo>
                  <a:lnTo>
                    <a:pt x="43383" y="1132"/>
                  </a:lnTo>
                  <a:lnTo>
                    <a:pt x="43405" y="1054"/>
                  </a:lnTo>
                  <a:lnTo>
                    <a:pt x="43427" y="977"/>
                  </a:lnTo>
                  <a:lnTo>
                    <a:pt x="43438" y="899"/>
                  </a:lnTo>
                  <a:lnTo>
                    <a:pt x="43438" y="810"/>
                  </a:lnTo>
                  <a:lnTo>
                    <a:pt x="43438" y="733"/>
                  </a:lnTo>
                  <a:lnTo>
                    <a:pt x="43427" y="644"/>
                  </a:lnTo>
                  <a:lnTo>
                    <a:pt x="43405" y="566"/>
                  </a:lnTo>
                  <a:lnTo>
                    <a:pt x="43383" y="500"/>
                  </a:lnTo>
                  <a:lnTo>
                    <a:pt x="43349" y="422"/>
                  </a:lnTo>
                  <a:lnTo>
                    <a:pt x="43305" y="356"/>
                  </a:lnTo>
                  <a:lnTo>
                    <a:pt x="43261" y="300"/>
                  </a:lnTo>
                  <a:lnTo>
                    <a:pt x="43205" y="234"/>
                  </a:lnTo>
                  <a:lnTo>
                    <a:pt x="43150" y="189"/>
                  </a:lnTo>
                  <a:lnTo>
                    <a:pt x="43083" y="134"/>
                  </a:lnTo>
                  <a:lnTo>
                    <a:pt x="43017" y="101"/>
                  </a:lnTo>
                  <a:lnTo>
                    <a:pt x="42950" y="67"/>
                  </a:lnTo>
                  <a:lnTo>
                    <a:pt x="42873" y="34"/>
                  </a:lnTo>
                  <a:lnTo>
                    <a:pt x="42795" y="12"/>
                  </a:lnTo>
                  <a:lnTo>
                    <a:pt x="427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576;p20">
              <a:extLst>
                <a:ext uri="{FF2B5EF4-FFF2-40B4-BE49-F238E27FC236}">
                  <a16:creationId xmlns:a16="http://schemas.microsoft.com/office/drawing/2014/main" id="{F89F4071-4A25-F04A-8096-189A53B37343}"/>
                </a:ext>
              </a:extLst>
            </p:cNvPr>
            <p:cNvSpPr/>
            <p:nvPr/>
          </p:nvSpPr>
          <p:spPr>
            <a:xfrm>
              <a:off x="3629275" y="2383950"/>
              <a:ext cx="562950" cy="40775"/>
            </a:xfrm>
            <a:custGeom>
              <a:avLst/>
              <a:gdLst/>
              <a:ahLst/>
              <a:cxnLst/>
              <a:rect l="l" t="t" r="r" b="b"/>
              <a:pathLst>
                <a:path w="22518" h="1631" extrusionOk="0">
                  <a:moveTo>
                    <a:pt x="732" y="0"/>
                  </a:moveTo>
                  <a:lnTo>
                    <a:pt x="655" y="23"/>
                  </a:lnTo>
                  <a:lnTo>
                    <a:pt x="577" y="34"/>
                  </a:lnTo>
                  <a:lnTo>
                    <a:pt x="499" y="67"/>
                  </a:lnTo>
                  <a:lnTo>
                    <a:pt x="433" y="100"/>
                  </a:lnTo>
                  <a:lnTo>
                    <a:pt x="366" y="144"/>
                  </a:lnTo>
                  <a:lnTo>
                    <a:pt x="300" y="189"/>
                  </a:lnTo>
                  <a:lnTo>
                    <a:pt x="244" y="244"/>
                  </a:lnTo>
                  <a:lnTo>
                    <a:pt x="189" y="300"/>
                  </a:lnTo>
                  <a:lnTo>
                    <a:pt x="145" y="355"/>
                  </a:lnTo>
                  <a:lnTo>
                    <a:pt x="100" y="422"/>
                  </a:lnTo>
                  <a:lnTo>
                    <a:pt x="67" y="499"/>
                  </a:lnTo>
                  <a:lnTo>
                    <a:pt x="34" y="577"/>
                  </a:lnTo>
                  <a:lnTo>
                    <a:pt x="23" y="654"/>
                  </a:lnTo>
                  <a:lnTo>
                    <a:pt x="12" y="732"/>
                  </a:lnTo>
                  <a:lnTo>
                    <a:pt x="0" y="810"/>
                  </a:lnTo>
                  <a:lnTo>
                    <a:pt x="12" y="898"/>
                  </a:lnTo>
                  <a:lnTo>
                    <a:pt x="23" y="976"/>
                  </a:lnTo>
                  <a:lnTo>
                    <a:pt x="34" y="1054"/>
                  </a:lnTo>
                  <a:lnTo>
                    <a:pt x="67" y="1131"/>
                  </a:lnTo>
                  <a:lnTo>
                    <a:pt x="100" y="1198"/>
                  </a:lnTo>
                  <a:lnTo>
                    <a:pt x="145" y="1264"/>
                  </a:lnTo>
                  <a:lnTo>
                    <a:pt x="189" y="1331"/>
                  </a:lnTo>
                  <a:lnTo>
                    <a:pt x="244" y="1386"/>
                  </a:lnTo>
                  <a:lnTo>
                    <a:pt x="300" y="1442"/>
                  </a:lnTo>
                  <a:lnTo>
                    <a:pt x="366" y="1486"/>
                  </a:lnTo>
                  <a:lnTo>
                    <a:pt x="433" y="1530"/>
                  </a:lnTo>
                  <a:lnTo>
                    <a:pt x="499" y="1564"/>
                  </a:lnTo>
                  <a:lnTo>
                    <a:pt x="577" y="1586"/>
                  </a:lnTo>
                  <a:lnTo>
                    <a:pt x="655" y="1608"/>
                  </a:lnTo>
                  <a:lnTo>
                    <a:pt x="732" y="1619"/>
                  </a:lnTo>
                  <a:lnTo>
                    <a:pt x="821" y="1630"/>
                  </a:lnTo>
                  <a:lnTo>
                    <a:pt x="21708" y="1630"/>
                  </a:lnTo>
                  <a:lnTo>
                    <a:pt x="21786" y="1619"/>
                  </a:lnTo>
                  <a:lnTo>
                    <a:pt x="21863" y="1608"/>
                  </a:lnTo>
                  <a:lnTo>
                    <a:pt x="21941" y="1586"/>
                  </a:lnTo>
                  <a:lnTo>
                    <a:pt x="22019" y="1564"/>
                  </a:lnTo>
                  <a:lnTo>
                    <a:pt x="22096" y="1530"/>
                  </a:lnTo>
                  <a:lnTo>
                    <a:pt x="22163" y="1486"/>
                  </a:lnTo>
                  <a:lnTo>
                    <a:pt x="22218" y="1442"/>
                  </a:lnTo>
                  <a:lnTo>
                    <a:pt x="22274" y="1386"/>
                  </a:lnTo>
                  <a:lnTo>
                    <a:pt x="22329" y="1331"/>
                  </a:lnTo>
                  <a:lnTo>
                    <a:pt x="22373" y="1264"/>
                  </a:lnTo>
                  <a:lnTo>
                    <a:pt x="22418" y="1198"/>
                  </a:lnTo>
                  <a:lnTo>
                    <a:pt x="22451" y="1131"/>
                  </a:lnTo>
                  <a:lnTo>
                    <a:pt x="22484" y="1054"/>
                  </a:lnTo>
                  <a:lnTo>
                    <a:pt x="22495" y="976"/>
                  </a:lnTo>
                  <a:lnTo>
                    <a:pt x="22518" y="898"/>
                  </a:lnTo>
                  <a:lnTo>
                    <a:pt x="22518" y="810"/>
                  </a:lnTo>
                  <a:lnTo>
                    <a:pt x="22518" y="732"/>
                  </a:lnTo>
                  <a:lnTo>
                    <a:pt x="22495" y="654"/>
                  </a:lnTo>
                  <a:lnTo>
                    <a:pt x="22484" y="577"/>
                  </a:lnTo>
                  <a:lnTo>
                    <a:pt x="22451" y="499"/>
                  </a:lnTo>
                  <a:lnTo>
                    <a:pt x="22418" y="422"/>
                  </a:lnTo>
                  <a:lnTo>
                    <a:pt x="22373" y="355"/>
                  </a:lnTo>
                  <a:lnTo>
                    <a:pt x="22329" y="300"/>
                  </a:lnTo>
                  <a:lnTo>
                    <a:pt x="22274" y="244"/>
                  </a:lnTo>
                  <a:lnTo>
                    <a:pt x="22218" y="189"/>
                  </a:lnTo>
                  <a:lnTo>
                    <a:pt x="22163" y="144"/>
                  </a:lnTo>
                  <a:lnTo>
                    <a:pt x="22096" y="100"/>
                  </a:lnTo>
                  <a:lnTo>
                    <a:pt x="22019" y="67"/>
                  </a:lnTo>
                  <a:lnTo>
                    <a:pt x="21941" y="34"/>
                  </a:lnTo>
                  <a:lnTo>
                    <a:pt x="21863" y="23"/>
                  </a:lnTo>
                  <a:lnTo>
                    <a:pt x="217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577;p20">
              <a:extLst>
                <a:ext uri="{FF2B5EF4-FFF2-40B4-BE49-F238E27FC236}">
                  <a16:creationId xmlns:a16="http://schemas.microsoft.com/office/drawing/2014/main" id="{08402EBC-4857-C4D7-D46B-675EBD2219DB}"/>
                </a:ext>
              </a:extLst>
            </p:cNvPr>
            <p:cNvSpPr/>
            <p:nvPr/>
          </p:nvSpPr>
          <p:spPr>
            <a:xfrm>
              <a:off x="2762300" y="1929675"/>
              <a:ext cx="791875" cy="936300"/>
            </a:xfrm>
            <a:custGeom>
              <a:avLst/>
              <a:gdLst/>
              <a:ahLst/>
              <a:cxnLst/>
              <a:rect l="l" t="t" r="r" b="b"/>
              <a:pathLst>
                <a:path w="31675" h="37452" extrusionOk="0">
                  <a:moveTo>
                    <a:pt x="25566" y="0"/>
                  </a:moveTo>
                  <a:lnTo>
                    <a:pt x="0" y="25566"/>
                  </a:lnTo>
                  <a:lnTo>
                    <a:pt x="11896" y="37451"/>
                  </a:lnTo>
                  <a:lnTo>
                    <a:pt x="27584" y="21763"/>
                  </a:lnTo>
                  <a:lnTo>
                    <a:pt x="27839" y="21497"/>
                  </a:lnTo>
                  <a:lnTo>
                    <a:pt x="28083" y="21242"/>
                  </a:lnTo>
                  <a:lnTo>
                    <a:pt x="28316" y="20976"/>
                  </a:lnTo>
                  <a:lnTo>
                    <a:pt x="28537" y="20699"/>
                  </a:lnTo>
                  <a:lnTo>
                    <a:pt x="28759" y="20422"/>
                  </a:lnTo>
                  <a:lnTo>
                    <a:pt x="28970" y="20145"/>
                  </a:lnTo>
                  <a:lnTo>
                    <a:pt x="29180" y="19857"/>
                  </a:lnTo>
                  <a:lnTo>
                    <a:pt x="29369" y="19568"/>
                  </a:lnTo>
                  <a:lnTo>
                    <a:pt x="29557" y="19280"/>
                  </a:lnTo>
                  <a:lnTo>
                    <a:pt x="29735" y="18981"/>
                  </a:lnTo>
                  <a:lnTo>
                    <a:pt x="29912" y="18681"/>
                  </a:lnTo>
                  <a:lnTo>
                    <a:pt x="30079" y="18382"/>
                  </a:lnTo>
                  <a:lnTo>
                    <a:pt x="30234" y="18072"/>
                  </a:lnTo>
                  <a:lnTo>
                    <a:pt x="30378" y="17761"/>
                  </a:lnTo>
                  <a:lnTo>
                    <a:pt x="30522" y="17451"/>
                  </a:lnTo>
                  <a:lnTo>
                    <a:pt x="30655" y="17140"/>
                  </a:lnTo>
                  <a:lnTo>
                    <a:pt x="30777" y="16830"/>
                  </a:lnTo>
                  <a:lnTo>
                    <a:pt x="30888" y="16508"/>
                  </a:lnTo>
                  <a:lnTo>
                    <a:pt x="30999" y="16187"/>
                  </a:lnTo>
                  <a:lnTo>
                    <a:pt x="31098" y="15865"/>
                  </a:lnTo>
                  <a:lnTo>
                    <a:pt x="31187" y="15533"/>
                  </a:lnTo>
                  <a:lnTo>
                    <a:pt x="31276" y="15211"/>
                  </a:lnTo>
                  <a:lnTo>
                    <a:pt x="31353" y="14879"/>
                  </a:lnTo>
                  <a:lnTo>
                    <a:pt x="31420" y="14557"/>
                  </a:lnTo>
                  <a:lnTo>
                    <a:pt x="31475" y="14224"/>
                  </a:lnTo>
                  <a:lnTo>
                    <a:pt x="31531" y="13892"/>
                  </a:lnTo>
                  <a:lnTo>
                    <a:pt x="31575" y="13559"/>
                  </a:lnTo>
                  <a:lnTo>
                    <a:pt x="31608" y="13227"/>
                  </a:lnTo>
                  <a:lnTo>
                    <a:pt x="31642" y="12894"/>
                  </a:lnTo>
                  <a:lnTo>
                    <a:pt x="31653" y="12561"/>
                  </a:lnTo>
                  <a:lnTo>
                    <a:pt x="31664" y="12218"/>
                  </a:lnTo>
                  <a:lnTo>
                    <a:pt x="31675" y="11885"/>
                  </a:lnTo>
                  <a:lnTo>
                    <a:pt x="31664" y="11553"/>
                  </a:lnTo>
                  <a:lnTo>
                    <a:pt x="31653" y="11220"/>
                  </a:lnTo>
                  <a:lnTo>
                    <a:pt x="31642" y="10887"/>
                  </a:lnTo>
                  <a:lnTo>
                    <a:pt x="31608" y="10544"/>
                  </a:lnTo>
                  <a:lnTo>
                    <a:pt x="31575" y="10211"/>
                  </a:lnTo>
                  <a:lnTo>
                    <a:pt x="31531" y="9878"/>
                  </a:lnTo>
                  <a:lnTo>
                    <a:pt x="31475" y="9546"/>
                  </a:lnTo>
                  <a:lnTo>
                    <a:pt x="31420" y="9224"/>
                  </a:lnTo>
                  <a:lnTo>
                    <a:pt x="31353" y="8892"/>
                  </a:lnTo>
                  <a:lnTo>
                    <a:pt x="31276" y="8559"/>
                  </a:lnTo>
                  <a:lnTo>
                    <a:pt x="31187" y="8238"/>
                  </a:lnTo>
                  <a:lnTo>
                    <a:pt x="31098" y="7916"/>
                  </a:lnTo>
                  <a:lnTo>
                    <a:pt x="30999" y="7595"/>
                  </a:lnTo>
                  <a:lnTo>
                    <a:pt x="30888" y="7273"/>
                  </a:lnTo>
                  <a:lnTo>
                    <a:pt x="30777" y="6952"/>
                  </a:lnTo>
                  <a:lnTo>
                    <a:pt x="30655" y="6630"/>
                  </a:lnTo>
                  <a:lnTo>
                    <a:pt x="30522" y="6320"/>
                  </a:lnTo>
                  <a:lnTo>
                    <a:pt x="30378" y="6009"/>
                  </a:lnTo>
                  <a:lnTo>
                    <a:pt x="30234" y="5699"/>
                  </a:lnTo>
                  <a:lnTo>
                    <a:pt x="30079" y="5399"/>
                  </a:lnTo>
                  <a:lnTo>
                    <a:pt x="29912" y="5089"/>
                  </a:lnTo>
                  <a:lnTo>
                    <a:pt x="29735" y="4790"/>
                  </a:lnTo>
                  <a:lnTo>
                    <a:pt x="29557" y="4501"/>
                  </a:lnTo>
                  <a:lnTo>
                    <a:pt x="29369" y="4202"/>
                  </a:lnTo>
                  <a:lnTo>
                    <a:pt x="29180" y="3914"/>
                  </a:lnTo>
                  <a:lnTo>
                    <a:pt x="28970" y="3637"/>
                  </a:lnTo>
                  <a:lnTo>
                    <a:pt x="28759" y="3348"/>
                  </a:lnTo>
                  <a:lnTo>
                    <a:pt x="28537" y="3071"/>
                  </a:lnTo>
                  <a:lnTo>
                    <a:pt x="28316" y="2805"/>
                  </a:lnTo>
                  <a:lnTo>
                    <a:pt x="28083" y="2539"/>
                  </a:lnTo>
                  <a:lnTo>
                    <a:pt x="27839" y="2273"/>
                  </a:lnTo>
                  <a:lnTo>
                    <a:pt x="27584" y="2018"/>
                  </a:lnTo>
                  <a:lnTo>
                    <a:pt x="25566" y="0"/>
                  </a:lnTo>
                  <a:close/>
                </a:path>
              </a:pathLst>
            </a:custGeom>
            <a:solidFill>
              <a:srgbClr val="EBD7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578;p20">
              <a:extLst>
                <a:ext uri="{FF2B5EF4-FFF2-40B4-BE49-F238E27FC236}">
                  <a16:creationId xmlns:a16="http://schemas.microsoft.com/office/drawing/2014/main" id="{D1CE77CC-BA15-09AD-6C62-99228F1F0C83}"/>
                </a:ext>
              </a:extLst>
            </p:cNvPr>
            <p:cNvSpPr/>
            <p:nvPr/>
          </p:nvSpPr>
          <p:spPr>
            <a:xfrm>
              <a:off x="2568550" y="2491200"/>
              <a:ext cx="816300" cy="1244250"/>
            </a:xfrm>
            <a:custGeom>
              <a:avLst/>
              <a:gdLst/>
              <a:ahLst/>
              <a:cxnLst/>
              <a:rect l="l" t="t" r="r" b="b"/>
              <a:pathLst>
                <a:path w="32652" h="49770" extrusionOk="0">
                  <a:moveTo>
                    <a:pt x="10855" y="1"/>
                  </a:moveTo>
                  <a:lnTo>
                    <a:pt x="7351" y="3504"/>
                  </a:lnTo>
                  <a:lnTo>
                    <a:pt x="6897" y="3970"/>
                  </a:lnTo>
                  <a:lnTo>
                    <a:pt x="6464" y="4436"/>
                  </a:lnTo>
                  <a:lnTo>
                    <a:pt x="6043" y="4912"/>
                  </a:lnTo>
                  <a:lnTo>
                    <a:pt x="5633" y="5411"/>
                  </a:lnTo>
                  <a:lnTo>
                    <a:pt x="5234" y="5899"/>
                  </a:lnTo>
                  <a:lnTo>
                    <a:pt x="4857" y="6409"/>
                  </a:lnTo>
                  <a:lnTo>
                    <a:pt x="4491" y="6919"/>
                  </a:lnTo>
                  <a:lnTo>
                    <a:pt x="4136" y="7440"/>
                  </a:lnTo>
                  <a:lnTo>
                    <a:pt x="3803" y="7961"/>
                  </a:lnTo>
                  <a:lnTo>
                    <a:pt x="3482" y="8493"/>
                  </a:lnTo>
                  <a:lnTo>
                    <a:pt x="3172" y="9025"/>
                  </a:lnTo>
                  <a:lnTo>
                    <a:pt x="2872" y="9569"/>
                  </a:lnTo>
                  <a:lnTo>
                    <a:pt x="2595" y="10123"/>
                  </a:lnTo>
                  <a:lnTo>
                    <a:pt x="2329" y="10677"/>
                  </a:lnTo>
                  <a:lnTo>
                    <a:pt x="2074" y="11232"/>
                  </a:lnTo>
                  <a:lnTo>
                    <a:pt x="1841" y="11797"/>
                  </a:lnTo>
                  <a:lnTo>
                    <a:pt x="1619" y="12363"/>
                  </a:lnTo>
                  <a:lnTo>
                    <a:pt x="1409" y="12939"/>
                  </a:lnTo>
                  <a:lnTo>
                    <a:pt x="1220" y="13516"/>
                  </a:lnTo>
                  <a:lnTo>
                    <a:pt x="1043" y="14092"/>
                  </a:lnTo>
                  <a:lnTo>
                    <a:pt x="877" y="14680"/>
                  </a:lnTo>
                  <a:lnTo>
                    <a:pt x="721" y="15267"/>
                  </a:lnTo>
                  <a:lnTo>
                    <a:pt x="588" y="15855"/>
                  </a:lnTo>
                  <a:lnTo>
                    <a:pt x="466" y="16443"/>
                  </a:lnTo>
                  <a:lnTo>
                    <a:pt x="355" y="17041"/>
                  </a:lnTo>
                  <a:lnTo>
                    <a:pt x="267" y="17629"/>
                  </a:lnTo>
                  <a:lnTo>
                    <a:pt x="189" y="18227"/>
                  </a:lnTo>
                  <a:lnTo>
                    <a:pt x="123" y="18826"/>
                  </a:lnTo>
                  <a:lnTo>
                    <a:pt x="67" y="19425"/>
                  </a:lnTo>
                  <a:lnTo>
                    <a:pt x="34" y="20035"/>
                  </a:lnTo>
                  <a:lnTo>
                    <a:pt x="12" y="20633"/>
                  </a:lnTo>
                  <a:lnTo>
                    <a:pt x="1" y="21232"/>
                  </a:lnTo>
                  <a:lnTo>
                    <a:pt x="12" y="21831"/>
                  </a:lnTo>
                  <a:lnTo>
                    <a:pt x="34" y="22440"/>
                  </a:lnTo>
                  <a:lnTo>
                    <a:pt x="67" y="23039"/>
                  </a:lnTo>
                  <a:lnTo>
                    <a:pt x="123" y="23638"/>
                  </a:lnTo>
                  <a:lnTo>
                    <a:pt x="189" y="24236"/>
                  </a:lnTo>
                  <a:lnTo>
                    <a:pt x="267" y="24835"/>
                  </a:lnTo>
                  <a:lnTo>
                    <a:pt x="355" y="25423"/>
                  </a:lnTo>
                  <a:lnTo>
                    <a:pt x="466" y="26021"/>
                  </a:lnTo>
                  <a:lnTo>
                    <a:pt x="588" y="26609"/>
                  </a:lnTo>
                  <a:lnTo>
                    <a:pt x="721" y="27197"/>
                  </a:lnTo>
                  <a:lnTo>
                    <a:pt x="877" y="27784"/>
                  </a:lnTo>
                  <a:lnTo>
                    <a:pt x="1043" y="28372"/>
                  </a:lnTo>
                  <a:lnTo>
                    <a:pt x="1220" y="28948"/>
                  </a:lnTo>
                  <a:lnTo>
                    <a:pt x="1409" y="29525"/>
                  </a:lnTo>
                  <a:lnTo>
                    <a:pt x="1619" y="30101"/>
                  </a:lnTo>
                  <a:lnTo>
                    <a:pt x="1841" y="30667"/>
                  </a:lnTo>
                  <a:lnTo>
                    <a:pt x="2074" y="31232"/>
                  </a:lnTo>
                  <a:lnTo>
                    <a:pt x="2329" y="31787"/>
                  </a:lnTo>
                  <a:lnTo>
                    <a:pt x="2595" y="32341"/>
                  </a:lnTo>
                  <a:lnTo>
                    <a:pt x="2872" y="32895"/>
                  </a:lnTo>
                  <a:lnTo>
                    <a:pt x="3172" y="33438"/>
                  </a:lnTo>
                  <a:lnTo>
                    <a:pt x="3482" y="33971"/>
                  </a:lnTo>
                  <a:lnTo>
                    <a:pt x="3803" y="34503"/>
                  </a:lnTo>
                  <a:lnTo>
                    <a:pt x="4136" y="35024"/>
                  </a:lnTo>
                  <a:lnTo>
                    <a:pt x="4491" y="35545"/>
                  </a:lnTo>
                  <a:lnTo>
                    <a:pt x="4857" y="36055"/>
                  </a:lnTo>
                  <a:lnTo>
                    <a:pt x="5234" y="36565"/>
                  </a:lnTo>
                  <a:lnTo>
                    <a:pt x="5633" y="37053"/>
                  </a:lnTo>
                  <a:lnTo>
                    <a:pt x="6043" y="37552"/>
                  </a:lnTo>
                  <a:lnTo>
                    <a:pt x="6464" y="38028"/>
                  </a:lnTo>
                  <a:lnTo>
                    <a:pt x="6897" y="38494"/>
                  </a:lnTo>
                  <a:lnTo>
                    <a:pt x="7351" y="38960"/>
                  </a:lnTo>
                  <a:lnTo>
                    <a:pt x="18161" y="49769"/>
                  </a:lnTo>
                  <a:lnTo>
                    <a:pt x="27895" y="40035"/>
                  </a:lnTo>
                  <a:lnTo>
                    <a:pt x="28183" y="39736"/>
                  </a:lnTo>
                  <a:lnTo>
                    <a:pt x="28471" y="39425"/>
                  </a:lnTo>
                  <a:lnTo>
                    <a:pt x="28737" y="39115"/>
                  </a:lnTo>
                  <a:lnTo>
                    <a:pt x="29004" y="38793"/>
                  </a:lnTo>
                  <a:lnTo>
                    <a:pt x="29258" y="38472"/>
                  </a:lnTo>
                  <a:lnTo>
                    <a:pt x="29513" y="38150"/>
                  </a:lnTo>
                  <a:lnTo>
                    <a:pt x="29746" y="37818"/>
                  </a:lnTo>
                  <a:lnTo>
                    <a:pt x="29979" y="37485"/>
                  </a:lnTo>
                  <a:lnTo>
                    <a:pt x="30190" y="37141"/>
                  </a:lnTo>
                  <a:lnTo>
                    <a:pt x="30400" y="36798"/>
                  </a:lnTo>
                  <a:lnTo>
                    <a:pt x="30600" y="36443"/>
                  </a:lnTo>
                  <a:lnTo>
                    <a:pt x="30800" y="36099"/>
                  </a:lnTo>
                  <a:lnTo>
                    <a:pt x="30977" y="35744"/>
                  </a:lnTo>
                  <a:lnTo>
                    <a:pt x="31143" y="35379"/>
                  </a:lnTo>
                  <a:lnTo>
                    <a:pt x="31310" y="35013"/>
                  </a:lnTo>
                  <a:lnTo>
                    <a:pt x="31465" y="34647"/>
                  </a:lnTo>
                  <a:lnTo>
                    <a:pt x="31609" y="34281"/>
                  </a:lnTo>
                  <a:lnTo>
                    <a:pt x="31742" y="33915"/>
                  </a:lnTo>
                  <a:lnTo>
                    <a:pt x="31864" y="33538"/>
                  </a:lnTo>
                  <a:lnTo>
                    <a:pt x="31986" y="33161"/>
                  </a:lnTo>
                  <a:lnTo>
                    <a:pt x="32097" y="32784"/>
                  </a:lnTo>
                  <a:lnTo>
                    <a:pt x="32185" y="32407"/>
                  </a:lnTo>
                  <a:lnTo>
                    <a:pt x="32274" y="32019"/>
                  </a:lnTo>
                  <a:lnTo>
                    <a:pt x="32363" y="31642"/>
                  </a:lnTo>
                  <a:lnTo>
                    <a:pt x="32429" y="31254"/>
                  </a:lnTo>
                  <a:lnTo>
                    <a:pt x="32485" y="30866"/>
                  </a:lnTo>
                  <a:lnTo>
                    <a:pt x="32540" y="30478"/>
                  </a:lnTo>
                  <a:lnTo>
                    <a:pt x="32585" y="30090"/>
                  </a:lnTo>
                  <a:lnTo>
                    <a:pt x="32618" y="29702"/>
                  </a:lnTo>
                  <a:lnTo>
                    <a:pt x="32640" y="29314"/>
                  </a:lnTo>
                  <a:lnTo>
                    <a:pt x="32651" y="28926"/>
                  </a:lnTo>
                  <a:lnTo>
                    <a:pt x="32651" y="28527"/>
                  </a:lnTo>
                  <a:lnTo>
                    <a:pt x="32651" y="28139"/>
                  </a:lnTo>
                  <a:lnTo>
                    <a:pt x="32640" y="27751"/>
                  </a:lnTo>
                  <a:lnTo>
                    <a:pt x="32618" y="27363"/>
                  </a:lnTo>
                  <a:lnTo>
                    <a:pt x="32585" y="26975"/>
                  </a:lnTo>
                  <a:lnTo>
                    <a:pt x="32540" y="26587"/>
                  </a:lnTo>
                  <a:lnTo>
                    <a:pt x="32485" y="26199"/>
                  </a:lnTo>
                  <a:lnTo>
                    <a:pt x="32429" y="25811"/>
                  </a:lnTo>
                  <a:lnTo>
                    <a:pt x="32363" y="25423"/>
                  </a:lnTo>
                  <a:lnTo>
                    <a:pt x="32274" y="25046"/>
                  </a:lnTo>
                  <a:lnTo>
                    <a:pt x="32185" y="24658"/>
                  </a:lnTo>
                  <a:lnTo>
                    <a:pt x="32097" y="24281"/>
                  </a:lnTo>
                  <a:lnTo>
                    <a:pt x="31986" y="23904"/>
                  </a:lnTo>
                  <a:lnTo>
                    <a:pt x="31864" y="23527"/>
                  </a:lnTo>
                  <a:lnTo>
                    <a:pt x="31742" y="23150"/>
                  </a:lnTo>
                  <a:lnTo>
                    <a:pt x="31609" y="22784"/>
                  </a:lnTo>
                  <a:lnTo>
                    <a:pt x="31465" y="22407"/>
                  </a:lnTo>
                  <a:lnTo>
                    <a:pt x="31310" y="22041"/>
                  </a:lnTo>
                  <a:lnTo>
                    <a:pt x="31143" y="21687"/>
                  </a:lnTo>
                  <a:lnTo>
                    <a:pt x="30977" y="21321"/>
                  </a:lnTo>
                  <a:lnTo>
                    <a:pt x="30800" y="20966"/>
                  </a:lnTo>
                  <a:lnTo>
                    <a:pt x="30600" y="20611"/>
                  </a:lnTo>
                  <a:lnTo>
                    <a:pt x="30400" y="20267"/>
                  </a:lnTo>
                  <a:lnTo>
                    <a:pt x="30190" y="19924"/>
                  </a:lnTo>
                  <a:lnTo>
                    <a:pt x="29979" y="19580"/>
                  </a:lnTo>
                  <a:lnTo>
                    <a:pt x="29746" y="19247"/>
                  </a:lnTo>
                  <a:lnTo>
                    <a:pt x="29513" y="18915"/>
                  </a:lnTo>
                  <a:lnTo>
                    <a:pt x="29258" y="18593"/>
                  </a:lnTo>
                  <a:lnTo>
                    <a:pt x="29004" y="18272"/>
                  </a:lnTo>
                  <a:lnTo>
                    <a:pt x="28737" y="17950"/>
                  </a:lnTo>
                  <a:lnTo>
                    <a:pt x="28471" y="17640"/>
                  </a:lnTo>
                  <a:lnTo>
                    <a:pt x="28183" y="17329"/>
                  </a:lnTo>
                  <a:lnTo>
                    <a:pt x="27895" y="17030"/>
                  </a:lnTo>
                  <a:lnTo>
                    <a:pt x="10855" y="1"/>
                  </a:lnTo>
                  <a:close/>
                </a:path>
              </a:pathLst>
            </a:custGeom>
            <a:solidFill>
              <a:srgbClr val="EBD7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579;p20">
              <a:extLst>
                <a:ext uri="{FF2B5EF4-FFF2-40B4-BE49-F238E27FC236}">
                  <a16:creationId xmlns:a16="http://schemas.microsoft.com/office/drawing/2014/main" id="{71A65F4F-314D-7CAC-01A7-BEE1C30E8A60}"/>
                </a:ext>
              </a:extLst>
            </p:cNvPr>
            <p:cNvSpPr/>
            <p:nvPr/>
          </p:nvSpPr>
          <p:spPr>
            <a:xfrm>
              <a:off x="3130100" y="1992850"/>
              <a:ext cx="251400" cy="251150"/>
            </a:xfrm>
            <a:custGeom>
              <a:avLst/>
              <a:gdLst/>
              <a:ahLst/>
              <a:cxnLst/>
              <a:rect l="l" t="t" r="r" b="b"/>
              <a:pathLst>
                <a:path w="10056" h="10046" extrusionOk="0">
                  <a:moveTo>
                    <a:pt x="8326" y="1"/>
                  </a:moveTo>
                  <a:lnTo>
                    <a:pt x="0" y="8316"/>
                  </a:lnTo>
                  <a:lnTo>
                    <a:pt x="222" y="8527"/>
                  </a:lnTo>
                  <a:lnTo>
                    <a:pt x="455" y="8726"/>
                  </a:lnTo>
                  <a:lnTo>
                    <a:pt x="688" y="8904"/>
                  </a:lnTo>
                  <a:lnTo>
                    <a:pt x="932" y="9070"/>
                  </a:lnTo>
                  <a:lnTo>
                    <a:pt x="1176" y="9225"/>
                  </a:lnTo>
                  <a:lnTo>
                    <a:pt x="1431" y="9369"/>
                  </a:lnTo>
                  <a:lnTo>
                    <a:pt x="1686" y="9502"/>
                  </a:lnTo>
                  <a:lnTo>
                    <a:pt x="1952" y="9613"/>
                  </a:lnTo>
                  <a:lnTo>
                    <a:pt x="2218" y="9713"/>
                  </a:lnTo>
                  <a:lnTo>
                    <a:pt x="2495" y="9802"/>
                  </a:lnTo>
                  <a:lnTo>
                    <a:pt x="2761" y="9879"/>
                  </a:lnTo>
                  <a:lnTo>
                    <a:pt x="3038" y="9935"/>
                  </a:lnTo>
                  <a:lnTo>
                    <a:pt x="3315" y="9979"/>
                  </a:lnTo>
                  <a:lnTo>
                    <a:pt x="3604" y="10012"/>
                  </a:lnTo>
                  <a:lnTo>
                    <a:pt x="3881" y="10034"/>
                  </a:lnTo>
                  <a:lnTo>
                    <a:pt x="4169" y="10046"/>
                  </a:lnTo>
                  <a:lnTo>
                    <a:pt x="4446" y="10034"/>
                  </a:lnTo>
                  <a:lnTo>
                    <a:pt x="4734" y="10012"/>
                  </a:lnTo>
                  <a:lnTo>
                    <a:pt x="5012" y="9979"/>
                  </a:lnTo>
                  <a:lnTo>
                    <a:pt x="5289" y="9935"/>
                  </a:lnTo>
                  <a:lnTo>
                    <a:pt x="5566" y="9879"/>
                  </a:lnTo>
                  <a:lnTo>
                    <a:pt x="5843" y="9802"/>
                  </a:lnTo>
                  <a:lnTo>
                    <a:pt x="6109" y="9713"/>
                  </a:lnTo>
                  <a:lnTo>
                    <a:pt x="6375" y="9613"/>
                  </a:lnTo>
                  <a:lnTo>
                    <a:pt x="6641" y="9502"/>
                  </a:lnTo>
                  <a:lnTo>
                    <a:pt x="6907" y="9369"/>
                  </a:lnTo>
                  <a:lnTo>
                    <a:pt x="7151" y="9225"/>
                  </a:lnTo>
                  <a:lnTo>
                    <a:pt x="7406" y="9070"/>
                  </a:lnTo>
                  <a:lnTo>
                    <a:pt x="7650" y="8904"/>
                  </a:lnTo>
                  <a:lnTo>
                    <a:pt x="7883" y="8726"/>
                  </a:lnTo>
                  <a:lnTo>
                    <a:pt x="8105" y="8527"/>
                  </a:lnTo>
                  <a:lnTo>
                    <a:pt x="8326" y="8316"/>
                  </a:lnTo>
                  <a:lnTo>
                    <a:pt x="8537" y="8105"/>
                  </a:lnTo>
                  <a:lnTo>
                    <a:pt x="8726" y="7873"/>
                  </a:lnTo>
                  <a:lnTo>
                    <a:pt x="8914" y="7640"/>
                  </a:lnTo>
                  <a:lnTo>
                    <a:pt x="9080" y="7396"/>
                  </a:lnTo>
                  <a:lnTo>
                    <a:pt x="9236" y="7152"/>
                  </a:lnTo>
                  <a:lnTo>
                    <a:pt x="9380" y="6897"/>
                  </a:lnTo>
                  <a:lnTo>
                    <a:pt x="9502" y="6642"/>
                  </a:lnTo>
                  <a:lnTo>
                    <a:pt x="9624" y="6376"/>
                  </a:lnTo>
                  <a:lnTo>
                    <a:pt x="9723" y="6110"/>
                  </a:lnTo>
                  <a:lnTo>
                    <a:pt x="9812" y="5833"/>
                  </a:lnTo>
                  <a:lnTo>
                    <a:pt x="9879" y="5555"/>
                  </a:lnTo>
                  <a:lnTo>
                    <a:pt x="9945" y="5278"/>
                  </a:lnTo>
                  <a:lnTo>
                    <a:pt x="9989" y="5001"/>
                  </a:lnTo>
                  <a:lnTo>
                    <a:pt x="10023" y="4724"/>
                  </a:lnTo>
                  <a:lnTo>
                    <a:pt x="10045" y="4436"/>
                  </a:lnTo>
                  <a:lnTo>
                    <a:pt x="10056" y="4159"/>
                  </a:lnTo>
                  <a:lnTo>
                    <a:pt x="10045" y="3881"/>
                  </a:lnTo>
                  <a:lnTo>
                    <a:pt x="10023" y="3593"/>
                  </a:lnTo>
                  <a:lnTo>
                    <a:pt x="9989" y="3316"/>
                  </a:lnTo>
                  <a:lnTo>
                    <a:pt x="9945" y="3039"/>
                  </a:lnTo>
                  <a:lnTo>
                    <a:pt x="9879" y="2762"/>
                  </a:lnTo>
                  <a:lnTo>
                    <a:pt x="9812" y="2484"/>
                  </a:lnTo>
                  <a:lnTo>
                    <a:pt x="9723" y="2207"/>
                  </a:lnTo>
                  <a:lnTo>
                    <a:pt x="9624" y="1941"/>
                  </a:lnTo>
                  <a:lnTo>
                    <a:pt x="9502" y="1675"/>
                  </a:lnTo>
                  <a:lnTo>
                    <a:pt x="9380" y="1420"/>
                  </a:lnTo>
                  <a:lnTo>
                    <a:pt x="9236" y="1165"/>
                  </a:lnTo>
                  <a:lnTo>
                    <a:pt x="9080" y="921"/>
                  </a:lnTo>
                  <a:lnTo>
                    <a:pt x="8914" y="677"/>
                  </a:lnTo>
                  <a:lnTo>
                    <a:pt x="8726" y="444"/>
                  </a:lnTo>
                  <a:lnTo>
                    <a:pt x="8537" y="212"/>
                  </a:lnTo>
                  <a:lnTo>
                    <a:pt x="8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580;p20">
              <a:extLst>
                <a:ext uri="{FF2B5EF4-FFF2-40B4-BE49-F238E27FC236}">
                  <a16:creationId xmlns:a16="http://schemas.microsoft.com/office/drawing/2014/main" id="{B1700009-69E9-38A7-E35B-2982EC9539AB}"/>
                </a:ext>
              </a:extLst>
            </p:cNvPr>
            <p:cNvSpPr/>
            <p:nvPr/>
          </p:nvSpPr>
          <p:spPr>
            <a:xfrm>
              <a:off x="2465725" y="3307475"/>
              <a:ext cx="927700" cy="927700"/>
            </a:xfrm>
            <a:custGeom>
              <a:avLst/>
              <a:gdLst/>
              <a:ahLst/>
              <a:cxnLst/>
              <a:rect l="l" t="t" r="r" b="b"/>
              <a:pathLst>
                <a:path w="37108" h="37108" extrusionOk="0">
                  <a:moveTo>
                    <a:pt x="7362" y="0"/>
                  </a:moveTo>
                  <a:lnTo>
                    <a:pt x="1" y="7362"/>
                  </a:lnTo>
                  <a:lnTo>
                    <a:pt x="29746" y="37108"/>
                  </a:lnTo>
                  <a:lnTo>
                    <a:pt x="37108" y="29746"/>
                  </a:lnTo>
                  <a:lnTo>
                    <a:pt x="73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581;p20">
              <a:extLst>
                <a:ext uri="{FF2B5EF4-FFF2-40B4-BE49-F238E27FC236}">
                  <a16:creationId xmlns:a16="http://schemas.microsoft.com/office/drawing/2014/main" id="{3DF6E5DD-C068-4658-2D9C-38C988F8DC18}"/>
                </a:ext>
              </a:extLst>
            </p:cNvPr>
            <p:cNvSpPr/>
            <p:nvPr/>
          </p:nvSpPr>
          <p:spPr>
            <a:xfrm>
              <a:off x="1229850" y="3433575"/>
              <a:ext cx="2037475" cy="2043300"/>
            </a:xfrm>
            <a:custGeom>
              <a:avLst/>
              <a:gdLst/>
              <a:ahLst/>
              <a:cxnLst/>
              <a:rect l="l" t="t" r="r" b="b"/>
              <a:pathLst>
                <a:path w="81499" h="81732" extrusionOk="0">
                  <a:moveTo>
                    <a:pt x="47130" y="1"/>
                  </a:moveTo>
                  <a:lnTo>
                    <a:pt x="0" y="47363"/>
                  </a:lnTo>
                  <a:lnTo>
                    <a:pt x="34369" y="81732"/>
                  </a:lnTo>
                  <a:lnTo>
                    <a:pt x="81498" y="34381"/>
                  </a:lnTo>
                  <a:lnTo>
                    <a:pt x="47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582;p20">
              <a:extLst>
                <a:ext uri="{FF2B5EF4-FFF2-40B4-BE49-F238E27FC236}">
                  <a16:creationId xmlns:a16="http://schemas.microsoft.com/office/drawing/2014/main" id="{4AB6C871-2884-6890-F66C-21F1A59F2967}"/>
                </a:ext>
              </a:extLst>
            </p:cNvPr>
            <p:cNvSpPr/>
            <p:nvPr/>
          </p:nvSpPr>
          <p:spPr>
            <a:xfrm>
              <a:off x="3132025" y="3973775"/>
              <a:ext cx="133625" cy="133625"/>
            </a:xfrm>
            <a:custGeom>
              <a:avLst/>
              <a:gdLst/>
              <a:ahLst/>
              <a:cxnLst/>
              <a:rect l="l" t="t" r="r" b="b"/>
              <a:pathLst>
                <a:path w="5345" h="5345" extrusionOk="0">
                  <a:moveTo>
                    <a:pt x="2673" y="1"/>
                  </a:moveTo>
                  <a:lnTo>
                    <a:pt x="2418" y="12"/>
                  </a:lnTo>
                  <a:lnTo>
                    <a:pt x="2163" y="56"/>
                  </a:lnTo>
                  <a:lnTo>
                    <a:pt x="1908" y="112"/>
                  </a:lnTo>
                  <a:lnTo>
                    <a:pt x="1664" y="200"/>
                  </a:lnTo>
                  <a:lnTo>
                    <a:pt x="1431" y="311"/>
                  </a:lnTo>
                  <a:lnTo>
                    <a:pt x="1198" y="444"/>
                  </a:lnTo>
                  <a:lnTo>
                    <a:pt x="1099" y="522"/>
                  </a:lnTo>
                  <a:lnTo>
                    <a:pt x="988" y="599"/>
                  </a:lnTo>
                  <a:lnTo>
                    <a:pt x="888" y="688"/>
                  </a:lnTo>
                  <a:lnTo>
                    <a:pt x="788" y="788"/>
                  </a:lnTo>
                  <a:lnTo>
                    <a:pt x="688" y="888"/>
                  </a:lnTo>
                  <a:lnTo>
                    <a:pt x="600" y="987"/>
                  </a:lnTo>
                  <a:lnTo>
                    <a:pt x="522" y="1098"/>
                  </a:lnTo>
                  <a:lnTo>
                    <a:pt x="444" y="1209"/>
                  </a:lnTo>
                  <a:lnTo>
                    <a:pt x="311" y="1431"/>
                  </a:lnTo>
                  <a:lnTo>
                    <a:pt x="201" y="1664"/>
                  </a:lnTo>
                  <a:lnTo>
                    <a:pt x="112" y="1908"/>
                  </a:lnTo>
                  <a:lnTo>
                    <a:pt x="56" y="2163"/>
                  </a:lnTo>
                  <a:lnTo>
                    <a:pt x="12" y="2418"/>
                  </a:lnTo>
                  <a:lnTo>
                    <a:pt x="1" y="2673"/>
                  </a:lnTo>
                  <a:lnTo>
                    <a:pt x="12" y="2928"/>
                  </a:lnTo>
                  <a:lnTo>
                    <a:pt x="56" y="3183"/>
                  </a:lnTo>
                  <a:lnTo>
                    <a:pt x="112" y="3438"/>
                  </a:lnTo>
                  <a:lnTo>
                    <a:pt x="201" y="3682"/>
                  </a:lnTo>
                  <a:lnTo>
                    <a:pt x="311" y="3914"/>
                  </a:lnTo>
                  <a:lnTo>
                    <a:pt x="444" y="4147"/>
                  </a:lnTo>
                  <a:lnTo>
                    <a:pt x="522" y="4258"/>
                  </a:lnTo>
                  <a:lnTo>
                    <a:pt x="600" y="4358"/>
                  </a:lnTo>
                  <a:lnTo>
                    <a:pt x="688" y="4458"/>
                  </a:lnTo>
                  <a:lnTo>
                    <a:pt x="788" y="4557"/>
                  </a:lnTo>
                  <a:lnTo>
                    <a:pt x="888" y="4657"/>
                  </a:lnTo>
                  <a:lnTo>
                    <a:pt x="988" y="4746"/>
                  </a:lnTo>
                  <a:lnTo>
                    <a:pt x="1099" y="4823"/>
                  </a:lnTo>
                  <a:lnTo>
                    <a:pt x="1198" y="4901"/>
                  </a:lnTo>
                  <a:lnTo>
                    <a:pt x="1431" y="5034"/>
                  </a:lnTo>
                  <a:lnTo>
                    <a:pt x="1664" y="5145"/>
                  </a:lnTo>
                  <a:lnTo>
                    <a:pt x="1908" y="5234"/>
                  </a:lnTo>
                  <a:lnTo>
                    <a:pt x="2163" y="5300"/>
                  </a:lnTo>
                  <a:lnTo>
                    <a:pt x="2418" y="5333"/>
                  </a:lnTo>
                  <a:lnTo>
                    <a:pt x="2673" y="5345"/>
                  </a:lnTo>
                  <a:lnTo>
                    <a:pt x="2928" y="5333"/>
                  </a:lnTo>
                  <a:lnTo>
                    <a:pt x="3183" y="5300"/>
                  </a:lnTo>
                  <a:lnTo>
                    <a:pt x="3438" y="5234"/>
                  </a:lnTo>
                  <a:lnTo>
                    <a:pt x="3682" y="5145"/>
                  </a:lnTo>
                  <a:lnTo>
                    <a:pt x="3915" y="5034"/>
                  </a:lnTo>
                  <a:lnTo>
                    <a:pt x="4147" y="4901"/>
                  </a:lnTo>
                  <a:lnTo>
                    <a:pt x="4247" y="4823"/>
                  </a:lnTo>
                  <a:lnTo>
                    <a:pt x="4358" y="4746"/>
                  </a:lnTo>
                  <a:lnTo>
                    <a:pt x="4458" y="4657"/>
                  </a:lnTo>
                  <a:lnTo>
                    <a:pt x="4558" y="4557"/>
                  </a:lnTo>
                  <a:lnTo>
                    <a:pt x="4657" y="4458"/>
                  </a:lnTo>
                  <a:lnTo>
                    <a:pt x="4746" y="4358"/>
                  </a:lnTo>
                  <a:lnTo>
                    <a:pt x="4824" y="4258"/>
                  </a:lnTo>
                  <a:lnTo>
                    <a:pt x="4901" y="4147"/>
                  </a:lnTo>
                  <a:lnTo>
                    <a:pt x="5034" y="3914"/>
                  </a:lnTo>
                  <a:lnTo>
                    <a:pt x="5145" y="3682"/>
                  </a:lnTo>
                  <a:lnTo>
                    <a:pt x="5234" y="3438"/>
                  </a:lnTo>
                  <a:lnTo>
                    <a:pt x="5289" y="3183"/>
                  </a:lnTo>
                  <a:lnTo>
                    <a:pt x="5334" y="2928"/>
                  </a:lnTo>
                  <a:lnTo>
                    <a:pt x="5345" y="2673"/>
                  </a:lnTo>
                  <a:lnTo>
                    <a:pt x="5334" y="2418"/>
                  </a:lnTo>
                  <a:lnTo>
                    <a:pt x="5289" y="2163"/>
                  </a:lnTo>
                  <a:lnTo>
                    <a:pt x="5234" y="1908"/>
                  </a:lnTo>
                  <a:lnTo>
                    <a:pt x="5145" y="1664"/>
                  </a:lnTo>
                  <a:lnTo>
                    <a:pt x="5034" y="1431"/>
                  </a:lnTo>
                  <a:lnTo>
                    <a:pt x="4901" y="1209"/>
                  </a:lnTo>
                  <a:lnTo>
                    <a:pt x="4824" y="1098"/>
                  </a:lnTo>
                  <a:lnTo>
                    <a:pt x="4746" y="987"/>
                  </a:lnTo>
                  <a:lnTo>
                    <a:pt x="4657" y="888"/>
                  </a:lnTo>
                  <a:lnTo>
                    <a:pt x="4558" y="788"/>
                  </a:lnTo>
                  <a:lnTo>
                    <a:pt x="4458" y="688"/>
                  </a:lnTo>
                  <a:lnTo>
                    <a:pt x="4358" y="599"/>
                  </a:lnTo>
                  <a:lnTo>
                    <a:pt x="4247" y="522"/>
                  </a:lnTo>
                  <a:lnTo>
                    <a:pt x="4147" y="444"/>
                  </a:lnTo>
                  <a:lnTo>
                    <a:pt x="3915" y="311"/>
                  </a:lnTo>
                  <a:lnTo>
                    <a:pt x="3682" y="200"/>
                  </a:lnTo>
                  <a:lnTo>
                    <a:pt x="3438" y="112"/>
                  </a:lnTo>
                  <a:lnTo>
                    <a:pt x="3183" y="56"/>
                  </a:lnTo>
                  <a:lnTo>
                    <a:pt x="2928" y="12"/>
                  </a:lnTo>
                  <a:lnTo>
                    <a:pt x="26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583;p20">
              <a:extLst>
                <a:ext uri="{FF2B5EF4-FFF2-40B4-BE49-F238E27FC236}">
                  <a16:creationId xmlns:a16="http://schemas.microsoft.com/office/drawing/2014/main" id="{AC251AC1-6A06-2120-6FFA-C28396ADAE93}"/>
                </a:ext>
              </a:extLst>
            </p:cNvPr>
            <p:cNvSpPr/>
            <p:nvPr/>
          </p:nvSpPr>
          <p:spPr>
            <a:xfrm>
              <a:off x="4580800" y="2677200"/>
              <a:ext cx="342875" cy="737275"/>
            </a:xfrm>
            <a:custGeom>
              <a:avLst/>
              <a:gdLst/>
              <a:ahLst/>
              <a:cxnLst/>
              <a:rect l="l" t="t" r="r" b="b"/>
              <a:pathLst>
                <a:path w="13715" h="29491" extrusionOk="0">
                  <a:moveTo>
                    <a:pt x="0" y="0"/>
                  </a:moveTo>
                  <a:lnTo>
                    <a:pt x="0" y="29491"/>
                  </a:lnTo>
                  <a:lnTo>
                    <a:pt x="13714" y="29491"/>
                  </a:lnTo>
                  <a:lnTo>
                    <a:pt x="13714" y="11386"/>
                  </a:lnTo>
                  <a:lnTo>
                    <a:pt x="13703" y="11098"/>
                  </a:lnTo>
                  <a:lnTo>
                    <a:pt x="13692" y="10810"/>
                  </a:lnTo>
                  <a:lnTo>
                    <a:pt x="13681" y="10510"/>
                  </a:lnTo>
                  <a:lnTo>
                    <a:pt x="13648" y="10222"/>
                  </a:lnTo>
                  <a:lnTo>
                    <a:pt x="13615" y="9945"/>
                  </a:lnTo>
                  <a:lnTo>
                    <a:pt x="13581" y="9657"/>
                  </a:lnTo>
                  <a:lnTo>
                    <a:pt x="13537" y="9379"/>
                  </a:lnTo>
                  <a:lnTo>
                    <a:pt x="13482" y="9091"/>
                  </a:lnTo>
                  <a:lnTo>
                    <a:pt x="13415" y="8825"/>
                  </a:lnTo>
                  <a:lnTo>
                    <a:pt x="13348" y="8548"/>
                  </a:lnTo>
                  <a:lnTo>
                    <a:pt x="13282" y="8271"/>
                  </a:lnTo>
                  <a:lnTo>
                    <a:pt x="13204" y="8005"/>
                  </a:lnTo>
                  <a:lnTo>
                    <a:pt x="13116" y="7739"/>
                  </a:lnTo>
                  <a:lnTo>
                    <a:pt x="13016" y="7473"/>
                  </a:lnTo>
                  <a:lnTo>
                    <a:pt x="12916" y="7218"/>
                  </a:lnTo>
                  <a:lnTo>
                    <a:pt x="12816" y="6963"/>
                  </a:lnTo>
                  <a:lnTo>
                    <a:pt x="12705" y="6708"/>
                  </a:lnTo>
                  <a:lnTo>
                    <a:pt x="12583" y="6453"/>
                  </a:lnTo>
                  <a:lnTo>
                    <a:pt x="12462" y="6209"/>
                  </a:lnTo>
                  <a:lnTo>
                    <a:pt x="12340" y="5965"/>
                  </a:lnTo>
                  <a:lnTo>
                    <a:pt x="12207" y="5721"/>
                  </a:lnTo>
                  <a:lnTo>
                    <a:pt x="12062" y="5488"/>
                  </a:lnTo>
                  <a:lnTo>
                    <a:pt x="11763" y="5022"/>
                  </a:lnTo>
                  <a:lnTo>
                    <a:pt x="11453" y="4579"/>
                  </a:lnTo>
                  <a:lnTo>
                    <a:pt x="11109" y="4147"/>
                  </a:lnTo>
                  <a:lnTo>
                    <a:pt x="10754" y="3736"/>
                  </a:lnTo>
                  <a:lnTo>
                    <a:pt x="10377" y="3337"/>
                  </a:lnTo>
                  <a:lnTo>
                    <a:pt x="9978" y="2960"/>
                  </a:lnTo>
                  <a:lnTo>
                    <a:pt x="9568" y="2605"/>
                  </a:lnTo>
                  <a:lnTo>
                    <a:pt x="9136" y="2262"/>
                  </a:lnTo>
                  <a:lnTo>
                    <a:pt x="8692" y="1951"/>
                  </a:lnTo>
                  <a:lnTo>
                    <a:pt x="8226" y="1652"/>
                  </a:lnTo>
                  <a:lnTo>
                    <a:pt x="7994" y="1508"/>
                  </a:lnTo>
                  <a:lnTo>
                    <a:pt x="7750" y="1375"/>
                  </a:lnTo>
                  <a:lnTo>
                    <a:pt x="7506" y="1253"/>
                  </a:lnTo>
                  <a:lnTo>
                    <a:pt x="7262" y="1131"/>
                  </a:lnTo>
                  <a:lnTo>
                    <a:pt x="7007" y="1009"/>
                  </a:lnTo>
                  <a:lnTo>
                    <a:pt x="6752" y="898"/>
                  </a:lnTo>
                  <a:lnTo>
                    <a:pt x="6497" y="798"/>
                  </a:lnTo>
                  <a:lnTo>
                    <a:pt x="6242" y="699"/>
                  </a:lnTo>
                  <a:lnTo>
                    <a:pt x="5976" y="599"/>
                  </a:lnTo>
                  <a:lnTo>
                    <a:pt x="5710" y="521"/>
                  </a:lnTo>
                  <a:lnTo>
                    <a:pt x="5444" y="432"/>
                  </a:lnTo>
                  <a:lnTo>
                    <a:pt x="5166" y="366"/>
                  </a:lnTo>
                  <a:lnTo>
                    <a:pt x="4900" y="299"/>
                  </a:lnTo>
                  <a:lnTo>
                    <a:pt x="4623" y="233"/>
                  </a:lnTo>
                  <a:lnTo>
                    <a:pt x="4335" y="177"/>
                  </a:lnTo>
                  <a:lnTo>
                    <a:pt x="4058" y="133"/>
                  </a:lnTo>
                  <a:lnTo>
                    <a:pt x="3770" y="100"/>
                  </a:lnTo>
                  <a:lnTo>
                    <a:pt x="3492" y="67"/>
                  </a:lnTo>
                  <a:lnTo>
                    <a:pt x="3204" y="33"/>
                  </a:lnTo>
                  <a:lnTo>
                    <a:pt x="2905" y="22"/>
                  </a:lnTo>
                  <a:lnTo>
                    <a:pt x="2617" y="11"/>
                  </a:lnTo>
                  <a:lnTo>
                    <a:pt x="2328" y="0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584;p20">
              <a:extLst>
                <a:ext uri="{FF2B5EF4-FFF2-40B4-BE49-F238E27FC236}">
                  <a16:creationId xmlns:a16="http://schemas.microsoft.com/office/drawing/2014/main" id="{00246C24-D1C4-1F7F-8345-143A508CDCA4}"/>
                </a:ext>
              </a:extLst>
            </p:cNvPr>
            <p:cNvSpPr/>
            <p:nvPr/>
          </p:nvSpPr>
          <p:spPr>
            <a:xfrm>
              <a:off x="4580800" y="3324925"/>
              <a:ext cx="822925" cy="612300"/>
            </a:xfrm>
            <a:custGeom>
              <a:avLst/>
              <a:gdLst/>
              <a:ahLst/>
              <a:cxnLst/>
              <a:rect l="l" t="t" r="r" b="b"/>
              <a:pathLst>
                <a:path w="32917" h="24492" extrusionOk="0">
                  <a:moveTo>
                    <a:pt x="0" y="1"/>
                  </a:moveTo>
                  <a:lnTo>
                    <a:pt x="0" y="633"/>
                  </a:lnTo>
                  <a:lnTo>
                    <a:pt x="33" y="1265"/>
                  </a:lnTo>
                  <a:lnTo>
                    <a:pt x="67" y="1885"/>
                  </a:lnTo>
                  <a:lnTo>
                    <a:pt x="122" y="2506"/>
                  </a:lnTo>
                  <a:lnTo>
                    <a:pt x="189" y="3116"/>
                  </a:lnTo>
                  <a:lnTo>
                    <a:pt x="277" y="3737"/>
                  </a:lnTo>
                  <a:lnTo>
                    <a:pt x="377" y="4336"/>
                  </a:lnTo>
                  <a:lnTo>
                    <a:pt x="499" y="4934"/>
                  </a:lnTo>
                  <a:lnTo>
                    <a:pt x="621" y="5533"/>
                  </a:lnTo>
                  <a:lnTo>
                    <a:pt x="765" y="6121"/>
                  </a:lnTo>
                  <a:lnTo>
                    <a:pt x="920" y="6708"/>
                  </a:lnTo>
                  <a:lnTo>
                    <a:pt x="1098" y="7285"/>
                  </a:lnTo>
                  <a:lnTo>
                    <a:pt x="1286" y="7861"/>
                  </a:lnTo>
                  <a:lnTo>
                    <a:pt x="1486" y="8427"/>
                  </a:lnTo>
                  <a:lnTo>
                    <a:pt x="1696" y="8981"/>
                  </a:lnTo>
                  <a:lnTo>
                    <a:pt x="1918" y="9535"/>
                  </a:lnTo>
                  <a:lnTo>
                    <a:pt x="2162" y="10079"/>
                  </a:lnTo>
                  <a:lnTo>
                    <a:pt x="2417" y="10622"/>
                  </a:lnTo>
                  <a:lnTo>
                    <a:pt x="2672" y="11154"/>
                  </a:lnTo>
                  <a:lnTo>
                    <a:pt x="2949" y="11675"/>
                  </a:lnTo>
                  <a:lnTo>
                    <a:pt x="3237" y="12196"/>
                  </a:lnTo>
                  <a:lnTo>
                    <a:pt x="3548" y="12706"/>
                  </a:lnTo>
                  <a:lnTo>
                    <a:pt x="3858" y="13205"/>
                  </a:lnTo>
                  <a:lnTo>
                    <a:pt x="4180" y="13693"/>
                  </a:lnTo>
                  <a:lnTo>
                    <a:pt x="4512" y="14181"/>
                  </a:lnTo>
                  <a:lnTo>
                    <a:pt x="4867" y="14657"/>
                  </a:lnTo>
                  <a:lnTo>
                    <a:pt x="5222" y="15123"/>
                  </a:lnTo>
                  <a:lnTo>
                    <a:pt x="5588" y="15578"/>
                  </a:lnTo>
                  <a:lnTo>
                    <a:pt x="5965" y="16032"/>
                  </a:lnTo>
                  <a:lnTo>
                    <a:pt x="6364" y="16476"/>
                  </a:lnTo>
                  <a:lnTo>
                    <a:pt x="6763" y="16897"/>
                  </a:lnTo>
                  <a:lnTo>
                    <a:pt x="7173" y="17318"/>
                  </a:lnTo>
                  <a:lnTo>
                    <a:pt x="7594" y="17728"/>
                  </a:lnTo>
                  <a:lnTo>
                    <a:pt x="8027" y="18139"/>
                  </a:lnTo>
                  <a:lnTo>
                    <a:pt x="8459" y="18527"/>
                  </a:lnTo>
                  <a:lnTo>
                    <a:pt x="8914" y="18904"/>
                  </a:lnTo>
                  <a:lnTo>
                    <a:pt x="9368" y="19269"/>
                  </a:lnTo>
                  <a:lnTo>
                    <a:pt x="9834" y="19635"/>
                  </a:lnTo>
                  <a:lnTo>
                    <a:pt x="10311" y="19979"/>
                  </a:lnTo>
                  <a:lnTo>
                    <a:pt x="10799" y="20312"/>
                  </a:lnTo>
                  <a:lnTo>
                    <a:pt x="11286" y="20633"/>
                  </a:lnTo>
                  <a:lnTo>
                    <a:pt x="11785" y="20955"/>
                  </a:lnTo>
                  <a:lnTo>
                    <a:pt x="12295" y="21254"/>
                  </a:lnTo>
                  <a:lnTo>
                    <a:pt x="12816" y="21542"/>
                  </a:lnTo>
                  <a:lnTo>
                    <a:pt x="13337" y="21819"/>
                  </a:lnTo>
                  <a:lnTo>
                    <a:pt x="13870" y="22085"/>
                  </a:lnTo>
                  <a:lnTo>
                    <a:pt x="14413" y="22329"/>
                  </a:lnTo>
                  <a:lnTo>
                    <a:pt x="14956" y="22573"/>
                  </a:lnTo>
                  <a:lnTo>
                    <a:pt x="15510" y="22795"/>
                  </a:lnTo>
                  <a:lnTo>
                    <a:pt x="16065" y="23006"/>
                  </a:lnTo>
                  <a:lnTo>
                    <a:pt x="16630" y="23205"/>
                  </a:lnTo>
                  <a:lnTo>
                    <a:pt x="17207" y="23394"/>
                  </a:lnTo>
                  <a:lnTo>
                    <a:pt x="17783" y="23571"/>
                  </a:lnTo>
                  <a:lnTo>
                    <a:pt x="18371" y="23726"/>
                  </a:lnTo>
                  <a:lnTo>
                    <a:pt x="18958" y="23870"/>
                  </a:lnTo>
                  <a:lnTo>
                    <a:pt x="19557" y="24003"/>
                  </a:lnTo>
                  <a:lnTo>
                    <a:pt x="20156" y="24114"/>
                  </a:lnTo>
                  <a:lnTo>
                    <a:pt x="20765" y="24214"/>
                  </a:lnTo>
                  <a:lnTo>
                    <a:pt x="21375" y="24303"/>
                  </a:lnTo>
                  <a:lnTo>
                    <a:pt x="21985" y="24369"/>
                  </a:lnTo>
                  <a:lnTo>
                    <a:pt x="22606" y="24425"/>
                  </a:lnTo>
                  <a:lnTo>
                    <a:pt x="23227" y="24469"/>
                  </a:lnTo>
                  <a:lnTo>
                    <a:pt x="23859" y="24491"/>
                  </a:lnTo>
                  <a:lnTo>
                    <a:pt x="32916" y="24491"/>
                  </a:lnTo>
                  <a:lnTo>
                    <a:pt x="32916" y="13272"/>
                  </a:lnTo>
                  <a:lnTo>
                    <a:pt x="32905" y="12928"/>
                  </a:lnTo>
                  <a:lnTo>
                    <a:pt x="32894" y="12584"/>
                  </a:lnTo>
                  <a:lnTo>
                    <a:pt x="32872" y="12252"/>
                  </a:lnTo>
                  <a:lnTo>
                    <a:pt x="32839" y="11908"/>
                  </a:lnTo>
                  <a:lnTo>
                    <a:pt x="32806" y="11575"/>
                  </a:lnTo>
                  <a:lnTo>
                    <a:pt x="32761" y="11243"/>
                  </a:lnTo>
                  <a:lnTo>
                    <a:pt x="32706" y="10921"/>
                  </a:lnTo>
                  <a:lnTo>
                    <a:pt x="32639" y="10589"/>
                  </a:lnTo>
                  <a:lnTo>
                    <a:pt x="32573" y="10267"/>
                  </a:lnTo>
                  <a:lnTo>
                    <a:pt x="32495" y="9957"/>
                  </a:lnTo>
                  <a:lnTo>
                    <a:pt x="32406" y="9635"/>
                  </a:lnTo>
                  <a:lnTo>
                    <a:pt x="32318" y="9325"/>
                  </a:lnTo>
                  <a:lnTo>
                    <a:pt x="32218" y="9014"/>
                  </a:lnTo>
                  <a:lnTo>
                    <a:pt x="32107" y="8704"/>
                  </a:lnTo>
                  <a:lnTo>
                    <a:pt x="31996" y="8404"/>
                  </a:lnTo>
                  <a:lnTo>
                    <a:pt x="31874" y="8105"/>
                  </a:lnTo>
                  <a:lnTo>
                    <a:pt x="31741" y="7806"/>
                  </a:lnTo>
                  <a:lnTo>
                    <a:pt x="31608" y="7518"/>
                  </a:lnTo>
                  <a:lnTo>
                    <a:pt x="31464" y="7229"/>
                  </a:lnTo>
                  <a:lnTo>
                    <a:pt x="31309" y="6941"/>
                  </a:lnTo>
                  <a:lnTo>
                    <a:pt x="31154" y="6664"/>
                  </a:lnTo>
                  <a:lnTo>
                    <a:pt x="30987" y="6387"/>
                  </a:lnTo>
                  <a:lnTo>
                    <a:pt x="30821" y="6121"/>
                  </a:lnTo>
                  <a:lnTo>
                    <a:pt x="30644" y="5855"/>
                  </a:lnTo>
                  <a:lnTo>
                    <a:pt x="30466" y="5588"/>
                  </a:lnTo>
                  <a:lnTo>
                    <a:pt x="30278" y="5333"/>
                  </a:lnTo>
                  <a:lnTo>
                    <a:pt x="30078" y="5078"/>
                  </a:lnTo>
                  <a:lnTo>
                    <a:pt x="29879" y="4823"/>
                  </a:lnTo>
                  <a:lnTo>
                    <a:pt x="29679" y="4591"/>
                  </a:lnTo>
                  <a:lnTo>
                    <a:pt x="29469" y="4347"/>
                  </a:lnTo>
                  <a:lnTo>
                    <a:pt x="29247" y="4114"/>
                  </a:lnTo>
                  <a:lnTo>
                    <a:pt x="29025" y="3892"/>
                  </a:lnTo>
                  <a:lnTo>
                    <a:pt x="28803" y="3659"/>
                  </a:lnTo>
                  <a:lnTo>
                    <a:pt x="28570" y="3449"/>
                  </a:lnTo>
                  <a:lnTo>
                    <a:pt x="28327" y="3238"/>
                  </a:lnTo>
                  <a:lnTo>
                    <a:pt x="28083" y="3027"/>
                  </a:lnTo>
                  <a:lnTo>
                    <a:pt x="27839" y="2828"/>
                  </a:lnTo>
                  <a:lnTo>
                    <a:pt x="27584" y="2639"/>
                  </a:lnTo>
                  <a:lnTo>
                    <a:pt x="27329" y="2451"/>
                  </a:lnTo>
                  <a:lnTo>
                    <a:pt x="27063" y="2262"/>
                  </a:lnTo>
                  <a:lnTo>
                    <a:pt x="26797" y="2096"/>
                  </a:lnTo>
                  <a:lnTo>
                    <a:pt x="26519" y="1919"/>
                  </a:lnTo>
                  <a:lnTo>
                    <a:pt x="26253" y="1764"/>
                  </a:lnTo>
                  <a:lnTo>
                    <a:pt x="25965" y="1597"/>
                  </a:lnTo>
                  <a:lnTo>
                    <a:pt x="25688" y="1453"/>
                  </a:lnTo>
                  <a:lnTo>
                    <a:pt x="25400" y="1309"/>
                  </a:lnTo>
                  <a:lnTo>
                    <a:pt x="25100" y="1176"/>
                  </a:lnTo>
                  <a:lnTo>
                    <a:pt x="24812" y="1043"/>
                  </a:lnTo>
                  <a:lnTo>
                    <a:pt x="24513" y="921"/>
                  </a:lnTo>
                  <a:lnTo>
                    <a:pt x="24202" y="810"/>
                  </a:lnTo>
                  <a:lnTo>
                    <a:pt x="23903" y="699"/>
                  </a:lnTo>
                  <a:lnTo>
                    <a:pt x="23593" y="599"/>
                  </a:lnTo>
                  <a:lnTo>
                    <a:pt x="23282" y="500"/>
                  </a:lnTo>
                  <a:lnTo>
                    <a:pt x="22961" y="422"/>
                  </a:lnTo>
                  <a:lnTo>
                    <a:pt x="22639" y="344"/>
                  </a:lnTo>
                  <a:lnTo>
                    <a:pt x="22318" y="267"/>
                  </a:lnTo>
                  <a:lnTo>
                    <a:pt x="21996" y="211"/>
                  </a:lnTo>
                  <a:lnTo>
                    <a:pt x="21663" y="156"/>
                  </a:lnTo>
                  <a:lnTo>
                    <a:pt x="21331" y="112"/>
                  </a:lnTo>
                  <a:lnTo>
                    <a:pt x="20998" y="67"/>
                  </a:lnTo>
                  <a:lnTo>
                    <a:pt x="20666" y="45"/>
                  </a:lnTo>
                  <a:lnTo>
                    <a:pt x="20333" y="23"/>
                  </a:lnTo>
                  <a:lnTo>
                    <a:pt x="19989" y="1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585;p20">
              <a:extLst>
                <a:ext uri="{FF2B5EF4-FFF2-40B4-BE49-F238E27FC236}">
                  <a16:creationId xmlns:a16="http://schemas.microsoft.com/office/drawing/2014/main" id="{E031A004-DBB9-A3EA-CF4B-F8E9842F2DF0}"/>
                </a:ext>
              </a:extLst>
            </p:cNvPr>
            <p:cNvSpPr/>
            <p:nvPr/>
          </p:nvSpPr>
          <p:spPr>
            <a:xfrm>
              <a:off x="4580800" y="2750075"/>
              <a:ext cx="120025" cy="240050"/>
            </a:xfrm>
            <a:custGeom>
              <a:avLst/>
              <a:gdLst/>
              <a:ahLst/>
              <a:cxnLst/>
              <a:rect l="l" t="t" r="r" b="b"/>
              <a:pathLst>
                <a:path w="4801" h="9602" extrusionOk="0">
                  <a:moveTo>
                    <a:pt x="0" y="1"/>
                  </a:moveTo>
                  <a:lnTo>
                    <a:pt x="0" y="9602"/>
                  </a:lnTo>
                  <a:lnTo>
                    <a:pt x="244" y="9602"/>
                  </a:lnTo>
                  <a:lnTo>
                    <a:pt x="488" y="9580"/>
                  </a:lnTo>
                  <a:lnTo>
                    <a:pt x="732" y="9547"/>
                  </a:lnTo>
                  <a:lnTo>
                    <a:pt x="965" y="9502"/>
                  </a:lnTo>
                  <a:lnTo>
                    <a:pt x="1197" y="9458"/>
                  </a:lnTo>
                  <a:lnTo>
                    <a:pt x="1419" y="9391"/>
                  </a:lnTo>
                  <a:lnTo>
                    <a:pt x="1652" y="9314"/>
                  </a:lnTo>
                  <a:lnTo>
                    <a:pt x="1863" y="9225"/>
                  </a:lnTo>
                  <a:lnTo>
                    <a:pt x="2073" y="9125"/>
                  </a:lnTo>
                  <a:lnTo>
                    <a:pt x="2284" y="9025"/>
                  </a:lnTo>
                  <a:lnTo>
                    <a:pt x="2484" y="8904"/>
                  </a:lnTo>
                  <a:lnTo>
                    <a:pt x="2683" y="8782"/>
                  </a:lnTo>
                  <a:lnTo>
                    <a:pt x="2872" y="8649"/>
                  </a:lnTo>
                  <a:lnTo>
                    <a:pt x="3049" y="8504"/>
                  </a:lnTo>
                  <a:lnTo>
                    <a:pt x="3226" y="8360"/>
                  </a:lnTo>
                  <a:lnTo>
                    <a:pt x="3393" y="8194"/>
                  </a:lnTo>
                  <a:lnTo>
                    <a:pt x="3548" y="8028"/>
                  </a:lnTo>
                  <a:lnTo>
                    <a:pt x="3703" y="7861"/>
                  </a:lnTo>
                  <a:lnTo>
                    <a:pt x="3847" y="7673"/>
                  </a:lnTo>
                  <a:lnTo>
                    <a:pt x="3980" y="7484"/>
                  </a:lnTo>
                  <a:lnTo>
                    <a:pt x="4102" y="7296"/>
                  </a:lnTo>
                  <a:lnTo>
                    <a:pt x="4213" y="7096"/>
                  </a:lnTo>
                  <a:lnTo>
                    <a:pt x="4324" y="6886"/>
                  </a:lnTo>
                  <a:lnTo>
                    <a:pt x="4424" y="6675"/>
                  </a:lnTo>
                  <a:lnTo>
                    <a:pt x="4501" y="6453"/>
                  </a:lnTo>
                  <a:lnTo>
                    <a:pt x="4579" y="6232"/>
                  </a:lnTo>
                  <a:lnTo>
                    <a:pt x="4645" y="5999"/>
                  </a:lnTo>
                  <a:lnTo>
                    <a:pt x="4701" y="5766"/>
                  </a:lnTo>
                  <a:lnTo>
                    <a:pt x="4745" y="5533"/>
                  </a:lnTo>
                  <a:lnTo>
                    <a:pt x="4767" y="5289"/>
                  </a:lnTo>
                  <a:lnTo>
                    <a:pt x="4790" y="5045"/>
                  </a:lnTo>
                  <a:lnTo>
                    <a:pt x="4801" y="4801"/>
                  </a:lnTo>
                  <a:lnTo>
                    <a:pt x="4790" y="4558"/>
                  </a:lnTo>
                  <a:lnTo>
                    <a:pt x="4767" y="4314"/>
                  </a:lnTo>
                  <a:lnTo>
                    <a:pt x="4745" y="4070"/>
                  </a:lnTo>
                  <a:lnTo>
                    <a:pt x="4701" y="3837"/>
                  </a:lnTo>
                  <a:lnTo>
                    <a:pt x="4645" y="3604"/>
                  </a:lnTo>
                  <a:lnTo>
                    <a:pt x="4579" y="3371"/>
                  </a:lnTo>
                  <a:lnTo>
                    <a:pt x="4501" y="3150"/>
                  </a:lnTo>
                  <a:lnTo>
                    <a:pt x="4424" y="2939"/>
                  </a:lnTo>
                  <a:lnTo>
                    <a:pt x="4324" y="2717"/>
                  </a:lnTo>
                  <a:lnTo>
                    <a:pt x="4213" y="2518"/>
                  </a:lnTo>
                  <a:lnTo>
                    <a:pt x="4102" y="2318"/>
                  </a:lnTo>
                  <a:lnTo>
                    <a:pt x="3980" y="2118"/>
                  </a:lnTo>
                  <a:lnTo>
                    <a:pt x="3847" y="1930"/>
                  </a:lnTo>
                  <a:lnTo>
                    <a:pt x="3703" y="1753"/>
                  </a:lnTo>
                  <a:lnTo>
                    <a:pt x="3548" y="1575"/>
                  </a:lnTo>
                  <a:lnTo>
                    <a:pt x="3393" y="1409"/>
                  </a:lnTo>
                  <a:lnTo>
                    <a:pt x="3226" y="1254"/>
                  </a:lnTo>
                  <a:lnTo>
                    <a:pt x="3049" y="1098"/>
                  </a:lnTo>
                  <a:lnTo>
                    <a:pt x="2872" y="954"/>
                  </a:lnTo>
                  <a:lnTo>
                    <a:pt x="2683" y="821"/>
                  </a:lnTo>
                  <a:lnTo>
                    <a:pt x="2484" y="699"/>
                  </a:lnTo>
                  <a:lnTo>
                    <a:pt x="2284" y="577"/>
                  </a:lnTo>
                  <a:lnTo>
                    <a:pt x="2073" y="478"/>
                  </a:lnTo>
                  <a:lnTo>
                    <a:pt x="1863" y="378"/>
                  </a:lnTo>
                  <a:lnTo>
                    <a:pt x="1652" y="289"/>
                  </a:lnTo>
                  <a:lnTo>
                    <a:pt x="1419" y="223"/>
                  </a:lnTo>
                  <a:lnTo>
                    <a:pt x="1197" y="156"/>
                  </a:lnTo>
                  <a:lnTo>
                    <a:pt x="965" y="101"/>
                  </a:lnTo>
                  <a:lnTo>
                    <a:pt x="732" y="56"/>
                  </a:lnTo>
                  <a:lnTo>
                    <a:pt x="488" y="23"/>
                  </a:lnTo>
                  <a:lnTo>
                    <a:pt x="244" y="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586;p20">
              <a:extLst>
                <a:ext uri="{FF2B5EF4-FFF2-40B4-BE49-F238E27FC236}">
                  <a16:creationId xmlns:a16="http://schemas.microsoft.com/office/drawing/2014/main" id="{4F35D907-09F2-AC04-E33A-539EAB1C4212}"/>
                </a:ext>
              </a:extLst>
            </p:cNvPr>
            <p:cNvSpPr/>
            <p:nvPr/>
          </p:nvSpPr>
          <p:spPr>
            <a:xfrm>
              <a:off x="4850475" y="1541350"/>
              <a:ext cx="399975" cy="1356225"/>
            </a:xfrm>
            <a:custGeom>
              <a:avLst/>
              <a:gdLst/>
              <a:ahLst/>
              <a:cxnLst/>
              <a:rect l="l" t="t" r="r" b="b"/>
              <a:pathLst>
                <a:path w="15999" h="54249" extrusionOk="0">
                  <a:moveTo>
                    <a:pt x="8005" y="1"/>
                  </a:moveTo>
                  <a:lnTo>
                    <a:pt x="7595" y="12"/>
                  </a:lnTo>
                  <a:lnTo>
                    <a:pt x="7185" y="45"/>
                  </a:lnTo>
                  <a:lnTo>
                    <a:pt x="6785" y="89"/>
                  </a:lnTo>
                  <a:lnTo>
                    <a:pt x="6386" y="167"/>
                  </a:lnTo>
                  <a:lnTo>
                    <a:pt x="6009" y="256"/>
                  </a:lnTo>
                  <a:lnTo>
                    <a:pt x="5621" y="367"/>
                  </a:lnTo>
                  <a:lnTo>
                    <a:pt x="5256" y="489"/>
                  </a:lnTo>
                  <a:lnTo>
                    <a:pt x="4890" y="633"/>
                  </a:lnTo>
                  <a:lnTo>
                    <a:pt x="4535" y="788"/>
                  </a:lnTo>
                  <a:lnTo>
                    <a:pt x="4191" y="965"/>
                  </a:lnTo>
                  <a:lnTo>
                    <a:pt x="3859" y="1165"/>
                  </a:lnTo>
                  <a:lnTo>
                    <a:pt x="3526" y="1364"/>
                  </a:lnTo>
                  <a:lnTo>
                    <a:pt x="3216" y="1586"/>
                  </a:lnTo>
                  <a:lnTo>
                    <a:pt x="2916" y="1830"/>
                  </a:lnTo>
                  <a:lnTo>
                    <a:pt x="2628" y="2074"/>
                  </a:lnTo>
                  <a:lnTo>
                    <a:pt x="2351" y="2340"/>
                  </a:lnTo>
                  <a:lnTo>
                    <a:pt x="2085" y="2617"/>
                  </a:lnTo>
                  <a:lnTo>
                    <a:pt x="1830" y="2917"/>
                  </a:lnTo>
                  <a:lnTo>
                    <a:pt x="1597" y="3216"/>
                  </a:lnTo>
                  <a:lnTo>
                    <a:pt x="1375" y="3526"/>
                  </a:lnTo>
                  <a:lnTo>
                    <a:pt x="1165" y="3848"/>
                  </a:lnTo>
                  <a:lnTo>
                    <a:pt x="976" y="4192"/>
                  </a:lnTo>
                  <a:lnTo>
                    <a:pt x="799" y="4535"/>
                  </a:lnTo>
                  <a:lnTo>
                    <a:pt x="632" y="4890"/>
                  </a:lnTo>
                  <a:lnTo>
                    <a:pt x="488" y="5245"/>
                  </a:lnTo>
                  <a:lnTo>
                    <a:pt x="366" y="5622"/>
                  </a:lnTo>
                  <a:lnTo>
                    <a:pt x="255" y="5999"/>
                  </a:lnTo>
                  <a:lnTo>
                    <a:pt x="167" y="6387"/>
                  </a:lnTo>
                  <a:lnTo>
                    <a:pt x="100" y="6786"/>
                  </a:lnTo>
                  <a:lnTo>
                    <a:pt x="45" y="7185"/>
                  </a:lnTo>
                  <a:lnTo>
                    <a:pt x="12" y="7584"/>
                  </a:lnTo>
                  <a:lnTo>
                    <a:pt x="0" y="7994"/>
                  </a:lnTo>
                  <a:lnTo>
                    <a:pt x="0" y="54248"/>
                  </a:lnTo>
                  <a:lnTo>
                    <a:pt x="15999" y="54248"/>
                  </a:lnTo>
                  <a:lnTo>
                    <a:pt x="15999" y="7994"/>
                  </a:lnTo>
                  <a:lnTo>
                    <a:pt x="15987" y="7584"/>
                  </a:lnTo>
                  <a:lnTo>
                    <a:pt x="15954" y="7185"/>
                  </a:lnTo>
                  <a:lnTo>
                    <a:pt x="15910" y="6786"/>
                  </a:lnTo>
                  <a:lnTo>
                    <a:pt x="15843" y="6387"/>
                  </a:lnTo>
                  <a:lnTo>
                    <a:pt x="15744" y="5999"/>
                  </a:lnTo>
                  <a:lnTo>
                    <a:pt x="15644" y="5622"/>
                  </a:lnTo>
                  <a:lnTo>
                    <a:pt x="15511" y="5245"/>
                  </a:lnTo>
                  <a:lnTo>
                    <a:pt x="15367" y="4890"/>
                  </a:lnTo>
                  <a:lnTo>
                    <a:pt x="15211" y="4535"/>
                  </a:lnTo>
                  <a:lnTo>
                    <a:pt x="15034" y="4192"/>
                  </a:lnTo>
                  <a:lnTo>
                    <a:pt x="14846" y="3848"/>
                  </a:lnTo>
                  <a:lnTo>
                    <a:pt x="14635" y="3526"/>
                  </a:lnTo>
                  <a:lnTo>
                    <a:pt x="14413" y="3216"/>
                  </a:lnTo>
                  <a:lnTo>
                    <a:pt x="14169" y="2917"/>
                  </a:lnTo>
                  <a:lnTo>
                    <a:pt x="13925" y="2617"/>
                  </a:lnTo>
                  <a:lnTo>
                    <a:pt x="13659" y="2340"/>
                  </a:lnTo>
                  <a:lnTo>
                    <a:pt x="13382" y="2074"/>
                  </a:lnTo>
                  <a:lnTo>
                    <a:pt x="13094" y="1830"/>
                  </a:lnTo>
                  <a:lnTo>
                    <a:pt x="12783" y="1586"/>
                  </a:lnTo>
                  <a:lnTo>
                    <a:pt x="12473" y="1364"/>
                  </a:lnTo>
                  <a:lnTo>
                    <a:pt x="12151" y="1165"/>
                  </a:lnTo>
                  <a:lnTo>
                    <a:pt x="11819" y="965"/>
                  </a:lnTo>
                  <a:lnTo>
                    <a:pt x="11475" y="788"/>
                  </a:lnTo>
                  <a:lnTo>
                    <a:pt x="11120" y="633"/>
                  </a:lnTo>
                  <a:lnTo>
                    <a:pt x="10755" y="489"/>
                  </a:lnTo>
                  <a:lnTo>
                    <a:pt x="10378" y="367"/>
                  </a:lnTo>
                  <a:lnTo>
                    <a:pt x="10001" y="256"/>
                  </a:lnTo>
                  <a:lnTo>
                    <a:pt x="9613" y="167"/>
                  </a:lnTo>
                  <a:lnTo>
                    <a:pt x="9225" y="89"/>
                  </a:lnTo>
                  <a:lnTo>
                    <a:pt x="8825" y="45"/>
                  </a:lnTo>
                  <a:lnTo>
                    <a:pt x="8415" y="12"/>
                  </a:lnTo>
                  <a:lnTo>
                    <a:pt x="8005" y="1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587;p20">
              <a:extLst>
                <a:ext uri="{FF2B5EF4-FFF2-40B4-BE49-F238E27FC236}">
                  <a16:creationId xmlns:a16="http://schemas.microsoft.com/office/drawing/2014/main" id="{48376493-D344-C6F4-59EE-4905CD34ECC5}"/>
                </a:ext>
              </a:extLst>
            </p:cNvPr>
            <p:cNvSpPr/>
            <p:nvPr/>
          </p:nvSpPr>
          <p:spPr>
            <a:xfrm>
              <a:off x="5250975" y="2140875"/>
              <a:ext cx="399700" cy="1473175"/>
            </a:xfrm>
            <a:custGeom>
              <a:avLst/>
              <a:gdLst/>
              <a:ahLst/>
              <a:cxnLst/>
              <a:rect l="l" t="t" r="r" b="b"/>
              <a:pathLst>
                <a:path w="15988" h="58927" extrusionOk="0">
                  <a:moveTo>
                    <a:pt x="7994" y="0"/>
                  </a:moveTo>
                  <a:lnTo>
                    <a:pt x="7584" y="11"/>
                  </a:lnTo>
                  <a:lnTo>
                    <a:pt x="7174" y="34"/>
                  </a:lnTo>
                  <a:lnTo>
                    <a:pt x="6775" y="89"/>
                  </a:lnTo>
                  <a:lnTo>
                    <a:pt x="6387" y="156"/>
                  </a:lnTo>
                  <a:lnTo>
                    <a:pt x="5999" y="244"/>
                  </a:lnTo>
                  <a:lnTo>
                    <a:pt x="5622" y="355"/>
                  </a:lnTo>
                  <a:lnTo>
                    <a:pt x="5245" y="477"/>
                  </a:lnTo>
                  <a:lnTo>
                    <a:pt x="4879" y="621"/>
                  </a:lnTo>
                  <a:lnTo>
                    <a:pt x="4524" y="787"/>
                  </a:lnTo>
                  <a:lnTo>
                    <a:pt x="4180" y="965"/>
                  </a:lnTo>
                  <a:lnTo>
                    <a:pt x="3848" y="1153"/>
                  </a:lnTo>
                  <a:lnTo>
                    <a:pt x="3526" y="1364"/>
                  </a:lnTo>
                  <a:lnTo>
                    <a:pt x="3205" y="1586"/>
                  </a:lnTo>
                  <a:lnTo>
                    <a:pt x="2905" y="1819"/>
                  </a:lnTo>
                  <a:lnTo>
                    <a:pt x="2617" y="2074"/>
                  </a:lnTo>
                  <a:lnTo>
                    <a:pt x="2340" y="2340"/>
                  </a:lnTo>
                  <a:lnTo>
                    <a:pt x="2074" y="2617"/>
                  </a:lnTo>
                  <a:lnTo>
                    <a:pt x="1819" y="2905"/>
                  </a:lnTo>
                  <a:lnTo>
                    <a:pt x="1586" y="3204"/>
                  </a:lnTo>
                  <a:lnTo>
                    <a:pt x="1364" y="3526"/>
                  </a:lnTo>
                  <a:lnTo>
                    <a:pt x="1154" y="3847"/>
                  </a:lnTo>
                  <a:lnTo>
                    <a:pt x="965" y="4180"/>
                  </a:lnTo>
                  <a:lnTo>
                    <a:pt x="788" y="4524"/>
                  </a:lnTo>
                  <a:lnTo>
                    <a:pt x="622" y="4878"/>
                  </a:lnTo>
                  <a:lnTo>
                    <a:pt x="477" y="5244"/>
                  </a:lnTo>
                  <a:lnTo>
                    <a:pt x="355" y="5621"/>
                  </a:lnTo>
                  <a:lnTo>
                    <a:pt x="245" y="5998"/>
                  </a:lnTo>
                  <a:lnTo>
                    <a:pt x="156" y="6386"/>
                  </a:lnTo>
                  <a:lnTo>
                    <a:pt x="89" y="6774"/>
                  </a:lnTo>
                  <a:lnTo>
                    <a:pt x="34" y="7173"/>
                  </a:lnTo>
                  <a:lnTo>
                    <a:pt x="12" y="7584"/>
                  </a:lnTo>
                  <a:lnTo>
                    <a:pt x="1" y="7994"/>
                  </a:lnTo>
                  <a:lnTo>
                    <a:pt x="1" y="58926"/>
                  </a:lnTo>
                  <a:lnTo>
                    <a:pt x="15988" y="58926"/>
                  </a:lnTo>
                  <a:lnTo>
                    <a:pt x="15988" y="7994"/>
                  </a:lnTo>
                  <a:lnTo>
                    <a:pt x="15977" y="7584"/>
                  </a:lnTo>
                  <a:lnTo>
                    <a:pt x="15954" y="7173"/>
                  </a:lnTo>
                  <a:lnTo>
                    <a:pt x="15899" y="6774"/>
                  </a:lnTo>
                  <a:lnTo>
                    <a:pt x="15833" y="6386"/>
                  </a:lnTo>
                  <a:lnTo>
                    <a:pt x="15744" y="5998"/>
                  </a:lnTo>
                  <a:lnTo>
                    <a:pt x="15633" y="5621"/>
                  </a:lnTo>
                  <a:lnTo>
                    <a:pt x="15511" y="5244"/>
                  </a:lnTo>
                  <a:lnTo>
                    <a:pt x="15367" y="4878"/>
                  </a:lnTo>
                  <a:lnTo>
                    <a:pt x="15201" y="4524"/>
                  </a:lnTo>
                  <a:lnTo>
                    <a:pt x="15023" y="4180"/>
                  </a:lnTo>
                  <a:lnTo>
                    <a:pt x="14835" y="3847"/>
                  </a:lnTo>
                  <a:lnTo>
                    <a:pt x="14624" y="3526"/>
                  </a:lnTo>
                  <a:lnTo>
                    <a:pt x="14402" y="3204"/>
                  </a:lnTo>
                  <a:lnTo>
                    <a:pt x="14170" y="2905"/>
                  </a:lnTo>
                  <a:lnTo>
                    <a:pt x="13915" y="2617"/>
                  </a:lnTo>
                  <a:lnTo>
                    <a:pt x="13648" y="2340"/>
                  </a:lnTo>
                  <a:lnTo>
                    <a:pt x="13371" y="2074"/>
                  </a:lnTo>
                  <a:lnTo>
                    <a:pt x="13083" y="1819"/>
                  </a:lnTo>
                  <a:lnTo>
                    <a:pt x="12784" y="1586"/>
                  </a:lnTo>
                  <a:lnTo>
                    <a:pt x="12462" y="1364"/>
                  </a:lnTo>
                  <a:lnTo>
                    <a:pt x="12141" y="1153"/>
                  </a:lnTo>
                  <a:lnTo>
                    <a:pt x="11808" y="965"/>
                  </a:lnTo>
                  <a:lnTo>
                    <a:pt x="11464" y="787"/>
                  </a:lnTo>
                  <a:lnTo>
                    <a:pt x="11110" y="621"/>
                  </a:lnTo>
                  <a:lnTo>
                    <a:pt x="10744" y="477"/>
                  </a:lnTo>
                  <a:lnTo>
                    <a:pt x="10378" y="355"/>
                  </a:lnTo>
                  <a:lnTo>
                    <a:pt x="9990" y="244"/>
                  </a:lnTo>
                  <a:lnTo>
                    <a:pt x="9602" y="156"/>
                  </a:lnTo>
                  <a:lnTo>
                    <a:pt x="9214" y="89"/>
                  </a:lnTo>
                  <a:lnTo>
                    <a:pt x="8815" y="34"/>
                  </a:lnTo>
                  <a:lnTo>
                    <a:pt x="8404" y="11"/>
                  </a:lnTo>
                  <a:lnTo>
                    <a:pt x="7994" y="0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588;p20">
              <a:extLst>
                <a:ext uri="{FF2B5EF4-FFF2-40B4-BE49-F238E27FC236}">
                  <a16:creationId xmlns:a16="http://schemas.microsoft.com/office/drawing/2014/main" id="{35622ED0-1747-5A96-60FD-CFCB06F4E330}"/>
                </a:ext>
              </a:extLst>
            </p:cNvPr>
            <p:cNvSpPr/>
            <p:nvPr/>
          </p:nvSpPr>
          <p:spPr>
            <a:xfrm>
              <a:off x="5650650" y="2257825"/>
              <a:ext cx="399975" cy="1356225"/>
            </a:xfrm>
            <a:custGeom>
              <a:avLst/>
              <a:gdLst/>
              <a:ahLst/>
              <a:cxnLst/>
              <a:rect l="l" t="t" r="r" b="b"/>
              <a:pathLst>
                <a:path w="15999" h="54249" extrusionOk="0">
                  <a:moveTo>
                    <a:pt x="8005" y="1"/>
                  </a:moveTo>
                  <a:lnTo>
                    <a:pt x="7595" y="12"/>
                  </a:lnTo>
                  <a:lnTo>
                    <a:pt x="7185" y="45"/>
                  </a:lnTo>
                  <a:lnTo>
                    <a:pt x="6786" y="90"/>
                  </a:lnTo>
                  <a:lnTo>
                    <a:pt x="6387" y="167"/>
                  </a:lnTo>
                  <a:lnTo>
                    <a:pt x="5999" y="256"/>
                  </a:lnTo>
                  <a:lnTo>
                    <a:pt x="5622" y="356"/>
                  </a:lnTo>
                  <a:lnTo>
                    <a:pt x="5256" y="489"/>
                  </a:lnTo>
                  <a:lnTo>
                    <a:pt x="4890" y="633"/>
                  </a:lnTo>
                  <a:lnTo>
                    <a:pt x="4535" y="788"/>
                  </a:lnTo>
                  <a:lnTo>
                    <a:pt x="4191" y="965"/>
                  </a:lnTo>
                  <a:lnTo>
                    <a:pt x="3859" y="1154"/>
                  </a:lnTo>
                  <a:lnTo>
                    <a:pt x="3526" y="1365"/>
                  </a:lnTo>
                  <a:lnTo>
                    <a:pt x="3216" y="1586"/>
                  </a:lnTo>
                  <a:lnTo>
                    <a:pt x="2917" y="1830"/>
                  </a:lnTo>
                  <a:lnTo>
                    <a:pt x="2628" y="2074"/>
                  </a:lnTo>
                  <a:lnTo>
                    <a:pt x="2351" y="2340"/>
                  </a:lnTo>
                  <a:lnTo>
                    <a:pt x="2085" y="2617"/>
                  </a:lnTo>
                  <a:lnTo>
                    <a:pt x="1830" y="2917"/>
                  </a:lnTo>
                  <a:lnTo>
                    <a:pt x="1597" y="3216"/>
                  </a:lnTo>
                  <a:lnTo>
                    <a:pt x="1375" y="3526"/>
                  </a:lnTo>
                  <a:lnTo>
                    <a:pt x="1165" y="3848"/>
                  </a:lnTo>
                  <a:lnTo>
                    <a:pt x="965" y="4192"/>
                  </a:lnTo>
                  <a:lnTo>
                    <a:pt x="799" y="4535"/>
                  </a:lnTo>
                  <a:lnTo>
                    <a:pt x="633" y="4890"/>
                  </a:lnTo>
                  <a:lnTo>
                    <a:pt x="489" y="5245"/>
                  </a:lnTo>
                  <a:lnTo>
                    <a:pt x="367" y="5622"/>
                  </a:lnTo>
                  <a:lnTo>
                    <a:pt x="256" y="5999"/>
                  </a:lnTo>
                  <a:lnTo>
                    <a:pt x="167" y="6387"/>
                  </a:lnTo>
                  <a:lnTo>
                    <a:pt x="100" y="6786"/>
                  </a:lnTo>
                  <a:lnTo>
                    <a:pt x="45" y="7185"/>
                  </a:lnTo>
                  <a:lnTo>
                    <a:pt x="12" y="7584"/>
                  </a:lnTo>
                  <a:lnTo>
                    <a:pt x="1" y="7994"/>
                  </a:lnTo>
                  <a:lnTo>
                    <a:pt x="1" y="54248"/>
                  </a:lnTo>
                  <a:lnTo>
                    <a:pt x="15999" y="54248"/>
                  </a:lnTo>
                  <a:lnTo>
                    <a:pt x="15999" y="7994"/>
                  </a:lnTo>
                  <a:lnTo>
                    <a:pt x="15988" y="7584"/>
                  </a:lnTo>
                  <a:lnTo>
                    <a:pt x="15954" y="7185"/>
                  </a:lnTo>
                  <a:lnTo>
                    <a:pt x="15910" y="6786"/>
                  </a:lnTo>
                  <a:lnTo>
                    <a:pt x="15833" y="6387"/>
                  </a:lnTo>
                  <a:lnTo>
                    <a:pt x="15744" y="5999"/>
                  </a:lnTo>
                  <a:lnTo>
                    <a:pt x="15644" y="5622"/>
                  </a:lnTo>
                  <a:lnTo>
                    <a:pt x="15511" y="5245"/>
                  </a:lnTo>
                  <a:lnTo>
                    <a:pt x="15367" y="4890"/>
                  </a:lnTo>
                  <a:lnTo>
                    <a:pt x="15212" y="4535"/>
                  </a:lnTo>
                  <a:lnTo>
                    <a:pt x="15034" y="4192"/>
                  </a:lnTo>
                  <a:lnTo>
                    <a:pt x="14846" y="3848"/>
                  </a:lnTo>
                  <a:lnTo>
                    <a:pt x="14635" y="3526"/>
                  </a:lnTo>
                  <a:lnTo>
                    <a:pt x="14413" y="3216"/>
                  </a:lnTo>
                  <a:lnTo>
                    <a:pt x="14170" y="2917"/>
                  </a:lnTo>
                  <a:lnTo>
                    <a:pt x="13926" y="2617"/>
                  </a:lnTo>
                  <a:lnTo>
                    <a:pt x="13660" y="2340"/>
                  </a:lnTo>
                  <a:lnTo>
                    <a:pt x="13382" y="2074"/>
                  </a:lnTo>
                  <a:lnTo>
                    <a:pt x="13094" y="1830"/>
                  </a:lnTo>
                  <a:lnTo>
                    <a:pt x="12784" y="1586"/>
                  </a:lnTo>
                  <a:lnTo>
                    <a:pt x="12473" y="1365"/>
                  </a:lnTo>
                  <a:lnTo>
                    <a:pt x="12152" y="1154"/>
                  </a:lnTo>
                  <a:lnTo>
                    <a:pt x="11819" y="965"/>
                  </a:lnTo>
                  <a:lnTo>
                    <a:pt x="11464" y="788"/>
                  </a:lnTo>
                  <a:lnTo>
                    <a:pt x="11121" y="633"/>
                  </a:lnTo>
                  <a:lnTo>
                    <a:pt x="10755" y="489"/>
                  </a:lnTo>
                  <a:lnTo>
                    <a:pt x="10378" y="356"/>
                  </a:lnTo>
                  <a:lnTo>
                    <a:pt x="10001" y="256"/>
                  </a:lnTo>
                  <a:lnTo>
                    <a:pt x="9613" y="167"/>
                  </a:lnTo>
                  <a:lnTo>
                    <a:pt x="9225" y="90"/>
                  </a:lnTo>
                  <a:lnTo>
                    <a:pt x="8815" y="45"/>
                  </a:lnTo>
                  <a:lnTo>
                    <a:pt x="8416" y="12"/>
                  </a:lnTo>
                  <a:lnTo>
                    <a:pt x="8005" y="1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589;p20">
              <a:extLst>
                <a:ext uri="{FF2B5EF4-FFF2-40B4-BE49-F238E27FC236}">
                  <a16:creationId xmlns:a16="http://schemas.microsoft.com/office/drawing/2014/main" id="{88A91BD0-C5EA-BF68-0BC7-0FD355925466}"/>
                </a:ext>
              </a:extLst>
            </p:cNvPr>
            <p:cNvSpPr/>
            <p:nvPr/>
          </p:nvSpPr>
          <p:spPr>
            <a:xfrm>
              <a:off x="6051150" y="2467925"/>
              <a:ext cx="339000" cy="755300"/>
            </a:xfrm>
            <a:custGeom>
              <a:avLst/>
              <a:gdLst/>
              <a:ahLst/>
              <a:cxnLst/>
              <a:rect l="l" t="t" r="r" b="b"/>
              <a:pathLst>
                <a:path w="13560" h="30212" extrusionOk="0">
                  <a:moveTo>
                    <a:pt x="6431" y="1"/>
                  </a:moveTo>
                  <a:lnTo>
                    <a:pt x="6088" y="34"/>
                  </a:lnTo>
                  <a:lnTo>
                    <a:pt x="5744" y="78"/>
                  </a:lnTo>
                  <a:lnTo>
                    <a:pt x="5411" y="134"/>
                  </a:lnTo>
                  <a:lnTo>
                    <a:pt x="5079" y="211"/>
                  </a:lnTo>
                  <a:lnTo>
                    <a:pt x="4757" y="300"/>
                  </a:lnTo>
                  <a:lnTo>
                    <a:pt x="4447" y="411"/>
                  </a:lnTo>
                  <a:lnTo>
                    <a:pt x="4136" y="533"/>
                  </a:lnTo>
                  <a:lnTo>
                    <a:pt x="3837" y="666"/>
                  </a:lnTo>
                  <a:lnTo>
                    <a:pt x="3549" y="810"/>
                  </a:lnTo>
                  <a:lnTo>
                    <a:pt x="3260" y="976"/>
                  </a:lnTo>
                  <a:lnTo>
                    <a:pt x="2983" y="1154"/>
                  </a:lnTo>
                  <a:lnTo>
                    <a:pt x="2717" y="1342"/>
                  </a:lnTo>
                  <a:lnTo>
                    <a:pt x="2462" y="1542"/>
                  </a:lnTo>
                  <a:lnTo>
                    <a:pt x="2218" y="1752"/>
                  </a:lnTo>
                  <a:lnTo>
                    <a:pt x="1986" y="1985"/>
                  </a:lnTo>
                  <a:lnTo>
                    <a:pt x="1753" y="2218"/>
                  </a:lnTo>
                  <a:lnTo>
                    <a:pt x="1542" y="2462"/>
                  </a:lnTo>
                  <a:lnTo>
                    <a:pt x="1342" y="2717"/>
                  </a:lnTo>
                  <a:lnTo>
                    <a:pt x="1154" y="2983"/>
                  </a:lnTo>
                  <a:lnTo>
                    <a:pt x="977" y="3260"/>
                  </a:lnTo>
                  <a:lnTo>
                    <a:pt x="810" y="3548"/>
                  </a:lnTo>
                  <a:lnTo>
                    <a:pt x="666" y="3837"/>
                  </a:lnTo>
                  <a:lnTo>
                    <a:pt x="533" y="4136"/>
                  </a:lnTo>
                  <a:lnTo>
                    <a:pt x="411" y="4446"/>
                  </a:lnTo>
                  <a:lnTo>
                    <a:pt x="300" y="4757"/>
                  </a:lnTo>
                  <a:lnTo>
                    <a:pt x="212" y="5078"/>
                  </a:lnTo>
                  <a:lnTo>
                    <a:pt x="134" y="5411"/>
                  </a:lnTo>
                  <a:lnTo>
                    <a:pt x="79" y="5744"/>
                  </a:lnTo>
                  <a:lnTo>
                    <a:pt x="34" y="6087"/>
                  </a:lnTo>
                  <a:lnTo>
                    <a:pt x="1" y="6431"/>
                  </a:lnTo>
                  <a:lnTo>
                    <a:pt x="1" y="6775"/>
                  </a:lnTo>
                  <a:lnTo>
                    <a:pt x="1" y="30212"/>
                  </a:lnTo>
                  <a:lnTo>
                    <a:pt x="13560" y="30212"/>
                  </a:lnTo>
                  <a:lnTo>
                    <a:pt x="13560" y="6775"/>
                  </a:lnTo>
                  <a:lnTo>
                    <a:pt x="13549" y="6431"/>
                  </a:lnTo>
                  <a:lnTo>
                    <a:pt x="13527" y="6087"/>
                  </a:lnTo>
                  <a:lnTo>
                    <a:pt x="13482" y="5744"/>
                  </a:lnTo>
                  <a:lnTo>
                    <a:pt x="13416" y="5411"/>
                  </a:lnTo>
                  <a:lnTo>
                    <a:pt x="13349" y="5078"/>
                  </a:lnTo>
                  <a:lnTo>
                    <a:pt x="13250" y="4757"/>
                  </a:lnTo>
                  <a:lnTo>
                    <a:pt x="13150" y="4446"/>
                  </a:lnTo>
                  <a:lnTo>
                    <a:pt x="13028" y="4136"/>
                  </a:lnTo>
                  <a:lnTo>
                    <a:pt x="12895" y="3837"/>
                  </a:lnTo>
                  <a:lnTo>
                    <a:pt x="12740" y="3548"/>
                  </a:lnTo>
                  <a:lnTo>
                    <a:pt x="12573" y="3260"/>
                  </a:lnTo>
                  <a:lnTo>
                    <a:pt x="12396" y="2983"/>
                  </a:lnTo>
                  <a:lnTo>
                    <a:pt x="12207" y="2717"/>
                  </a:lnTo>
                  <a:lnTo>
                    <a:pt x="12008" y="2462"/>
                  </a:lnTo>
                  <a:lnTo>
                    <a:pt x="11797" y="2218"/>
                  </a:lnTo>
                  <a:lnTo>
                    <a:pt x="11575" y="1985"/>
                  </a:lnTo>
                  <a:lnTo>
                    <a:pt x="11332" y="1752"/>
                  </a:lnTo>
                  <a:lnTo>
                    <a:pt x="11088" y="1542"/>
                  </a:lnTo>
                  <a:lnTo>
                    <a:pt x="10833" y="1342"/>
                  </a:lnTo>
                  <a:lnTo>
                    <a:pt x="10567" y="1154"/>
                  </a:lnTo>
                  <a:lnTo>
                    <a:pt x="10289" y="976"/>
                  </a:lnTo>
                  <a:lnTo>
                    <a:pt x="10012" y="810"/>
                  </a:lnTo>
                  <a:lnTo>
                    <a:pt x="9713" y="666"/>
                  </a:lnTo>
                  <a:lnTo>
                    <a:pt x="9414" y="533"/>
                  </a:lnTo>
                  <a:lnTo>
                    <a:pt x="9114" y="411"/>
                  </a:lnTo>
                  <a:lnTo>
                    <a:pt x="8793" y="300"/>
                  </a:lnTo>
                  <a:lnTo>
                    <a:pt x="8471" y="211"/>
                  </a:lnTo>
                  <a:lnTo>
                    <a:pt x="8150" y="134"/>
                  </a:lnTo>
                  <a:lnTo>
                    <a:pt x="7806" y="78"/>
                  </a:lnTo>
                  <a:lnTo>
                    <a:pt x="7473" y="34"/>
                  </a:lnTo>
                  <a:lnTo>
                    <a:pt x="7130" y="1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590;p20">
              <a:extLst>
                <a:ext uri="{FF2B5EF4-FFF2-40B4-BE49-F238E27FC236}">
                  <a16:creationId xmlns:a16="http://schemas.microsoft.com/office/drawing/2014/main" id="{A47C04EC-3A7C-40E4-CFCC-D483261D4DB6}"/>
                </a:ext>
              </a:extLst>
            </p:cNvPr>
            <p:cNvSpPr/>
            <p:nvPr/>
          </p:nvSpPr>
          <p:spPr>
            <a:xfrm>
              <a:off x="4850475" y="2767825"/>
              <a:ext cx="1539675" cy="1169400"/>
            </a:xfrm>
            <a:custGeom>
              <a:avLst/>
              <a:gdLst/>
              <a:ahLst/>
              <a:cxnLst/>
              <a:rect l="l" t="t" r="r" b="b"/>
              <a:pathLst>
                <a:path w="61587" h="46776" extrusionOk="0">
                  <a:moveTo>
                    <a:pt x="0" y="0"/>
                  </a:moveTo>
                  <a:lnTo>
                    <a:pt x="0" y="20333"/>
                  </a:lnTo>
                  <a:lnTo>
                    <a:pt x="12" y="21010"/>
                  </a:lnTo>
                  <a:lnTo>
                    <a:pt x="45" y="21686"/>
                  </a:lnTo>
                  <a:lnTo>
                    <a:pt x="78" y="22362"/>
                  </a:lnTo>
                  <a:lnTo>
                    <a:pt x="145" y="23039"/>
                  </a:lnTo>
                  <a:lnTo>
                    <a:pt x="222" y="23693"/>
                  </a:lnTo>
                  <a:lnTo>
                    <a:pt x="311" y="24358"/>
                  </a:lnTo>
                  <a:lnTo>
                    <a:pt x="422" y="25012"/>
                  </a:lnTo>
                  <a:lnTo>
                    <a:pt x="544" y="25655"/>
                  </a:lnTo>
                  <a:lnTo>
                    <a:pt x="688" y="26298"/>
                  </a:lnTo>
                  <a:lnTo>
                    <a:pt x="843" y="26941"/>
                  </a:lnTo>
                  <a:lnTo>
                    <a:pt x="1009" y="27573"/>
                  </a:lnTo>
                  <a:lnTo>
                    <a:pt x="1198" y="28194"/>
                  </a:lnTo>
                  <a:lnTo>
                    <a:pt x="1397" y="28815"/>
                  </a:lnTo>
                  <a:lnTo>
                    <a:pt x="1608" y="29425"/>
                  </a:lnTo>
                  <a:lnTo>
                    <a:pt x="1841" y="30023"/>
                  </a:lnTo>
                  <a:lnTo>
                    <a:pt x="2085" y="30622"/>
                  </a:lnTo>
                  <a:lnTo>
                    <a:pt x="2340" y="31210"/>
                  </a:lnTo>
                  <a:lnTo>
                    <a:pt x="2617" y="31797"/>
                  </a:lnTo>
                  <a:lnTo>
                    <a:pt x="2894" y="32374"/>
                  </a:lnTo>
                  <a:lnTo>
                    <a:pt x="3193" y="32939"/>
                  </a:lnTo>
                  <a:lnTo>
                    <a:pt x="3515" y="33493"/>
                  </a:lnTo>
                  <a:lnTo>
                    <a:pt x="3836" y="34048"/>
                  </a:lnTo>
                  <a:lnTo>
                    <a:pt x="4169" y="34591"/>
                  </a:lnTo>
                  <a:lnTo>
                    <a:pt x="4524" y="35123"/>
                  </a:lnTo>
                  <a:lnTo>
                    <a:pt x="4890" y="35644"/>
                  </a:lnTo>
                  <a:lnTo>
                    <a:pt x="5256" y="36154"/>
                  </a:lnTo>
                  <a:lnTo>
                    <a:pt x="5644" y="36664"/>
                  </a:lnTo>
                  <a:lnTo>
                    <a:pt x="6043" y="37152"/>
                  </a:lnTo>
                  <a:lnTo>
                    <a:pt x="6453" y="37640"/>
                  </a:lnTo>
                  <a:lnTo>
                    <a:pt x="6874" y="38117"/>
                  </a:lnTo>
                  <a:lnTo>
                    <a:pt x="7307" y="38582"/>
                  </a:lnTo>
                  <a:lnTo>
                    <a:pt x="7750" y="39037"/>
                  </a:lnTo>
                  <a:lnTo>
                    <a:pt x="8205" y="39480"/>
                  </a:lnTo>
                  <a:lnTo>
                    <a:pt x="8670" y="39913"/>
                  </a:lnTo>
                  <a:lnTo>
                    <a:pt x="9147" y="40334"/>
                  </a:lnTo>
                  <a:lnTo>
                    <a:pt x="9635" y="40744"/>
                  </a:lnTo>
                  <a:lnTo>
                    <a:pt x="10123" y="41143"/>
                  </a:lnTo>
                  <a:lnTo>
                    <a:pt x="10633" y="41520"/>
                  </a:lnTo>
                  <a:lnTo>
                    <a:pt x="11143" y="41897"/>
                  </a:lnTo>
                  <a:lnTo>
                    <a:pt x="11664" y="42263"/>
                  </a:lnTo>
                  <a:lnTo>
                    <a:pt x="12196" y="42618"/>
                  </a:lnTo>
                  <a:lnTo>
                    <a:pt x="12739" y="42950"/>
                  </a:lnTo>
                  <a:lnTo>
                    <a:pt x="13293" y="43272"/>
                  </a:lnTo>
                  <a:lnTo>
                    <a:pt x="13848" y="43582"/>
                  </a:lnTo>
                  <a:lnTo>
                    <a:pt x="14413" y="43882"/>
                  </a:lnTo>
                  <a:lnTo>
                    <a:pt x="14990" y="44170"/>
                  </a:lnTo>
                  <a:lnTo>
                    <a:pt x="15566" y="44447"/>
                  </a:lnTo>
                  <a:lnTo>
                    <a:pt x="16165" y="44702"/>
                  </a:lnTo>
                  <a:lnTo>
                    <a:pt x="16764" y="44946"/>
                  </a:lnTo>
                  <a:lnTo>
                    <a:pt x="17362" y="45179"/>
                  </a:lnTo>
                  <a:lnTo>
                    <a:pt x="17972" y="45389"/>
                  </a:lnTo>
                  <a:lnTo>
                    <a:pt x="18593" y="45589"/>
                  </a:lnTo>
                  <a:lnTo>
                    <a:pt x="19214" y="45778"/>
                  </a:lnTo>
                  <a:lnTo>
                    <a:pt x="19846" y="45944"/>
                  </a:lnTo>
                  <a:lnTo>
                    <a:pt x="20489" y="46099"/>
                  </a:lnTo>
                  <a:lnTo>
                    <a:pt x="21132" y="46243"/>
                  </a:lnTo>
                  <a:lnTo>
                    <a:pt x="21775" y="46365"/>
                  </a:lnTo>
                  <a:lnTo>
                    <a:pt x="22429" y="46476"/>
                  </a:lnTo>
                  <a:lnTo>
                    <a:pt x="23083" y="46565"/>
                  </a:lnTo>
                  <a:lnTo>
                    <a:pt x="23748" y="46642"/>
                  </a:lnTo>
                  <a:lnTo>
                    <a:pt x="24424" y="46709"/>
                  </a:lnTo>
                  <a:lnTo>
                    <a:pt x="25101" y="46742"/>
                  </a:lnTo>
                  <a:lnTo>
                    <a:pt x="25777" y="46775"/>
                  </a:lnTo>
                  <a:lnTo>
                    <a:pt x="36420" y="46775"/>
                  </a:lnTo>
                  <a:lnTo>
                    <a:pt x="37085" y="46742"/>
                  </a:lnTo>
                  <a:lnTo>
                    <a:pt x="37751" y="46709"/>
                  </a:lnTo>
                  <a:lnTo>
                    <a:pt x="38405" y="46642"/>
                  </a:lnTo>
                  <a:lnTo>
                    <a:pt x="39048" y="46576"/>
                  </a:lnTo>
                  <a:lnTo>
                    <a:pt x="39691" y="46487"/>
                  </a:lnTo>
                  <a:lnTo>
                    <a:pt x="40334" y="46376"/>
                  </a:lnTo>
                  <a:lnTo>
                    <a:pt x="40966" y="46254"/>
                  </a:lnTo>
                  <a:lnTo>
                    <a:pt x="41587" y="46121"/>
                  </a:lnTo>
                  <a:lnTo>
                    <a:pt x="42219" y="45966"/>
                  </a:lnTo>
                  <a:lnTo>
                    <a:pt x="42828" y="45800"/>
                  </a:lnTo>
                  <a:lnTo>
                    <a:pt x="43438" y="45622"/>
                  </a:lnTo>
                  <a:lnTo>
                    <a:pt x="44037" y="45423"/>
                  </a:lnTo>
                  <a:lnTo>
                    <a:pt x="44635" y="45212"/>
                  </a:lnTo>
                  <a:lnTo>
                    <a:pt x="45234" y="44990"/>
                  </a:lnTo>
                  <a:lnTo>
                    <a:pt x="45811" y="44746"/>
                  </a:lnTo>
                  <a:lnTo>
                    <a:pt x="46387" y="44503"/>
                  </a:lnTo>
                  <a:lnTo>
                    <a:pt x="46953" y="44236"/>
                  </a:lnTo>
                  <a:lnTo>
                    <a:pt x="47518" y="43959"/>
                  </a:lnTo>
                  <a:lnTo>
                    <a:pt x="48072" y="43660"/>
                  </a:lnTo>
                  <a:lnTo>
                    <a:pt x="48616" y="43361"/>
                  </a:lnTo>
                  <a:lnTo>
                    <a:pt x="49148" y="43039"/>
                  </a:lnTo>
                  <a:lnTo>
                    <a:pt x="49680" y="42706"/>
                  </a:lnTo>
                  <a:lnTo>
                    <a:pt x="50201" y="42374"/>
                  </a:lnTo>
                  <a:lnTo>
                    <a:pt x="50711" y="42019"/>
                  </a:lnTo>
                  <a:lnTo>
                    <a:pt x="51210" y="41653"/>
                  </a:lnTo>
                  <a:lnTo>
                    <a:pt x="51709" y="41276"/>
                  </a:lnTo>
                  <a:lnTo>
                    <a:pt x="52185" y="40888"/>
                  </a:lnTo>
                  <a:lnTo>
                    <a:pt x="52662" y="40478"/>
                  </a:lnTo>
                  <a:lnTo>
                    <a:pt x="53128" y="40068"/>
                  </a:lnTo>
                  <a:lnTo>
                    <a:pt x="53582" y="39647"/>
                  </a:lnTo>
                  <a:lnTo>
                    <a:pt x="54026" y="39214"/>
                  </a:lnTo>
                  <a:lnTo>
                    <a:pt x="54458" y="38771"/>
                  </a:lnTo>
                  <a:lnTo>
                    <a:pt x="54880" y="38316"/>
                  </a:lnTo>
                  <a:lnTo>
                    <a:pt x="55290" y="37851"/>
                  </a:lnTo>
                  <a:lnTo>
                    <a:pt x="55689" y="37385"/>
                  </a:lnTo>
                  <a:lnTo>
                    <a:pt x="56077" y="36897"/>
                  </a:lnTo>
                  <a:lnTo>
                    <a:pt x="56454" y="36409"/>
                  </a:lnTo>
                  <a:lnTo>
                    <a:pt x="56820" y="35899"/>
                  </a:lnTo>
                  <a:lnTo>
                    <a:pt x="57175" y="35389"/>
                  </a:lnTo>
                  <a:lnTo>
                    <a:pt x="57518" y="34879"/>
                  </a:lnTo>
                  <a:lnTo>
                    <a:pt x="57851" y="34347"/>
                  </a:lnTo>
                  <a:lnTo>
                    <a:pt x="58161" y="33804"/>
                  </a:lnTo>
                  <a:lnTo>
                    <a:pt x="58472" y="33261"/>
                  </a:lnTo>
                  <a:lnTo>
                    <a:pt x="58760" y="32706"/>
                  </a:lnTo>
                  <a:lnTo>
                    <a:pt x="59037" y="32152"/>
                  </a:lnTo>
                  <a:lnTo>
                    <a:pt x="59303" y="31587"/>
                  </a:lnTo>
                  <a:lnTo>
                    <a:pt x="59558" y="31010"/>
                  </a:lnTo>
                  <a:lnTo>
                    <a:pt x="59791" y="30422"/>
                  </a:lnTo>
                  <a:lnTo>
                    <a:pt x="60024" y="29835"/>
                  </a:lnTo>
                  <a:lnTo>
                    <a:pt x="60223" y="29236"/>
                  </a:lnTo>
                  <a:lnTo>
                    <a:pt x="60423" y="28637"/>
                  </a:lnTo>
                  <a:lnTo>
                    <a:pt x="60611" y="28028"/>
                  </a:lnTo>
                  <a:lnTo>
                    <a:pt x="60778" y="27407"/>
                  </a:lnTo>
                  <a:lnTo>
                    <a:pt x="60922" y="26786"/>
                  </a:lnTo>
                  <a:lnTo>
                    <a:pt x="61066" y="26154"/>
                  </a:lnTo>
                  <a:lnTo>
                    <a:pt x="61188" y="25522"/>
                  </a:lnTo>
                  <a:lnTo>
                    <a:pt x="61288" y="24890"/>
                  </a:lnTo>
                  <a:lnTo>
                    <a:pt x="61376" y="24247"/>
                  </a:lnTo>
                  <a:lnTo>
                    <a:pt x="61454" y="23593"/>
                  </a:lnTo>
                  <a:lnTo>
                    <a:pt x="61509" y="22939"/>
                  </a:lnTo>
                  <a:lnTo>
                    <a:pt x="61554" y="22285"/>
                  </a:lnTo>
                  <a:lnTo>
                    <a:pt x="61576" y="21620"/>
                  </a:lnTo>
                  <a:lnTo>
                    <a:pt x="61587" y="20954"/>
                  </a:lnTo>
                  <a:lnTo>
                    <a:pt x="61587" y="0"/>
                  </a:lnTo>
                  <a:close/>
                </a:path>
              </a:pathLst>
            </a:custGeom>
            <a:solidFill>
              <a:srgbClr val="E3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591;p20">
              <a:extLst>
                <a:ext uri="{FF2B5EF4-FFF2-40B4-BE49-F238E27FC236}">
                  <a16:creationId xmlns:a16="http://schemas.microsoft.com/office/drawing/2014/main" id="{16A3B541-E2E8-AEC5-1BD8-154A6A6F22E1}"/>
                </a:ext>
              </a:extLst>
            </p:cNvPr>
            <p:cNvSpPr/>
            <p:nvPr/>
          </p:nvSpPr>
          <p:spPr>
            <a:xfrm>
              <a:off x="4911450" y="1716250"/>
              <a:ext cx="279975" cy="140000"/>
            </a:xfrm>
            <a:custGeom>
              <a:avLst/>
              <a:gdLst/>
              <a:ahLst/>
              <a:cxnLst/>
              <a:rect l="l" t="t" r="r" b="b"/>
              <a:pathLst>
                <a:path w="11199" h="5600" extrusionOk="0">
                  <a:moveTo>
                    <a:pt x="1" y="0"/>
                  </a:moveTo>
                  <a:lnTo>
                    <a:pt x="1" y="289"/>
                  </a:lnTo>
                  <a:lnTo>
                    <a:pt x="23" y="577"/>
                  </a:lnTo>
                  <a:lnTo>
                    <a:pt x="67" y="854"/>
                  </a:lnTo>
                  <a:lnTo>
                    <a:pt x="111" y="1131"/>
                  </a:lnTo>
                  <a:lnTo>
                    <a:pt x="178" y="1408"/>
                  </a:lnTo>
                  <a:lnTo>
                    <a:pt x="244" y="1663"/>
                  </a:lnTo>
                  <a:lnTo>
                    <a:pt x="333" y="1930"/>
                  </a:lnTo>
                  <a:lnTo>
                    <a:pt x="433" y="2185"/>
                  </a:lnTo>
                  <a:lnTo>
                    <a:pt x="555" y="2428"/>
                  </a:lnTo>
                  <a:lnTo>
                    <a:pt x="677" y="2672"/>
                  </a:lnTo>
                  <a:lnTo>
                    <a:pt x="810" y="2905"/>
                  </a:lnTo>
                  <a:lnTo>
                    <a:pt x="954" y="3138"/>
                  </a:lnTo>
                  <a:lnTo>
                    <a:pt x="1109" y="3349"/>
                  </a:lnTo>
                  <a:lnTo>
                    <a:pt x="1275" y="3570"/>
                  </a:lnTo>
                  <a:lnTo>
                    <a:pt x="1453" y="3770"/>
                  </a:lnTo>
                  <a:lnTo>
                    <a:pt x="1641" y="3958"/>
                  </a:lnTo>
                  <a:lnTo>
                    <a:pt x="1830" y="4147"/>
                  </a:lnTo>
                  <a:lnTo>
                    <a:pt x="2040" y="4324"/>
                  </a:lnTo>
                  <a:lnTo>
                    <a:pt x="2251" y="4491"/>
                  </a:lnTo>
                  <a:lnTo>
                    <a:pt x="2462" y="4646"/>
                  </a:lnTo>
                  <a:lnTo>
                    <a:pt x="2695" y="4790"/>
                  </a:lnTo>
                  <a:lnTo>
                    <a:pt x="2927" y="4923"/>
                  </a:lnTo>
                  <a:lnTo>
                    <a:pt x="3171" y="5045"/>
                  </a:lnTo>
                  <a:lnTo>
                    <a:pt x="3415" y="5167"/>
                  </a:lnTo>
                  <a:lnTo>
                    <a:pt x="3670" y="5267"/>
                  </a:lnTo>
                  <a:lnTo>
                    <a:pt x="3936" y="5355"/>
                  </a:lnTo>
                  <a:lnTo>
                    <a:pt x="4202" y="5422"/>
                  </a:lnTo>
                  <a:lnTo>
                    <a:pt x="4468" y="5488"/>
                  </a:lnTo>
                  <a:lnTo>
                    <a:pt x="4746" y="5533"/>
                  </a:lnTo>
                  <a:lnTo>
                    <a:pt x="5023" y="5577"/>
                  </a:lnTo>
                  <a:lnTo>
                    <a:pt x="5311" y="5599"/>
                  </a:lnTo>
                  <a:lnTo>
                    <a:pt x="5888" y="5599"/>
                  </a:lnTo>
                  <a:lnTo>
                    <a:pt x="6165" y="5577"/>
                  </a:lnTo>
                  <a:lnTo>
                    <a:pt x="6453" y="5533"/>
                  </a:lnTo>
                  <a:lnTo>
                    <a:pt x="6719" y="5488"/>
                  </a:lnTo>
                  <a:lnTo>
                    <a:pt x="6996" y="5422"/>
                  </a:lnTo>
                  <a:lnTo>
                    <a:pt x="7262" y="5355"/>
                  </a:lnTo>
                  <a:lnTo>
                    <a:pt x="7517" y="5267"/>
                  </a:lnTo>
                  <a:lnTo>
                    <a:pt x="7772" y="5167"/>
                  </a:lnTo>
                  <a:lnTo>
                    <a:pt x="8027" y="5045"/>
                  </a:lnTo>
                  <a:lnTo>
                    <a:pt x="8260" y="4923"/>
                  </a:lnTo>
                  <a:lnTo>
                    <a:pt x="8504" y="4790"/>
                  </a:lnTo>
                  <a:lnTo>
                    <a:pt x="8726" y="4646"/>
                  </a:lnTo>
                  <a:lnTo>
                    <a:pt x="8947" y="4491"/>
                  </a:lnTo>
                  <a:lnTo>
                    <a:pt x="9158" y="4324"/>
                  </a:lnTo>
                  <a:lnTo>
                    <a:pt x="9358" y="4147"/>
                  </a:lnTo>
                  <a:lnTo>
                    <a:pt x="9557" y="3958"/>
                  </a:lnTo>
                  <a:lnTo>
                    <a:pt x="9735" y="3770"/>
                  </a:lnTo>
                  <a:lnTo>
                    <a:pt x="9912" y="3570"/>
                  </a:lnTo>
                  <a:lnTo>
                    <a:pt x="10078" y="3349"/>
                  </a:lnTo>
                  <a:lnTo>
                    <a:pt x="10234" y="3138"/>
                  </a:lnTo>
                  <a:lnTo>
                    <a:pt x="10389" y="2905"/>
                  </a:lnTo>
                  <a:lnTo>
                    <a:pt x="10522" y="2672"/>
                  </a:lnTo>
                  <a:lnTo>
                    <a:pt x="10644" y="2428"/>
                  </a:lnTo>
                  <a:lnTo>
                    <a:pt x="10755" y="2185"/>
                  </a:lnTo>
                  <a:lnTo>
                    <a:pt x="10854" y="1930"/>
                  </a:lnTo>
                  <a:lnTo>
                    <a:pt x="10943" y="1663"/>
                  </a:lnTo>
                  <a:lnTo>
                    <a:pt x="11021" y="1408"/>
                  </a:lnTo>
                  <a:lnTo>
                    <a:pt x="11076" y="1131"/>
                  </a:lnTo>
                  <a:lnTo>
                    <a:pt x="11132" y="854"/>
                  </a:lnTo>
                  <a:lnTo>
                    <a:pt x="11165" y="577"/>
                  </a:lnTo>
                  <a:lnTo>
                    <a:pt x="11187" y="289"/>
                  </a:lnTo>
                  <a:lnTo>
                    <a:pt x="11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592;p20">
              <a:extLst>
                <a:ext uri="{FF2B5EF4-FFF2-40B4-BE49-F238E27FC236}">
                  <a16:creationId xmlns:a16="http://schemas.microsoft.com/office/drawing/2014/main" id="{FD9F2D9D-2F6D-5353-B23B-E220F19B30EB}"/>
                </a:ext>
              </a:extLst>
            </p:cNvPr>
            <p:cNvSpPr/>
            <p:nvPr/>
          </p:nvSpPr>
          <p:spPr>
            <a:xfrm>
              <a:off x="4941650" y="3880100"/>
              <a:ext cx="1071300" cy="265000"/>
            </a:xfrm>
            <a:custGeom>
              <a:avLst/>
              <a:gdLst/>
              <a:ahLst/>
              <a:cxnLst/>
              <a:rect l="l" t="t" r="r" b="b"/>
              <a:pathLst>
                <a:path w="42852" h="10600" extrusionOk="0">
                  <a:moveTo>
                    <a:pt x="1" y="0"/>
                  </a:moveTo>
                  <a:lnTo>
                    <a:pt x="1" y="10599"/>
                  </a:lnTo>
                  <a:lnTo>
                    <a:pt x="42851" y="10599"/>
                  </a:lnTo>
                  <a:lnTo>
                    <a:pt x="428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593;p20">
              <a:extLst>
                <a:ext uri="{FF2B5EF4-FFF2-40B4-BE49-F238E27FC236}">
                  <a16:creationId xmlns:a16="http://schemas.microsoft.com/office/drawing/2014/main" id="{49B10BD3-3E64-E5B4-4C8F-9310CF83C4AF}"/>
                </a:ext>
              </a:extLst>
            </p:cNvPr>
            <p:cNvSpPr/>
            <p:nvPr/>
          </p:nvSpPr>
          <p:spPr>
            <a:xfrm>
              <a:off x="4858500" y="4145075"/>
              <a:ext cx="1237600" cy="960950"/>
            </a:xfrm>
            <a:custGeom>
              <a:avLst/>
              <a:gdLst/>
              <a:ahLst/>
              <a:cxnLst/>
              <a:rect l="l" t="t" r="r" b="b"/>
              <a:pathLst>
                <a:path w="49504" h="38438" extrusionOk="0">
                  <a:moveTo>
                    <a:pt x="1" y="0"/>
                  </a:moveTo>
                  <a:lnTo>
                    <a:pt x="1" y="38438"/>
                  </a:lnTo>
                  <a:lnTo>
                    <a:pt x="49503" y="38438"/>
                  </a:lnTo>
                  <a:lnTo>
                    <a:pt x="49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594;p20">
              <a:extLst>
                <a:ext uri="{FF2B5EF4-FFF2-40B4-BE49-F238E27FC236}">
                  <a16:creationId xmlns:a16="http://schemas.microsoft.com/office/drawing/2014/main" id="{7E82ED3D-F242-43BC-4007-390F7A2CE9F4}"/>
                </a:ext>
              </a:extLst>
            </p:cNvPr>
            <p:cNvSpPr/>
            <p:nvPr/>
          </p:nvSpPr>
          <p:spPr>
            <a:xfrm>
              <a:off x="5797000" y="3944675"/>
              <a:ext cx="136125" cy="135850"/>
            </a:xfrm>
            <a:custGeom>
              <a:avLst/>
              <a:gdLst/>
              <a:ahLst/>
              <a:cxnLst/>
              <a:rect l="l" t="t" r="r" b="b"/>
              <a:pathLst>
                <a:path w="5445" h="5434" extrusionOk="0">
                  <a:moveTo>
                    <a:pt x="2584" y="1"/>
                  </a:moveTo>
                  <a:lnTo>
                    <a:pt x="2440" y="12"/>
                  </a:lnTo>
                  <a:lnTo>
                    <a:pt x="2307" y="23"/>
                  </a:lnTo>
                  <a:lnTo>
                    <a:pt x="2173" y="56"/>
                  </a:lnTo>
                  <a:lnTo>
                    <a:pt x="2040" y="78"/>
                  </a:lnTo>
                  <a:lnTo>
                    <a:pt x="1918" y="123"/>
                  </a:lnTo>
                  <a:lnTo>
                    <a:pt x="1663" y="211"/>
                  </a:lnTo>
                  <a:lnTo>
                    <a:pt x="1431" y="322"/>
                  </a:lnTo>
                  <a:lnTo>
                    <a:pt x="1198" y="466"/>
                  </a:lnTo>
                  <a:lnTo>
                    <a:pt x="998" y="622"/>
                  </a:lnTo>
                  <a:lnTo>
                    <a:pt x="799" y="799"/>
                  </a:lnTo>
                  <a:lnTo>
                    <a:pt x="621" y="987"/>
                  </a:lnTo>
                  <a:lnTo>
                    <a:pt x="466" y="1198"/>
                  </a:lnTo>
                  <a:lnTo>
                    <a:pt x="333" y="1420"/>
                  </a:lnTo>
                  <a:lnTo>
                    <a:pt x="222" y="1653"/>
                  </a:lnTo>
                  <a:lnTo>
                    <a:pt x="122" y="1908"/>
                  </a:lnTo>
                  <a:lnTo>
                    <a:pt x="89" y="2041"/>
                  </a:lnTo>
                  <a:lnTo>
                    <a:pt x="56" y="2174"/>
                  </a:lnTo>
                  <a:lnTo>
                    <a:pt x="34" y="2307"/>
                  </a:lnTo>
                  <a:lnTo>
                    <a:pt x="12" y="2440"/>
                  </a:lnTo>
                  <a:lnTo>
                    <a:pt x="12" y="2573"/>
                  </a:lnTo>
                  <a:lnTo>
                    <a:pt x="0" y="2717"/>
                  </a:lnTo>
                  <a:lnTo>
                    <a:pt x="12" y="2861"/>
                  </a:lnTo>
                  <a:lnTo>
                    <a:pt x="12" y="2994"/>
                  </a:lnTo>
                  <a:lnTo>
                    <a:pt x="34" y="3127"/>
                  </a:lnTo>
                  <a:lnTo>
                    <a:pt x="56" y="3260"/>
                  </a:lnTo>
                  <a:lnTo>
                    <a:pt x="89" y="3393"/>
                  </a:lnTo>
                  <a:lnTo>
                    <a:pt x="122" y="3526"/>
                  </a:lnTo>
                  <a:lnTo>
                    <a:pt x="222" y="3770"/>
                  </a:lnTo>
                  <a:lnTo>
                    <a:pt x="333" y="4014"/>
                  </a:lnTo>
                  <a:lnTo>
                    <a:pt x="466" y="4236"/>
                  </a:lnTo>
                  <a:lnTo>
                    <a:pt x="621" y="4446"/>
                  </a:lnTo>
                  <a:lnTo>
                    <a:pt x="799" y="4635"/>
                  </a:lnTo>
                  <a:lnTo>
                    <a:pt x="998" y="4812"/>
                  </a:lnTo>
                  <a:lnTo>
                    <a:pt x="1198" y="4967"/>
                  </a:lnTo>
                  <a:lnTo>
                    <a:pt x="1431" y="5112"/>
                  </a:lnTo>
                  <a:lnTo>
                    <a:pt x="1663" y="5222"/>
                  </a:lnTo>
                  <a:lnTo>
                    <a:pt x="1918" y="5311"/>
                  </a:lnTo>
                  <a:lnTo>
                    <a:pt x="2040" y="5356"/>
                  </a:lnTo>
                  <a:lnTo>
                    <a:pt x="2173" y="5378"/>
                  </a:lnTo>
                  <a:lnTo>
                    <a:pt x="2307" y="5411"/>
                  </a:lnTo>
                  <a:lnTo>
                    <a:pt x="2440" y="5422"/>
                  </a:lnTo>
                  <a:lnTo>
                    <a:pt x="2584" y="5433"/>
                  </a:lnTo>
                  <a:lnTo>
                    <a:pt x="2861" y="5433"/>
                  </a:lnTo>
                  <a:lnTo>
                    <a:pt x="3005" y="5422"/>
                  </a:lnTo>
                  <a:lnTo>
                    <a:pt x="3138" y="5411"/>
                  </a:lnTo>
                  <a:lnTo>
                    <a:pt x="3271" y="5378"/>
                  </a:lnTo>
                  <a:lnTo>
                    <a:pt x="3404" y="5356"/>
                  </a:lnTo>
                  <a:lnTo>
                    <a:pt x="3537" y="5311"/>
                  </a:lnTo>
                  <a:lnTo>
                    <a:pt x="3781" y="5222"/>
                  </a:lnTo>
                  <a:lnTo>
                    <a:pt x="4025" y="5112"/>
                  </a:lnTo>
                  <a:lnTo>
                    <a:pt x="4247" y="4967"/>
                  </a:lnTo>
                  <a:lnTo>
                    <a:pt x="4457" y="4812"/>
                  </a:lnTo>
                  <a:lnTo>
                    <a:pt x="4646" y="4635"/>
                  </a:lnTo>
                  <a:lnTo>
                    <a:pt x="4823" y="4446"/>
                  </a:lnTo>
                  <a:lnTo>
                    <a:pt x="4978" y="4236"/>
                  </a:lnTo>
                  <a:lnTo>
                    <a:pt x="5111" y="4014"/>
                  </a:lnTo>
                  <a:lnTo>
                    <a:pt x="5233" y="3770"/>
                  </a:lnTo>
                  <a:lnTo>
                    <a:pt x="5322" y="3526"/>
                  </a:lnTo>
                  <a:lnTo>
                    <a:pt x="5355" y="3393"/>
                  </a:lnTo>
                  <a:lnTo>
                    <a:pt x="5389" y="3260"/>
                  </a:lnTo>
                  <a:lnTo>
                    <a:pt x="5411" y="3127"/>
                  </a:lnTo>
                  <a:lnTo>
                    <a:pt x="5433" y="2994"/>
                  </a:lnTo>
                  <a:lnTo>
                    <a:pt x="5444" y="2861"/>
                  </a:lnTo>
                  <a:lnTo>
                    <a:pt x="5444" y="2717"/>
                  </a:lnTo>
                  <a:lnTo>
                    <a:pt x="5444" y="2573"/>
                  </a:lnTo>
                  <a:lnTo>
                    <a:pt x="5433" y="2440"/>
                  </a:lnTo>
                  <a:lnTo>
                    <a:pt x="5411" y="2307"/>
                  </a:lnTo>
                  <a:lnTo>
                    <a:pt x="5389" y="2174"/>
                  </a:lnTo>
                  <a:lnTo>
                    <a:pt x="5355" y="2041"/>
                  </a:lnTo>
                  <a:lnTo>
                    <a:pt x="5322" y="1908"/>
                  </a:lnTo>
                  <a:lnTo>
                    <a:pt x="5233" y="1653"/>
                  </a:lnTo>
                  <a:lnTo>
                    <a:pt x="5111" y="1420"/>
                  </a:lnTo>
                  <a:lnTo>
                    <a:pt x="4978" y="1198"/>
                  </a:lnTo>
                  <a:lnTo>
                    <a:pt x="4823" y="987"/>
                  </a:lnTo>
                  <a:lnTo>
                    <a:pt x="4646" y="799"/>
                  </a:lnTo>
                  <a:lnTo>
                    <a:pt x="4457" y="622"/>
                  </a:lnTo>
                  <a:lnTo>
                    <a:pt x="4247" y="466"/>
                  </a:lnTo>
                  <a:lnTo>
                    <a:pt x="4025" y="322"/>
                  </a:lnTo>
                  <a:lnTo>
                    <a:pt x="3781" y="211"/>
                  </a:lnTo>
                  <a:lnTo>
                    <a:pt x="3537" y="123"/>
                  </a:lnTo>
                  <a:lnTo>
                    <a:pt x="3404" y="78"/>
                  </a:lnTo>
                  <a:lnTo>
                    <a:pt x="3271" y="56"/>
                  </a:lnTo>
                  <a:lnTo>
                    <a:pt x="3138" y="23"/>
                  </a:lnTo>
                  <a:lnTo>
                    <a:pt x="3005" y="12"/>
                  </a:lnTo>
                  <a:lnTo>
                    <a:pt x="28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1" name="Picture 10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5A5AD17-6D44-F97F-EF34-A1371C43D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407" y="2596555"/>
            <a:ext cx="4070622" cy="3935776"/>
          </a:xfrm>
          <a:prstGeom prst="rect">
            <a:avLst/>
          </a:prstGeom>
        </p:spPr>
      </p:pic>
      <p:sp>
        <p:nvSpPr>
          <p:cNvPr id="102" name="Rectangle 101">
            <a:extLst>
              <a:ext uri="{FF2B5EF4-FFF2-40B4-BE49-F238E27FC236}">
                <a16:creationId xmlns:a16="http://schemas.microsoft.com/office/drawing/2014/main" id="{5E4E55B9-4591-973F-5630-38F3B5F8E9F1}"/>
              </a:ext>
            </a:extLst>
          </p:cNvPr>
          <p:cNvSpPr/>
          <p:nvPr/>
        </p:nvSpPr>
        <p:spPr>
          <a:xfrm>
            <a:off x="6559560" y="4311066"/>
            <a:ext cx="3849757" cy="36535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B1CD2F5-DDF1-58BD-5531-304C24D64E55}"/>
              </a:ext>
            </a:extLst>
          </p:cNvPr>
          <p:cNvSpPr txBox="1"/>
          <p:nvPr/>
        </p:nvSpPr>
        <p:spPr>
          <a:xfrm>
            <a:off x="4677100" y="6581001"/>
            <a:ext cx="64504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algn="ctr">
              <a:spcBef>
                <a:spcPts val="0"/>
              </a:spcBef>
              <a:spcAft>
                <a:spcPts val="0"/>
              </a:spcAft>
              <a:defRPr sz="1200" b="1">
                <a:effectLst/>
                <a:latin typeface="Times New Roman" panose="02020603050405020304" pitchFamily="18" charset="0"/>
                <a:ea typeface="Calibri" panose="020F0502020204030204" pitchFamily="34" charset="0"/>
              </a:defRPr>
            </a:lvl1pPr>
          </a:lstStyle>
          <a:p>
            <a:r>
              <a:rPr lang="en-US" dirty="0"/>
              <a:t>Figure 1: JSON   sample from the API request</a:t>
            </a:r>
          </a:p>
        </p:txBody>
      </p:sp>
    </p:spTree>
    <p:extLst>
      <p:ext uri="{BB962C8B-B14F-4D97-AF65-F5344CB8AC3E}">
        <p14:creationId xmlns:p14="http://schemas.microsoft.com/office/powerpoint/2010/main" val="61489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9CE1-6AE1-267E-23E7-79A8B70F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Can you guess the Series?</a:t>
            </a:r>
            <a:endParaRPr lang="en-US" sz="5200" b="1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shot of a video chat&#10;&#10;Description automatically generated">
            <a:extLst>
              <a:ext uri="{FF2B5EF4-FFF2-40B4-BE49-F238E27FC236}">
                <a16:creationId xmlns:a16="http://schemas.microsoft.com/office/drawing/2014/main" id="{BCFCA881-C2C4-2961-7DB1-0160E395A0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60" b="3"/>
          <a:stretch/>
        </p:blipFill>
        <p:spPr>
          <a:xfrm>
            <a:off x="78273" y="1979751"/>
            <a:ext cx="5803323" cy="3890357"/>
          </a:xfrm>
          <a:prstGeom prst="rect">
            <a:avLst/>
          </a:prstGeom>
        </p:spPr>
      </p:pic>
      <p:pic>
        <p:nvPicPr>
          <p:cNvPr id="4" name="Content Placeholder 3" descr="A screenshot of a video chat&#10;&#10;Description automatically generated">
            <a:extLst>
              <a:ext uri="{FF2B5EF4-FFF2-40B4-BE49-F238E27FC236}">
                <a16:creationId xmlns:a16="http://schemas.microsoft.com/office/drawing/2014/main" id="{A4CEB584-37B2-B578-3B0C-3F2A987FF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r="-2" b="1415"/>
          <a:stretch/>
        </p:blipFill>
        <p:spPr>
          <a:xfrm>
            <a:off x="6185158" y="1979752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39CE1-6AE1-267E-23E7-79A8B70F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Can you guess the Series?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shot of a video chat&#10;&#10;Description automatically generated">
            <a:extLst>
              <a:ext uri="{FF2B5EF4-FFF2-40B4-BE49-F238E27FC236}">
                <a16:creationId xmlns:a16="http://schemas.microsoft.com/office/drawing/2014/main" id="{BCFCA881-C2C4-2961-7DB1-0160E395A0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60" b="3"/>
          <a:stretch/>
        </p:blipFill>
        <p:spPr>
          <a:xfrm>
            <a:off x="190917" y="1979752"/>
            <a:ext cx="5803323" cy="3890357"/>
          </a:xfrm>
          <a:prstGeom prst="rect">
            <a:avLst/>
          </a:prstGeom>
        </p:spPr>
      </p:pic>
      <p:pic>
        <p:nvPicPr>
          <p:cNvPr id="4" name="Content Placeholder 3" descr="A screenshot of a video chat&#10;&#10;Description automatically generated">
            <a:extLst>
              <a:ext uri="{FF2B5EF4-FFF2-40B4-BE49-F238E27FC236}">
                <a16:creationId xmlns:a16="http://schemas.microsoft.com/office/drawing/2014/main" id="{A4CEB584-37B2-B578-3B0C-3F2A987FF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-2" b="1415"/>
          <a:stretch/>
        </p:blipFill>
        <p:spPr>
          <a:xfrm>
            <a:off x="6185158" y="1979752"/>
            <a:ext cx="5803323" cy="3890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F2C8C8-0FED-0360-98B1-099828070F4F}"/>
              </a:ext>
            </a:extLst>
          </p:cNvPr>
          <p:cNvSpPr txBox="1"/>
          <p:nvPr/>
        </p:nvSpPr>
        <p:spPr>
          <a:xfrm>
            <a:off x="2768993" y="6041257"/>
            <a:ext cx="6450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algn="ctr">
              <a:spcBef>
                <a:spcPts val="0"/>
              </a:spcBef>
              <a:spcAft>
                <a:spcPts val="0"/>
              </a:spcAft>
              <a:defRPr sz="1200" b="1">
                <a:effectLst/>
                <a:latin typeface="Times New Roman" panose="02020603050405020304" pitchFamily="18" charset="0"/>
                <a:ea typeface="Calibri" panose="020F0502020204030204" pitchFamily="34" charset="0"/>
              </a:defRPr>
            </a:lvl1pPr>
          </a:lstStyle>
          <a:p>
            <a:r>
              <a:rPr lang="en-US" sz="18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Figure 2 :Screenshots of YouTube videos from ‘House’ and ‘Good Doctor’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076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A327-8E8B-4314-5E09-4C3E06ED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Cont.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4A18D9-E4AF-1DD4-3F9B-63A92DF3F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8001918"/>
              </p:ext>
            </p:extLst>
          </p:nvPr>
        </p:nvGraphicFramePr>
        <p:xfrm>
          <a:off x="485401" y="2232991"/>
          <a:ext cx="7378065" cy="3339547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1729105">
                  <a:extLst>
                    <a:ext uri="{9D8B030D-6E8A-4147-A177-3AD203B41FA5}">
                      <a16:colId xmlns:a16="http://schemas.microsoft.com/office/drawing/2014/main" val="1346192380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1925403599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9441972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103671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14219416"/>
                    </a:ext>
                  </a:extLst>
                </a:gridCol>
              </a:tblGrid>
              <a:tr h="2667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Video Id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Link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Series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Season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Episode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21190244"/>
                  </a:ext>
                </a:extLst>
              </a:tr>
              <a:tr h="2667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IAZSqXhVgk0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>
                          <a:effectLst/>
                          <a:hlinkClick r:id="rId2"/>
                        </a:rPr>
                        <a:t>https://www.youtube.com/shorts/IAZSqXhVgk0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Good Doctor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3302729"/>
                  </a:ext>
                </a:extLst>
              </a:tr>
              <a:tr h="2667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oHXl4mKTHbA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>
                          <a:effectLst/>
                          <a:hlinkClick r:id="rId3"/>
                        </a:rPr>
                        <a:t>https://www.youtube.com/shorts/oHXl4mKTHbA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Good Doctor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65155792"/>
                  </a:ext>
                </a:extLst>
              </a:tr>
              <a:tr h="4694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nK51l6GSkG4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>
                          <a:effectLst/>
                          <a:hlinkClick r:id="rId4"/>
                        </a:rPr>
                        <a:t>https://www.youtube.com/shorts/nK51l6GSkG4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Grey's Anatomy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97271779"/>
                  </a:ext>
                </a:extLst>
              </a:tr>
              <a:tr h="2667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fYJDDLB45c8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>
                          <a:effectLst/>
                          <a:hlinkClick r:id="rId5"/>
                        </a:rPr>
                        <a:t>https://www.youtube.com/shorts/fYJDDLB45c8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House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12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26385858"/>
                  </a:ext>
                </a:extLst>
              </a:tr>
              <a:tr h="2667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RYYJnYLMbzQ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>
                          <a:effectLst/>
                          <a:hlinkClick r:id="rId6"/>
                        </a:rPr>
                        <a:t>https://www.youtube.com/shorts/RYYJnYLMbzQ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Good Doctor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37356453"/>
                  </a:ext>
                </a:extLst>
              </a:tr>
              <a:tr h="4694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phOHc0u-5DA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>
                          <a:effectLst/>
                          <a:hlinkClick r:id="rId7"/>
                        </a:rPr>
                        <a:t>https://www.youtube.com/shorts/phOHc0u-5DA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Grey's Anatomy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98212622"/>
                  </a:ext>
                </a:extLst>
              </a:tr>
              <a:tr h="2667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2j7apjKaemo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>
                          <a:effectLst/>
                          <a:hlinkClick r:id="rId8"/>
                        </a:rPr>
                        <a:t>https://www.youtube.com/shorts/2j7apjKaemo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House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7250729"/>
                  </a:ext>
                </a:extLst>
              </a:tr>
              <a:tr h="2667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DODBr-8Cw_U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>
                          <a:effectLst/>
                          <a:hlinkClick r:id="rId9"/>
                        </a:rPr>
                        <a:t>https://www.youtube.com/shorts/DODBr-8Cw_U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Good Doctor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66512260"/>
                  </a:ext>
                </a:extLst>
              </a:tr>
              <a:tr h="2667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t9ntcd-hfL8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 dirty="0">
                          <a:effectLst/>
                          <a:hlinkClick r:id="rId10"/>
                        </a:rPr>
                        <a:t>https://www.youtube.com/shorts/t9ntcd-hfL8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Good Doctor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83416686"/>
                  </a:ext>
                </a:extLst>
              </a:tr>
              <a:tr h="2667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bBNyWRe5KVA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>
                          <a:effectLst/>
                          <a:hlinkClick r:id="rId11"/>
                        </a:rPr>
                        <a:t>https://www.youtube.com/shorts/bBNyWRe5KVA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House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4739751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E7B76F-877C-E804-19D3-005A3A32A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771819"/>
              </p:ext>
            </p:extLst>
          </p:nvPr>
        </p:nvGraphicFramePr>
        <p:xfrm>
          <a:off x="8313159" y="2232990"/>
          <a:ext cx="3393440" cy="3339551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065530">
                  <a:extLst>
                    <a:ext uri="{9D8B030D-6E8A-4147-A177-3AD203B41FA5}">
                      <a16:colId xmlns:a16="http://schemas.microsoft.com/office/drawing/2014/main" val="3376405308"/>
                    </a:ext>
                  </a:extLst>
                </a:gridCol>
                <a:gridCol w="604520">
                  <a:extLst>
                    <a:ext uri="{9D8B030D-6E8A-4147-A177-3AD203B41FA5}">
                      <a16:colId xmlns:a16="http://schemas.microsoft.com/office/drawing/2014/main" val="868900475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4268886616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1789777782"/>
                    </a:ext>
                  </a:extLst>
                </a:gridCol>
              </a:tblGrid>
              <a:tr h="11131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Video Id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Length of the video in minutes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Approximate number of comments as of 9/11/2023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Episode information in Title or description?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6249714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IAZSqXhVgk0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2000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8528958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oHXl4mKTHbA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2600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5447165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nK51l6GSkG4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8900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8999078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fYJDDLB45c8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759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7009805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RYYJnYLMbzQ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6600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1825721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phOHc0u-5DA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3410051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2j7apjKaemo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9800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7987587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DODBr-8Cw_U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383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4907284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t9ntcd-hfL8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9920115"/>
                  </a:ext>
                </a:extLst>
              </a:tr>
              <a:tr h="2226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bBNyWRe5KVA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722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1990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979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DC3B-9437-47A8-A384-C3F47C39C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7684-2BB2-189E-9838-9453C430C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“1.json”: This contains the first 100 comments from the default API request using that </a:t>
            </a:r>
            <a:r>
              <a:rPr lang="en-US" sz="18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VideoID</a:t>
            </a:r>
            <a:endParaRPr lang="en-US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R="0" lvl="0"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“</a:t>
            </a:r>
            <a:r>
              <a:rPr lang="en-US" sz="18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episode.json</a:t>
            </a:r>
            <a:r>
              <a:rPr lang="en-US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”: The </a:t>
            </a:r>
            <a:r>
              <a:rPr lang="en-US" sz="18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searchTerms</a:t>
            </a:r>
            <a:r>
              <a:rPr lang="en-US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 parameter is used in the API request. It is made equal to “episode.” Hence the name for the JSON. As usual, only the first 100 comments with “episode “ in them are retrieved.</a:t>
            </a:r>
          </a:p>
          <a:p>
            <a:pPr marR="0" lvl="0"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“</a:t>
            </a:r>
            <a:r>
              <a:rPr lang="en-US" sz="18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Relevance.Json</a:t>
            </a:r>
            <a:r>
              <a:rPr lang="en-US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”: The order parameter is set to  “relevance” here.</a:t>
            </a:r>
          </a:p>
          <a:p>
            <a:pPr marL="0" marR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following is the dataset structure: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&gt;&gt;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Dataset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&gt;&gt; =&gt;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VideoID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name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&gt;&gt; =&gt; =&gt;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1.json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&gt;&gt; =&gt; =&gt;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episode.json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&gt;&gt; =&gt; =&gt;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relevance.json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en-US" dirty="0"/>
          </a:p>
        </p:txBody>
      </p:sp>
      <p:grpSp>
        <p:nvGrpSpPr>
          <p:cNvPr id="4" name="Google Shape;264;p35">
            <a:extLst>
              <a:ext uri="{FF2B5EF4-FFF2-40B4-BE49-F238E27FC236}">
                <a16:creationId xmlns:a16="http://schemas.microsoft.com/office/drawing/2014/main" id="{0F983353-B8FB-9E45-2835-5097777DB3C1}"/>
              </a:ext>
            </a:extLst>
          </p:cNvPr>
          <p:cNvGrpSpPr/>
          <p:nvPr/>
        </p:nvGrpSpPr>
        <p:grpSpPr>
          <a:xfrm>
            <a:off x="7625172" y="3429000"/>
            <a:ext cx="4255411" cy="3394826"/>
            <a:chOff x="-132051" y="1608692"/>
            <a:chExt cx="4255411" cy="3394826"/>
          </a:xfrm>
        </p:grpSpPr>
        <p:sp>
          <p:nvSpPr>
            <p:cNvPr id="5" name="Google Shape;265;p35">
              <a:extLst>
                <a:ext uri="{FF2B5EF4-FFF2-40B4-BE49-F238E27FC236}">
                  <a16:creationId xmlns:a16="http://schemas.microsoft.com/office/drawing/2014/main" id="{48F2EC14-3BC4-CB06-578D-1D83CE155D8C}"/>
                </a:ext>
              </a:extLst>
            </p:cNvPr>
            <p:cNvSpPr/>
            <p:nvPr/>
          </p:nvSpPr>
          <p:spPr>
            <a:xfrm flipH="1">
              <a:off x="2420184" y="1617801"/>
              <a:ext cx="832070" cy="838576"/>
            </a:xfrm>
            <a:custGeom>
              <a:avLst/>
              <a:gdLst/>
              <a:ahLst/>
              <a:cxnLst/>
              <a:rect l="l" t="t" r="r" b="b"/>
              <a:pathLst>
                <a:path w="22381" h="22556" extrusionOk="0">
                  <a:moveTo>
                    <a:pt x="5631" y="0"/>
                  </a:moveTo>
                  <a:cubicBezTo>
                    <a:pt x="3745" y="0"/>
                    <a:pt x="2175" y="360"/>
                    <a:pt x="1484" y="677"/>
                  </a:cubicBezTo>
                  <a:cubicBezTo>
                    <a:pt x="548" y="1109"/>
                    <a:pt x="1" y="1973"/>
                    <a:pt x="173" y="2837"/>
                  </a:cubicBezTo>
                  <a:cubicBezTo>
                    <a:pt x="361" y="3687"/>
                    <a:pt x="1181" y="4292"/>
                    <a:pt x="1181" y="4292"/>
                  </a:cubicBezTo>
                  <a:cubicBezTo>
                    <a:pt x="1181" y="4292"/>
                    <a:pt x="1326" y="4349"/>
                    <a:pt x="1570" y="4479"/>
                  </a:cubicBezTo>
                  <a:cubicBezTo>
                    <a:pt x="2132" y="4781"/>
                    <a:pt x="2665" y="5170"/>
                    <a:pt x="3140" y="5631"/>
                  </a:cubicBezTo>
                  <a:cubicBezTo>
                    <a:pt x="3558" y="6034"/>
                    <a:pt x="3918" y="6524"/>
                    <a:pt x="4191" y="7057"/>
                  </a:cubicBezTo>
                  <a:cubicBezTo>
                    <a:pt x="4206" y="7085"/>
                    <a:pt x="4235" y="7129"/>
                    <a:pt x="4249" y="7157"/>
                  </a:cubicBezTo>
                  <a:cubicBezTo>
                    <a:pt x="5185" y="9145"/>
                    <a:pt x="4451" y="10931"/>
                    <a:pt x="4652" y="15064"/>
                  </a:cubicBezTo>
                  <a:cubicBezTo>
                    <a:pt x="4782" y="17829"/>
                    <a:pt x="6337" y="20378"/>
                    <a:pt x="9318" y="21674"/>
                  </a:cubicBezTo>
                  <a:cubicBezTo>
                    <a:pt x="10613" y="22232"/>
                    <a:pt x="12175" y="22556"/>
                    <a:pt x="14007" y="22556"/>
                  </a:cubicBezTo>
                  <a:cubicBezTo>
                    <a:pt x="14254" y="22556"/>
                    <a:pt x="14505" y="22550"/>
                    <a:pt x="14762" y="22538"/>
                  </a:cubicBezTo>
                  <a:cubicBezTo>
                    <a:pt x="17008" y="22437"/>
                    <a:pt x="20335" y="20176"/>
                    <a:pt x="21358" y="18779"/>
                  </a:cubicBezTo>
                  <a:cubicBezTo>
                    <a:pt x="22380" y="17382"/>
                    <a:pt x="21012" y="14516"/>
                    <a:pt x="21012" y="14473"/>
                  </a:cubicBezTo>
                  <a:lnTo>
                    <a:pt x="21012" y="14473"/>
                  </a:lnTo>
                  <a:cubicBezTo>
                    <a:pt x="21286" y="14776"/>
                    <a:pt x="21588" y="15078"/>
                    <a:pt x="21905" y="15366"/>
                  </a:cubicBezTo>
                  <a:cubicBezTo>
                    <a:pt x="21790" y="14344"/>
                    <a:pt x="21430" y="12414"/>
                    <a:pt x="18895" y="10743"/>
                  </a:cubicBezTo>
                  <a:cubicBezTo>
                    <a:pt x="16375" y="9058"/>
                    <a:pt x="13984" y="7229"/>
                    <a:pt x="13984" y="7229"/>
                  </a:cubicBezTo>
                  <a:cubicBezTo>
                    <a:pt x="12645" y="6077"/>
                    <a:pt x="12011" y="4724"/>
                    <a:pt x="11666" y="4018"/>
                  </a:cubicBezTo>
                  <a:cubicBezTo>
                    <a:pt x="11334" y="3312"/>
                    <a:pt x="10326" y="533"/>
                    <a:pt x="7619" y="144"/>
                  </a:cubicBezTo>
                  <a:cubicBezTo>
                    <a:pt x="6956" y="43"/>
                    <a:pt x="6294" y="0"/>
                    <a:pt x="563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66;p35">
              <a:extLst>
                <a:ext uri="{FF2B5EF4-FFF2-40B4-BE49-F238E27FC236}">
                  <a16:creationId xmlns:a16="http://schemas.microsoft.com/office/drawing/2014/main" id="{F01792F6-C787-BBB1-4EDE-AAC4408C5C72}"/>
                </a:ext>
              </a:extLst>
            </p:cNvPr>
            <p:cNvSpPr/>
            <p:nvPr/>
          </p:nvSpPr>
          <p:spPr>
            <a:xfrm flipH="1">
              <a:off x="2536364" y="1683084"/>
              <a:ext cx="667150" cy="738085"/>
            </a:xfrm>
            <a:custGeom>
              <a:avLst/>
              <a:gdLst/>
              <a:ahLst/>
              <a:cxnLst/>
              <a:rect l="l" t="t" r="r" b="b"/>
              <a:pathLst>
                <a:path w="17945" h="19853" extrusionOk="0">
                  <a:moveTo>
                    <a:pt x="245" y="1"/>
                  </a:moveTo>
                  <a:lnTo>
                    <a:pt x="245" y="1"/>
                  </a:lnTo>
                  <a:cubicBezTo>
                    <a:pt x="0" y="1110"/>
                    <a:pt x="43" y="2017"/>
                    <a:pt x="259" y="2723"/>
                  </a:cubicBezTo>
                  <a:cubicBezTo>
                    <a:pt x="821" y="3025"/>
                    <a:pt x="1354" y="3414"/>
                    <a:pt x="1829" y="3875"/>
                  </a:cubicBezTo>
                  <a:cubicBezTo>
                    <a:pt x="1843" y="3889"/>
                    <a:pt x="1872" y="3918"/>
                    <a:pt x="1901" y="3947"/>
                  </a:cubicBezTo>
                  <a:cubicBezTo>
                    <a:pt x="1915" y="3947"/>
                    <a:pt x="1915" y="3961"/>
                    <a:pt x="1930" y="3976"/>
                  </a:cubicBezTo>
                  <a:cubicBezTo>
                    <a:pt x="1944" y="3990"/>
                    <a:pt x="1959" y="4005"/>
                    <a:pt x="1973" y="4019"/>
                  </a:cubicBezTo>
                  <a:cubicBezTo>
                    <a:pt x="1987" y="4033"/>
                    <a:pt x="2002" y="4048"/>
                    <a:pt x="2002" y="4062"/>
                  </a:cubicBezTo>
                  <a:cubicBezTo>
                    <a:pt x="2016" y="4077"/>
                    <a:pt x="2031" y="4091"/>
                    <a:pt x="2045" y="4105"/>
                  </a:cubicBezTo>
                  <a:lnTo>
                    <a:pt x="2088" y="4134"/>
                  </a:lnTo>
                  <a:cubicBezTo>
                    <a:pt x="2103" y="4149"/>
                    <a:pt x="2117" y="4163"/>
                    <a:pt x="2117" y="4177"/>
                  </a:cubicBezTo>
                  <a:cubicBezTo>
                    <a:pt x="2131" y="4192"/>
                    <a:pt x="2146" y="4206"/>
                    <a:pt x="2160" y="4221"/>
                  </a:cubicBezTo>
                  <a:cubicBezTo>
                    <a:pt x="2175" y="4235"/>
                    <a:pt x="2189" y="4249"/>
                    <a:pt x="2203" y="4264"/>
                  </a:cubicBezTo>
                  <a:cubicBezTo>
                    <a:pt x="2203" y="4278"/>
                    <a:pt x="2218" y="4293"/>
                    <a:pt x="2232" y="4307"/>
                  </a:cubicBezTo>
                  <a:cubicBezTo>
                    <a:pt x="2247" y="4321"/>
                    <a:pt x="2261" y="4336"/>
                    <a:pt x="2275" y="4350"/>
                  </a:cubicBezTo>
                  <a:lnTo>
                    <a:pt x="2304" y="4393"/>
                  </a:lnTo>
                  <a:lnTo>
                    <a:pt x="2333" y="4437"/>
                  </a:lnTo>
                  <a:cubicBezTo>
                    <a:pt x="2348" y="4451"/>
                    <a:pt x="2362" y="4480"/>
                    <a:pt x="2376" y="4494"/>
                  </a:cubicBezTo>
                  <a:cubicBezTo>
                    <a:pt x="2391" y="4509"/>
                    <a:pt x="2405" y="4523"/>
                    <a:pt x="2405" y="4537"/>
                  </a:cubicBezTo>
                  <a:cubicBezTo>
                    <a:pt x="2420" y="4552"/>
                    <a:pt x="2434" y="4566"/>
                    <a:pt x="2448" y="4581"/>
                  </a:cubicBezTo>
                  <a:cubicBezTo>
                    <a:pt x="2463" y="4595"/>
                    <a:pt x="2463" y="4609"/>
                    <a:pt x="2477" y="4624"/>
                  </a:cubicBezTo>
                  <a:cubicBezTo>
                    <a:pt x="2492" y="4638"/>
                    <a:pt x="2506" y="4653"/>
                    <a:pt x="2520" y="4681"/>
                  </a:cubicBezTo>
                  <a:cubicBezTo>
                    <a:pt x="2520" y="4696"/>
                    <a:pt x="2535" y="4710"/>
                    <a:pt x="2549" y="4725"/>
                  </a:cubicBezTo>
                  <a:lnTo>
                    <a:pt x="2578" y="4768"/>
                  </a:lnTo>
                  <a:lnTo>
                    <a:pt x="2607" y="4825"/>
                  </a:lnTo>
                  <a:cubicBezTo>
                    <a:pt x="2621" y="4840"/>
                    <a:pt x="2636" y="4854"/>
                    <a:pt x="2650" y="4869"/>
                  </a:cubicBezTo>
                  <a:cubicBezTo>
                    <a:pt x="2650" y="4883"/>
                    <a:pt x="2664" y="4897"/>
                    <a:pt x="2679" y="4926"/>
                  </a:cubicBezTo>
                  <a:cubicBezTo>
                    <a:pt x="2679" y="4941"/>
                    <a:pt x="2693" y="4955"/>
                    <a:pt x="2708" y="4969"/>
                  </a:cubicBezTo>
                  <a:cubicBezTo>
                    <a:pt x="2722" y="4998"/>
                    <a:pt x="2722" y="5013"/>
                    <a:pt x="2736" y="5027"/>
                  </a:cubicBezTo>
                  <a:lnTo>
                    <a:pt x="2765" y="5070"/>
                  </a:lnTo>
                  <a:cubicBezTo>
                    <a:pt x="2780" y="5099"/>
                    <a:pt x="2794" y="5113"/>
                    <a:pt x="2794" y="5128"/>
                  </a:cubicBezTo>
                  <a:cubicBezTo>
                    <a:pt x="2808" y="5157"/>
                    <a:pt x="2823" y="5171"/>
                    <a:pt x="2823" y="5185"/>
                  </a:cubicBezTo>
                  <a:cubicBezTo>
                    <a:pt x="2837" y="5200"/>
                    <a:pt x="2852" y="5229"/>
                    <a:pt x="2866" y="5243"/>
                  </a:cubicBezTo>
                  <a:cubicBezTo>
                    <a:pt x="2866" y="5257"/>
                    <a:pt x="2880" y="5272"/>
                    <a:pt x="2880" y="5286"/>
                  </a:cubicBezTo>
                  <a:cubicBezTo>
                    <a:pt x="2895" y="5329"/>
                    <a:pt x="2924" y="5358"/>
                    <a:pt x="2938" y="5401"/>
                  </a:cubicBezTo>
                  <a:cubicBezTo>
                    <a:pt x="3874" y="7389"/>
                    <a:pt x="3140" y="9175"/>
                    <a:pt x="3341" y="13308"/>
                  </a:cubicBezTo>
                  <a:cubicBezTo>
                    <a:pt x="3428" y="15655"/>
                    <a:pt x="4637" y="17815"/>
                    <a:pt x="6581" y="19126"/>
                  </a:cubicBezTo>
                  <a:cubicBezTo>
                    <a:pt x="7273" y="19595"/>
                    <a:pt x="8082" y="19853"/>
                    <a:pt x="8907" y="19853"/>
                  </a:cubicBezTo>
                  <a:cubicBezTo>
                    <a:pt x="9044" y="19853"/>
                    <a:pt x="9181" y="19846"/>
                    <a:pt x="9318" y="19832"/>
                  </a:cubicBezTo>
                  <a:lnTo>
                    <a:pt x="9332" y="19832"/>
                  </a:lnTo>
                  <a:cubicBezTo>
                    <a:pt x="10729" y="19702"/>
                    <a:pt x="12112" y="19443"/>
                    <a:pt x="13393" y="18881"/>
                  </a:cubicBezTo>
                  <a:cubicBezTo>
                    <a:pt x="14675" y="18334"/>
                    <a:pt x="15841" y="17455"/>
                    <a:pt x="16576" y="16274"/>
                  </a:cubicBezTo>
                  <a:cubicBezTo>
                    <a:pt x="17310" y="15079"/>
                    <a:pt x="17670" y="13553"/>
                    <a:pt x="17210" y="12242"/>
                  </a:cubicBezTo>
                  <a:lnTo>
                    <a:pt x="17210" y="12242"/>
                  </a:lnTo>
                  <a:cubicBezTo>
                    <a:pt x="17397" y="12516"/>
                    <a:pt x="17670" y="12688"/>
                    <a:pt x="17944" y="12890"/>
                  </a:cubicBezTo>
                  <a:cubicBezTo>
                    <a:pt x="17886" y="12588"/>
                    <a:pt x="17786" y="12300"/>
                    <a:pt x="17670" y="12012"/>
                  </a:cubicBezTo>
                  <a:cubicBezTo>
                    <a:pt x="17253" y="11061"/>
                    <a:pt x="16490" y="10096"/>
                    <a:pt x="15568" y="9621"/>
                  </a:cubicBezTo>
                  <a:cubicBezTo>
                    <a:pt x="14689" y="9160"/>
                    <a:pt x="13941" y="8570"/>
                    <a:pt x="12990" y="8210"/>
                  </a:cubicBezTo>
                  <a:cubicBezTo>
                    <a:pt x="11175" y="7518"/>
                    <a:pt x="9044" y="7187"/>
                    <a:pt x="7618" y="5747"/>
                  </a:cubicBezTo>
                  <a:cubicBezTo>
                    <a:pt x="6697" y="4811"/>
                    <a:pt x="6207" y="3544"/>
                    <a:pt x="5300" y="2608"/>
                  </a:cubicBezTo>
                  <a:cubicBezTo>
                    <a:pt x="4234" y="1499"/>
                    <a:pt x="2938" y="1412"/>
                    <a:pt x="1570" y="995"/>
                  </a:cubicBezTo>
                  <a:cubicBezTo>
                    <a:pt x="1239" y="894"/>
                    <a:pt x="130" y="563"/>
                    <a:pt x="245" y="1"/>
                  </a:cubicBezTo>
                  <a:close/>
                </a:path>
              </a:pathLst>
            </a:custGeom>
            <a:solidFill>
              <a:srgbClr val="0B1F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7;p35">
              <a:extLst>
                <a:ext uri="{FF2B5EF4-FFF2-40B4-BE49-F238E27FC236}">
                  <a16:creationId xmlns:a16="http://schemas.microsoft.com/office/drawing/2014/main" id="{16D8D563-320A-E0FC-5E6A-B10058F5E268}"/>
                </a:ext>
              </a:extLst>
            </p:cNvPr>
            <p:cNvSpPr/>
            <p:nvPr/>
          </p:nvSpPr>
          <p:spPr>
            <a:xfrm flipH="1">
              <a:off x="3103915" y="4761679"/>
              <a:ext cx="530597" cy="205629"/>
            </a:xfrm>
            <a:custGeom>
              <a:avLst/>
              <a:gdLst/>
              <a:ahLst/>
              <a:cxnLst/>
              <a:rect l="l" t="t" r="r" b="b"/>
              <a:pathLst>
                <a:path w="14272" h="5531" extrusionOk="0">
                  <a:moveTo>
                    <a:pt x="8540" y="0"/>
                  </a:moveTo>
                  <a:cubicBezTo>
                    <a:pt x="8540" y="0"/>
                    <a:pt x="8655" y="1397"/>
                    <a:pt x="5919" y="2564"/>
                  </a:cubicBezTo>
                  <a:cubicBezTo>
                    <a:pt x="4997" y="2938"/>
                    <a:pt x="4047" y="3226"/>
                    <a:pt x="3068" y="3413"/>
                  </a:cubicBezTo>
                  <a:cubicBezTo>
                    <a:pt x="763" y="3889"/>
                    <a:pt x="0" y="5530"/>
                    <a:pt x="0" y="5530"/>
                  </a:cubicBezTo>
                  <a:lnTo>
                    <a:pt x="14243" y="5530"/>
                  </a:lnTo>
                  <a:lnTo>
                    <a:pt x="14257" y="3039"/>
                  </a:lnTo>
                  <a:lnTo>
                    <a:pt x="14272" y="418"/>
                  </a:lnTo>
                  <a:lnTo>
                    <a:pt x="8540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8;p35">
              <a:extLst>
                <a:ext uri="{FF2B5EF4-FFF2-40B4-BE49-F238E27FC236}">
                  <a16:creationId xmlns:a16="http://schemas.microsoft.com/office/drawing/2014/main" id="{F0A88C41-C541-C8A4-2CBF-B0411AC996A2}"/>
                </a:ext>
              </a:extLst>
            </p:cNvPr>
            <p:cNvSpPr/>
            <p:nvPr/>
          </p:nvSpPr>
          <p:spPr>
            <a:xfrm flipH="1">
              <a:off x="3102317" y="4856444"/>
              <a:ext cx="529519" cy="113540"/>
            </a:xfrm>
            <a:custGeom>
              <a:avLst/>
              <a:gdLst/>
              <a:ahLst/>
              <a:cxnLst/>
              <a:rect l="l" t="t" r="r" b="b"/>
              <a:pathLst>
                <a:path w="14243" h="3054" extrusionOk="0">
                  <a:moveTo>
                    <a:pt x="5847" y="0"/>
                  </a:moveTo>
                  <a:cubicBezTo>
                    <a:pt x="4925" y="389"/>
                    <a:pt x="3975" y="677"/>
                    <a:pt x="2996" y="864"/>
                  </a:cubicBezTo>
                  <a:cubicBezTo>
                    <a:pt x="691" y="1340"/>
                    <a:pt x="0" y="3053"/>
                    <a:pt x="0" y="3053"/>
                  </a:cubicBezTo>
                  <a:lnTo>
                    <a:pt x="14243" y="3053"/>
                  </a:lnTo>
                  <a:lnTo>
                    <a:pt x="14185" y="490"/>
                  </a:lnTo>
                  <a:cubicBezTo>
                    <a:pt x="12889" y="850"/>
                    <a:pt x="10916" y="1685"/>
                    <a:pt x="7532" y="1959"/>
                  </a:cubicBezTo>
                  <a:cubicBezTo>
                    <a:pt x="7172" y="1268"/>
                    <a:pt x="6495" y="576"/>
                    <a:pt x="584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9;p35">
              <a:extLst>
                <a:ext uri="{FF2B5EF4-FFF2-40B4-BE49-F238E27FC236}">
                  <a16:creationId xmlns:a16="http://schemas.microsoft.com/office/drawing/2014/main" id="{E0B83E8F-03D2-A68E-AFED-13454C3228CC}"/>
                </a:ext>
              </a:extLst>
            </p:cNvPr>
            <p:cNvSpPr/>
            <p:nvPr/>
          </p:nvSpPr>
          <p:spPr>
            <a:xfrm flipH="1">
              <a:off x="2996287" y="2912396"/>
              <a:ext cx="420329" cy="1923192"/>
            </a:xfrm>
            <a:custGeom>
              <a:avLst/>
              <a:gdLst/>
              <a:ahLst/>
              <a:cxnLst/>
              <a:rect l="l" t="t" r="r" b="b"/>
              <a:pathLst>
                <a:path w="11306" h="51730" extrusionOk="0">
                  <a:moveTo>
                    <a:pt x="4666" y="0"/>
                  </a:moveTo>
                  <a:cubicBezTo>
                    <a:pt x="2852" y="0"/>
                    <a:pt x="1167" y="764"/>
                    <a:pt x="620" y="2578"/>
                  </a:cubicBezTo>
                  <a:cubicBezTo>
                    <a:pt x="404" y="3284"/>
                    <a:pt x="288" y="4983"/>
                    <a:pt x="231" y="7345"/>
                  </a:cubicBezTo>
                  <a:cubicBezTo>
                    <a:pt x="216" y="7719"/>
                    <a:pt x="202" y="8108"/>
                    <a:pt x="202" y="8511"/>
                  </a:cubicBezTo>
                  <a:cubicBezTo>
                    <a:pt x="0" y="21516"/>
                    <a:pt x="1426" y="50102"/>
                    <a:pt x="1426" y="50102"/>
                  </a:cubicBezTo>
                  <a:lnTo>
                    <a:pt x="9001" y="51730"/>
                  </a:lnTo>
                  <a:cubicBezTo>
                    <a:pt x="9001" y="51730"/>
                    <a:pt x="10643" y="16029"/>
                    <a:pt x="11032" y="8511"/>
                  </a:cubicBezTo>
                  <a:cubicBezTo>
                    <a:pt x="11061" y="7964"/>
                    <a:pt x="11089" y="7561"/>
                    <a:pt x="11104" y="7345"/>
                  </a:cubicBezTo>
                  <a:cubicBezTo>
                    <a:pt x="11104" y="7331"/>
                    <a:pt x="11104" y="7316"/>
                    <a:pt x="11104" y="7302"/>
                  </a:cubicBezTo>
                  <a:cubicBezTo>
                    <a:pt x="11305" y="4349"/>
                    <a:pt x="10528" y="3313"/>
                    <a:pt x="9606" y="2132"/>
                  </a:cubicBezTo>
                  <a:cubicBezTo>
                    <a:pt x="8584" y="821"/>
                    <a:pt x="6553" y="0"/>
                    <a:pt x="466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70;p35">
              <a:extLst>
                <a:ext uri="{FF2B5EF4-FFF2-40B4-BE49-F238E27FC236}">
                  <a16:creationId xmlns:a16="http://schemas.microsoft.com/office/drawing/2014/main" id="{272A1231-DADC-FB2B-8499-2235F0F8BCF5}"/>
                </a:ext>
              </a:extLst>
            </p:cNvPr>
            <p:cNvSpPr/>
            <p:nvPr/>
          </p:nvSpPr>
          <p:spPr>
            <a:xfrm flipH="1">
              <a:off x="2996287" y="2912359"/>
              <a:ext cx="411778" cy="272585"/>
            </a:xfrm>
            <a:custGeom>
              <a:avLst/>
              <a:gdLst/>
              <a:ahLst/>
              <a:cxnLst/>
              <a:rect l="l" t="t" r="r" b="b"/>
              <a:pathLst>
                <a:path w="11076" h="7332" extrusionOk="0">
                  <a:moveTo>
                    <a:pt x="4441" y="0"/>
                  </a:moveTo>
                  <a:cubicBezTo>
                    <a:pt x="2623" y="0"/>
                    <a:pt x="934" y="762"/>
                    <a:pt x="390" y="2579"/>
                  </a:cubicBezTo>
                  <a:cubicBezTo>
                    <a:pt x="174" y="3285"/>
                    <a:pt x="58" y="4984"/>
                    <a:pt x="1" y="7332"/>
                  </a:cubicBezTo>
                  <a:lnTo>
                    <a:pt x="10874" y="7332"/>
                  </a:lnTo>
                  <a:cubicBezTo>
                    <a:pt x="10874" y="7332"/>
                    <a:pt x="10874" y="7317"/>
                    <a:pt x="10874" y="7303"/>
                  </a:cubicBezTo>
                  <a:cubicBezTo>
                    <a:pt x="11075" y="4350"/>
                    <a:pt x="10298" y="3314"/>
                    <a:pt x="9376" y="2133"/>
                  </a:cubicBezTo>
                  <a:cubicBezTo>
                    <a:pt x="8350" y="820"/>
                    <a:pt x="6326" y="0"/>
                    <a:pt x="444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1;p35">
              <a:extLst>
                <a:ext uri="{FF2B5EF4-FFF2-40B4-BE49-F238E27FC236}">
                  <a16:creationId xmlns:a16="http://schemas.microsoft.com/office/drawing/2014/main" id="{9A141405-4191-82CB-935E-8C59C06DC2C5}"/>
                </a:ext>
              </a:extLst>
            </p:cNvPr>
            <p:cNvSpPr/>
            <p:nvPr/>
          </p:nvSpPr>
          <p:spPr>
            <a:xfrm flipH="1">
              <a:off x="2744112" y="4761679"/>
              <a:ext cx="529556" cy="205629"/>
            </a:xfrm>
            <a:custGeom>
              <a:avLst/>
              <a:gdLst/>
              <a:ahLst/>
              <a:cxnLst/>
              <a:rect l="l" t="t" r="r" b="b"/>
              <a:pathLst>
                <a:path w="14244" h="5531" extrusionOk="0">
                  <a:moveTo>
                    <a:pt x="8411" y="0"/>
                  </a:moveTo>
                  <a:lnTo>
                    <a:pt x="8411" y="0"/>
                  </a:lnTo>
                  <a:cubicBezTo>
                    <a:pt x="8411" y="0"/>
                    <a:pt x="8569" y="1397"/>
                    <a:pt x="5862" y="2564"/>
                  </a:cubicBezTo>
                  <a:cubicBezTo>
                    <a:pt x="4940" y="2938"/>
                    <a:pt x="3990" y="3226"/>
                    <a:pt x="3025" y="3413"/>
                  </a:cubicBezTo>
                  <a:cubicBezTo>
                    <a:pt x="721" y="3889"/>
                    <a:pt x="1" y="5530"/>
                    <a:pt x="1" y="5530"/>
                  </a:cubicBezTo>
                  <a:lnTo>
                    <a:pt x="14243" y="5530"/>
                  </a:lnTo>
                  <a:lnTo>
                    <a:pt x="14200" y="3039"/>
                  </a:lnTo>
                  <a:lnTo>
                    <a:pt x="14171" y="418"/>
                  </a:lnTo>
                  <a:lnTo>
                    <a:pt x="8411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2;p35">
              <a:extLst>
                <a:ext uri="{FF2B5EF4-FFF2-40B4-BE49-F238E27FC236}">
                  <a16:creationId xmlns:a16="http://schemas.microsoft.com/office/drawing/2014/main" id="{66670092-E001-822B-8893-DF81F77B4FD8}"/>
                </a:ext>
              </a:extLst>
            </p:cNvPr>
            <p:cNvSpPr/>
            <p:nvPr/>
          </p:nvSpPr>
          <p:spPr>
            <a:xfrm flipH="1">
              <a:off x="2744112" y="4856444"/>
              <a:ext cx="529556" cy="110863"/>
            </a:xfrm>
            <a:custGeom>
              <a:avLst/>
              <a:gdLst/>
              <a:ahLst/>
              <a:cxnLst/>
              <a:rect l="l" t="t" r="r" b="b"/>
              <a:pathLst>
                <a:path w="14244" h="2982" extrusionOk="0">
                  <a:moveTo>
                    <a:pt x="5862" y="0"/>
                  </a:moveTo>
                  <a:cubicBezTo>
                    <a:pt x="4940" y="389"/>
                    <a:pt x="3990" y="677"/>
                    <a:pt x="3025" y="864"/>
                  </a:cubicBezTo>
                  <a:cubicBezTo>
                    <a:pt x="721" y="1340"/>
                    <a:pt x="1" y="2981"/>
                    <a:pt x="1" y="2981"/>
                  </a:cubicBezTo>
                  <a:lnTo>
                    <a:pt x="14243" y="2981"/>
                  </a:lnTo>
                  <a:lnTo>
                    <a:pt x="14200" y="490"/>
                  </a:lnTo>
                  <a:cubicBezTo>
                    <a:pt x="12918" y="850"/>
                    <a:pt x="10960" y="1685"/>
                    <a:pt x="7590" y="1959"/>
                  </a:cubicBezTo>
                  <a:cubicBezTo>
                    <a:pt x="7201" y="1268"/>
                    <a:pt x="6510" y="576"/>
                    <a:pt x="58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73;p35">
              <a:extLst>
                <a:ext uri="{FF2B5EF4-FFF2-40B4-BE49-F238E27FC236}">
                  <a16:creationId xmlns:a16="http://schemas.microsoft.com/office/drawing/2014/main" id="{34302B0E-9243-EC11-9360-6D0F5491BC69}"/>
                </a:ext>
              </a:extLst>
            </p:cNvPr>
            <p:cNvSpPr/>
            <p:nvPr/>
          </p:nvSpPr>
          <p:spPr>
            <a:xfrm flipH="1">
              <a:off x="2678270" y="2912396"/>
              <a:ext cx="409622" cy="1923192"/>
            </a:xfrm>
            <a:custGeom>
              <a:avLst/>
              <a:gdLst/>
              <a:ahLst/>
              <a:cxnLst/>
              <a:rect l="l" t="t" r="r" b="b"/>
              <a:pathLst>
                <a:path w="11018" h="51730" extrusionOk="0">
                  <a:moveTo>
                    <a:pt x="4292" y="0"/>
                  </a:moveTo>
                  <a:cubicBezTo>
                    <a:pt x="2478" y="0"/>
                    <a:pt x="793" y="764"/>
                    <a:pt x="289" y="2578"/>
                  </a:cubicBezTo>
                  <a:cubicBezTo>
                    <a:pt x="102" y="3284"/>
                    <a:pt x="15" y="4983"/>
                    <a:pt x="1" y="7345"/>
                  </a:cubicBezTo>
                  <a:cubicBezTo>
                    <a:pt x="1" y="7719"/>
                    <a:pt x="1" y="8108"/>
                    <a:pt x="15" y="8511"/>
                  </a:cubicBezTo>
                  <a:cubicBezTo>
                    <a:pt x="116" y="21516"/>
                    <a:pt x="2175" y="50102"/>
                    <a:pt x="2175" y="50102"/>
                  </a:cubicBezTo>
                  <a:lnTo>
                    <a:pt x="9794" y="51730"/>
                  </a:lnTo>
                  <a:cubicBezTo>
                    <a:pt x="9794" y="51730"/>
                    <a:pt x="10615" y="16029"/>
                    <a:pt x="10845" y="8511"/>
                  </a:cubicBezTo>
                  <a:cubicBezTo>
                    <a:pt x="10859" y="7964"/>
                    <a:pt x="10874" y="7561"/>
                    <a:pt x="10888" y="7345"/>
                  </a:cubicBezTo>
                  <a:cubicBezTo>
                    <a:pt x="10888" y="7331"/>
                    <a:pt x="10888" y="7316"/>
                    <a:pt x="10888" y="7302"/>
                  </a:cubicBezTo>
                  <a:cubicBezTo>
                    <a:pt x="11018" y="4349"/>
                    <a:pt x="10226" y="3313"/>
                    <a:pt x="9275" y="2132"/>
                  </a:cubicBezTo>
                  <a:cubicBezTo>
                    <a:pt x="8209" y="821"/>
                    <a:pt x="6179" y="0"/>
                    <a:pt x="4292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74;p35">
              <a:extLst>
                <a:ext uri="{FF2B5EF4-FFF2-40B4-BE49-F238E27FC236}">
                  <a16:creationId xmlns:a16="http://schemas.microsoft.com/office/drawing/2014/main" id="{10D9CE27-A5C5-6C0D-D4BB-D0BD815072FB}"/>
                </a:ext>
              </a:extLst>
            </p:cNvPr>
            <p:cNvSpPr/>
            <p:nvPr/>
          </p:nvSpPr>
          <p:spPr>
            <a:xfrm flipH="1">
              <a:off x="2678270" y="2912359"/>
              <a:ext cx="409622" cy="272585"/>
            </a:xfrm>
            <a:custGeom>
              <a:avLst/>
              <a:gdLst/>
              <a:ahLst/>
              <a:cxnLst/>
              <a:rect l="l" t="t" r="r" b="b"/>
              <a:pathLst>
                <a:path w="11018" h="7332" extrusionOk="0">
                  <a:moveTo>
                    <a:pt x="4291" y="0"/>
                  </a:moveTo>
                  <a:cubicBezTo>
                    <a:pt x="2473" y="0"/>
                    <a:pt x="798" y="762"/>
                    <a:pt x="289" y="2579"/>
                  </a:cubicBezTo>
                  <a:cubicBezTo>
                    <a:pt x="102" y="3285"/>
                    <a:pt x="15" y="4984"/>
                    <a:pt x="1" y="7332"/>
                  </a:cubicBezTo>
                  <a:lnTo>
                    <a:pt x="10888" y="7332"/>
                  </a:lnTo>
                  <a:cubicBezTo>
                    <a:pt x="10888" y="7332"/>
                    <a:pt x="10888" y="7317"/>
                    <a:pt x="10888" y="7303"/>
                  </a:cubicBezTo>
                  <a:cubicBezTo>
                    <a:pt x="11018" y="4350"/>
                    <a:pt x="10226" y="3314"/>
                    <a:pt x="9275" y="2133"/>
                  </a:cubicBezTo>
                  <a:cubicBezTo>
                    <a:pt x="8219" y="820"/>
                    <a:pt x="6178" y="0"/>
                    <a:pt x="429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75;p35">
              <a:extLst>
                <a:ext uri="{FF2B5EF4-FFF2-40B4-BE49-F238E27FC236}">
                  <a16:creationId xmlns:a16="http://schemas.microsoft.com/office/drawing/2014/main" id="{5074BE71-3FED-5E77-FA27-4521C2BE768B}"/>
                </a:ext>
              </a:extLst>
            </p:cNvPr>
            <p:cNvSpPr/>
            <p:nvPr/>
          </p:nvSpPr>
          <p:spPr>
            <a:xfrm flipH="1">
              <a:off x="3343227" y="2144085"/>
              <a:ext cx="599710" cy="525207"/>
            </a:xfrm>
            <a:custGeom>
              <a:avLst/>
              <a:gdLst/>
              <a:ahLst/>
              <a:cxnLst/>
              <a:rect l="l" t="t" r="r" b="b"/>
              <a:pathLst>
                <a:path w="16131" h="14127" extrusionOk="0">
                  <a:moveTo>
                    <a:pt x="1585" y="0"/>
                  </a:moveTo>
                  <a:lnTo>
                    <a:pt x="1" y="1829"/>
                  </a:lnTo>
                  <a:cubicBezTo>
                    <a:pt x="1" y="1829"/>
                    <a:pt x="5848" y="13451"/>
                    <a:pt x="8656" y="14099"/>
                  </a:cubicBezTo>
                  <a:cubicBezTo>
                    <a:pt x="8736" y="14118"/>
                    <a:pt x="8819" y="14127"/>
                    <a:pt x="8907" y="14127"/>
                  </a:cubicBezTo>
                  <a:cubicBezTo>
                    <a:pt x="11211" y="14127"/>
                    <a:pt x="16130" y="7964"/>
                    <a:pt x="16130" y="7964"/>
                  </a:cubicBezTo>
                  <a:lnTo>
                    <a:pt x="12184" y="4695"/>
                  </a:lnTo>
                  <a:lnTo>
                    <a:pt x="9319" y="7129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76;p35">
              <a:extLst>
                <a:ext uri="{FF2B5EF4-FFF2-40B4-BE49-F238E27FC236}">
                  <a16:creationId xmlns:a16="http://schemas.microsoft.com/office/drawing/2014/main" id="{9B08AF76-3178-A053-3CD8-7165BDC6DA0E}"/>
                </a:ext>
              </a:extLst>
            </p:cNvPr>
            <p:cNvSpPr/>
            <p:nvPr/>
          </p:nvSpPr>
          <p:spPr>
            <a:xfrm flipH="1">
              <a:off x="3882375" y="2115161"/>
              <a:ext cx="240985" cy="118373"/>
            </a:xfrm>
            <a:custGeom>
              <a:avLst/>
              <a:gdLst/>
              <a:ahLst/>
              <a:cxnLst/>
              <a:rect l="l" t="t" r="r" b="b"/>
              <a:pathLst>
                <a:path w="6482" h="3184" extrusionOk="0">
                  <a:moveTo>
                    <a:pt x="418" y="1"/>
                  </a:moveTo>
                  <a:cubicBezTo>
                    <a:pt x="73" y="87"/>
                    <a:pt x="1" y="548"/>
                    <a:pt x="303" y="735"/>
                  </a:cubicBezTo>
                  <a:cubicBezTo>
                    <a:pt x="505" y="822"/>
                    <a:pt x="3011" y="980"/>
                    <a:pt x="3011" y="980"/>
                  </a:cubicBezTo>
                  <a:lnTo>
                    <a:pt x="3011" y="3155"/>
                  </a:lnTo>
                  <a:lnTo>
                    <a:pt x="5012" y="3183"/>
                  </a:lnTo>
                  <a:cubicBezTo>
                    <a:pt x="5019" y="3184"/>
                    <a:pt x="5025" y="3184"/>
                    <a:pt x="5032" y="3184"/>
                  </a:cubicBezTo>
                  <a:cubicBezTo>
                    <a:pt x="5423" y="3184"/>
                    <a:pt x="6067" y="2758"/>
                    <a:pt x="6251" y="2305"/>
                  </a:cubicBezTo>
                  <a:cubicBezTo>
                    <a:pt x="6452" y="1743"/>
                    <a:pt x="6481" y="1138"/>
                    <a:pt x="6352" y="562"/>
                  </a:cubicBezTo>
                  <a:cubicBezTo>
                    <a:pt x="6265" y="231"/>
                    <a:pt x="5977" y="1"/>
                    <a:pt x="564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77;p35">
              <a:extLst>
                <a:ext uri="{FF2B5EF4-FFF2-40B4-BE49-F238E27FC236}">
                  <a16:creationId xmlns:a16="http://schemas.microsoft.com/office/drawing/2014/main" id="{887596CA-0823-CF75-8A6D-20BF31E7461C}"/>
                </a:ext>
              </a:extLst>
            </p:cNvPr>
            <p:cNvSpPr/>
            <p:nvPr/>
          </p:nvSpPr>
          <p:spPr>
            <a:xfrm flipH="1">
              <a:off x="3880776" y="2073411"/>
              <a:ext cx="127482" cy="89003"/>
            </a:xfrm>
            <a:custGeom>
              <a:avLst/>
              <a:gdLst/>
              <a:ahLst/>
              <a:cxnLst/>
              <a:rect l="l" t="t" r="r" b="b"/>
              <a:pathLst>
                <a:path w="3429" h="2394" extrusionOk="0">
                  <a:moveTo>
                    <a:pt x="318" y="0"/>
                  </a:moveTo>
                  <a:cubicBezTo>
                    <a:pt x="275" y="0"/>
                    <a:pt x="231" y="0"/>
                    <a:pt x="188" y="15"/>
                  </a:cubicBezTo>
                  <a:cubicBezTo>
                    <a:pt x="1" y="87"/>
                    <a:pt x="188" y="605"/>
                    <a:pt x="390" y="764"/>
                  </a:cubicBezTo>
                  <a:cubicBezTo>
                    <a:pt x="548" y="893"/>
                    <a:pt x="793" y="1138"/>
                    <a:pt x="1110" y="1196"/>
                  </a:cubicBezTo>
                  <a:cubicBezTo>
                    <a:pt x="1192" y="1206"/>
                    <a:pt x="1275" y="1211"/>
                    <a:pt x="1359" y="1211"/>
                  </a:cubicBezTo>
                  <a:cubicBezTo>
                    <a:pt x="1512" y="1211"/>
                    <a:pt x="1667" y="1195"/>
                    <a:pt x="1816" y="1167"/>
                  </a:cubicBezTo>
                  <a:cubicBezTo>
                    <a:pt x="1816" y="1167"/>
                    <a:pt x="1902" y="1973"/>
                    <a:pt x="2075" y="2218"/>
                  </a:cubicBezTo>
                  <a:cubicBezTo>
                    <a:pt x="2161" y="2362"/>
                    <a:pt x="2377" y="2377"/>
                    <a:pt x="2737" y="2391"/>
                  </a:cubicBezTo>
                  <a:cubicBezTo>
                    <a:pt x="2755" y="2393"/>
                    <a:pt x="2773" y="2394"/>
                    <a:pt x="2791" y="2394"/>
                  </a:cubicBezTo>
                  <a:cubicBezTo>
                    <a:pt x="3072" y="2394"/>
                    <a:pt x="3315" y="2186"/>
                    <a:pt x="3342" y="1901"/>
                  </a:cubicBezTo>
                  <a:cubicBezTo>
                    <a:pt x="3428" y="1282"/>
                    <a:pt x="3184" y="533"/>
                    <a:pt x="2708" y="173"/>
                  </a:cubicBezTo>
                  <a:cubicBezTo>
                    <a:pt x="2661" y="141"/>
                    <a:pt x="2579" y="128"/>
                    <a:pt x="2476" y="128"/>
                  </a:cubicBezTo>
                  <a:cubicBezTo>
                    <a:pt x="2172" y="128"/>
                    <a:pt x="1685" y="238"/>
                    <a:pt x="1384" y="260"/>
                  </a:cubicBezTo>
                  <a:cubicBezTo>
                    <a:pt x="836" y="116"/>
                    <a:pt x="519" y="0"/>
                    <a:pt x="318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78;p35">
              <a:extLst>
                <a:ext uri="{FF2B5EF4-FFF2-40B4-BE49-F238E27FC236}">
                  <a16:creationId xmlns:a16="http://schemas.microsoft.com/office/drawing/2014/main" id="{EE167906-3593-D624-92A8-6A76A8BF5264}"/>
                </a:ext>
              </a:extLst>
            </p:cNvPr>
            <p:cNvSpPr/>
            <p:nvPr/>
          </p:nvSpPr>
          <p:spPr>
            <a:xfrm flipH="1">
              <a:off x="3958403" y="2148175"/>
              <a:ext cx="75545" cy="90341"/>
            </a:xfrm>
            <a:custGeom>
              <a:avLst/>
              <a:gdLst/>
              <a:ahLst/>
              <a:cxnLst/>
              <a:rect l="l" t="t" r="r" b="b"/>
              <a:pathLst>
                <a:path w="2032" h="2430" extrusionOk="0">
                  <a:moveTo>
                    <a:pt x="672" y="0"/>
                  </a:moveTo>
                  <a:cubicBezTo>
                    <a:pt x="555" y="0"/>
                    <a:pt x="437" y="2"/>
                    <a:pt x="318" y="6"/>
                  </a:cubicBezTo>
                  <a:cubicBezTo>
                    <a:pt x="159" y="6"/>
                    <a:pt x="30" y="135"/>
                    <a:pt x="30" y="294"/>
                  </a:cubicBezTo>
                  <a:lnTo>
                    <a:pt x="15" y="625"/>
                  </a:lnTo>
                  <a:lnTo>
                    <a:pt x="15" y="884"/>
                  </a:lnTo>
                  <a:lnTo>
                    <a:pt x="1" y="1662"/>
                  </a:lnTo>
                  <a:lnTo>
                    <a:pt x="1" y="1935"/>
                  </a:lnTo>
                  <a:lnTo>
                    <a:pt x="1" y="2022"/>
                  </a:lnTo>
                  <a:cubicBezTo>
                    <a:pt x="1" y="2238"/>
                    <a:pt x="130" y="2425"/>
                    <a:pt x="274" y="2425"/>
                  </a:cubicBezTo>
                  <a:cubicBezTo>
                    <a:pt x="334" y="2428"/>
                    <a:pt x="399" y="2430"/>
                    <a:pt x="466" y="2430"/>
                  </a:cubicBezTo>
                  <a:cubicBezTo>
                    <a:pt x="721" y="2430"/>
                    <a:pt x="998" y="2404"/>
                    <a:pt x="1066" y="2324"/>
                  </a:cubicBezTo>
                  <a:cubicBezTo>
                    <a:pt x="1124" y="2223"/>
                    <a:pt x="1153" y="2108"/>
                    <a:pt x="1153" y="1993"/>
                  </a:cubicBezTo>
                  <a:cubicBezTo>
                    <a:pt x="1153" y="1878"/>
                    <a:pt x="1153" y="1763"/>
                    <a:pt x="1138" y="1662"/>
                  </a:cubicBezTo>
                  <a:lnTo>
                    <a:pt x="1138" y="1662"/>
                  </a:lnTo>
                  <a:cubicBezTo>
                    <a:pt x="1138" y="1662"/>
                    <a:pt x="1160" y="1664"/>
                    <a:pt x="1194" y="1664"/>
                  </a:cubicBezTo>
                  <a:cubicBezTo>
                    <a:pt x="1286" y="1664"/>
                    <a:pt x="1472" y="1648"/>
                    <a:pt x="1556" y="1532"/>
                  </a:cubicBezTo>
                  <a:cubicBezTo>
                    <a:pt x="1671" y="1374"/>
                    <a:pt x="1570" y="884"/>
                    <a:pt x="1570" y="884"/>
                  </a:cubicBezTo>
                  <a:cubicBezTo>
                    <a:pt x="1570" y="884"/>
                    <a:pt x="1945" y="884"/>
                    <a:pt x="2003" y="755"/>
                  </a:cubicBezTo>
                  <a:cubicBezTo>
                    <a:pt x="2031" y="683"/>
                    <a:pt x="2031" y="596"/>
                    <a:pt x="2031" y="524"/>
                  </a:cubicBezTo>
                  <a:cubicBezTo>
                    <a:pt x="2031" y="452"/>
                    <a:pt x="2031" y="395"/>
                    <a:pt x="2031" y="322"/>
                  </a:cubicBezTo>
                  <a:cubicBezTo>
                    <a:pt x="2031" y="193"/>
                    <a:pt x="1930" y="78"/>
                    <a:pt x="1801" y="63"/>
                  </a:cubicBezTo>
                  <a:cubicBezTo>
                    <a:pt x="1427" y="19"/>
                    <a:pt x="1053" y="0"/>
                    <a:pt x="672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79;p35">
              <a:extLst>
                <a:ext uri="{FF2B5EF4-FFF2-40B4-BE49-F238E27FC236}">
                  <a16:creationId xmlns:a16="http://schemas.microsoft.com/office/drawing/2014/main" id="{2DB142A8-3E4A-351D-2AC5-F71D9F7EE338}"/>
                </a:ext>
              </a:extLst>
            </p:cNvPr>
            <p:cNvSpPr/>
            <p:nvPr/>
          </p:nvSpPr>
          <p:spPr>
            <a:xfrm flipH="1">
              <a:off x="3958403" y="2167247"/>
              <a:ext cx="74987" cy="13830"/>
            </a:xfrm>
            <a:custGeom>
              <a:avLst/>
              <a:gdLst/>
              <a:ahLst/>
              <a:cxnLst/>
              <a:rect l="l" t="t" r="r" b="b"/>
              <a:pathLst>
                <a:path w="2017" h="372" extrusionOk="0">
                  <a:moveTo>
                    <a:pt x="1746" y="1"/>
                  </a:moveTo>
                  <a:cubicBezTo>
                    <a:pt x="1227" y="1"/>
                    <a:pt x="371" y="76"/>
                    <a:pt x="0" y="112"/>
                  </a:cubicBezTo>
                  <a:lnTo>
                    <a:pt x="0" y="371"/>
                  </a:lnTo>
                  <a:lnTo>
                    <a:pt x="1555" y="371"/>
                  </a:lnTo>
                  <a:cubicBezTo>
                    <a:pt x="1555" y="371"/>
                    <a:pt x="1930" y="371"/>
                    <a:pt x="1988" y="242"/>
                  </a:cubicBezTo>
                  <a:cubicBezTo>
                    <a:pt x="2016" y="170"/>
                    <a:pt x="2016" y="83"/>
                    <a:pt x="2016" y="11"/>
                  </a:cubicBezTo>
                  <a:cubicBezTo>
                    <a:pt x="1945" y="4"/>
                    <a:pt x="1853" y="1"/>
                    <a:pt x="1746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0;p35">
              <a:extLst>
                <a:ext uri="{FF2B5EF4-FFF2-40B4-BE49-F238E27FC236}">
                  <a16:creationId xmlns:a16="http://schemas.microsoft.com/office/drawing/2014/main" id="{15825BF7-96F4-FB56-D80A-CA805D6BB1A6}"/>
                </a:ext>
              </a:extLst>
            </p:cNvPr>
            <p:cNvSpPr/>
            <p:nvPr/>
          </p:nvSpPr>
          <p:spPr>
            <a:xfrm flipH="1">
              <a:off x="3990524" y="2208886"/>
              <a:ext cx="43423" cy="11785"/>
            </a:xfrm>
            <a:custGeom>
              <a:avLst/>
              <a:gdLst/>
              <a:ahLst/>
              <a:cxnLst/>
              <a:rect l="l" t="t" r="r" b="b"/>
              <a:pathLst>
                <a:path w="1168" h="317" extrusionOk="0">
                  <a:moveTo>
                    <a:pt x="1" y="0"/>
                  </a:moveTo>
                  <a:lnTo>
                    <a:pt x="1" y="259"/>
                  </a:lnTo>
                  <a:lnTo>
                    <a:pt x="1167" y="317"/>
                  </a:lnTo>
                  <a:cubicBezTo>
                    <a:pt x="1167" y="216"/>
                    <a:pt x="1167" y="101"/>
                    <a:pt x="1153" y="1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1;p35">
              <a:extLst>
                <a:ext uri="{FF2B5EF4-FFF2-40B4-BE49-F238E27FC236}">
                  <a16:creationId xmlns:a16="http://schemas.microsoft.com/office/drawing/2014/main" id="{60BD05B2-BA0D-ADAF-7F72-64E1997D139D}"/>
                </a:ext>
              </a:extLst>
            </p:cNvPr>
            <p:cNvSpPr/>
            <p:nvPr/>
          </p:nvSpPr>
          <p:spPr>
            <a:xfrm flipH="1">
              <a:off x="3082501" y="2071255"/>
              <a:ext cx="466355" cy="449773"/>
            </a:xfrm>
            <a:custGeom>
              <a:avLst/>
              <a:gdLst/>
              <a:ahLst/>
              <a:cxnLst/>
              <a:rect l="l" t="t" r="r" b="b"/>
              <a:pathLst>
                <a:path w="12544" h="12098" extrusionOk="0">
                  <a:moveTo>
                    <a:pt x="9188" y="1"/>
                  </a:moveTo>
                  <a:cubicBezTo>
                    <a:pt x="9131" y="1"/>
                    <a:pt x="9059" y="1"/>
                    <a:pt x="8987" y="30"/>
                  </a:cubicBezTo>
                  <a:cubicBezTo>
                    <a:pt x="7561" y="534"/>
                    <a:pt x="3327" y="4220"/>
                    <a:pt x="0" y="7331"/>
                  </a:cubicBezTo>
                  <a:lnTo>
                    <a:pt x="5228" y="12098"/>
                  </a:lnTo>
                  <a:cubicBezTo>
                    <a:pt x="6855" y="10499"/>
                    <a:pt x="9836" y="7475"/>
                    <a:pt x="10326" y="6611"/>
                  </a:cubicBezTo>
                  <a:cubicBezTo>
                    <a:pt x="12544" y="2708"/>
                    <a:pt x="10340" y="1"/>
                    <a:pt x="918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2;p35">
              <a:extLst>
                <a:ext uri="{FF2B5EF4-FFF2-40B4-BE49-F238E27FC236}">
                  <a16:creationId xmlns:a16="http://schemas.microsoft.com/office/drawing/2014/main" id="{8E0110B8-BB3C-F1D8-623C-2F3AE1E1FF83}"/>
                </a:ext>
              </a:extLst>
            </p:cNvPr>
            <p:cNvSpPr/>
            <p:nvPr/>
          </p:nvSpPr>
          <p:spPr>
            <a:xfrm flipH="1">
              <a:off x="2678270" y="2050324"/>
              <a:ext cx="763514" cy="1050041"/>
            </a:xfrm>
            <a:custGeom>
              <a:avLst/>
              <a:gdLst/>
              <a:ahLst/>
              <a:cxnLst/>
              <a:rect l="l" t="t" r="r" b="b"/>
              <a:pathLst>
                <a:path w="20537" h="28244" extrusionOk="0">
                  <a:moveTo>
                    <a:pt x="12355" y="0"/>
                  </a:moveTo>
                  <a:cubicBezTo>
                    <a:pt x="12269" y="0"/>
                    <a:pt x="12183" y="1"/>
                    <a:pt x="12098" y="2"/>
                  </a:cubicBezTo>
                  <a:cubicBezTo>
                    <a:pt x="9865" y="2"/>
                    <a:pt x="7561" y="247"/>
                    <a:pt x="7561" y="247"/>
                  </a:cubicBezTo>
                  <a:lnTo>
                    <a:pt x="7576" y="247"/>
                  </a:lnTo>
                  <a:cubicBezTo>
                    <a:pt x="7273" y="276"/>
                    <a:pt x="6985" y="319"/>
                    <a:pt x="6712" y="391"/>
                  </a:cubicBezTo>
                  <a:cubicBezTo>
                    <a:pt x="6496" y="449"/>
                    <a:pt x="6308" y="521"/>
                    <a:pt x="6107" y="593"/>
                  </a:cubicBezTo>
                  <a:cubicBezTo>
                    <a:pt x="5588" y="780"/>
                    <a:pt x="5142" y="1140"/>
                    <a:pt x="4854" y="1601"/>
                  </a:cubicBezTo>
                  <a:cubicBezTo>
                    <a:pt x="4566" y="2119"/>
                    <a:pt x="4364" y="4265"/>
                    <a:pt x="4249" y="6684"/>
                  </a:cubicBezTo>
                  <a:cubicBezTo>
                    <a:pt x="4076" y="9997"/>
                    <a:pt x="4033" y="13799"/>
                    <a:pt x="4033" y="14620"/>
                  </a:cubicBezTo>
                  <a:cubicBezTo>
                    <a:pt x="3428" y="17413"/>
                    <a:pt x="1009" y="23087"/>
                    <a:pt x="1" y="28243"/>
                  </a:cubicBezTo>
                  <a:lnTo>
                    <a:pt x="20537" y="28243"/>
                  </a:lnTo>
                  <a:cubicBezTo>
                    <a:pt x="20321" y="26731"/>
                    <a:pt x="19442" y="20610"/>
                    <a:pt x="18650" y="17413"/>
                  </a:cubicBezTo>
                  <a:cubicBezTo>
                    <a:pt x="18535" y="16909"/>
                    <a:pt x="18391" y="16405"/>
                    <a:pt x="18204" y="15916"/>
                  </a:cubicBezTo>
                  <a:cubicBezTo>
                    <a:pt x="18938" y="11077"/>
                    <a:pt x="19399" y="7059"/>
                    <a:pt x="19471" y="4553"/>
                  </a:cubicBezTo>
                  <a:cubicBezTo>
                    <a:pt x="19500" y="3127"/>
                    <a:pt x="19399" y="2191"/>
                    <a:pt x="19154" y="1874"/>
                  </a:cubicBezTo>
                  <a:cubicBezTo>
                    <a:pt x="18722" y="1313"/>
                    <a:pt x="18017" y="938"/>
                    <a:pt x="16922" y="636"/>
                  </a:cubicBezTo>
                  <a:cubicBezTo>
                    <a:pt x="16692" y="564"/>
                    <a:pt x="16461" y="506"/>
                    <a:pt x="16216" y="449"/>
                  </a:cubicBezTo>
                  <a:cubicBezTo>
                    <a:pt x="16015" y="405"/>
                    <a:pt x="15799" y="362"/>
                    <a:pt x="15568" y="319"/>
                  </a:cubicBezTo>
                  <a:cubicBezTo>
                    <a:pt x="15280" y="276"/>
                    <a:pt x="14963" y="218"/>
                    <a:pt x="14632" y="161"/>
                  </a:cubicBezTo>
                  <a:cubicBezTo>
                    <a:pt x="13868" y="57"/>
                    <a:pt x="13116" y="0"/>
                    <a:pt x="12355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3;p35">
              <a:extLst>
                <a:ext uri="{FF2B5EF4-FFF2-40B4-BE49-F238E27FC236}">
                  <a16:creationId xmlns:a16="http://schemas.microsoft.com/office/drawing/2014/main" id="{9CC5DC4A-420B-B2EE-5F82-0328B9BBA985}"/>
                </a:ext>
              </a:extLst>
            </p:cNvPr>
            <p:cNvSpPr/>
            <p:nvPr/>
          </p:nvSpPr>
          <p:spPr>
            <a:xfrm flipH="1">
              <a:off x="2854417" y="2050361"/>
              <a:ext cx="345379" cy="254926"/>
            </a:xfrm>
            <a:custGeom>
              <a:avLst/>
              <a:gdLst/>
              <a:ahLst/>
              <a:cxnLst/>
              <a:rect l="l" t="t" r="r" b="b"/>
              <a:pathLst>
                <a:path w="9290" h="6857" extrusionOk="0">
                  <a:moveTo>
                    <a:pt x="5579" y="0"/>
                  </a:moveTo>
                  <a:cubicBezTo>
                    <a:pt x="3357" y="0"/>
                    <a:pt x="1067" y="246"/>
                    <a:pt x="1067" y="246"/>
                  </a:cubicBezTo>
                  <a:cubicBezTo>
                    <a:pt x="764" y="275"/>
                    <a:pt x="476" y="318"/>
                    <a:pt x="188" y="390"/>
                  </a:cubicBezTo>
                  <a:cubicBezTo>
                    <a:pt x="1" y="448"/>
                    <a:pt x="1513" y="5315"/>
                    <a:pt x="2809" y="6856"/>
                  </a:cubicBezTo>
                  <a:cubicBezTo>
                    <a:pt x="5805" y="3414"/>
                    <a:pt x="9290" y="361"/>
                    <a:pt x="9059" y="318"/>
                  </a:cubicBezTo>
                  <a:cubicBezTo>
                    <a:pt x="8771" y="275"/>
                    <a:pt x="8454" y="217"/>
                    <a:pt x="8123" y="160"/>
                  </a:cubicBezTo>
                  <a:cubicBezTo>
                    <a:pt x="7397" y="42"/>
                    <a:pt x="6493" y="0"/>
                    <a:pt x="5579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4;p35">
              <a:extLst>
                <a:ext uri="{FF2B5EF4-FFF2-40B4-BE49-F238E27FC236}">
                  <a16:creationId xmlns:a16="http://schemas.microsoft.com/office/drawing/2014/main" id="{AD19923C-6A5C-C878-6690-156785006B7C}"/>
                </a:ext>
              </a:extLst>
            </p:cNvPr>
            <p:cNvSpPr/>
            <p:nvPr/>
          </p:nvSpPr>
          <p:spPr>
            <a:xfrm flipH="1">
              <a:off x="2879029" y="2319154"/>
              <a:ext cx="152093" cy="174139"/>
            </a:xfrm>
            <a:custGeom>
              <a:avLst/>
              <a:gdLst/>
              <a:ahLst/>
              <a:cxnLst/>
              <a:rect l="l" t="t" r="r" b="b"/>
              <a:pathLst>
                <a:path w="4091" h="4684" extrusionOk="0">
                  <a:moveTo>
                    <a:pt x="0" y="1"/>
                  </a:moveTo>
                  <a:lnTo>
                    <a:pt x="0" y="3270"/>
                  </a:lnTo>
                  <a:cubicBezTo>
                    <a:pt x="0" y="3270"/>
                    <a:pt x="101" y="4220"/>
                    <a:pt x="1368" y="4580"/>
                  </a:cubicBezTo>
                  <a:cubicBezTo>
                    <a:pt x="1621" y="4652"/>
                    <a:pt x="1870" y="4684"/>
                    <a:pt x="2108" y="4684"/>
                  </a:cubicBezTo>
                  <a:cubicBezTo>
                    <a:pt x="3069" y="4684"/>
                    <a:pt x="3857" y="4169"/>
                    <a:pt x="3961" y="3673"/>
                  </a:cubicBezTo>
                  <a:cubicBezTo>
                    <a:pt x="4090" y="2996"/>
                    <a:pt x="4018" y="145"/>
                    <a:pt x="4004" y="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5;p35">
              <a:extLst>
                <a:ext uri="{FF2B5EF4-FFF2-40B4-BE49-F238E27FC236}">
                  <a16:creationId xmlns:a16="http://schemas.microsoft.com/office/drawing/2014/main" id="{A353CD4E-19C6-446A-281F-AB540E6D8DC8}"/>
                </a:ext>
              </a:extLst>
            </p:cNvPr>
            <p:cNvSpPr/>
            <p:nvPr/>
          </p:nvSpPr>
          <p:spPr>
            <a:xfrm flipH="1">
              <a:off x="2274560" y="2309005"/>
              <a:ext cx="547216" cy="882371"/>
            </a:xfrm>
            <a:custGeom>
              <a:avLst/>
              <a:gdLst/>
              <a:ahLst/>
              <a:cxnLst/>
              <a:rect l="l" t="t" r="r" b="b"/>
              <a:pathLst>
                <a:path w="14719" h="23734" extrusionOk="0">
                  <a:moveTo>
                    <a:pt x="8324" y="0"/>
                  </a:moveTo>
                  <a:lnTo>
                    <a:pt x="3788" y="3946"/>
                  </a:lnTo>
                  <a:lnTo>
                    <a:pt x="7158" y="7402"/>
                  </a:lnTo>
                  <a:cubicBezTo>
                    <a:pt x="7158" y="7402"/>
                    <a:pt x="922" y="18232"/>
                    <a:pt x="735" y="18390"/>
                  </a:cubicBezTo>
                  <a:cubicBezTo>
                    <a:pt x="547" y="18549"/>
                    <a:pt x="605" y="20191"/>
                    <a:pt x="605" y="20191"/>
                  </a:cubicBezTo>
                  <a:cubicBezTo>
                    <a:pt x="605" y="20191"/>
                    <a:pt x="0" y="20738"/>
                    <a:pt x="115" y="20939"/>
                  </a:cubicBezTo>
                  <a:cubicBezTo>
                    <a:pt x="187" y="21094"/>
                    <a:pt x="252" y="21153"/>
                    <a:pt x="378" y="21153"/>
                  </a:cubicBezTo>
                  <a:cubicBezTo>
                    <a:pt x="428" y="21153"/>
                    <a:pt x="488" y="21143"/>
                    <a:pt x="562" y="21127"/>
                  </a:cubicBezTo>
                  <a:cubicBezTo>
                    <a:pt x="821" y="21069"/>
                    <a:pt x="1296" y="20752"/>
                    <a:pt x="1368" y="20565"/>
                  </a:cubicBezTo>
                  <a:cubicBezTo>
                    <a:pt x="1455" y="20234"/>
                    <a:pt x="1512" y="19888"/>
                    <a:pt x="1556" y="19543"/>
                  </a:cubicBezTo>
                  <a:lnTo>
                    <a:pt x="2088" y="19543"/>
                  </a:lnTo>
                  <a:cubicBezTo>
                    <a:pt x="2088" y="19543"/>
                    <a:pt x="3096" y="21184"/>
                    <a:pt x="3240" y="21501"/>
                  </a:cubicBezTo>
                  <a:cubicBezTo>
                    <a:pt x="3240" y="21919"/>
                    <a:pt x="3500" y="23733"/>
                    <a:pt x="4047" y="23733"/>
                  </a:cubicBezTo>
                  <a:cubicBezTo>
                    <a:pt x="4407" y="23733"/>
                    <a:pt x="4249" y="22164"/>
                    <a:pt x="4177" y="21746"/>
                  </a:cubicBezTo>
                  <a:cubicBezTo>
                    <a:pt x="4090" y="21328"/>
                    <a:pt x="3572" y="19456"/>
                    <a:pt x="3572" y="19456"/>
                  </a:cubicBezTo>
                  <a:cubicBezTo>
                    <a:pt x="3572" y="19456"/>
                    <a:pt x="13869" y="9001"/>
                    <a:pt x="14301" y="6970"/>
                  </a:cubicBezTo>
                  <a:cubicBezTo>
                    <a:pt x="14718" y="4954"/>
                    <a:pt x="8324" y="0"/>
                    <a:pt x="8324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6;p35">
              <a:extLst>
                <a:ext uri="{FF2B5EF4-FFF2-40B4-BE49-F238E27FC236}">
                  <a16:creationId xmlns:a16="http://schemas.microsoft.com/office/drawing/2014/main" id="{A21AE6B6-DBAC-FE8F-A928-A427D1F9EF3A}"/>
                </a:ext>
              </a:extLst>
            </p:cNvPr>
            <p:cNvSpPr/>
            <p:nvPr/>
          </p:nvSpPr>
          <p:spPr>
            <a:xfrm flipH="1">
              <a:off x="2408956" y="2098580"/>
              <a:ext cx="466912" cy="449773"/>
            </a:xfrm>
            <a:custGeom>
              <a:avLst/>
              <a:gdLst/>
              <a:ahLst/>
              <a:cxnLst/>
              <a:rect l="l" t="t" r="r" b="b"/>
              <a:pathLst>
                <a:path w="12559" h="12098" extrusionOk="0">
                  <a:moveTo>
                    <a:pt x="3356" y="0"/>
                  </a:moveTo>
                  <a:cubicBezTo>
                    <a:pt x="2204" y="0"/>
                    <a:pt x="1" y="2708"/>
                    <a:pt x="2218" y="6611"/>
                  </a:cubicBezTo>
                  <a:cubicBezTo>
                    <a:pt x="2708" y="7475"/>
                    <a:pt x="5704" y="10499"/>
                    <a:pt x="7317" y="12097"/>
                  </a:cubicBezTo>
                  <a:lnTo>
                    <a:pt x="12559" y="7331"/>
                  </a:lnTo>
                  <a:cubicBezTo>
                    <a:pt x="9232" y="4220"/>
                    <a:pt x="4998" y="533"/>
                    <a:pt x="3558" y="29"/>
                  </a:cubicBezTo>
                  <a:cubicBezTo>
                    <a:pt x="3500" y="15"/>
                    <a:pt x="3428" y="0"/>
                    <a:pt x="335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7;p35">
              <a:extLst>
                <a:ext uri="{FF2B5EF4-FFF2-40B4-BE49-F238E27FC236}">
                  <a16:creationId xmlns:a16="http://schemas.microsoft.com/office/drawing/2014/main" id="{587E79B3-1DC4-26B8-071E-6E48282BCA97}"/>
                </a:ext>
              </a:extLst>
            </p:cNvPr>
            <p:cNvSpPr/>
            <p:nvPr/>
          </p:nvSpPr>
          <p:spPr>
            <a:xfrm flipH="1">
              <a:off x="2897766" y="1683084"/>
              <a:ext cx="336270" cy="560079"/>
            </a:xfrm>
            <a:custGeom>
              <a:avLst/>
              <a:gdLst/>
              <a:ahLst/>
              <a:cxnLst/>
              <a:rect l="l" t="t" r="r" b="b"/>
              <a:pathLst>
                <a:path w="9045" h="15065" extrusionOk="0">
                  <a:moveTo>
                    <a:pt x="1066" y="1"/>
                  </a:moveTo>
                  <a:cubicBezTo>
                    <a:pt x="778" y="318"/>
                    <a:pt x="591" y="865"/>
                    <a:pt x="562" y="1931"/>
                  </a:cubicBezTo>
                  <a:cubicBezTo>
                    <a:pt x="663" y="3616"/>
                    <a:pt x="792" y="3961"/>
                    <a:pt x="591" y="4408"/>
                  </a:cubicBezTo>
                  <a:cubicBezTo>
                    <a:pt x="389" y="4825"/>
                    <a:pt x="0" y="4797"/>
                    <a:pt x="29" y="4998"/>
                  </a:cubicBezTo>
                  <a:cubicBezTo>
                    <a:pt x="43" y="5200"/>
                    <a:pt x="691" y="5272"/>
                    <a:pt x="706" y="5848"/>
                  </a:cubicBezTo>
                  <a:cubicBezTo>
                    <a:pt x="706" y="6453"/>
                    <a:pt x="691" y="7360"/>
                    <a:pt x="908" y="7533"/>
                  </a:cubicBezTo>
                  <a:cubicBezTo>
                    <a:pt x="1113" y="7710"/>
                    <a:pt x="1470" y="7803"/>
                    <a:pt x="1931" y="7803"/>
                  </a:cubicBezTo>
                  <a:cubicBezTo>
                    <a:pt x="2181" y="7803"/>
                    <a:pt x="2462" y="7776"/>
                    <a:pt x="2765" y="7720"/>
                  </a:cubicBezTo>
                  <a:cubicBezTo>
                    <a:pt x="2866" y="7706"/>
                    <a:pt x="2952" y="7691"/>
                    <a:pt x="3024" y="7691"/>
                  </a:cubicBezTo>
                  <a:cubicBezTo>
                    <a:pt x="3077" y="7686"/>
                    <a:pt x="3125" y="7684"/>
                    <a:pt x="3170" y="7684"/>
                  </a:cubicBezTo>
                  <a:cubicBezTo>
                    <a:pt x="3653" y="7684"/>
                    <a:pt x="3703" y="7954"/>
                    <a:pt x="3716" y="8152"/>
                  </a:cubicBezTo>
                  <a:cubicBezTo>
                    <a:pt x="3759" y="8671"/>
                    <a:pt x="3586" y="9189"/>
                    <a:pt x="3241" y="9578"/>
                  </a:cubicBezTo>
                  <a:cubicBezTo>
                    <a:pt x="2924" y="9938"/>
                    <a:pt x="2016" y="10082"/>
                    <a:pt x="2016" y="10082"/>
                  </a:cubicBezTo>
                  <a:cubicBezTo>
                    <a:pt x="2016" y="10082"/>
                    <a:pt x="3039" y="14834"/>
                    <a:pt x="3989" y="15065"/>
                  </a:cubicBezTo>
                  <a:cubicBezTo>
                    <a:pt x="4781" y="14474"/>
                    <a:pt x="7532" y="11508"/>
                    <a:pt x="9044" y="10039"/>
                  </a:cubicBezTo>
                  <a:cubicBezTo>
                    <a:pt x="8065" y="9722"/>
                    <a:pt x="7100" y="9203"/>
                    <a:pt x="6783" y="8267"/>
                  </a:cubicBezTo>
                  <a:cubicBezTo>
                    <a:pt x="6466" y="7331"/>
                    <a:pt x="6740" y="4998"/>
                    <a:pt x="6740" y="4998"/>
                  </a:cubicBezTo>
                  <a:lnTo>
                    <a:pt x="6740" y="4998"/>
                  </a:lnTo>
                  <a:cubicBezTo>
                    <a:pt x="6740" y="4998"/>
                    <a:pt x="6817" y="5037"/>
                    <a:pt x="6957" y="5037"/>
                  </a:cubicBezTo>
                  <a:cubicBezTo>
                    <a:pt x="7074" y="5037"/>
                    <a:pt x="7235" y="5010"/>
                    <a:pt x="7431" y="4912"/>
                  </a:cubicBezTo>
                  <a:cubicBezTo>
                    <a:pt x="7863" y="4681"/>
                    <a:pt x="8223" y="2651"/>
                    <a:pt x="7518" y="2478"/>
                  </a:cubicBezTo>
                  <a:cubicBezTo>
                    <a:pt x="7437" y="2459"/>
                    <a:pt x="7359" y="2449"/>
                    <a:pt x="7285" y="2449"/>
                  </a:cubicBezTo>
                  <a:cubicBezTo>
                    <a:pt x="6752" y="2449"/>
                    <a:pt x="6395" y="2935"/>
                    <a:pt x="6193" y="3731"/>
                  </a:cubicBezTo>
                  <a:cubicBezTo>
                    <a:pt x="5545" y="3155"/>
                    <a:pt x="5401" y="2478"/>
                    <a:pt x="4652" y="2363"/>
                  </a:cubicBezTo>
                  <a:cubicBezTo>
                    <a:pt x="3903" y="2248"/>
                    <a:pt x="2204" y="2046"/>
                    <a:pt x="1512" y="1095"/>
                  </a:cubicBezTo>
                  <a:cubicBezTo>
                    <a:pt x="1282" y="764"/>
                    <a:pt x="1138" y="390"/>
                    <a:pt x="106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;p35">
              <a:extLst>
                <a:ext uri="{FF2B5EF4-FFF2-40B4-BE49-F238E27FC236}">
                  <a16:creationId xmlns:a16="http://schemas.microsoft.com/office/drawing/2014/main" id="{FAD2E226-8207-A91A-C010-6A1B81BF6ACC}"/>
                </a:ext>
              </a:extLst>
            </p:cNvPr>
            <p:cNvSpPr/>
            <p:nvPr/>
          </p:nvSpPr>
          <p:spPr>
            <a:xfrm flipH="1">
              <a:off x="3146744" y="1892989"/>
              <a:ext cx="44464" cy="28775"/>
            </a:xfrm>
            <a:custGeom>
              <a:avLst/>
              <a:gdLst/>
              <a:ahLst/>
              <a:cxnLst/>
              <a:rect l="l" t="t" r="r" b="b"/>
              <a:pathLst>
                <a:path w="1196" h="774" extrusionOk="0">
                  <a:moveTo>
                    <a:pt x="1196" y="0"/>
                  </a:moveTo>
                  <a:lnTo>
                    <a:pt x="0" y="605"/>
                  </a:lnTo>
                  <a:cubicBezTo>
                    <a:pt x="145" y="719"/>
                    <a:pt x="328" y="773"/>
                    <a:pt x="510" y="773"/>
                  </a:cubicBezTo>
                  <a:cubicBezTo>
                    <a:pt x="581" y="773"/>
                    <a:pt x="652" y="765"/>
                    <a:pt x="720" y="749"/>
                  </a:cubicBezTo>
                  <a:cubicBezTo>
                    <a:pt x="1152" y="620"/>
                    <a:pt x="1196" y="0"/>
                    <a:pt x="11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9;p35">
              <a:extLst>
                <a:ext uri="{FF2B5EF4-FFF2-40B4-BE49-F238E27FC236}">
                  <a16:creationId xmlns:a16="http://schemas.microsoft.com/office/drawing/2014/main" id="{1FCE0B97-4D50-6007-D2B5-D3AF4E0C882B}"/>
                </a:ext>
              </a:extLst>
            </p:cNvPr>
            <p:cNvSpPr/>
            <p:nvPr/>
          </p:nvSpPr>
          <p:spPr>
            <a:xfrm flipH="1">
              <a:off x="3001640" y="1770117"/>
              <a:ext cx="219570" cy="94394"/>
            </a:xfrm>
            <a:custGeom>
              <a:avLst/>
              <a:gdLst/>
              <a:ahLst/>
              <a:cxnLst/>
              <a:rect l="l" t="t" r="r" b="b"/>
              <a:pathLst>
                <a:path w="5906" h="2539" extrusionOk="0">
                  <a:moveTo>
                    <a:pt x="1813" y="345"/>
                  </a:moveTo>
                  <a:cubicBezTo>
                    <a:pt x="2037" y="345"/>
                    <a:pt x="2265" y="428"/>
                    <a:pt x="2449" y="612"/>
                  </a:cubicBezTo>
                  <a:cubicBezTo>
                    <a:pt x="3040" y="1203"/>
                    <a:pt x="2622" y="2196"/>
                    <a:pt x="1801" y="2196"/>
                  </a:cubicBezTo>
                  <a:cubicBezTo>
                    <a:pt x="1297" y="2196"/>
                    <a:pt x="879" y="1779"/>
                    <a:pt x="879" y="1275"/>
                  </a:cubicBezTo>
                  <a:cubicBezTo>
                    <a:pt x="879" y="717"/>
                    <a:pt x="1338" y="345"/>
                    <a:pt x="1813" y="345"/>
                  </a:cubicBezTo>
                  <a:close/>
                  <a:moveTo>
                    <a:pt x="1803" y="0"/>
                  </a:moveTo>
                  <a:cubicBezTo>
                    <a:pt x="1250" y="0"/>
                    <a:pt x="699" y="339"/>
                    <a:pt x="563" y="1015"/>
                  </a:cubicBezTo>
                  <a:cubicBezTo>
                    <a:pt x="548" y="1073"/>
                    <a:pt x="491" y="1116"/>
                    <a:pt x="433" y="1116"/>
                  </a:cubicBezTo>
                  <a:lnTo>
                    <a:pt x="145" y="1116"/>
                  </a:lnTo>
                  <a:cubicBezTo>
                    <a:pt x="73" y="1116"/>
                    <a:pt x="15" y="1174"/>
                    <a:pt x="15" y="1246"/>
                  </a:cubicBezTo>
                  <a:cubicBezTo>
                    <a:pt x="1" y="1318"/>
                    <a:pt x="73" y="1390"/>
                    <a:pt x="145" y="1390"/>
                  </a:cubicBezTo>
                  <a:lnTo>
                    <a:pt x="433" y="1390"/>
                  </a:lnTo>
                  <a:cubicBezTo>
                    <a:pt x="491" y="1390"/>
                    <a:pt x="534" y="1433"/>
                    <a:pt x="548" y="1491"/>
                  </a:cubicBezTo>
                  <a:cubicBezTo>
                    <a:pt x="671" y="2189"/>
                    <a:pt x="1236" y="2538"/>
                    <a:pt x="1801" y="2538"/>
                  </a:cubicBezTo>
                  <a:cubicBezTo>
                    <a:pt x="2366" y="2538"/>
                    <a:pt x="2932" y="2189"/>
                    <a:pt x="3054" y="1491"/>
                  </a:cubicBezTo>
                  <a:cubicBezTo>
                    <a:pt x="3068" y="1433"/>
                    <a:pt x="3112" y="1390"/>
                    <a:pt x="3184" y="1390"/>
                  </a:cubicBezTo>
                  <a:lnTo>
                    <a:pt x="5761" y="1390"/>
                  </a:lnTo>
                  <a:cubicBezTo>
                    <a:pt x="5833" y="1390"/>
                    <a:pt x="5905" y="1318"/>
                    <a:pt x="5905" y="1246"/>
                  </a:cubicBezTo>
                  <a:cubicBezTo>
                    <a:pt x="5891" y="1174"/>
                    <a:pt x="5833" y="1116"/>
                    <a:pt x="5761" y="1116"/>
                  </a:cubicBezTo>
                  <a:lnTo>
                    <a:pt x="3169" y="1116"/>
                  </a:lnTo>
                  <a:cubicBezTo>
                    <a:pt x="3112" y="1116"/>
                    <a:pt x="3054" y="1073"/>
                    <a:pt x="3054" y="1015"/>
                  </a:cubicBezTo>
                  <a:cubicBezTo>
                    <a:pt x="2910" y="339"/>
                    <a:pt x="2355" y="0"/>
                    <a:pt x="1803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90;p35">
              <a:extLst>
                <a:ext uri="{FF2B5EF4-FFF2-40B4-BE49-F238E27FC236}">
                  <a16:creationId xmlns:a16="http://schemas.microsoft.com/office/drawing/2014/main" id="{7B0173E9-0206-EF98-AA05-F238D1EF9E51}"/>
                </a:ext>
              </a:extLst>
            </p:cNvPr>
            <p:cNvSpPr/>
            <p:nvPr/>
          </p:nvSpPr>
          <p:spPr>
            <a:xfrm flipH="1">
              <a:off x="2897766" y="1846405"/>
              <a:ext cx="261321" cy="396758"/>
            </a:xfrm>
            <a:custGeom>
              <a:avLst/>
              <a:gdLst/>
              <a:ahLst/>
              <a:cxnLst/>
              <a:rect l="l" t="t" r="r" b="b"/>
              <a:pathLst>
                <a:path w="7029" h="10672" extrusionOk="0">
                  <a:moveTo>
                    <a:pt x="4292" y="0"/>
                  </a:moveTo>
                  <a:cubicBezTo>
                    <a:pt x="4234" y="303"/>
                    <a:pt x="4177" y="490"/>
                    <a:pt x="4148" y="634"/>
                  </a:cubicBezTo>
                  <a:cubicBezTo>
                    <a:pt x="3500" y="2665"/>
                    <a:pt x="1685" y="3169"/>
                    <a:pt x="1008" y="3298"/>
                  </a:cubicBezTo>
                  <a:cubicBezTo>
                    <a:pt x="1061" y="3293"/>
                    <a:pt x="1109" y="3291"/>
                    <a:pt x="1154" y="3291"/>
                  </a:cubicBezTo>
                  <a:cubicBezTo>
                    <a:pt x="1637" y="3291"/>
                    <a:pt x="1687" y="3561"/>
                    <a:pt x="1700" y="3759"/>
                  </a:cubicBezTo>
                  <a:cubicBezTo>
                    <a:pt x="1743" y="4278"/>
                    <a:pt x="1570" y="4796"/>
                    <a:pt x="1225" y="5185"/>
                  </a:cubicBezTo>
                  <a:cubicBezTo>
                    <a:pt x="908" y="5545"/>
                    <a:pt x="0" y="5689"/>
                    <a:pt x="0" y="5689"/>
                  </a:cubicBezTo>
                  <a:cubicBezTo>
                    <a:pt x="0" y="5689"/>
                    <a:pt x="1023" y="10441"/>
                    <a:pt x="1973" y="10672"/>
                  </a:cubicBezTo>
                  <a:cubicBezTo>
                    <a:pt x="2765" y="10081"/>
                    <a:pt x="5516" y="7115"/>
                    <a:pt x="7028" y="5646"/>
                  </a:cubicBezTo>
                  <a:cubicBezTo>
                    <a:pt x="6049" y="5329"/>
                    <a:pt x="5084" y="4810"/>
                    <a:pt x="4767" y="3874"/>
                  </a:cubicBezTo>
                  <a:cubicBezTo>
                    <a:pt x="4450" y="2938"/>
                    <a:pt x="4724" y="605"/>
                    <a:pt x="4724" y="605"/>
                  </a:cubicBezTo>
                  <a:cubicBezTo>
                    <a:pt x="4724" y="605"/>
                    <a:pt x="4393" y="519"/>
                    <a:pt x="4292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91;p35">
              <a:extLst>
                <a:ext uri="{FF2B5EF4-FFF2-40B4-BE49-F238E27FC236}">
                  <a16:creationId xmlns:a16="http://schemas.microsoft.com/office/drawing/2014/main" id="{B624E466-5EC6-0FB3-3343-0E531F9AC72B}"/>
                </a:ext>
              </a:extLst>
            </p:cNvPr>
            <p:cNvSpPr/>
            <p:nvPr/>
          </p:nvSpPr>
          <p:spPr>
            <a:xfrm flipH="1">
              <a:off x="2955057" y="1790490"/>
              <a:ext cx="35913" cy="59707"/>
            </a:xfrm>
            <a:custGeom>
              <a:avLst/>
              <a:gdLst/>
              <a:ahLst/>
              <a:cxnLst/>
              <a:rect l="l" t="t" r="r" b="b"/>
              <a:pathLst>
                <a:path w="966" h="1606" extrusionOk="0">
                  <a:moveTo>
                    <a:pt x="772" y="1"/>
                  </a:moveTo>
                  <a:cubicBezTo>
                    <a:pt x="694" y="1"/>
                    <a:pt x="595" y="29"/>
                    <a:pt x="476" y="122"/>
                  </a:cubicBezTo>
                  <a:cubicBezTo>
                    <a:pt x="58" y="424"/>
                    <a:pt x="0" y="1605"/>
                    <a:pt x="432" y="1605"/>
                  </a:cubicBezTo>
                  <a:cubicBezTo>
                    <a:pt x="879" y="1605"/>
                    <a:pt x="893" y="871"/>
                    <a:pt x="591" y="799"/>
                  </a:cubicBezTo>
                  <a:cubicBezTo>
                    <a:pt x="533" y="784"/>
                    <a:pt x="461" y="770"/>
                    <a:pt x="389" y="755"/>
                  </a:cubicBezTo>
                  <a:cubicBezTo>
                    <a:pt x="389" y="755"/>
                    <a:pt x="461" y="79"/>
                    <a:pt x="965" y="79"/>
                  </a:cubicBezTo>
                  <a:cubicBezTo>
                    <a:pt x="965" y="79"/>
                    <a:pt x="898" y="1"/>
                    <a:pt x="772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92;p35">
              <a:extLst>
                <a:ext uri="{FF2B5EF4-FFF2-40B4-BE49-F238E27FC236}">
                  <a16:creationId xmlns:a16="http://schemas.microsoft.com/office/drawing/2014/main" id="{B9C39C00-B936-81F6-A0B4-41D2568AED99}"/>
                </a:ext>
              </a:extLst>
            </p:cNvPr>
            <p:cNvSpPr/>
            <p:nvPr/>
          </p:nvSpPr>
          <p:spPr>
            <a:xfrm flipH="1">
              <a:off x="3137635" y="1740263"/>
              <a:ext cx="45542" cy="18886"/>
            </a:xfrm>
            <a:custGeom>
              <a:avLst/>
              <a:gdLst/>
              <a:ahLst/>
              <a:cxnLst/>
              <a:rect l="l" t="t" r="r" b="b"/>
              <a:pathLst>
                <a:path w="1225" h="508" extrusionOk="0">
                  <a:moveTo>
                    <a:pt x="643" y="0"/>
                  </a:moveTo>
                  <a:cubicBezTo>
                    <a:pt x="352" y="0"/>
                    <a:pt x="65" y="231"/>
                    <a:pt x="0" y="508"/>
                  </a:cubicBezTo>
                  <a:cubicBezTo>
                    <a:pt x="199" y="427"/>
                    <a:pt x="414" y="387"/>
                    <a:pt x="627" y="387"/>
                  </a:cubicBezTo>
                  <a:cubicBezTo>
                    <a:pt x="831" y="387"/>
                    <a:pt x="1035" y="423"/>
                    <a:pt x="1224" y="494"/>
                  </a:cubicBezTo>
                  <a:cubicBezTo>
                    <a:pt x="1093" y="137"/>
                    <a:pt x="866" y="0"/>
                    <a:pt x="643" y="0"/>
                  </a:cubicBezTo>
                  <a:close/>
                </a:path>
              </a:pathLst>
            </a:custGeom>
            <a:solidFill>
              <a:srgbClr val="1D2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93;p35">
              <a:extLst>
                <a:ext uri="{FF2B5EF4-FFF2-40B4-BE49-F238E27FC236}">
                  <a16:creationId xmlns:a16="http://schemas.microsoft.com/office/drawing/2014/main" id="{960C2719-0A62-E22C-ECF4-03F58A2F38D0}"/>
                </a:ext>
              </a:extLst>
            </p:cNvPr>
            <p:cNvSpPr/>
            <p:nvPr/>
          </p:nvSpPr>
          <p:spPr>
            <a:xfrm flipH="1">
              <a:off x="1477883" y="1608692"/>
              <a:ext cx="622723" cy="706707"/>
            </a:xfrm>
            <a:custGeom>
              <a:avLst/>
              <a:gdLst/>
              <a:ahLst/>
              <a:cxnLst/>
              <a:rect l="l" t="t" r="r" b="b"/>
              <a:pathLst>
                <a:path w="16750" h="19009" extrusionOk="0">
                  <a:moveTo>
                    <a:pt x="5344" y="0"/>
                  </a:moveTo>
                  <a:cubicBezTo>
                    <a:pt x="4494" y="0"/>
                    <a:pt x="3601" y="115"/>
                    <a:pt x="2967" y="475"/>
                  </a:cubicBezTo>
                  <a:cubicBezTo>
                    <a:pt x="2723" y="605"/>
                    <a:pt x="2521" y="792"/>
                    <a:pt x="2377" y="1023"/>
                  </a:cubicBezTo>
                  <a:cubicBezTo>
                    <a:pt x="1614" y="2189"/>
                    <a:pt x="1902" y="4335"/>
                    <a:pt x="1585" y="5674"/>
                  </a:cubicBezTo>
                  <a:cubicBezTo>
                    <a:pt x="1412" y="6452"/>
                    <a:pt x="735" y="6913"/>
                    <a:pt x="375" y="7590"/>
                  </a:cubicBezTo>
                  <a:cubicBezTo>
                    <a:pt x="73" y="8195"/>
                    <a:pt x="1" y="8871"/>
                    <a:pt x="174" y="9519"/>
                  </a:cubicBezTo>
                  <a:cubicBezTo>
                    <a:pt x="332" y="10182"/>
                    <a:pt x="778" y="10513"/>
                    <a:pt x="1110" y="11075"/>
                  </a:cubicBezTo>
                  <a:cubicBezTo>
                    <a:pt x="1844" y="12299"/>
                    <a:pt x="951" y="13624"/>
                    <a:pt x="778" y="14862"/>
                  </a:cubicBezTo>
                  <a:cubicBezTo>
                    <a:pt x="548" y="16461"/>
                    <a:pt x="1671" y="18074"/>
                    <a:pt x="3183" y="18679"/>
                  </a:cubicBezTo>
                  <a:cubicBezTo>
                    <a:pt x="3746" y="18906"/>
                    <a:pt x="4345" y="19009"/>
                    <a:pt x="4949" y="19009"/>
                  </a:cubicBezTo>
                  <a:cubicBezTo>
                    <a:pt x="5954" y="19009"/>
                    <a:pt x="6973" y="18723"/>
                    <a:pt x="7864" y="18247"/>
                  </a:cubicBezTo>
                  <a:cubicBezTo>
                    <a:pt x="8551" y="17873"/>
                    <a:pt x="9348" y="17767"/>
                    <a:pt x="10183" y="17767"/>
                  </a:cubicBezTo>
                  <a:cubicBezTo>
                    <a:pt x="10731" y="17767"/>
                    <a:pt x="11294" y="17812"/>
                    <a:pt x="11853" y="17858"/>
                  </a:cubicBezTo>
                  <a:cubicBezTo>
                    <a:pt x="12412" y="17901"/>
                    <a:pt x="12972" y="17944"/>
                    <a:pt x="13510" y="17944"/>
                  </a:cubicBezTo>
                  <a:cubicBezTo>
                    <a:pt x="13872" y="17944"/>
                    <a:pt x="14224" y="17924"/>
                    <a:pt x="14560" y="17872"/>
                  </a:cubicBezTo>
                  <a:cubicBezTo>
                    <a:pt x="16749" y="17512"/>
                    <a:pt x="16519" y="15424"/>
                    <a:pt x="16505" y="13537"/>
                  </a:cubicBezTo>
                  <a:cubicBezTo>
                    <a:pt x="16490" y="11982"/>
                    <a:pt x="16461" y="10355"/>
                    <a:pt x="15828" y="8929"/>
                  </a:cubicBezTo>
                  <a:cubicBezTo>
                    <a:pt x="15237" y="7647"/>
                    <a:pt x="14200" y="6625"/>
                    <a:pt x="13365" y="5487"/>
                  </a:cubicBezTo>
                  <a:cubicBezTo>
                    <a:pt x="12371" y="4133"/>
                    <a:pt x="11637" y="2535"/>
                    <a:pt x="10326" y="1484"/>
                  </a:cubicBezTo>
                  <a:cubicBezTo>
                    <a:pt x="9390" y="763"/>
                    <a:pt x="8281" y="303"/>
                    <a:pt x="7115" y="144"/>
                  </a:cubicBezTo>
                  <a:cubicBezTo>
                    <a:pt x="6524" y="43"/>
                    <a:pt x="5934" y="0"/>
                    <a:pt x="5344" y="0"/>
                  </a:cubicBezTo>
                  <a:close/>
                </a:path>
              </a:pathLst>
            </a:custGeom>
            <a:solidFill>
              <a:srgbClr val="ED30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94;p35">
              <a:extLst>
                <a:ext uri="{FF2B5EF4-FFF2-40B4-BE49-F238E27FC236}">
                  <a16:creationId xmlns:a16="http://schemas.microsoft.com/office/drawing/2014/main" id="{E7E9DF51-31A1-68AB-B0DB-C3D018F72A50}"/>
                </a:ext>
              </a:extLst>
            </p:cNvPr>
            <p:cNvSpPr/>
            <p:nvPr/>
          </p:nvSpPr>
          <p:spPr>
            <a:xfrm flipH="1">
              <a:off x="1627783" y="1680742"/>
              <a:ext cx="436389" cy="443044"/>
            </a:xfrm>
            <a:custGeom>
              <a:avLst/>
              <a:gdLst/>
              <a:ahLst/>
              <a:cxnLst/>
              <a:rect l="l" t="t" r="r" b="b"/>
              <a:pathLst>
                <a:path w="11738" h="11917" extrusionOk="0">
                  <a:moveTo>
                    <a:pt x="6866" y="1"/>
                  </a:moveTo>
                  <a:cubicBezTo>
                    <a:pt x="6555" y="1"/>
                    <a:pt x="6192" y="58"/>
                    <a:pt x="5761" y="194"/>
                  </a:cubicBezTo>
                  <a:cubicBezTo>
                    <a:pt x="4864" y="479"/>
                    <a:pt x="4205" y="578"/>
                    <a:pt x="3722" y="578"/>
                  </a:cubicBezTo>
                  <a:cubicBezTo>
                    <a:pt x="2622" y="578"/>
                    <a:pt x="2434" y="64"/>
                    <a:pt x="2434" y="64"/>
                  </a:cubicBezTo>
                  <a:lnTo>
                    <a:pt x="2434" y="64"/>
                  </a:lnTo>
                  <a:cubicBezTo>
                    <a:pt x="2319" y="1663"/>
                    <a:pt x="2880" y="3290"/>
                    <a:pt x="1714" y="4644"/>
                  </a:cubicBezTo>
                  <a:cubicBezTo>
                    <a:pt x="1152" y="5234"/>
                    <a:pt x="706" y="5896"/>
                    <a:pt x="389" y="6631"/>
                  </a:cubicBezTo>
                  <a:cubicBezTo>
                    <a:pt x="0" y="7466"/>
                    <a:pt x="216" y="8503"/>
                    <a:pt x="821" y="9180"/>
                  </a:cubicBezTo>
                  <a:cubicBezTo>
                    <a:pt x="1426" y="9871"/>
                    <a:pt x="1656" y="10318"/>
                    <a:pt x="2563" y="10318"/>
                  </a:cubicBezTo>
                  <a:cubicBezTo>
                    <a:pt x="3365" y="10306"/>
                    <a:pt x="4273" y="9711"/>
                    <a:pt x="5058" y="9711"/>
                  </a:cubicBezTo>
                  <a:cubicBezTo>
                    <a:pt x="5274" y="9711"/>
                    <a:pt x="5481" y="9756"/>
                    <a:pt x="5674" y="9871"/>
                  </a:cubicBezTo>
                  <a:cubicBezTo>
                    <a:pt x="6351" y="10274"/>
                    <a:pt x="6855" y="11052"/>
                    <a:pt x="7503" y="11542"/>
                  </a:cubicBezTo>
                  <a:cubicBezTo>
                    <a:pt x="7848" y="11797"/>
                    <a:pt x="8218" y="11917"/>
                    <a:pt x="8585" y="11917"/>
                  </a:cubicBezTo>
                  <a:cubicBezTo>
                    <a:pt x="9045" y="11917"/>
                    <a:pt x="9501" y="11728"/>
                    <a:pt x="9894" y="11383"/>
                  </a:cubicBezTo>
                  <a:cubicBezTo>
                    <a:pt x="10182" y="11124"/>
                    <a:pt x="10412" y="10807"/>
                    <a:pt x="10585" y="10447"/>
                  </a:cubicBezTo>
                  <a:cubicBezTo>
                    <a:pt x="10844" y="10001"/>
                    <a:pt x="11204" y="9641"/>
                    <a:pt x="11420" y="9166"/>
                  </a:cubicBezTo>
                  <a:cubicBezTo>
                    <a:pt x="11679" y="8647"/>
                    <a:pt x="11737" y="8057"/>
                    <a:pt x="11579" y="7509"/>
                  </a:cubicBezTo>
                  <a:cubicBezTo>
                    <a:pt x="11363" y="6876"/>
                    <a:pt x="10815" y="6444"/>
                    <a:pt x="10355" y="5968"/>
                  </a:cubicBezTo>
                  <a:cubicBezTo>
                    <a:pt x="9678" y="5292"/>
                    <a:pt x="9476" y="4456"/>
                    <a:pt x="9404" y="3535"/>
                  </a:cubicBezTo>
                  <a:cubicBezTo>
                    <a:pt x="9361" y="2901"/>
                    <a:pt x="9462" y="1735"/>
                    <a:pt x="8958" y="1259"/>
                  </a:cubicBezTo>
                  <a:cubicBezTo>
                    <a:pt x="8448" y="772"/>
                    <a:pt x="8010" y="1"/>
                    <a:pt x="6866" y="1"/>
                  </a:cubicBezTo>
                  <a:close/>
                </a:path>
              </a:pathLst>
            </a:custGeom>
            <a:solidFill>
              <a:srgbClr val="CD20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95;p35">
              <a:extLst>
                <a:ext uri="{FF2B5EF4-FFF2-40B4-BE49-F238E27FC236}">
                  <a16:creationId xmlns:a16="http://schemas.microsoft.com/office/drawing/2014/main" id="{251FD2DF-6E97-16B3-F016-68EE645B17F4}"/>
                </a:ext>
              </a:extLst>
            </p:cNvPr>
            <p:cNvSpPr/>
            <p:nvPr/>
          </p:nvSpPr>
          <p:spPr>
            <a:xfrm flipH="1">
              <a:off x="1882895" y="2098506"/>
              <a:ext cx="929252" cy="619637"/>
            </a:xfrm>
            <a:custGeom>
              <a:avLst/>
              <a:gdLst/>
              <a:ahLst/>
              <a:cxnLst/>
              <a:rect l="l" t="t" r="r" b="b"/>
              <a:pathLst>
                <a:path w="24995" h="16667" extrusionOk="0">
                  <a:moveTo>
                    <a:pt x="21890" y="0"/>
                  </a:moveTo>
                  <a:cubicBezTo>
                    <a:pt x="21377" y="0"/>
                    <a:pt x="20882" y="160"/>
                    <a:pt x="20565" y="492"/>
                  </a:cubicBezTo>
                  <a:cubicBezTo>
                    <a:pt x="17340" y="3862"/>
                    <a:pt x="12371" y="10213"/>
                    <a:pt x="12371" y="10213"/>
                  </a:cubicBezTo>
                  <a:lnTo>
                    <a:pt x="87" y="4481"/>
                  </a:lnTo>
                  <a:lnTo>
                    <a:pt x="0" y="8168"/>
                  </a:lnTo>
                  <a:cubicBezTo>
                    <a:pt x="0" y="8168"/>
                    <a:pt x="8641" y="15945"/>
                    <a:pt x="12717" y="16636"/>
                  </a:cubicBezTo>
                  <a:cubicBezTo>
                    <a:pt x="12841" y="16657"/>
                    <a:pt x="12969" y="16667"/>
                    <a:pt x="13099" y="16667"/>
                  </a:cubicBezTo>
                  <a:cubicBezTo>
                    <a:pt x="17417" y="16667"/>
                    <a:pt x="24995" y="5616"/>
                    <a:pt x="23835" y="1226"/>
                  </a:cubicBezTo>
                  <a:cubicBezTo>
                    <a:pt x="23620" y="430"/>
                    <a:pt x="22732" y="0"/>
                    <a:pt x="21890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96;p35">
              <a:extLst>
                <a:ext uri="{FF2B5EF4-FFF2-40B4-BE49-F238E27FC236}">
                  <a16:creationId xmlns:a16="http://schemas.microsoft.com/office/drawing/2014/main" id="{A7F1EF9F-70E9-A79E-5217-1DAA8F96DB01}"/>
                </a:ext>
              </a:extLst>
            </p:cNvPr>
            <p:cNvSpPr/>
            <p:nvPr/>
          </p:nvSpPr>
          <p:spPr>
            <a:xfrm flipH="1">
              <a:off x="1860700" y="2064786"/>
              <a:ext cx="431036" cy="529073"/>
            </a:xfrm>
            <a:custGeom>
              <a:avLst/>
              <a:gdLst/>
              <a:ahLst/>
              <a:cxnLst/>
              <a:rect l="l" t="t" r="r" b="b"/>
              <a:pathLst>
                <a:path w="11594" h="14231" extrusionOk="0">
                  <a:moveTo>
                    <a:pt x="8553" y="0"/>
                  </a:moveTo>
                  <a:cubicBezTo>
                    <a:pt x="8292" y="0"/>
                    <a:pt x="6901" y="151"/>
                    <a:pt x="4422" y="3070"/>
                  </a:cubicBezTo>
                  <a:cubicBezTo>
                    <a:pt x="1657" y="6310"/>
                    <a:pt x="0" y="8456"/>
                    <a:pt x="0" y="8456"/>
                  </a:cubicBezTo>
                  <a:lnTo>
                    <a:pt x="5934" y="14231"/>
                  </a:lnTo>
                  <a:cubicBezTo>
                    <a:pt x="5934" y="14231"/>
                    <a:pt x="11377" y="7448"/>
                    <a:pt x="11478" y="4726"/>
                  </a:cubicBezTo>
                  <a:cubicBezTo>
                    <a:pt x="11593" y="1860"/>
                    <a:pt x="10528" y="2"/>
                    <a:pt x="8814" y="2"/>
                  </a:cubicBezTo>
                  <a:lnTo>
                    <a:pt x="8598" y="2"/>
                  </a:lnTo>
                  <a:cubicBezTo>
                    <a:pt x="8598" y="2"/>
                    <a:pt x="8583" y="0"/>
                    <a:pt x="8553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97;p35">
              <a:extLst>
                <a:ext uri="{FF2B5EF4-FFF2-40B4-BE49-F238E27FC236}">
                  <a16:creationId xmlns:a16="http://schemas.microsoft.com/office/drawing/2014/main" id="{44AD434E-81FE-04FC-181D-56A7E56AF593}"/>
                </a:ext>
              </a:extLst>
            </p:cNvPr>
            <p:cNvSpPr/>
            <p:nvPr/>
          </p:nvSpPr>
          <p:spPr>
            <a:xfrm flipH="1">
              <a:off x="1523388" y="4761679"/>
              <a:ext cx="529556" cy="205629"/>
            </a:xfrm>
            <a:custGeom>
              <a:avLst/>
              <a:gdLst/>
              <a:ahLst/>
              <a:cxnLst/>
              <a:rect l="l" t="t" r="r" b="b"/>
              <a:pathLst>
                <a:path w="14244" h="5531" extrusionOk="0">
                  <a:moveTo>
                    <a:pt x="8411" y="0"/>
                  </a:moveTo>
                  <a:cubicBezTo>
                    <a:pt x="8411" y="0"/>
                    <a:pt x="8569" y="1397"/>
                    <a:pt x="5862" y="2564"/>
                  </a:cubicBezTo>
                  <a:cubicBezTo>
                    <a:pt x="4940" y="2938"/>
                    <a:pt x="3990" y="3226"/>
                    <a:pt x="3010" y="3413"/>
                  </a:cubicBezTo>
                  <a:cubicBezTo>
                    <a:pt x="720" y="3889"/>
                    <a:pt x="0" y="5530"/>
                    <a:pt x="0" y="5530"/>
                  </a:cubicBezTo>
                  <a:lnTo>
                    <a:pt x="14243" y="5530"/>
                  </a:lnTo>
                  <a:lnTo>
                    <a:pt x="14200" y="3039"/>
                  </a:lnTo>
                  <a:lnTo>
                    <a:pt x="14157" y="418"/>
                  </a:lnTo>
                  <a:lnTo>
                    <a:pt x="8411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98;p35">
              <a:extLst>
                <a:ext uri="{FF2B5EF4-FFF2-40B4-BE49-F238E27FC236}">
                  <a16:creationId xmlns:a16="http://schemas.microsoft.com/office/drawing/2014/main" id="{48BE8276-EF55-8F54-2E46-5DA4B1E810DE}"/>
                </a:ext>
              </a:extLst>
            </p:cNvPr>
            <p:cNvSpPr/>
            <p:nvPr/>
          </p:nvSpPr>
          <p:spPr>
            <a:xfrm flipH="1">
              <a:off x="1523388" y="4856444"/>
              <a:ext cx="529556" cy="110863"/>
            </a:xfrm>
            <a:custGeom>
              <a:avLst/>
              <a:gdLst/>
              <a:ahLst/>
              <a:cxnLst/>
              <a:rect l="l" t="t" r="r" b="b"/>
              <a:pathLst>
                <a:path w="14244" h="2982" extrusionOk="0">
                  <a:moveTo>
                    <a:pt x="5862" y="0"/>
                  </a:moveTo>
                  <a:cubicBezTo>
                    <a:pt x="4940" y="389"/>
                    <a:pt x="3990" y="677"/>
                    <a:pt x="3010" y="864"/>
                  </a:cubicBezTo>
                  <a:cubicBezTo>
                    <a:pt x="720" y="1340"/>
                    <a:pt x="0" y="2981"/>
                    <a:pt x="0" y="2981"/>
                  </a:cubicBezTo>
                  <a:lnTo>
                    <a:pt x="14243" y="2981"/>
                  </a:lnTo>
                  <a:lnTo>
                    <a:pt x="14200" y="490"/>
                  </a:lnTo>
                  <a:cubicBezTo>
                    <a:pt x="12918" y="850"/>
                    <a:pt x="10960" y="1685"/>
                    <a:pt x="7590" y="1959"/>
                  </a:cubicBezTo>
                  <a:cubicBezTo>
                    <a:pt x="7201" y="1268"/>
                    <a:pt x="6510" y="576"/>
                    <a:pt x="58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99;p35">
              <a:extLst>
                <a:ext uri="{FF2B5EF4-FFF2-40B4-BE49-F238E27FC236}">
                  <a16:creationId xmlns:a16="http://schemas.microsoft.com/office/drawing/2014/main" id="{2923B0EC-3DF7-2581-BFDF-9D541411869F}"/>
                </a:ext>
              </a:extLst>
            </p:cNvPr>
            <p:cNvSpPr/>
            <p:nvPr/>
          </p:nvSpPr>
          <p:spPr>
            <a:xfrm flipH="1">
              <a:off x="1457547" y="2912396"/>
              <a:ext cx="409622" cy="1923192"/>
            </a:xfrm>
            <a:custGeom>
              <a:avLst/>
              <a:gdLst/>
              <a:ahLst/>
              <a:cxnLst/>
              <a:rect l="l" t="t" r="r" b="b"/>
              <a:pathLst>
                <a:path w="11018" h="51730" extrusionOk="0">
                  <a:moveTo>
                    <a:pt x="4292" y="0"/>
                  </a:moveTo>
                  <a:cubicBezTo>
                    <a:pt x="2463" y="0"/>
                    <a:pt x="793" y="764"/>
                    <a:pt x="289" y="2578"/>
                  </a:cubicBezTo>
                  <a:cubicBezTo>
                    <a:pt x="101" y="3284"/>
                    <a:pt x="15" y="4983"/>
                    <a:pt x="1" y="7345"/>
                  </a:cubicBezTo>
                  <a:lnTo>
                    <a:pt x="1" y="7575"/>
                  </a:lnTo>
                  <a:cubicBezTo>
                    <a:pt x="1" y="7878"/>
                    <a:pt x="1" y="8195"/>
                    <a:pt x="15" y="8511"/>
                  </a:cubicBezTo>
                  <a:cubicBezTo>
                    <a:pt x="116" y="21516"/>
                    <a:pt x="2175" y="50102"/>
                    <a:pt x="2175" y="50102"/>
                  </a:cubicBezTo>
                  <a:lnTo>
                    <a:pt x="9794" y="51730"/>
                  </a:lnTo>
                  <a:cubicBezTo>
                    <a:pt x="9794" y="51730"/>
                    <a:pt x="10614" y="16029"/>
                    <a:pt x="10845" y="8511"/>
                  </a:cubicBezTo>
                  <a:cubicBezTo>
                    <a:pt x="10859" y="8123"/>
                    <a:pt x="10859" y="7806"/>
                    <a:pt x="10874" y="7575"/>
                  </a:cubicBezTo>
                  <a:cubicBezTo>
                    <a:pt x="10874" y="7489"/>
                    <a:pt x="10874" y="7403"/>
                    <a:pt x="10888" y="7345"/>
                  </a:cubicBezTo>
                  <a:cubicBezTo>
                    <a:pt x="10888" y="7331"/>
                    <a:pt x="10888" y="7316"/>
                    <a:pt x="10888" y="7302"/>
                  </a:cubicBezTo>
                  <a:cubicBezTo>
                    <a:pt x="11018" y="4349"/>
                    <a:pt x="10226" y="3313"/>
                    <a:pt x="9275" y="2132"/>
                  </a:cubicBezTo>
                  <a:cubicBezTo>
                    <a:pt x="8209" y="821"/>
                    <a:pt x="6179" y="0"/>
                    <a:pt x="4292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00;p35">
              <a:extLst>
                <a:ext uri="{FF2B5EF4-FFF2-40B4-BE49-F238E27FC236}">
                  <a16:creationId xmlns:a16="http://schemas.microsoft.com/office/drawing/2014/main" id="{0CFBC928-CECC-261D-3FB6-C348DF47AC77}"/>
                </a:ext>
              </a:extLst>
            </p:cNvPr>
            <p:cNvSpPr/>
            <p:nvPr/>
          </p:nvSpPr>
          <p:spPr>
            <a:xfrm flipH="1">
              <a:off x="1457547" y="2912359"/>
              <a:ext cx="409622" cy="281694"/>
            </a:xfrm>
            <a:custGeom>
              <a:avLst/>
              <a:gdLst/>
              <a:ahLst/>
              <a:cxnLst/>
              <a:rect l="l" t="t" r="r" b="b"/>
              <a:pathLst>
                <a:path w="11018" h="7577" extrusionOk="0">
                  <a:moveTo>
                    <a:pt x="4291" y="0"/>
                  </a:moveTo>
                  <a:cubicBezTo>
                    <a:pt x="2473" y="0"/>
                    <a:pt x="798" y="762"/>
                    <a:pt x="289" y="2579"/>
                  </a:cubicBezTo>
                  <a:cubicBezTo>
                    <a:pt x="101" y="3285"/>
                    <a:pt x="15" y="4984"/>
                    <a:pt x="1" y="7332"/>
                  </a:cubicBezTo>
                  <a:lnTo>
                    <a:pt x="1" y="7576"/>
                  </a:lnTo>
                  <a:lnTo>
                    <a:pt x="10874" y="7576"/>
                  </a:lnTo>
                  <a:cubicBezTo>
                    <a:pt x="10874" y="7476"/>
                    <a:pt x="10874" y="7404"/>
                    <a:pt x="10888" y="7332"/>
                  </a:cubicBezTo>
                  <a:cubicBezTo>
                    <a:pt x="10888" y="7332"/>
                    <a:pt x="10888" y="7317"/>
                    <a:pt x="10888" y="7303"/>
                  </a:cubicBezTo>
                  <a:cubicBezTo>
                    <a:pt x="11018" y="4350"/>
                    <a:pt x="10226" y="3314"/>
                    <a:pt x="9275" y="2133"/>
                  </a:cubicBezTo>
                  <a:cubicBezTo>
                    <a:pt x="8219" y="820"/>
                    <a:pt x="6178" y="0"/>
                    <a:pt x="429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01;p35">
              <a:extLst>
                <a:ext uri="{FF2B5EF4-FFF2-40B4-BE49-F238E27FC236}">
                  <a16:creationId xmlns:a16="http://schemas.microsoft.com/office/drawing/2014/main" id="{3A053289-DF2B-FBC1-3D21-F1FBDD324C17}"/>
                </a:ext>
              </a:extLst>
            </p:cNvPr>
            <p:cNvSpPr/>
            <p:nvPr/>
          </p:nvSpPr>
          <p:spPr>
            <a:xfrm flipH="1">
              <a:off x="1982791" y="4761679"/>
              <a:ext cx="537549" cy="205629"/>
            </a:xfrm>
            <a:custGeom>
              <a:avLst/>
              <a:gdLst/>
              <a:ahLst/>
              <a:cxnLst/>
              <a:rect l="l" t="t" r="r" b="b"/>
              <a:pathLst>
                <a:path w="14459" h="5531" extrusionOk="0">
                  <a:moveTo>
                    <a:pt x="8727" y="0"/>
                  </a:moveTo>
                  <a:cubicBezTo>
                    <a:pt x="8727" y="0"/>
                    <a:pt x="8799" y="1397"/>
                    <a:pt x="6034" y="2564"/>
                  </a:cubicBezTo>
                  <a:cubicBezTo>
                    <a:pt x="5098" y="2938"/>
                    <a:pt x="4133" y="3226"/>
                    <a:pt x="3140" y="3413"/>
                  </a:cubicBezTo>
                  <a:cubicBezTo>
                    <a:pt x="821" y="3889"/>
                    <a:pt x="0" y="5530"/>
                    <a:pt x="0" y="5530"/>
                  </a:cubicBezTo>
                  <a:lnTo>
                    <a:pt x="14257" y="5530"/>
                  </a:lnTo>
                  <a:lnTo>
                    <a:pt x="14344" y="3039"/>
                  </a:lnTo>
                  <a:lnTo>
                    <a:pt x="14459" y="418"/>
                  </a:lnTo>
                  <a:lnTo>
                    <a:pt x="8727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02;p35">
              <a:extLst>
                <a:ext uri="{FF2B5EF4-FFF2-40B4-BE49-F238E27FC236}">
                  <a16:creationId xmlns:a16="http://schemas.microsoft.com/office/drawing/2014/main" id="{A431D754-7F37-8506-9EDB-F1C8F5A99AB7}"/>
                </a:ext>
              </a:extLst>
            </p:cNvPr>
            <p:cNvSpPr/>
            <p:nvPr/>
          </p:nvSpPr>
          <p:spPr>
            <a:xfrm flipH="1">
              <a:off x="1987066" y="4856444"/>
              <a:ext cx="533274" cy="110863"/>
            </a:xfrm>
            <a:custGeom>
              <a:avLst/>
              <a:gdLst/>
              <a:ahLst/>
              <a:cxnLst/>
              <a:rect l="l" t="t" r="r" b="b"/>
              <a:pathLst>
                <a:path w="14344" h="2982" extrusionOk="0">
                  <a:moveTo>
                    <a:pt x="6034" y="0"/>
                  </a:moveTo>
                  <a:cubicBezTo>
                    <a:pt x="5098" y="389"/>
                    <a:pt x="4133" y="677"/>
                    <a:pt x="3140" y="864"/>
                  </a:cubicBezTo>
                  <a:cubicBezTo>
                    <a:pt x="821" y="1340"/>
                    <a:pt x="0" y="2981"/>
                    <a:pt x="0" y="2981"/>
                  </a:cubicBezTo>
                  <a:lnTo>
                    <a:pt x="14257" y="2981"/>
                  </a:lnTo>
                  <a:lnTo>
                    <a:pt x="14344" y="490"/>
                  </a:lnTo>
                  <a:lnTo>
                    <a:pt x="14344" y="490"/>
                  </a:lnTo>
                  <a:cubicBezTo>
                    <a:pt x="13048" y="850"/>
                    <a:pt x="11046" y="1685"/>
                    <a:pt x="7647" y="1959"/>
                  </a:cubicBezTo>
                  <a:cubicBezTo>
                    <a:pt x="7302" y="1268"/>
                    <a:pt x="6654" y="576"/>
                    <a:pt x="60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03;p35">
              <a:extLst>
                <a:ext uri="{FF2B5EF4-FFF2-40B4-BE49-F238E27FC236}">
                  <a16:creationId xmlns:a16="http://schemas.microsoft.com/office/drawing/2014/main" id="{7D8B8A74-244B-EF17-1545-AF84399B768F}"/>
                </a:ext>
              </a:extLst>
            </p:cNvPr>
            <p:cNvSpPr/>
            <p:nvPr/>
          </p:nvSpPr>
          <p:spPr>
            <a:xfrm flipH="1">
              <a:off x="1776121" y="2999651"/>
              <a:ext cx="486170" cy="1834338"/>
            </a:xfrm>
            <a:custGeom>
              <a:avLst/>
              <a:gdLst/>
              <a:ahLst/>
              <a:cxnLst/>
              <a:rect l="l" t="t" r="r" b="b"/>
              <a:pathLst>
                <a:path w="13077" h="49340" extrusionOk="0">
                  <a:moveTo>
                    <a:pt x="13077" y="1"/>
                  </a:moveTo>
                  <a:lnTo>
                    <a:pt x="3514" y="289"/>
                  </a:lnTo>
                  <a:cubicBezTo>
                    <a:pt x="3514" y="289"/>
                    <a:pt x="3154" y="2362"/>
                    <a:pt x="2665" y="5315"/>
                  </a:cubicBezTo>
                  <a:cubicBezTo>
                    <a:pt x="2550" y="5992"/>
                    <a:pt x="2420" y="6726"/>
                    <a:pt x="2305" y="7489"/>
                  </a:cubicBezTo>
                  <a:cubicBezTo>
                    <a:pt x="1369" y="13264"/>
                    <a:pt x="217" y="20897"/>
                    <a:pt x="145" y="24036"/>
                  </a:cubicBezTo>
                  <a:cubicBezTo>
                    <a:pt x="1" y="29379"/>
                    <a:pt x="562" y="47510"/>
                    <a:pt x="562" y="47510"/>
                  </a:cubicBezTo>
                  <a:lnTo>
                    <a:pt x="9001" y="49339"/>
                  </a:lnTo>
                  <a:cubicBezTo>
                    <a:pt x="9001" y="49339"/>
                    <a:pt x="9837" y="29797"/>
                    <a:pt x="9837" y="25304"/>
                  </a:cubicBezTo>
                  <a:cubicBezTo>
                    <a:pt x="10182" y="22510"/>
                    <a:pt x="11277" y="13898"/>
                    <a:pt x="12098" y="7504"/>
                  </a:cubicBezTo>
                  <a:cubicBezTo>
                    <a:pt x="12198" y="6740"/>
                    <a:pt x="12299" y="6006"/>
                    <a:pt x="12386" y="5315"/>
                  </a:cubicBezTo>
                  <a:cubicBezTo>
                    <a:pt x="12789" y="2204"/>
                    <a:pt x="13077" y="1"/>
                    <a:pt x="13077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04;p35">
              <a:extLst>
                <a:ext uri="{FF2B5EF4-FFF2-40B4-BE49-F238E27FC236}">
                  <a16:creationId xmlns:a16="http://schemas.microsoft.com/office/drawing/2014/main" id="{7C1D899A-3DA5-D522-86BB-297CEA9254A6}"/>
                </a:ext>
              </a:extLst>
            </p:cNvPr>
            <p:cNvSpPr/>
            <p:nvPr/>
          </p:nvSpPr>
          <p:spPr>
            <a:xfrm flipH="1">
              <a:off x="1776121" y="2999651"/>
              <a:ext cx="386572" cy="194401"/>
            </a:xfrm>
            <a:custGeom>
              <a:avLst/>
              <a:gdLst/>
              <a:ahLst/>
              <a:cxnLst/>
              <a:rect l="l" t="t" r="r" b="b"/>
              <a:pathLst>
                <a:path w="10398" h="5229" extrusionOk="0">
                  <a:moveTo>
                    <a:pt x="10398" y="1"/>
                  </a:moveTo>
                  <a:lnTo>
                    <a:pt x="835" y="289"/>
                  </a:lnTo>
                  <a:cubicBezTo>
                    <a:pt x="835" y="289"/>
                    <a:pt x="475" y="2319"/>
                    <a:pt x="0" y="5228"/>
                  </a:cubicBezTo>
                  <a:lnTo>
                    <a:pt x="9721" y="5228"/>
                  </a:lnTo>
                  <a:cubicBezTo>
                    <a:pt x="10110" y="2161"/>
                    <a:pt x="10398" y="1"/>
                    <a:pt x="1039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05;p35">
              <a:extLst>
                <a:ext uri="{FF2B5EF4-FFF2-40B4-BE49-F238E27FC236}">
                  <a16:creationId xmlns:a16="http://schemas.microsoft.com/office/drawing/2014/main" id="{B288B299-A7F7-B125-2562-EBDF267B3F64}"/>
                </a:ext>
              </a:extLst>
            </p:cNvPr>
            <p:cNvSpPr/>
            <p:nvPr/>
          </p:nvSpPr>
          <p:spPr>
            <a:xfrm flipH="1">
              <a:off x="1457547" y="2050324"/>
              <a:ext cx="763514" cy="1050041"/>
            </a:xfrm>
            <a:custGeom>
              <a:avLst/>
              <a:gdLst/>
              <a:ahLst/>
              <a:cxnLst/>
              <a:rect l="l" t="t" r="r" b="b"/>
              <a:pathLst>
                <a:path w="20537" h="28244" extrusionOk="0">
                  <a:moveTo>
                    <a:pt x="12355" y="0"/>
                  </a:moveTo>
                  <a:cubicBezTo>
                    <a:pt x="12269" y="0"/>
                    <a:pt x="12183" y="1"/>
                    <a:pt x="12097" y="2"/>
                  </a:cubicBezTo>
                  <a:cubicBezTo>
                    <a:pt x="9865" y="2"/>
                    <a:pt x="7561" y="247"/>
                    <a:pt x="7561" y="247"/>
                  </a:cubicBezTo>
                  <a:cubicBezTo>
                    <a:pt x="7273" y="276"/>
                    <a:pt x="6985" y="319"/>
                    <a:pt x="6697" y="391"/>
                  </a:cubicBezTo>
                  <a:cubicBezTo>
                    <a:pt x="6495" y="449"/>
                    <a:pt x="6308" y="521"/>
                    <a:pt x="6107" y="593"/>
                  </a:cubicBezTo>
                  <a:cubicBezTo>
                    <a:pt x="5588" y="780"/>
                    <a:pt x="5142" y="1140"/>
                    <a:pt x="4839" y="1601"/>
                  </a:cubicBezTo>
                  <a:cubicBezTo>
                    <a:pt x="4551" y="2119"/>
                    <a:pt x="4364" y="4265"/>
                    <a:pt x="4249" y="6684"/>
                  </a:cubicBezTo>
                  <a:cubicBezTo>
                    <a:pt x="4076" y="9997"/>
                    <a:pt x="4033" y="13799"/>
                    <a:pt x="4033" y="14620"/>
                  </a:cubicBezTo>
                  <a:cubicBezTo>
                    <a:pt x="3428" y="17413"/>
                    <a:pt x="1009" y="23087"/>
                    <a:pt x="0" y="28243"/>
                  </a:cubicBezTo>
                  <a:lnTo>
                    <a:pt x="20537" y="28243"/>
                  </a:lnTo>
                  <a:cubicBezTo>
                    <a:pt x="20321" y="26731"/>
                    <a:pt x="19428" y="20610"/>
                    <a:pt x="18650" y="17413"/>
                  </a:cubicBezTo>
                  <a:cubicBezTo>
                    <a:pt x="18535" y="16909"/>
                    <a:pt x="18391" y="16405"/>
                    <a:pt x="18204" y="15916"/>
                  </a:cubicBezTo>
                  <a:cubicBezTo>
                    <a:pt x="18938" y="11077"/>
                    <a:pt x="19399" y="7059"/>
                    <a:pt x="19457" y="4553"/>
                  </a:cubicBezTo>
                  <a:cubicBezTo>
                    <a:pt x="19500" y="3127"/>
                    <a:pt x="19399" y="2191"/>
                    <a:pt x="19154" y="1874"/>
                  </a:cubicBezTo>
                  <a:cubicBezTo>
                    <a:pt x="18722" y="1313"/>
                    <a:pt x="18016" y="938"/>
                    <a:pt x="16922" y="636"/>
                  </a:cubicBezTo>
                  <a:cubicBezTo>
                    <a:pt x="16692" y="564"/>
                    <a:pt x="16461" y="506"/>
                    <a:pt x="16216" y="449"/>
                  </a:cubicBezTo>
                  <a:cubicBezTo>
                    <a:pt x="16015" y="405"/>
                    <a:pt x="15799" y="362"/>
                    <a:pt x="15568" y="319"/>
                  </a:cubicBezTo>
                  <a:cubicBezTo>
                    <a:pt x="15280" y="276"/>
                    <a:pt x="14963" y="218"/>
                    <a:pt x="14618" y="161"/>
                  </a:cubicBezTo>
                  <a:cubicBezTo>
                    <a:pt x="13867" y="57"/>
                    <a:pt x="13116" y="0"/>
                    <a:pt x="12355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06;p35">
              <a:extLst>
                <a:ext uri="{FF2B5EF4-FFF2-40B4-BE49-F238E27FC236}">
                  <a16:creationId xmlns:a16="http://schemas.microsoft.com/office/drawing/2014/main" id="{237BD725-8C1C-6B8B-68F8-5F54942E0669}"/>
                </a:ext>
              </a:extLst>
            </p:cNvPr>
            <p:cNvSpPr/>
            <p:nvPr/>
          </p:nvSpPr>
          <p:spPr>
            <a:xfrm flipH="1">
              <a:off x="1633694" y="2050361"/>
              <a:ext cx="345379" cy="254926"/>
            </a:xfrm>
            <a:custGeom>
              <a:avLst/>
              <a:gdLst/>
              <a:ahLst/>
              <a:cxnLst/>
              <a:rect l="l" t="t" r="r" b="b"/>
              <a:pathLst>
                <a:path w="9290" h="6857" extrusionOk="0">
                  <a:moveTo>
                    <a:pt x="5571" y="0"/>
                  </a:moveTo>
                  <a:cubicBezTo>
                    <a:pt x="3350" y="0"/>
                    <a:pt x="1052" y="246"/>
                    <a:pt x="1052" y="246"/>
                  </a:cubicBezTo>
                  <a:cubicBezTo>
                    <a:pt x="764" y="275"/>
                    <a:pt x="476" y="318"/>
                    <a:pt x="188" y="390"/>
                  </a:cubicBezTo>
                  <a:cubicBezTo>
                    <a:pt x="1" y="448"/>
                    <a:pt x="1513" y="5315"/>
                    <a:pt x="2809" y="6856"/>
                  </a:cubicBezTo>
                  <a:cubicBezTo>
                    <a:pt x="5805" y="3414"/>
                    <a:pt x="9290" y="361"/>
                    <a:pt x="9059" y="318"/>
                  </a:cubicBezTo>
                  <a:cubicBezTo>
                    <a:pt x="8771" y="275"/>
                    <a:pt x="8454" y="217"/>
                    <a:pt x="8109" y="160"/>
                  </a:cubicBezTo>
                  <a:cubicBezTo>
                    <a:pt x="7386" y="42"/>
                    <a:pt x="6485" y="0"/>
                    <a:pt x="557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07;p35">
              <a:extLst>
                <a:ext uri="{FF2B5EF4-FFF2-40B4-BE49-F238E27FC236}">
                  <a16:creationId xmlns:a16="http://schemas.microsoft.com/office/drawing/2014/main" id="{57590BFC-AD50-5743-5332-9414EB2D6BC5}"/>
                </a:ext>
              </a:extLst>
            </p:cNvPr>
            <p:cNvSpPr/>
            <p:nvPr/>
          </p:nvSpPr>
          <p:spPr>
            <a:xfrm flipH="1">
              <a:off x="1658306" y="2319154"/>
              <a:ext cx="152093" cy="174139"/>
            </a:xfrm>
            <a:custGeom>
              <a:avLst/>
              <a:gdLst/>
              <a:ahLst/>
              <a:cxnLst/>
              <a:rect l="l" t="t" r="r" b="b"/>
              <a:pathLst>
                <a:path w="4091" h="4684" extrusionOk="0">
                  <a:moveTo>
                    <a:pt x="0" y="1"/>
                  </a:moveTo>
                  <a:lnTo>
                    <a:pt x="0" y="3270"/>
                  </a:lnTo>
                  <a:cubicBezTo>
                    <a:pt x="0" y="3270"/>
                    <a:pt x="87" y="4220"/>
                    <a:pt x="1368" y="4580"/>
                  </a:cubicBezTo>
                  <a:cubicBezTo>
                    <a:pt x="1620" y="4652"/>
                    <a:pt x="1870" y="4684"/>
                    <a:pt x="2108" y="4684"/>
                  </a:cubicBezTo>
                  <a:cubicBezTo>
                    <a:pt x="3069" y="4684"/>
                    <a:pt x="3857" y="4169"/>
                    <a:pt x="3961" y="3673"/>
                  </a:cubicBezTo>
                  <a:cubicBezTo>
                    <a:pt x="4090" y="2996"/>
                    <a:pt x="4004" y="145"/>
                    <a:pt x="4004" y="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08;p35">
              <a:extLst>
                <a:ext uri="{FF2B5EF4-FFF2-40B4-BE49-F238E27FC236}">
                  <a16:creationId xmlns:a16="http://schemas.microsoft.com/office/drawing/2014/main" id="{8DFF4EC1-327D-F1DE-E1B9-CD37784BB3AC}"/>
                </a:ext>
              </a:extLst>
            </p:cNvPr>
            <p:cNvSpPr/>
            <p:nvPr/>
          </p:nvSpPr>
          <p:spPr>
            <a:xfrm flipH="1">
              <a:off x="1677601" y="1683084"/>
              <a:ext cx="335713" cy="560079"/>
            </a:xfrm>
            <a:custGeom>
              <a:avLst/>
              <a:gdLst/>
              <a:ahLst/>
              <a:cxnLst/>
              <a:rect l="l" t="t" r="r" b="b"/>
              <a:pathLst>
                <a:path w="9030" h="15065" extrusionOk="0">
                  <a:moveTo>
                    <a:pt x="1066" y="1"/>
                  </a:moveTo>
                  <a:cubicBezTo>
                    <a:pt x="778" y="318"/>
                    <a:pt x="591" y="865"/>
                    <a:pt x="562" y="1931"/>
                  </a:cubicBezTo>
                  <a:cubicBezTo>
                    <a:pt x="648" y="3616"/>
                    <a:pt x="792" y="3961"/>
                    <a:pt x="591" y="4408"/>
                  </a:cubicBezTo>
                  <a:cubicBezTo>
                    <a:pt x="389" y="4825"/>
                    <a:pt x="0" y="4797"/>
                    <a:pt x="29" y="4998"/>
                  </a:cubicBezTo>
                  <a:cubicBezTo>
                    <a:pt x="43" y="5200"/>
                    <a:pt x="691" y="5272"/>
                    <a:pt x="691" y="5848"/>
                  </a:cubicBezTo>
                  <a:cubicBezTo>
                    <a:pt x="706" y="6453"/>
                    <a:pt x="691" y="7360"/>
                    <a:pt x="907" y="7533"/>
                  </a:cubicBezTo>
                  <a:cubicBezTo>
                    <a:pt x="1113" y="7710"/>
                    <a:pt x="1470" y="7803"/>
                    <a:pt x="1931" y="7803"/>
                  </a:cubicBezTo>
                  <a:cubicBezTo>
                    <a:pt x="2181" y="7803"/>
                    <a:pt x="2461" y="7776"/>
                    <a:pt x="2765" y="7720"/>
                  </a:cubicBezTo>
                  <a:cubicBezTo>
                    <a:pt x="2866" y="7706"/>
                    <a:pt x="2952" y="7691"/>
                    <a:pt x="3024" y="7691"/>
                  </a:cubicBezTo>
                  <a:cubicBezTo>
                    <a:pt x="3077" y="7686"/>
                    <a:pt x="3125" y="7684"/>
                    <a:pt x="3170" y="7684"/>
                  </a:cubicBezTo>
                  <a:cubicBezTo>
                    <a:pt x="3653" y="7684"/>
                    <a:pt x="3702" y="7954"/>
                    <a:pt x="3716" y="8152"/>
                  </a:cubicBezTo>
                  <a:cubicBezTo>
                    <a:pt x="3759" y="8671"/>
                    <a:pt x="3586" y="9189"/>
                    <a:pt x="3240" y="9578"/>
                  </a:cubicBezTo>
                  <a:cubicBezTo>
                    <a:pt x="2924" y="9938"/>
                    <a:pt x="2016" y="10082"/>
                    <a:pt x="2016" y="10082"/>
                  </a:cubicBezTo>
                  <a:cubicBezTo>
                    <a:pt x="2016" y="10082"/>
                    <a:pt x="3039" y="14834"/>
                    <a:pt x="3989" y="15065"/>
                  </a:cubicBezTo>
                  <a:cubicBezTo>
                    <a:pt x="4781" y="14474"/>
                    <a:pt x="7518" y="11508"/>
                    <a:pt x="9030" y="10039"/>
                  </a:cubicBezTo>
                  <a:cubicBezTo>
                    <a:pt x="8065" y="9722"/>
                    <a:pt x="7100" y="9203"/>
                    <a:pt x="6783" y="8267"/>
                  </a:cubicBezTo>
                  <a:cubicBezTo>
                    <a:pt x="6466" y="7331"/>
                    <a:pt x="6740" y="4998"/>
                    <a:pt x="6740" y="4998"/>
                  </a:cubicBezTo>
                  <a:lnTo>
                    <a:pt x="6740" y="4998"/>
                  </a:lnTo>
                  <a:cubicBezTo>
                    <a:pt x="6740" y="4998"/>
                    <a:pt x="6817" y="5037"/>
                    <a:pt x="6955" y="5037"/>
                  </a:cubicBezTo>
                  <a:cubicBezTo>
                    <a:pt x="7070" y="5037"/>
                    <a:pt x="7227" y="5010"/>
                    <a:pt x="7417" y="4912"/>
                  </a:cubicBezTo>
                  <a:cubicBezTo>
                    <a:pt x="7849" y="4681"/>
                    <a:pt x="8223" y="2651"/>
                    <a:pt x="7518" y="2478"/>
                  </a:cubicBezTo>
                  <a:cubicBezTo>
                    <a:pt x="7436" y="2459"/>
                    <a:pt x="7359" y="2449"/>
                    <a:pt x="7284" y="2449"/>
                  </a:cubicBezTo>
                  <a:cubicBezTo>
                    <a:pt x="6752" y="2449"/>
                    <a:pt x="6395" y="2935"/>
                    <a:pt x="6193" y="3731"/>
                  </a:cubicBezTo>
                  <a:cubicBezTo>
                    <a:pt x="5530" y="3155"/>
                    <a:pt x="5401" y="2478"/>
                    <a:pt x="4652" y="2363"/>
                  </a:cubicBezTo>
                  <a:cubicBezTo>
                    <a:pt x="3903" y="2248"/>
                    <a:pt x="2204" y="2046"/>
                    <a:pt x="1512" y="1095"/>
                  </a:cubicBezTo>
                  <a:cubicBezTo>
                    <a:pt x="1282" y="764"/>
                    <a:pt x="1138" y="390"/>
                    <a:pt x="1066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09;p35">
              <a:extLst>
                <a:ext uri="{FF2B5EF4-FFF2-40B4-BE49-F238E27FC236}">
                  <a16:creationId xmlns:a16="http://schemas.microsoft.com/office/drawing/2014/main" id="{A11E01A5-ADEA-7F72-7AAC-16B26D2A06F9}"/>
                </a:ext>
              </a:extLst>
            </p:cNvPr>
            <p:cNvSpPr/>
            <p:nvPr/>
          </p:nvSpPr>
          <p:spPr>
            <a:xfrm flipH="1">
              <a:off x="1677601" y="1846405"/>
              <a:ext cx="260763" cy="396758"/>
            </a:xfrm>
            <a:custGeom>
              <a:avLst/>
              <a:gdLst/>
              <a:ahLst/>
              <a:cxnLst/>
              <a:rect l="l" t="t" r="r" b="b"/>
              <a:pathLst>
                <a:path w="7014" h="10672" extrusionOk="0">
                  <a:moveTo>
                    <a:pt x="4292" y="0"/>
                  </a:moveTo>
                  <a:cubicBezTo>
                    <a:pt x="4234" y="303"/>
                    <a:pt x="4177" y="490"/>
                    <a:pt x="4148" y="634"/>
                  </a:cubicBezTo>
                  <a:cubicBezTo>
                    <a:pt x="3500" y="2665"/>
                    <a:pt x="1685" y="3169"/>
                    <a:pt x="1008" y="3298"/>
                  </a:cubicBezTo>
                  <a:cubicBezTo>
                    <a:pt x="1061" y="3293"/>
                    <a:pt x="1109" y="3291"/>
                    <a:pt x="1154" y="3291"/>
                  </a:cubicBezTo>
                  <a:cubicBezTo>
                    <a:pt x="1637" y="3291"/>
                    <a:pt x="1686" y="3561"/>
                    <a:pt x="1700" y="3759"/>
                  </a:cubicBezTo>
                  <a:cubicBezTo>
                    <a:pt x="1743" y="4278"/>
                    <a:pt x="1570" y="4796"/>
                    <a:pt x="1224" y="5185"/>
                  </a:cubicBezTo>
                  <a:cubicBezTo>
                    <a:pt x="908" y="5545"/>
                    <a:pt x="0" y="5689"/>
                    <a:pt x="0" y="5689"/>
                  </a:cubicBezTo>
                  <a:cubicBezTo>
                    <a:pt x="0" y="5689"/>
                    <a:pt x="1023" y="10441"/>
                    <a:pt x="1973" y="10672"/>
                  </a:cubicBezTo>
                  <a:cubicBezTo>
                    <a:pt x="2765" y="10081"/>
                    <a:pt x="5502" y="7115"/>
                    <a:pt x="7014" y="5646"/>
                  </a:cubicBezTo>
                  <a:cubicBezTo>
                    <a:pt x="6049" y="5329"/>
                    <a:pt x="5084" y="4810"/>
                    <a:pt x="4767" y="3874"/>
                  </a:cubicBezTo>
                  <a:cubicBezTo>
                    <a:pt x="4450" y="2938"/>
                    <a:pt x="4724" y="605"/>
                    <a:pt x="4724" y="605"/>
                  </a:cubicBezTo>
                  <a:cubicBezTo>
                    <a:pt x="4724" y="605"/>
                    <a:pt x="4378" y="519"/>
                    <a:pt x="4292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0;p35">
              <a:extLst>
                <a:ext uri="{FF2B5EF4-FFF2-40B4-BE49-F238E27FC236}">
                  <a16:creationId xmlns:a16="http://schemas.microsoft.com/office/drawing/2014/main" id="{4609587B-C727-A8B4-203A-ED5A3AF39DD5}"/>
                </a:ext>
              </a:extLst>
            </p:cNvPr>
            <p:cNvSpPr/>
            <p:nvPr/>
          </p:nvSpPr>
          <p:spPr>
            <a:xfrm flipH="1">
              <a:off x="1734334" y="1790490"/>
              <a:ext cx="36471" cy="59707"/>
            </a:xfrm>
            <a:custGeom>
              <a:avLst/>
              <a:gdLst/>
              <a:ahLst/>
              <a:cxnLst/>
              <a:rect l="l" t="t" r="r" b="b"/>
              <a:pathLst>
                <a:path w="981" h="1606" extrusionOk="0">
                  <a:moveTo>
                    <a:pt x="786" y="1"/>
                  </a:moveTo>
                  <a:cubicBezTo>
                    <a:pt x="709" y="1"/>
                    <a:pt x="610" y="29"/>
                    <a:pt x="491" y="122"/>
                  </a:cubicBezTo>
                  <a:cubicBezTo>
                    <a:pt x="59" y="424"/>
                    <a:pt x="1" y="1605"/>
                    <a:pt x="447" y="1605"/>
                  </a:cubicBezTo>
                  <a:cubicBezTo>
                    <a:pt x="879" y="1605"/>
                    <a:pt x="908" y="871"/>
                    <a:pt x="606" y="799"/>
                  </a:cubicBezTo>
                  <a:cubicBezTo>
                    <a:pt x="548" y="784"/>
                    <a:pt x="476" y="770"/>
                    <a:pt x="404" y="755"/>
                  </a:cubicBezTo>
                  <a:cubicBezTo>
                    <a:pt x="404" y="755"/>
                    <a:pt x="476" y="79"/>
                    <a:pt x="980" y="79"/>
                  </a:cubicBezTo>
                  <a:cubicBezTo>
                    <a:pt x="980" y="79"/>
                    <a:pt x="913" y="1"/>
                    <a:pt x="78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1;p35">
              <a:extLst>
                <a:ext uri="{FF2B5EF4-FFF2-40B4-BE49-F238E27FC236}">
                  <a16:creationId xmlns:a16="http://schemas.microsoft.com/office/drawing/2014/main" id="{783FA33F-249D-5C79-4688-54495286605F}"/>
                </a:ext>
              </a:extLst>
            </p:cNvPr>
            <p:cNvSpPr/>
            <p:nvPr/>
          </p:nvSpPr>
          <p:spPr>
            <a:xfrm flipH="1">
              <a:off x="2416466" y="1943290"/>
              <a:ext cx="492044" cy="734627"/>
            </a:xfrm>
            <a:custGeom>
              <a:avLst/>
              <a:gdLst/>
              <a:ahLst/>
              <a:cxnLst/>
              <a:rect l="l" t="t" r="r" b="b"/>
              <a:pathLst>
                <a:path w="13235" h="19760" extrusionOk="0">
                  <a:moveTo>
                    <a:pt x="0" y="1"/>
                  </a:moveTo>
                  <a:lnTo>
                    <a:pt x="576" y="1988"/>
                  </a:lnTo>
                  <a:cubicBezTo>
                    <a:pt x="2088" y="7101"/>
                    <a:pt x="2751" y="12444"/>
                    <a:pt x="2535" y="17772"/>
                  </a:cubicBezTo>
                  <a:lnTo>
                    <a:pt x="13235" y="19760"/>
                  </a:lnTo>
                  <a:lnTo>
                    <a:pt x="12904" y="3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2;p35">
              <a:extLst>
                <a:ext uri="{FF2B5EF4-FFF2-40B4-BE49-F238E27FC236}">
                  <a16:creationId xmlns:a16="http://schemas.microsoft.com/office/drawing/2014/main" id="{62056F5A-1C26-3B20-3AD5-1DCFCF5A4246}"/>
                </a:ext>
              </a:extLst>
            </p:cNvPr>
            <p:cNvSpPr/>
            <p:nvPr/>
          </p:nvSpPr>
          <p:spPr>
            <a:xfrm flipH="1">
              <a:off x="2465689" y="2009168"/>
              <a:ext cx="368950" cy="574504"/>
            </a:xfrm>
            <a:custGeom>
              <a:avLst/>
              <a:gdLst/>
              <a:ahLst/>
              <a:cxnLst/>
              <a:rect l="l" t="t" r="r" b="b"/>
              <a:pathLst>
                <a:path w="9924" h="15453" extrusionOk="0">
                  <a:moveTo>
                    <a:pt x="1" y="0"/>
                  </a:moveTo>
                  <a:lnTo>
                    <a:pt x="1" y="0"/>
                  </a:lnTo>
                  <a:cubicBezTo>
                    <a:pt x="2089" y="4076"/>
                    <a:pt x="2204" y="14560"/>
                    <a:pt x="2204" y="14560"/>
                  </a:cubicBezTo>
                  <a:lnTo>
                    <a:pt x="9923" y="15453"/>
                  </a:lnTo>
                  <a:lnTo>
                    <a:pt x="9592" y="3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3;p35">
              <a:extLst>
                <a:ext uri="{FF2B5EF4-FFF2-40B4-BE49-F238E27FC236}">
                  <a16:creationId xmlns:a16="http://schemas.microsoft.com/office/drawing/2014/main" id="{248B81ED-EDAA-B516-ABAE-FD75038C562E}"/>
                </a:ext>
              </a:extLst>
            </p:cNvPr>
            <p:cNvSpPr/>
            <p:nvPr/>
          </p:nvSpPr>
          <p:spPr>
            <a:xfrm flipH="1">
              <a:off x="2758574" y="2220113"/>
              <a:ext cx="124768" cy="152614"/>
            </a:xfrm>
            <a:custGeom>
              <a:avLst/>
              <a:gdLst/>
              <a:ahLst/>
              <a:cxnLst/>
              <a:rect l="l" t="t" r="r" b="b"/>
              <a:pathLst>
                <a:path w="3356" h="4105" extrusionOk="0">
                  <a:moveTo>
                    <a:pt x="302" y="0"/>
                  </a:moveTo>
                  <a:cubicBezTo>
                    <a:pt x="259" y="0"/>
                    <a:pt x="245" y="0"/>
                    <a:pt x="245" y="15"/>
                  </a:cubicBezTo>
                  <a:cubicBezTo>
                    <a:pt x="0" y="346"/>
                    <a:pt x="418" y="1210"/>
                    <a:pt x="418" y="1210"/>
                  </a:cubicBezTo>
                  <a:cubicBezTo>
                    <a:pt x="418" y="1210"/>
                    <a:pt x="259" y="1700"/>
                    <a:pt x="202" y="1930"/>
                  </a:cubicBezTo>
                  <a:cubicBezTo>
                    <a:pt x="158" y="2161"/>
                    <a:pt x="547" y="2362"/>
                    <a:pt x="547" y="2362"/>
                  </a:cubicBezTo>
                  <a:cubicBezTo>
                    <a:pt x="533" y="2578"/>
                    <a:pt x="533" y="2794"/>
                    <a:pt x="576" y="3010"/>
                  </a:cubicBezTo>
                  <a:cubicBezTo>
                    <a:pt x="619" y="3126"/>
                    <a:pt x="1008" y="3212"/>
                    <a:pt x="1008" y="3212"/>
                  </a:cubicBezTo>
                  <a:lnTo>
                    <a:pt x="1023" y="3514"/>
                  </a:lnTo>
                  <a:lnTo>
                    <a:pt x="1066" y="3975"/>
                  </a:lnTo>
                  <a:cubicBezTo>
                    <a:pt x="1282" y="4047"/>
                    <a:pt x="1527" y="4090"/>
                    <a:pt x="1757" y="4105"/>
                  </a:cubicBezTo>
                  <a:cubicBezTo>
                    <a:pt x="2016" y="4090"/>
                    <a:pt x="3125" y="3975"/>
                    <a:pt x="3269" y="3817"/>
                  </a:cubicBezTo>
                  <a:cubicBezTo>
                    <a:pt x="3341" y="3702"/>
                    <a:pt x="3356" y="3572"/>
                    <a:pt x="3312" y="3457"/>
                  </a:cubicBezTo>
                  <a:cubicBezTo>
                    <a:pt x="3284" y="3327"/>
                    <a:pt x="3226" y="3212"/>
                    <a:pt x="3140" y="3111"/>
                  </a:cubicBezTo>
                  <a:cubicBezTo>
                    <a:pt x="3124" y="3102"/>
                    <a:pt x="3096" y="3099"/>
                    <a:pt x="3060" y="3099"/>
                  </a:cubicBezTo>
                  <a:cubicBezTo>
                    <a:pt x="2859" y="3099"/>
                    <a:pt x="2396" y="3214"/>
                    <a:pt x="2347" y="3226"/>
                  </a:cubicBezTo>
                  <a:lnTo>
                    <a:pt x="2333" y="3226"/>
                  </a:lnTo>
                  <a:cubicBezTo>
                    <a:pt x="2333" y="3226"/>
                    <a:pt x="2506" y="3068"/>
                    <a:pt x="2650" y="2938"/>
                  </a:cubicBezTo>
                  <a:cubicBezTo>
                    <a:pt x="2751" y="2809"/>
                    <a:pt x="2780" y="2636"/>
                    <a:pt x="2751" y="2477"/>
                  </a:cubicBezTo>
                  <a:cubicBezTo>
                    <a:pt x="2751" y="2405"/>
                    <a:pt x="2736" y="2333"/>
                    <a:pt x="2736" y="2261"/>
                  </a:cubicBezTo>
                  <a:cubicBezTo>
                    <a:pt x="2852" y="2161"/>
                    <a:pt x="2650" y="1340"/>
                    <a:pt x="2650" y="1340"/>
                  </a:cubicBezTo>
                  <a:cubicBezTo>
                    <a:pt x="2794" y="1311"/>
                    <a:pt x="2952" y="1253"/>
                    <a:pt x="3068" y="1167"/>
                  </a:cubicBezTo>
                  <a:cubicBezTo>
                    <a:pt x="3096" y="1138"/>
                    <a:pt x="3111" y="1124"/>
                    <a:pt x="3140" y="1095"/>
                  </a:cubicBezTo>
                  <a:cubicBezTo>
                    <a:pt x="3240" y="850"/>
                    <a:pt x="3183" y="562"/>
                    <a:pt x="2981" y="389"/>
                  </a:cubicBezTo>
                  <a:cubicBezTo>
                    <a:pt x="2794" y="274"/>
                    <a:pt x="677" y="0"/>
                    <a:pt x="302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4;p35">
              <a:extLst>
                <a:ext uri="{FF2B5EF4-FFF2-40B4-BE49-F238E27FC236}">
                  <a16:creationId xmlns:a16="http://schemas.microsoft.com/office/drawing/2014/main" id="{00438D73-EC2C-4129-C173-431F2DCA2F53}"/>
                </a:ext>
              </a:extLst>
            </p:cNvPr>
            <p:cNvSpPr/>
            <p:nvPr/>
          </p:nvSpPr>
          <p:spPr>
            <a:xfrm flipH="1">
              <a:off x="2769281" y="2258183"/>
              <a:ext cx="72868" cy="11748"/>
            </a:xfrm>
            <a:custGeom>
              <a:avLst/>
              <a:gdLst/>
              <a:ahLst/>
              <a:cxnLst/>
              <a:rect l="l" t="t" r="r" b="b"/>
              <a:pathLst>
                <a:path w="1960" h="316" extrusionOk="0">
                  <a:moveTo>
                    <a:pt x="863" y="1"/>
                  </a:moveTo>
                  <a:cubicBezTo>
                    <a:pt x="563" y="1"/>
                    <a:pt x="268" y="70"/>
                    <a:pt x="1" y="186"/>
                  </a:cubicBezTo>
                  <a:lnTo>
                    <a:pt x="1542" y="316"/>
                  </a:lnTo>
                  <a:cubicBezTo>
                    <a:pt x="1686" y="287"/>
                    <a:pt x="1830" y="229"/>
                    <a:pt x="1960" y="143"/>
                  </a:cubicBezTo>
                  <a:cubicBezTo>
                    <a:pt x="1758" y="129"/>
                    <a:pt x="1470" y="28"/>
                    <a:pt x="1081" y="13"/>
                  </a:cubicBezTo>
                  <a:cubicBezTo>
                    <a:pt x="1008" y="5"/>
                    <a:pt x="935" y="1"/>
                    <a:pt x="863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5;p35">
              <a:extLst>
                <a:ext uri="{FF2B5EF4-FFF2-40B4-BE49-F238E27FC236}">
                  <a16:creationId xmlns:a16="http://schemas.microsoft.com/office/drawing/2014/main" id="{F39CE6B7-B633-C3A7-18BC-E959A4CDEC52}"/>
                </a:ext>
              </a:extLst>
            </p:cNvPr>
            <p:cNvSpPr/>
            <p:nvPr/>
          </p:nvSpPr>
          <p:spPr>
            <a:xfrm flipH="1">
              <a:off x="2781066" y="2304172"/>
              <a:ext cx="61603" cy="14016"/>
            </a:xfrm>
            <a:custGeom>
              <a:avLst/>
              <a:gdLst/>
              <a:ahLst/>
              <a:cxnLst/>
              <a:rect l="l" t="t" r="r" b="b"/>
              <a:pathLst>
                <a:path w="1657" h="377" extrusionOk="0">
                  <a:moveTo>
                    <a:pt x="1642" y="0"/>
                  </a:moveTo>
                  <a:cubicBezTo>
                    <a:pt x="1642" y="0"/>
                    <a:pt x="762" y="60"/>
                    <a:pt x="169" y="60"/>
                  </a:cubicBezTo>
                  <a:cubicBezTo>
                    <a:pt x="109" y="60"/>
                    <a:pt x="53" y="59"/>
                    <a:pt x="1" y="58"/>
                  </a:cubicBezTo>
                  <a:lnTo>
                    <a:pt x="1" y="58"/>
                  </a:lnTo>
                  <a:cubicBezTo>
                    <a:pt x="355" y="202"/>
                    <a:pt x="626" y="377"/>
                    <a:pt x="997" y="377"/>
                  </a:cubicBezTo>
                  <a:cubicBezTo>
                    <a:pt x="1184" y="377"/>
                    <a:pt x="1396" y="332"/>
                    <a:pt x="1657" y="216"/>
                  </a:cubicBezTo>
                  <a:cubicBezTo>
                    <a:pt x="1657" y="144"/>
                    <a:pt x="1642" y="72"/>
                    <a:pt x="1642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6;p35">
              <a:extLst>
                <a:ext uri="{FF2B5EF4-FFF2-40B4-BE49-F238E27FC236}">
                  <a16:creationId xmlns:a16="http://schemas.microsoft.com/office/drawing/2014/main" id="{C457C47D-61FB-7604-4FB4-268899571EDF}"/>
                </a:ext>
              </a:extLst>
            </p:cNvPr>
            <p:cNvSpPr/>
            <p:nvPr/>
          </p:nvSpPr>
          <p:spPr>
            <a:xfrm flipH="1">
              <a:off x="2765005" y="2335289"/>
              <a:ext cx="80861" cy="23533"/>
            </a:xfrm>
            <a:custGeom>
              <a:avLst/>
              <a:gdLst/>
              <a:ahLst/>
              <a:cxnLst/>
              <a:rect l="l" t="t" r="r" b="b"/>
              <a:pathLst>
                <a:path w="2175" h="633" extrusionOk="0">
                  <a:moveTo>
                    <a:pt x="2052" y="1"/>
                  </a:moveTo>
                  <a:cubicBezTo>
                    <a:pt x="1851" y="1"/>
                    <a:pt x="1388" y="116"/>
                    <a:pt x="1339" y="128"/>
                  </a:cubicBezTo>
                  <a:lnTo>
                    <a:pt x="1325" y="128"/>
                  </a:lnTo>
                  <a:cubicBezTo>
                    <a:pt x="1181" y="200"/>
                    <a:pt x="1037" y="258"/>
                    <a:pt x="879" y="301"/>
                  </a:cubicBezTo>
                  <a:cubicBezTo>
                    <a:pt x="856" y="305"/>
                    <a:pt x="832" y="307"/>
                    <a:pt x="805" y="307"/>
                  </a:cubicBezTo>
                  <a:cubicBezTo>
                    <a:pt x="518" y="307"/>
                    <a:pt x="0" y="114"/>
                    <a:pt x="0" y="114"/>
                  </a:cubicBezTo>
                  <a:lnTo>
                    <a:pt x="0" y="114"/>
                  </a:lnTo>
                  <a:lnTo>
                    <a:pt x="15" y="416"/>
                  </a:lnTo>
                  <a:cubicBezTo>
                    <a:pt x="245" y="503"/>
                    <a:pt x="490" y="575"/>
                    <a:pt x="720" y="632"/>
                  </a:cubicBezTo>
                  <a:cubicBezTo>
                    <a:pt x="722" y="633"/>
                    <a:pt x="724" y="633"/>
                    <a:pt x="726" y="633"/>
                  </a:cubicBezTo>
                  <a:cubicBezTo>
                    <a:pt x="909" y="633"/>
                    <a:pt x="2174" y="42"/>
                    <a:pt x="2132" y="13"/>
                  </a:cubicBezTo>
                  <a:cubicBezTo>
                    <a:pt x="2116" y="4"/>
                    <a:pt x="2088" y="1"/>
                    <a:pt x="2052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7;p35">
              <a:extLst>
                <a:ext uri="{FF2B5EF4-FFF2-40B4-BE49-F238E27FC236}">
                  <a16:creationId xmlns:a16="http://schemas.microsoft.com/office/drawing/2014/main" id="{A74C8881-3129-FF54-E1C9-28F1D9EB95F8}"/>
                </a:ext>
              </a:extLst>
            </p:cNvPr>
            <p:cNvSpPr/>
            <p:nvPr/>
          </p:nvSpPr>
          <p:spPr>
            <a:xfrm flipH="1">
              <a:off x="1628861" y="2189591"/>
              <a:ext cx="871143" cy="609897"/>
            </a:xfrm>
            <a:custGeom>
              <a:avLst/>
              <a:gdLst/>
              <a:ahLst/>
              <a:cxnLst/>
              <a:rect l="l" t="t" r="r" b="b"/>
              <a:pathLst>
                <a:path w="23432" h="16405" extrusionOk="0">
                  <a:moveTo>
                    <a:pt x="2161" y="1"/>
                  </a:moveTo>
                  <a:cubicBezTo>
                    <a:pt x="2132" y="1"/>
                    <a:pt x="2089" y="1"/>
                    <a:pt x="2060" y="15"/>
                  </a:cubicBezTo>
                  <a:cubicBezTo>
                    <a:pt x="1642" y="217"/>
                    <a:pt x="1873" y="994"/>
                    <a:pt x="1873" y="994"/>
                  </a:cubicBezTo>
                  <a:cubicBezTo>
                    <a:pt x="1845" y="994"/>
                    <a:pt x="943" y="660"/>
                    <a:pt x="698" y="660"/>
                  </a:cubicBezTo>
                  <a:cubicBezTo>
                    <a:pt x="684" y="660"/>
                    <a:pt x="672" y="661"/>
                    <a:pt x="663" y="663"/>
                  </a:cubicBezTo>
                  <a:cubicBezTo>
                    <a:pt x="490" y="692"/>
                    <a:pt x="735" y="1786"/>
                    <a:pt x="735" y="1786"/>
                  </a:cubicBezTo>
                  <a:cubicBezTo>
                    <a:pt x="735" y="1786"/>
                    <a:pt x="0" y="4321"/>
                    <a:pt x="447" y="4695"/>
                  </a:cubicBezTo>
                  <a:cubicBezTo>
                    <a:pt x="908" y="5070"/>
                    <a:pt x="3269" y="5646"/>
                    <a:pt x="3269" y="5646"/>
                  </a:cubicBezTo>
                  <a:lnTo>
                    <a:pt x="3284" y="5617"/>
                  </a:lnTo>
                  <a:cubicBezTo>
                    <a:pt x="4990" y="8026"/>
                    <a:pt x="11152" y="16404"/>
                    <a:pt x="14475" y="16404"/>
                  </a:cubicBezTo>
                  <a:cubicBezTo>
                    <a:pt x="14489" y="16404"/>
                    <a:pt x="14503" y="16404"/>
                    <a:pt x="14517" y="16404"/>
                  </a:cubicBezTo>
                  <a:cubicBezTo>
                    <a:pt x="18391" y="16317"/>
                    <a:pt x="23431" y="9765"/>
                    <a:pt x="23431" y="9765"/>
                  </a:cubicBezTo>
                  <a:lnTo>
                    <a:pt x="19053" y="5401"/>
                  </a:lnTo>
                  <a:lnTo>
                    <a:pt x="15021" y="9765"/>
                  </a:lnTo>
                  <a:lnTo>
                    <a:pt x="4479" y="3068"/>
                  </a:lnTo>
                  <a:cubicBezTo>
                    <a:pt x="4537" y="2838"/>
                    <a:pt x="4594" y="2578"/>
                    <a:pt x="4638" y="2334"/>
                  </a:cubicBezTo>
                  <a:cubicBezTo>
                    <a:pt x="4724" y="1873"/>
                    <a:pt x="4767" y="1455"/>
                    <a:pt x="4666" y="1383"/>
                  </a:cubicBezTo>
                  <a:cubicBezTo>
                    <a:pt x="4422" y="1210"/>
                    <a:pt x="2823" y="649"/>
                    <a:pt x="2823" y="649"/>
                  </a:cubicBezTo>
                  <a:cubicBezTo>
                    <a:pt x="2823" y="649"/>
                    <a:pt x="2477" y="1"/>
                    <a:pt x="2161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8;p35">
              <a:extLst>
                <a:ext uri="{FF2B5EF4-FFF2-40B4-BE49-F238E27FC236}">
                  <a16:creationId xmlns:a16="http://schemas.microsoft.com/office/drawing/2014/main" id="{0200BCC2-A165-CC33-C997-5A967377AC61}"/>
                </a:ext>
              </a:extLst>
            </p:cNvPr>
            <p:cNvSpPr/>
            <p:nvPr/>
          </p:nvSpPr>
          <p:spPr>
            <a:xfrm flipH="1">
              <a:off x="1407209" y="2121593"/>
              <a:ext cx="493680" cy="593799"/>
            </a:xfrm>
            <a:custGeom>
              <a:avLst/>
              <a:gdLst/>
              <a:ahLst/>
              <a:cxnLst/>
              <a:rect l="l" t="t" r="r" b="b"/>
              <a:pathLst>
                <a:path w="13279" h="15972" extrusionOk="0">
                  <a:moveTo>
                    <a:pt x="10729" y="1"/>
                  </a:moveTo>
                  <a:cubicBezTo>
                    <a:pt x="10629" y="1"/>
                    <a:pt x="10542" y="15"/>
                    <a:pt x="10456" y="44"/>
                  </a:cubicBezTo>
                  <a:cubicBezTo>
                    <a:pt x="7143" y="1009"/>
                    <a:pt x="0" y="9419"/>
                    <a:pt x="0" y="9419"/>
                  </a:cubicBezTo>
                  <a:lnTo>
                    <a:pt x="6639" y="15972"/>
                  </a:lnTo>
                  <a:cubicBezTo>
                    <a:pt x="6639" y="15972"/>
                    <a:pt x="13278" y="6308"/>
                    <a:pt x="12947" y="3356"/>
                  </a:cubicBezTo>
                  <a:cubicBezTo>
                    <a:pt x="12645" y="764"/>
                    <a:pt x="11464" y="1"/>
                    <a:pt x="1072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9;p35">
              <a:extLst>
                <a:ext uri="{FF2B5EF4-FFF2-40B4-BE49-F238E27FC236}">
                  <a16:creationId xmlns:a16="http://schemas.microsoft.com/office/drawing/2014/main" id="{2B979C04-F225-B2B4-CB8C-C98FFCB9B9BE}"/>
                </a:ext>
              </a:extLst>
            </p:cNvPr>
            <p:cNvSpPr/>
            <p:nvPr/>
          </p:nvSpPr>
          <p:spPr>
            <a:xfrm flipH="1">
              <a:off x="555398" y="2114083"/>
              <a:ext cx="724441" cy="1034984"/>
            </a:xfrm>
            <a:custGeom>
              <a:avLst/>
              <a:gdLst/>
              <a:ahLst/>
              <a:cxnLst/>
              <a:rect l="l" t="t" r="r" b="b"/>
              <a:pathLst>
                <a:path w="19486" h="27839" extrusionOk="0">
                  <a:moveTo>
                    <a:pt x="17902" y="1"/>
                  </a:moveTo>
                  <a:cubicBezTo>
                    <a:pt x="16260" y="188"/>
                    <a:pt x="15137" y="1571"/>
                    <a:pt x="14834" y="3428"/>
                  </a:cubicBezTo>
                  <a:cubicBezTo>
                    <a:pt x="14517" y="5272"/>
                    <a:pt x="9592" y="14921"/>
                    <a:pt x="9592" y="14921"/>
                  </a:cubicBezTo>
                  <a:lnTo>
                    <a:pt x="1" y="26110"/>
                  </a:lnTo>
                  <a:lnTo>
                    <a:pt x="3284" y="27839"/>
                  </a:lnTo>
                  <a:cubicBezTo>
                    <a:pt x="3284" y="27839"/>
                    <a:pt x="12775" y="21588"/>
                    <a:pt x="14719" y="18204"/>
                  </a:cubicBezTo>
                  <a:cubicBezTo>
                    <a:pt x="16663" y="14834"/>
                    <a:pt x="19486" y="1"/>
                    <a:pt x="17930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20;p35">
              <a:extLst>
                <a:ext uri="{FF2B5EF4-FFF2-40B4-BE49-F238E27FC236}">
                  <a16:creationId xmlns:a16="http://schemas.microsoft.com/office/drawing/2014/main" id="{50EABE6D-7691-3AEB-385F-AC1032EDA797}"/>
                </a:ext>
              </a:extLst>
            </p:cNvPr>
            <p:cNvSpPr/>
            <p:nvPr/>
          </p:nvSpPr>
          <p:spPr>
            <a:xfrm flipH="1">
              <a:off x="1147003" y="3031996"/>
              <a:ext cx="186891" cy="144397"/>
            </a:xfrm>
            <a:custGeom>
              <a:avLst/>
              <a:gdLst/>
              <a:ahLst/>
              <a:cxnLst/>
              <a:rect l="l" t="t" r="r" b="b"/>
              <a:pathLst>
                <a:path w="5027" h="3884" extrusionOk="0">
                  <a:moveTo>
                    <a:pt x="2337" y="0"/>
                  </a:moveTo>
                  <a:cubicBezTo>
                    <a:pt x="1762" y="0"/>
                    <a:pt x="1241" y="120"/>
                    <a:pt x="1066" y="470"/>
                  </a:cubicBezTo>
                  <a:cubicBezTo>
                    <a:pt x="879" y="844"/>
                    <a:pt x="936" y="2025"/>
                    <a:pt x="504" y="2213"/>
                  </a:cubicBezTo>
                  <a:cubicBezTo>
                    <a:pt x="245" y="2328"/>
                    <a:pt x="0" y="2472"/>
                    <a:pt x="15" y="2573"/>
                  </a:cubicBezTo>
                  <a:cubicBezTo>
                    <a:pt x="29" y="2774"/>
                    <a:pt x="389" y="2904"/>
                    <a:pt x="591" y="2947"/>
                  </a:cubicBezTo>
                  <a:cubicBezTo>
                    <a:pt x="618" y="2952"/>
                    <a:pt x="649" y="2955"/>
                    <a:pt x="683" y="2955"/>
                  </a:cubicBezTo>
                  <a:cubicBezTo>
                    <a:pt x="1021" y="2955"/>
                    <a:pt x="1628" y="2717"/>
                    <a:pt x="1628" y="2717"/>
                  </a:cubicBezTo>
                  <a:cubicBezTo>
                    <a:pt x="1628" y="2717"/>
                    <a:pt x="2161" y="3710"/>
                    <a:pt x="2348" y="3725"/>
                  </a:cubicBezTo>
                  <a:cubicBezTo>
                    <a:pt x="2477" y="3725"/>
                    <a:pt x="2621" y="3696"/>
                    <a:pt x="2751" y="3653"/>
                  </a:cubicBezTo>
                  <a:lnTo>
                    <a:pt x="3457" y="3523"/>
                  </a:lnTo>
                  <a:lnTo>
                    <a:pt x="3730" y="3883"/>
                  </a:lnTo>
                  <a:cubicBezTo>
                    <a:pt x="3730" y="3883"/>
                    <a:pt x="4364" y="2861"/>
                    <a:pt x="4580" y="2501"/>
                  </a:cubicBezTo>
                  <a:cubicBezTo>
                    <a:pt x="4609" y="2443"/>
                    <a:pt x="4638" y="2385"/>
                    <a:pt x="4666" y="2328"/>
                  </a:cubicBezTo>
                  <a:cubicBezTo>
                    <a:pt x="5026" y="1665"/>
                    <a:pt x="4839" y="844"/>
                    <a:pt x="4249" y="398"/>
                  </a:cubicBezTo>
                  <a:cubicBezTo>
                    <a:pt x="4031" y="231"/>
                    <a:pt x="3133" y="0"/>
                    <a:pt x="2337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21;p35">
              <a:extLst>
                <a:ext uri="{FF2B5EF4-FFF2-40B4-BE49-F238E27FC236}">
                  <a16:creationId xmlns:a16="http://schemas.microsoft.com/office/drawing/2014/main" id="{34F1F1D3-193A-241C-1062-1401F233687C}"/>
                </a:ext>
              </a:extLst>
            </p:cNvPr>
            <p:cNvSpPr/>
            <p:nvPr/>
          </p:nvSpPr>
          <p:spPr>
            <a:xfrm flipH="1">
              <a:off x="500226" y="4761679"/>
              <a:ext cx="530634" cy="205629"/>
            </a:xfrm>
            <a:custGeom>
              <a:avLst/>
              <a:gdLst/>
              <a:ahLst/>
              <a:cxnLst/>
              <a:rect l="l" t="t" r="r" b="b"/>
              <a:pathLst>
                <a:path w="14273" h="5531" extrusionOk="0">
                  <a:moveTo>
                    <a:pt x="8540" y="0"/>
                  </a:moveTo>
                  <a:lnTo>
                    <a:pt x="8540" y="0"/>
                  </a:lnTo>
                  <a:cubicBezTo>
                    <a:pt x="8540" y="0"/>
                    <a:pt x="8656" y="1397"/>
                    <a:pt x="5919" y="2564"/>
                  </a:cubicBezTo>
                  <a:cubicBezTo>
                    <a:pt x="4998" y="2938"/>
                    <a:pt x="4033" y="3226"/>
                    <a:pt x="3054" y="3413"/>
                  </a:cubicBezTo>
                  <a:cubicBezTo>
                    <a:pt x="764" y="3889"/>
                    <a:pt x="0" y="5530"/>
                    <a:pt x="0" y="5530"/>
                  </a:cubicBezTo>
                  <a:lnTo>
                    <a:pt x="14243" y="5530"/>
                  </a:lnTo>
                  <a:lnTo>
                    <a:pt x="14258" y="3039"/>
                  </a:lnTo>
                  <a:lnTo>
                    <a:pt x="14272" y="418"/>
                  </a:lnTo>
                  <a:lnTo>
                    <a:pt x="8540" y="0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22;p35">
              <a:extLst>
                <a:ext uri="{FF2B5EF4-FFF2-40B4-BE49-F238E27FC236}">
                  <a16:creationId xmlns:a16="http://schemas.microsoft.com/office/drawing/2014/main" id="{DED97180-EA1B-46B8-2F45-9368C35B77D9}"/>
                </a:ext>
              </a:extLst>
            </p:cNvPr>
            <p:cNvSpPr/>
            <p:nvPr/>
          </p:nvSpPr>
          <p:spPr>
            <a:xfrm flipH="1">
              <a:off x="500784" y="4856444"/>
              <a:ext cx="530077" cy="110863"/>
            </a:xfrm>
            <a:custGeom>
              <a:avLst/>
              <a:gdLst/>
              <a:ahLst/>
              <a:cxnLst/>
              <a:rect l="l" t="t" r="r" b="b"/>
              <a:pathLst>
                <a:path w="14258" h="2982" extrusionOk="0">
                  <a:moveTo>
                    <a:pt x="5919" y="0"/>
                  </a:moveTo>
                  <a:cubicBezTo>
                    <a:pt x="4998" y="389"/>
                    <a:pt x="4033" y="677"/>
                    <a:pt x="3054" y="864"/>
                  </a:cubicBezTo>
                  <a:cubicBezTo>
                    <a:pt x="764" y="1340"/>
                    <a:pt x="0" y="2981"/>
                    <a:pt x="0" y="2981"/>
                  </a:cubicBezTo>
                  <a:lnTo>
                    <a:pt x="14243" y="2981"/>
                  </a:lnTo>
                  <a:lnTo>
                    <a:pt x="14258" y="490"/>
                  </a:lnTo>
                  <a:lnTo>
                    <a:pt x="14258" y="490"/>
                  </a:lnTo>
                  <a:cubicBezTo>
                    <a:pt x="12962" y="850"/>
                    <a:pt x="10989" y="1685"/>
                    <a:pt x="7604" y="1959"/>
                  </a:cubicBezTo>
                  <a:cubicBezTo>
                    <a:pt x="7230" y="1268"/>
                    <a:pt x="6567" y="576"/>
                    <a:pt x="591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23;p35">
              <a:extLst>
                <a:ext uri="{FF2B5EF4-FFF2-40B4-BE49-F238E27FC236}">
                  <a16:creationId xmlns:a16="http://schemas.microsoft.com/office/drawing/2014/main" id="{596C1F29-B8F3-965F-6F26-A83DAD387E4C}"/>
                </a:ext>
              </a:extLst>
            </p:cNvPr>
            <p:cNvSpPr/>
            <p:nvPr/>
          </p:nvSpPr>
          <p:spPr>
            <a:xfrm flipH="1">
              <a:off x="392635" y="2912396"/>
              <a:ext cx="413897" cy="1923192"/>
            </a:xfrm>
            <a:custGeom>
              <a:avLst/>
              <a:gdLst/>
              <a:ahLst/>
              <a:cxnLst/>
              <a:rect l="l" t="t" r="r" b="b"/>
              <a:pathLst>
                <a:path w="11133" h="51730" extrusionOk="0">
                  <a:moveTo>
                    <a:pt x="4494" y="0"/>
                  </a:moveTo>
                  <a:cubicBezTo>
                    <a:pt x="2679" y="0"/>
                    <a:pt x="994" y="764"/>
                    <a:pt x="447" y="2578"/>
                  </a:cubicBezTo>
                  <a:cubicBezTo>
                    <a:pt x="231" y="3284"/>
                    <a:pt x="101" y="4983"/>
                    <a:pt x="44" y="7345"/>
                  </a:cubicBezTo>
                  <a:cubicBezTo>
                    <a:pt x="44" y="7719"/>
                    <a:pt x="29" y="8108"/>
                    <a:pt x="29" y="8511"/>
                  </a:cubicBezTo>
                  <a:cubicBezTo>
                    <a:pt x="15" y="9332"/>
                    <a:pt x="15" y="10211"/>
                    <a:pt x="15" y="11132"/>
                  </a:cubicBezTo>
                  <a:cubicBezTo>
                    <a:pt x="1" y="24986"/>
                    <a:pt x="1253" y="50102"/>
                    <a:pt x="1253" y="50102"/>
                  </a:cubicBezTo>
                  <a:lnTo>
                    <a:pt x="8829" y="51730"/>
                  </a:lnTo>
                  <a:cubicBezTo>
                    <a:pt x="8829" y="51730"/>
                    <a:pt x="10182" y="22077"/>
                    <a:pt x="10730" y="11132"/>
                  </a:cubicBezTo>
                  <a:cubicBezTo>
                    <a:pt x="10787" y="10067"/>
                    <a:pt x="10830" y="9188"/>
                    <a:pt x="10859" y="8511"/>
                  </a:cubicBezTo>
                  <a:cubicBezTo>
                    <a:pt x="10888" y="7964"/>
                    <a:pt x="10917" y="7561"/>
                    <a:pt x="10931" y="7345"/>
                  </a:cubicBezTo>
                  <a:cubicBezTo>
                    <a:pt x="10931" y="7331"/>
                    <a:pt x="10931" y="7316"/>
                    <a:pt x="10931" y="7302"/>
                  </a:cubicBezTo>
                  <a:cubicBezTo>
                    <a:pt x="11133" y="4349"/>
                    <a:pt x="10355" y="3313"/>
                    <a:pt x="9433" y="2132"/>
                  </a:cubicBezTo>
                  <a:cubicBezTo>
                    <a:pt x="8411" y="821"/>
                    <a:pt x="6380" y="0"/>
                    <a:pt x="449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24;p35">
              <a:extLst>
                <a:ext uri="{FF2B5EF4-FFF2-40B4-BE49-F238E27FC236}">
                  <a16:creationId xmlns:a16="http://schemas.microsoft.com/office/drawing/2014/main" id="{8BF20BC6-6051-46AD-E115-0925C92CBEAB}"/>
                </a:ext>
              </a:extLst>
            </p:cNvPr>
            <p:cNvSpPr/>
            <p:nvPr/>
          </p:nvSpPr>
          <p:spPr>
            <a:xfrm flipH="1">
              <a:off x="392635" y="2912359"/>
              <a:ext cx="413377" cy="413934"/>
            </a:xfrm>
            <a:custGeom>
              <a:avLst/>
              <a:gdLst/>
              <a:ahLst/>
              <a:cxnLst/>
              <a:rect l="l" t="t" r="r" b="b"/>
              <a:pathLst>
                <a:path w="11119" h="11134" extrusionOk="0">
                  <a:moveTo>
                    <a:pt x="4484" y="0"/>
                  </a:moveTo>
                  <a:cubicBezTo>
                    <a:pt x="2667" y="0"/>
                    <a:pt x="977" y="762"/>
                    <a:pt x="433" y="2579"/>
                  </a:cubicBezTo>
                  <a:cubicBezTo>
                    <a:pt x="217" y="3285"/>
                    <a:pt x="102" y="4984"/>
                    <a:pt x="30" y="7332"/>
                  </a:cubicBezTo>
                  <a:cubicBezTo>
                    <a:pt x="30" y="7720"/>
                    <a:pt x="15" y="8109"/>
                    <a:pt x="15" y="8512"/>
                  </a:cubicBezTo>
                  <a:cubicBezTo>
                    <a:pt x="1" y="9333"/>
                    <a:pt x="1" y="10212"/>
                    <a:pt x="1" y="11133"/>
                  </a:cubicBezTo>
                  <a:lnTo>
                    <a:pt x="10716" y="11133"/>
                  </a:lnTo>
                  <a:cubicBezTo>
                    <a:pt x="10773" y="10068"/>
                    <a:pt x="10816" y="9175"/>
                    <a:pt x="10845" y="8512"/>
                  </a:cubicBezTo>
                  <a:cubicBezTo>
                    <a:pt x="10874" y="7965"/>
                    <a:pt x="10903" y="7562"/>
                    <a:pt x="10917" y="7332"/>
                  </a:cubicBezTo>
                  <a:cubicBezTo>
                    <a:pt x="10917" y="7332"/>
                    <a:pt x="10917" y="7317"/>
                    <a:pt x="10917" y="7303"/>
                  </a:cubicBezTo>
                  <a:cubicBezTo>
                    <a:pt x="11119" y="4350"/>
                    <a:pt x="10341" y="3314"/>
                    <a:pt x="9419" y="2133"/>
                  </a:cubicBezTo>
                  <a:cubicBezTo>
                    <a:pt x="8393" y="820"/>
                    <a:pt x="6370" y="0"/>
                    <a:pt x="448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25;p35">
              <a:extLst>
                <a:ext uri="{FF2B5EF4-FFF2-40B4-BE49-F238E27FC236}">
                  <a16:creationId xmlns:a16="http://schemas.microsoft.com/office/drawing/2014/main" id="{37A97A2A-B868-4EF5-4486-CCAD4A97D018}"/>
                </a:ext>
              </a:extLst>
            </p:cNvPr>
            <p:cNvSpPr/>
            <p:nvPr/>
          </p:nvSpPr>
          <p:spPr>
            <a:xfrm flipH="1">
              <a:off x="-132051" y="4578580"/>
              <a:ext cx="445684" cy="424939"/>
            </a:xfrm>
            <a:custGeom>
              <a:avLst/>
              <a:gdLst/>
              <a:ahLst/>
              <a:cxnLst/>
              <a:rect l="l" t="t" r="r" b="b"/>
              <a:pathLst>
                <a:path w="11988" h="11430" extrusionOk="0">
                  <a:moveTo>
                    <a:pt x="9439" y="0"/>
                  </a:moveTo>
                  <a:lnTo>
                    <a:pt x="4370" y="2707"/>
                  </a:lnTo>
                  <a:cubicBezTo>
                    <a:pt x="4370" y="2707"/>
                    <a:pt x="5176" y="3845"/>
                    <a:pt x="3448" y="6308"/>
                  </a:cubicBezTo>
                  <a:cubicBezTo>
                    <a:pt x="2858" y="7114"/>
                    <a:pt x="2195" y="7878"/>
                    <a:pt x="1461" y="8569"/>
                  </a:cubicBezTo>
                  <a:cubicBezTo>
                    <a:pt x="856" y="9130"/>
                    <a:pt x="395" y="9850"/>
                    <a:pt x="136" y="10643"/>
                  </a:cubicBezTo>
                  <a:cubicBezTo>
                    <a:pt x="1" y="11058"/>
                    <a:pt x="331" y="11430"/>
                    <a:pt x="708" y="11430"/>
                  </a:cubicBezTo>
                  <a:cubicBezTo>
                    <a:pt x="814" y="11430"/>
                    <a:pt x="924" y="11400"/>
                    <a:pt x="1029" y="11334"/>
                  </a:cubicBezTo>
                  <a:lnTo>
                    <a:pt x="11988" y="4436"/>
                  </a:lnTo>
                  <a:lnTo>
                    <a:pt x="10750" y="2275"/>
                  </a:lnTo>
                  <a:lnTo>
                    <a:pt x="9439" y="0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26;p35">
              <a:extLst>
                <a:ext uri="{FF2B5EF4-FFF2-40B4-BE49-F238E27FC236}">
                  <a16:creationId xmlns:a16="http://schemas.microsoft.com/office/drawing/2014/main" id="{C77B7A07-1FF1-AB94-FB64-485C3B0C9F3A}"/>
                </a:ext>
              </a:extLst>
            </p:cNvPr>
            <p:cNvSpPr/>
            <p:nvPr/>
          </p:nvSpPr>
          <p:spPr>
            <a:xfrm flipH="1">
              <a:off x="-132051" y="4663159"/>
              <a:ext cx="445684" cy="340360"/>
            </a:xfrm>
            <a:custGeom>
              <a:avLst/>
              <a:gdLst/>
              <a:ahLst/>
              <a:cxnLst/>
              <a:rect l="l" t="t" r="r" b="b"/>
              <a:pathLst>
                <a:path w="11988" h="9155" extrusionOk="0">
                  <a:moveTo>
                    <a:pt x="10750" y="0"/>
                  </a:moveTo>
                  <a:cubicBezTo>
                    <a:pt x="9828" y="1009"/>
                    <a:pt x="8575" y="2780"/>
                    <a:pt x="5867" y="4825"/>
                  </a:cubicBezTo>
                  <a:cubicBezTo>
                    <a:pt x="5205" y="4422"/>
                    <a:pt x="4283" y="4177"/>
                    <a:pt x="3448" y="4033"/>
                  </a:cubicBezTo>
                  <a:cubicBezTo>
                    <a:pt x="2858" y="4839"/>
                    <a:pt x="2195" y="5603"/>
                    <a:pt x="1461" y="6294"/>
                  </a:cubicBezTo>
                  <a:cubicBezTo>
                    <a:pt x="856" y="6855"/>
                    <a:pt x="395" y="7575"/>
                    <a:pt x="136" y="8368"/>
                  </a:cubicBezTo>
                  <a:cubicBezTo>
                    <a:pt x="1" y="8783"/>
                    <a:pt x="331" y="9155"/>
                    <a:pt x="708" y="9155"/>
                  </a:cubicBezTo>
                  <a:cubicBezTo>
                    <a:pt x="814" y="9155"/>
                    <a:pt x="924" y="9125"/>
                    <a:pt x="1029" y="9059"/>
                  </a:cubicBezTo>
                  <a:lnTo>
                    <a:pt x="11988" y="2161"/>
                  </a:lnTo>
                  <a:lnTo>
                    <a:pt x="10750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27;p35">
              <a:extLst>
                <a:ext uri="{FF2B5EF4-FFF2-40B4-BE49-F238E27FC236}">
                  <a16:creationId xmlns:a16="http://schemas.microsoft.com/office/drawing/2014/main" id="{430D9C6D-F3A8-0FE4-6075-E06EB3B330A7}"/>
                </a:ext>
              </a:extLst>
            </p:cNvPr>
            <p:cNvSpPr/>
            <p:nvPr/>
          </p:nvSpPr>
          <p:spPr>
            <a:xfrm flipH="1">
              <a:off x="-86026" y="3008760"/>
              <a:ext cx="691241" cy="1695108"/>
            </a:xfrm>
            <a:custGeom>
              <a:avLst/>
              <a:gdLst/>
              <a:ahLst/>
              <a:cxnLst/>
              <a:rect l="l" t="t" r="r" b="b"/>
              <a:pathLst>
                <a:path w="18593" h="45595" extrusionOk="0">
                  <a:moveTo>
                    <a:pt x="2766" y="1"/>
                  </a:moveTo>
                  <a:cubicBezTo>
                    <a:pt x="2766" y="1"/>
                    <a:pt x="2463" y="1988"/>
                    <a:pt x="2074" y="4825"/>
                  </a:cubicBezTo>
                  <a:cubicBezTo>
                    <a:pt x="1988" y="5516"/>
                    <a:pt x="1887" y="6251"/>
                    <a:pt x="1772" y="7028"/>
                  </a:cubicBezTo>
                  <a:cubicBezTo>
                    <a:pt x="1714" y="7518"/>
                    <a:pt x="1642" y="8022"/>
                    <a:pt x="1585" y="8540"/>
                  </a:cubicBezTo>
                  <a:cubicBezTo>
                    <a:pt x="807" y="14503"/>
                    <a:pt x="0" y="21718"/>
                    <a:pt x="360" y="23518"/>
                  </a:cubicBezTo>
                  <a:cubicBezTo>
                    <a:pt x="879" y="26124"/>
                    <a:pt x="11262" y="45595"/>
                    <a:pt x="11262" y="45595"/>
                  </a:cubicBezTo>
                  <a:lnTo>
                    <a:pt x="18593" y="44500"/>
                  </a:lnTo>
                  <a:lnTo>
                    <a:pt x="10139" y="23331"/>
                  </a:lnTo>
                  <a:lnTo>
                    <a:pt x="11968" y="8540"/>
                  </a:lnTo>
                  <a:lnTo>
                    <a:pt x="12141" y="7158"/>
                  </a:lnTo>
                  <a:lnTo>
                    <a:pt x="12746" y="2305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28;p35">
              <a:extLst>
                <a:ext uri="{FF2B5EF4-FFF2-40B4-BE49-F238E27FC236}">
                  <a16:creationId xmlns:a16="http://schemas.microsoft.com/office/drawing/2014/main" id="{725A552D-5453-5AE9-E8B3-281A0DED0DA4}"/>
                </a:ext>
              </a:extLst>
            </p:cNvPr>
            <p:cNvSpPr/>
            <p:nvPr/>
          </p:nvSpPr>
          <p:spPr>
            <a:xfrm flipH="1">
              <a:off x="131351" y="3008760"/>
              <a:ext cx="414975" cy="317533"/>
            </a:xfrm>
            <a:custGeom>
              <a:avLst/>
              <a:gdLst/>
              <a:ahLst/>
              <a:cxnLst/>
              <a:rect l="l" t="t" r="r" b="b"/>
              <a:pathLst>
                <a:path w="11162" h="8541" extrusionOk="0">
                  <a:moveTo>
                    <a:pt x="1182" y="1"/>
                  </a:moveTo>
                  <a:cubicBezTo>
                    <a:pt x="1182" y="1"/>
                    <a:pt x="879" y="1988"/>
                    <a:pt x="490" y="4825"/>
                  </a:cubicBezTo>
                  <a:cubicBezTo>
                    <a:pt x="404" y="5516"/>
                    <a:pt x="303" y="6251"/>
                    <a:pt x="188" y="7028"/>
                  </a:cubicBezTo>
                  <a:cubicBezTo>
                    <a:pt x="130" y="7518"/>
                    <a:pt x="58" y="8022"/>
                    <a:pt x="1" y="8540"/>
                  </a:cubicBezTo>
                  <a:lnTo>
                    <a:pt x="10384" y="8540"/>
                  </a:lnTo>
                  <a:lnTo>
                    <a:pt x="10557" y="7158"/>
                  </a:lnTo>
                  <a:lnTo>
                    <a:pt x="11162" y="2305"/>
                  </a:lnTo>
                  <a:lnTo>
                    <a:pt x="1182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29;p35">
              <a:extLst>
                <a:ext uri="{FF2B5EF4-FFF2-40B4-BE49-F238E27FC236}">
                  <a16:creationId xmlns:a16="http://schemas.microsoft.com/office/drawing/2014/main" id="{27674862-ED98-A0C2-0337-79959271D3A2}"/>
                </a:ext>
              </a:extLst>
            </p:cNvPr>
            <p:cNvSpPr/>
            <p:nvPr/>
          </p:nvSpPr>
          <p:spPr>
            <a:xfrm flipH="1">
              <a:off x="236303" y="1648286"/>
              <a:ext cx="488326" cy="442933"/>
            </a:xfrm>
            <a:custGeom>
              <a:avLst/>
              <a:gdLst/>
              <a:ahLst/>
              <a:cxnLst/>
              <a:rect l="l" t="t" r="r" b="b"/>
              <a:pathLst>
                <a:path w="13135" h="11914" extrusionOk="0">
                  <a:moveTo>
                    <a:pt x="6784" y="1"/>
                  </a:moveTo>
                  <a:cubicBezTo>
                    <a:pt x="6366" y="1"/>
                    <a:pt x="5978" y="203"/>
                    <a:pt x="5718" y="534"/>
                  </a:cubicBezTo>
                  <a:cubicBezTo>
                    <a:pt x="5417" y="198"/>
                    <a:pt x="4994" y="11"/>
                    <a:pt x="4555" y="11"/>
                  </a:cubicBezTo>
                  <a:cubicBezTo>
                    <a:pt x="4449" y="11"/>
                    <a:pt x="4342" y="22"/>
                    <a:pt x="4235" y="44"/>
                  </a:cubicBezTo>
                  <a:cubicBezTo>
                    <a:pt x="3688" y="159"/>
                    <a:pt x="3256" y="548"/>
                    <a:pt x="3083" y="1067"/>
                  </a:cubicBezTo>
                  <a:cubicBezTo>
                    <a:pt x="2881" y="943"/>
                    <a:pt x="2652" y="881"/>
                    <a:pt x="2424" y="881"/>
                  </a:cubicBezTo>
                  <a:cubicBezTo>
                    <a:pt x="2148" y="881"/>
                    <a:pt x="1871" y="972"/>
                    <a:pt x="1643" y="1153"/>
                  </a:cubicBezTo>
                  <a:cubicBezTo>
                    <a:pt x="1254" y="1499"/>
                    <a:pt x="1139" y="2060"/>
                    <a:pt x="1355" y="2536"/>
                  </a:cubicBezTo>
                  <a:cubicBezTo>
                    <a:pt x="1293" y="2501"/>
                    <a:pt x="1229" y="2487"/>
                    <a:pt x="1164" y="2487"/>
                  </a:cubicBezTo>
                  <a:cubicBezTo>
                    <a:pt x="956" y="2487"/>
                    <a:pt x="738" y="2638"/>
                    <a:pt x="563" y="2780"/>
                  </a:cubicBezTo>
                  <a:cubicBezTo>
                    <a:pt x="332" y="2968"/>
                    <a:pt x="188" y="3241"/>
                    <a:pt x="159" y="3529"/>
                  </a:cubicBezTo>
                  <a:cubicBezTo>
                    <a:pt x="73" y="3947"/>
                    <a:pt x="203" y="4451"/>
                    <a:pt x="577" y="4667"/>
                  </a:cubicBezTo>
                  <a:cubicBezTo>
                    <a:pt x="203" y="4753"/>
                    <a:pt x="1" y="5185"/>
                    <a:pt x="15" y="5560"/>
                  </a:cubicBezTo>
                  <a:cubicBezTo>
                    <a:pt x="30" y="5949"/>
                    <a:pt x="303" y="6265"/>
                    <a:pt x="678" y="6352"/>
                  </a:cubicBezTo>
                  <a:cubicBezTo>
                    <a:pt x="664" y="6349"/>
                    <a:pt x="651" y="6348"/>
                    <a:pt x="638" y="6348"/>
                  </a:cubicBezTo>
                  <a:cubicBezTo>
                    <a:pt x="437" y="6348"/>
                    <a:pt x="258" y="6640"/>
                    <a:pt x="231" y="6856"/>
                  </a:cubicBezTo>
                  <a:cubicBezTo>
                    <a:pt x="217" y="7086"/>
                    <a:pt x="318" y="7317"/>
                    <a:pt x="505" y="7461"/>
                  </a:cubicBezTo>
                  <a:cubicBezTo>
                    <a:pt x="692" y="7605"/>
                    <a:pt x="908" y="7706"/>
                    <a:pt x="1124" y="7778"/>
                  </a:cubicBezTo>
                  <a:cubicBezTo>
                    <a:pt x="865" y="8224"/>
                    <a:pt x="1139" y="8843"/>
                    <a:pt x="1571" y="9131"/>
                  </a:cubicBezTo>
                  <a:cubicBezTo>
                    <a:pt x="1756" y="9244"/>
                    <a:pt x="1962" y="9306"/>
                    <a:pt x="2175" y="9306"/>
                  </a:cubicBezTo>
                  <a:cubicBezTo>
                    <a:pt x="2261" y="9306"/>
                    <a:pt x="2348" y="9296"/>
                    <a:pt x="2435" y="9275"/>
                  </a:cubicBezTo>
                  <a:lnTo>
                    <a:pt x="2435" y="9275"/>
                  </a:lnTo>
                  <a:cubicBezTo>
                    <a:pt x="2262" y="9563"/>
                    <a:pt x="2262" y="9923"/>
                    <a:pt x="2435" y="10226"/>
                  </a:cubicBezTo>
                  <a:cubicBezTo>
                    <a:pt x="2590" y="10441"/>
                    <a:pt x="2835" y="10557"/>
                    <a:pt x="3087" y="10557"/>
                  </a:cubicBezTo>
                  <a:cubicBezTo>
                    <a:pt x="3139" y="10557"/>
                    <a:pt x="3190" y="10552"/>
                    <a:pt x="3241" y="10543"/>
                  </a:cubicBezTo>
                  <a:cubicBezTo>
                    <a:pt x="3256" y="10931"/>
                    <a:pt x="3702" y="11335"/>
                    <a:pt x="4077" y="11435"/>
                  </a:cubicBezTo>
                  <a:cubicBezTo>
                    <a:pt x="4147" y="11451"/>
                    <a:pt x="4218" y="11459"/>
                    <a:pt x="4287" y="11459"/>
                  </a:cubicBezTo>
                  <a:cubicBezTo>
                    <a:pt x="4601" y="11459"/>
                    <a:pt x="4893" y="11303"/>
                    <a:pt x="5070" y="11032"/>
                  </a:cubicBezTo>
                  <a:cubicBezTo>
                    <a:pt x="5257" y="11234"/>
                    <a:pt x="5445" y="11421"/>
                    <a:pt x="5675" y="11594"/>
                  </a:cubicBezTo>
                  <a:cubicBezTo>
                    <a:pt x="5820" y="11683"/>
                    <a:pt x="5991" y="11738"/>
                    <a:pt x="6161" y="11738"/>
                  </a:cubicBezTo>
                  <a:cubicBezTo>
                    <a:pt x="6211" y="11738"/>
                    <a:pt x="6260" y="11733"/>
                    <a:pt x="6309" y="11724"/>
                  </a:cubicBezTo>
                  <a:cubicBezTo>
                    <a:pt x="6539" y="11680"/>
                    <a:pt x="6712" y="11507"/>
                    <a:pt x="6755" y="11277"/>
                  </a:cubicBezTo>
                  <a:cubicBezTo>
                    <a:pt x="6928" y="11580"/>
                    <a:pt x="7216" y="11810"/>
                    <a:pt x="7562" y="11896"/>
                  </a:cubicBezTo>
                  <a:cubicBezTo>
                    <a:pt x="7626" y="11908"/>
                    <a:pt x="7690" y="11914"/>
                    <a:pt x="7755" y="11914"/>
                  </a:cubicBezTo>
                  <a:cubicBezTo>
                    <a:pt x="8009" y="11914"/>
                    <a:pt x="8262" y="11824"/>
                    <a:pt x="8469" y="11652"/>
                  </a:cubicBezTo>
                  <a:cubicBezTo>
                    <a:pt x="8587" y="11769"/>
                    <a:pt x="8766" y="11823"/>
                    <a:pt x="8953" y="11823"/>
                  </a:cubicBezTo>
                  <a:cubicBezTo>
                    <a:pt x="9199" y="11823"/>
                    <a:pt x="9459" y="11729"/>
                    <a:pt x="9607" y="11565"/>
                  </a:cubicBezTo>
                  <a:cubicBezTo>
                    <a:pt x="9851" y="11277"/>
                    <a:pt x="9837" y="10744"/>
                    <a:pt x="9535" y="10514"/>
                  </a:cubicBezTo>
                  <a:lnTo>
                    <a:pt x="9535" y="10514"/>
                  </a:lnTo>
                  <a:cubicBezTo>
                    <a:pt x="9751" y="10629"/>
                    <a:pt x="9981" y="10701"/>
                    <a:pt x="10226" y="10701"/>
                  </a:cubicBezTo>
                  <a:cubicBezTo>
                    <a:pt x="10238" y="10702"/>
                    <a:pt x="10251" y="10702"/>
                    <a:pt x="10263" y="10702"/>
                  </a:cubicBezTo>
                  <a:cubicBezTo>
                    <a:pt x="10494" y="10702"/>
                    <a:pt x="10708" y="10575"/>
                    <a:pt x="10831" y="10370"/>
                  </a:cubicBezTo>
                  <a:cubicBezTo>
                    <a:pt x="10946" y="10154"/>
                    <a:pt x="10874" y="9880"/>
                    <a:pt x="10672" y="9751"/>
                  </a:cubicBezTo>
                  <a:cubicBezTo>
                    <a:pt x="10845" y="9751"/>
                    <a:pt x="11107" y="9799"/>
                    <a:pt x="11318" y="9799"/>
                  </a:cubicBezTo>
                  <a:cubicBezTo>
                    <a:pt x="11389" y="9799"/>
                    <a:pt x="11454" y="9794"/>
                    <a:pt x="11508" y="9779"/>
                  </a:cubicBezTo>
                  <a:cubicBezTo>
                    <a:pt x="11738" y="9736"/>
                    <a:pt x="11940" y="9592"/>
                    <a:pt x="12069" y="9391"/>
                  </a:cubicBezTo>
                  <a:cubicBezTo>
                    <a:pt x="12170" y="9189"/>
                    <a:pt x="12170" y="8930"/>
                    <a:pt x="12040" y="8742"/>
                  </a:cubicBezTo>
                  <a:lnTo>
                    <a:pt x="12040" y="8742"/>
                  </a:lnTo>
                  <a:cubicBezTo>
                    <a:pt x="12047" y="8743"/>
                    <a:pt x="12054" y="8743"/>
                    <a:pt x="12061" y="8743"/>
                  </a:cubicBezTo>
                  <a:cubicBezTo>
                    <a:pt x="12385" y="8743"/>
                    <a:pt x="12704" y="8405"/>
                    <a:pt x="12775" y="8080"/>
                  </a:cubicBezTo>
                  <a:cubicBezTo>
                    <a:pt x="12818" y="7734"/>
                    <a:pt x="12616" y="7403"/>
                    <a:pt x="12285" y="7288"/>
                  </a:cubicBezTo>
                  <a:cubicBezTo>
                    <a:pt x="12688" y="7245"/>
                    <a:pt x="13020" y="6942"/>
                    <a:pt x="13092" y="6539"/>
                  </a:cubicBezTo>
                  <a:cubicBezTo>
                    <a:pt x="13135" y="6150"/>
                    <a:pt x="12890" y="5776"/>
                    <a:pt x="12516" y="5646"/>
                  </a:cubicBezTo>
                  <a:cubicBezTo>
                    <a:pt x="12833" y="5416"/>
                    <a:pt x="12890" y="4883"/>
                    <a:pt x="12761" y="4508"/>
                  </a:cubicBezTo>
                  <a:cubicBezTo>
                    <a:pt x="12624" y="4154"/>
                    <a:pt x="12294" y="3916"/>
                    <a:pt x="11917" y="3916"/>
                  </a:cubicBezTo>
                  <a:cubicBezTo>
                    <a:pt x="11896" y="3916"/>
                    <a:pt x="11875" y="3916"/>
                    <a:pt x="11853" y="3918"/>
                  </a:cubicBezTo>
                  <a:cubicBezTo>
                    <a:pt x="12040" y="3472"/>
                    <a:pt x="11796" y="2766"/>
                    <a:pt x="11436" y="2464"/>
                  </a:cubicBezTo>
                  <a:cubicBezTo>
                    <a:pt x="11222" y="2289"/>
                    <a:pt x="10964" y="2202"/>
                    <a:pt x="10706" y="2202"/>
                  </a:cubicBezTo>
                  <a:cubicBezTo>
                    <a:pt x="10495" y="2202"/>
                    <a:pt x="10284" y="2260"/>
                    <a:pt x="10096" y="2377"/>
                  </a:cubicBezTo>
                  <a:cubicBezTo>
                    <a:pt x="10211" y="1830"/>
                    <a:pt x="9995" y="1254"/>
                    <a:pt x="9563" y="894"/>
                  </a:cubicBezTo>
                  <a:cubicBezTo>
                    <a:pt x="9310" y="720"/>
                    <a:pt x="9017" y="632"/>
                    <a:pt x="8724" y="632"/>
                  </a:cubicBezTo>
                  <a:cubicBezTo>
                    <a:pt x="8484" y="632"/>
                    <a:pt x="8243" y="691"/>
                    <a:pt x="8022" y="807"/>
                  </a:cubicBezTo>
                  <a:cubicBezTo>
                    <a:pt x="7806" y="375"/>
                    <a:pt x="7389" y="73"/>
                    <a:pt x="691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30;p35">
              <a:extLst>
                <a:ext uri="{FF2B5EF4-FFF2-40B4-BE49-F238E27FC236}">
                  <a16:creationId xmlns:a16="http://schemas.microsoft.com/office/drawing/2014/main" id="{FE88484F-E951-031E-7494-9C40E98B231B}"/>
                </a:ext>
              </a:extLst>
            </p:cNvPr>
            <p:cNvSpPr/>
            <p:nvPr/>
          </p:nvSpPr>
          <p:spPr>
            <a:xfrm flipH="1">
              <a:off x="86924" y="2097948"/>
              <a:ext cx="767269" cy="1113764"/>
            </a:xfrm>
            <a:custGeom>
              <a:avLst/>
              <a:gdLst/>
              <a:ahLst/>
              <a:cxnLst/>
              <a:rect l="l" t="t" r="r" b="b"/>
              <a:pathLst>
                <a:path w="20638" h="29958" extrusionOk="0">
                  <a:moveTo>
                    <a:pt x="12225" y="1"/>
                  </a:moveTo>
                  <a:cubicBezTo>
                    <a:pt x="12140" y="1"/>
                    <a:pt x="12054" y="1"/>
                    <a:pt x="11968" y="3"/>
                  </a:cubicBezTo>
                  <a:cubicBezTo>
                    <a:pt x="9736" y="3"/>
                    <a:pt x="7432" y="248"/>
                    <a:pt x="7432" y="248"/>
                  </a:cubicBezTo>
                  <a:cubicBezTo>
                    <a:pt x="7144" y="277"/>
                    <a:pt x="6856" y="320"/>
                    <a:pt x="6568" y="406"/>
                  </a:cubicBezTo>
                  <a:cubicBezTo>
                    <a:pt x="6525" y="406"/>
                    <a:pt x="6496" y="421"/>
                    <a:pt x="6453" y="435"/>
                  </a:cubicBezTo>
                  <a:cubicBezTo>
                    <a:pt x="5833" y="608"/>
                    <a:pt x="5085" y="953"/>
                    <a:pt x="4710" y="1601"/>
                  </a:cubicBezTo>
                  <a:cubicBezTo>
                    <a:pt x="4422" y="2120"/>
                    <a:pt x="4235" y="4266"/>
                    <a:pt x="4120" y="6685"/>
                  </a:cubicBezTo>
                  <a:cubicBezTo>
                    <a:pt x="4048" y="7837"/>
                    <a:pt x="4552" y="13915"/>
                    <a:pt x="4552" y="14447"/>
                  </a:cubicBezTo>
                  <a:cubicBezTo>
                    <a:pt x="4364" y="15340"/>
                    <a:pt x="663" y="26343"/>
                    <a:pt x="1" y="29958"/>
                  </a:cubicBezTo>
                  <a:lnTo>
                    <a:pt x="20638" y="29958"/>
                  </a:lnTo>
                  <a:cubicBezTo>
                    <a:pt x="20638" y="29958"/>
                    <a:pt x="18146" y="19099"/>
                    <a:pt x="17671" y="16176"/>
                  </a:cubicBezTo>
                  <a:cubicBezTo>
                    <a:pt x="18420" y="11337"/>
                    <a:pt x="19270" y="7060"/>
                    <a:pt x="19327" y="4554"/>
                  </a:cubicBezTo>
                  <a:cubicBezTo>
                    <a:pt x="19371" y="3128"/>
                    <a:pt x="19270" y="2192"/>
                    <a:pt x="19025" y="1875"/>
                  </a:cubicBezTo>
                  <a:cubicBezTo>
                    <a:pt x="18449" y="1126"/>
                    <a:pt x="17383" y="694"/>
                    <a:pt x="15540" y="349"/>
                  </a:cubicBezTo>
                  <a:cubicBezTo>
                    <a:pt x="15511" y="334"/>
                    <a:pt x="15482" y="334"/>
                    <a:pt x="15439" y="320"/>
                  </a:cubicBezTo>
                  <a:cubicBezTo>
                    <a:pt x="15151" y="277"/>
                    <a:pt x="14834" y="219"/>
                    <a:pt x="14489" y="161"/>
                  </a:cubicBezTo>
                  <a:cubicBezTo>
                    <a:pt x="13738" y="58"/>
                    <a:pt x="12987" y="1"/>
                    <a:pt x="12225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31;p35">
              <a:extLst>
                <a:ext uri="{FF2B5EF4-FFF2-40B4-BE49-F238E27FC236}">
                  <a16:creationId xmlns:a16="http://schemas.microsoft.com/office/drawing/2014/main" id="{28B01720-6AC6-9148-A77B-FC6AD349D80A}"/>
                </a:ext>
              </a:extLst>
            </p:cNvPr>
            <p:cNvSpPr/>
            <p:nvPr/>
          </p:nvSpPr>
          <p:spPr>
            <a:xfrm flipH="1">
              <a:off x="276455" y="2098023"/>
              <a:ext cx="337869" cy="227080"/>
            </a:xfrm>
            <a:custGeom>
              <a:avLst/>
              <a:gdLst/>
              <a:ahLst/>
              <a:cxnLst/>
              <a:rect l="l" t="t" r="r" b="b"/>
              <a:pathLst>
                <a:path w="9088" h="6108" extrusionOk="0">
                  <a:moveTo>
                    <a:pt x="5498" y="0"/>
                  </a:moveTo>
                  <a:cubicBezTo>
                    <a:pt x="3278" y="0"/>
                    <a:pt x="980" y="246"/>
                    <a:pt x="980" y="246"/>
                  </a:cubicBezTo>
                  <a:cubicBezTo>
                    <a:pt x="692" y="275"/>
                    <a:pt x="404" y="318"/>
                    <a:pt x="116" y="404"/>
                  </a:cubicBezTo>
                  <a:cubicBezTo>
                    <a:pt x="73" y="404"/>
                    <a:pt x="44" y="419"/>
                    <a:pt x="1" y="433"/>
                  </a:cubicBezTo>
                  <a:cubicBezTo>
                    <a:pt x="505" y="2219"/>
                    <a:pt x="1902" y="5877"/>
                    <a:pt x="2751" y="6107"/>
                  </a:cubicBezTo>
                  <a:cubicBezTo>
                    <a:pt x="4566" y="5445"/>
                    <a:pt x="7475" y="2320"/>
                    <a:pt x="9088" y="347"/>
                  </a:cubicBezTo>
                  <a:cubicBezTo>
                    <a:pt x="9059" y="332"/>
                    <a:pt x="9016" y="332"/>
                    <a:pt x="8987" y="318"/>
                  </a:cubicBezTo>
                  <a:cubicBezTo>
                    <a:pt x="8699" y="275"/>
                    <a:pt x="8382" y="217"/>
                    <a:pt x="8037" y="159"/>
                  </a:cubicBezTo>
                  <a:cubicBezTo>
                    <a:pt x="7314" y="42"/>
                    <a:pt x="6413" y="0"/>
                    <a:pt x="5498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32;p35">
              <a:extLst>
                <a:ext uri="{FF2B5EF4-FFF2-40B4-BE49-F238E27FC236}">
                  <a16:creationId xmlns:a16="http://schemas.microsoft.com/office/drawing/2014/main" id="{5CEFC440-1DC1-EA31-8E07-A8697A27FC03}"/>
                </a:ext>
              </a:extLst>
            </p:cNvPr>
            <p:cNvSpPr/>
            <p:nvPr/>
          </p:nvSpPr>
          <p:spPr>
            <a:xfrm flipH="1">
              <a:off x="296271" y="2386631"/>
              <a:ext cx="152056" cy="174660"/>
            </a:xfrm>
            <a:custGeom>
              <a:avLst/>
              <a:gdLst/>
              <a:ahLst/>
              <a:cxnLst/>
              <a:rect l="l" t="t" r="r" b="b"/>
              <a:pathLst>
                <a:path w="4090" h="4698" extrusionOk="0">
                  <a:moveTo>
                    <a:pt x="0" y="0"/>
                  </a:moveTo>
                  <a:lnTo>
                    <a:pt x="0" y="3269"/>
                  </a:lnTo>
                  <a:cubicBezTo>
                    <a:pt x="0" y="3269"/>
                    <a:pt x="86" y="4234"/>
                    <a:pt x="1368" y="4594"/>
                  </a:cubicBezTo>
                  <a:cubicBezTo>
                    <a:pt x="1620" y="4666"/>
                    <a:pt x="1869" y="4698"/>
                    <a:pt x="2108" y="4698"/>
                  </a:cubicBezTo>
                  <a:cubicBezTo>
                    <a:pt x="3069" y="4698"/>
                    <a:pt x="3857" y="4183"/>
                    <a:pt x="3960" y="3687"/>
                  </a:cubicBezTo>
                  <a:cubicBezTo>
                    <a:pt x="4090" y="2996"/>
                    <a:pt x="4004" y="159"/>
                    <a:pt x="4004" y="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33;p35">
              <a:extLst>
                <a:ext uri="{FF2B5EF4-FFF2-40B4-BE49-F238E27FC236}">
                  <a16:creationId xmlns:a16="http://schemas.microsoft.com/office/drawing/2014/main" id="{1361148B-3C02-ECFB-CE3C-BC6891208703}"/>
                </a:ext>
              </a:extLst>
            </p:cNvPr>
            <p:cNvSpPr/>
            <p:nvPr/>
          </p:nvSpPr>
          <p:spPr>
            <a:xfrm flipH="1">
              <a:off x="315529" y="1776809"/>
              <a:ext cx="335750" cy="514016"/>
            </a:xfrm>
            <a:custGeom>
              <a:avLst/>
              <a:gdLst/>
              <a:ahLst/>
              <a:cxnLst/>
              <a:rect l="l" t="t" r="r" b="b"/>
              <a:pathLst>
                <a:path w="9031" h="13826" extrusionOk="0">
                  <a:moveTo>
                    <a:pt x="1038" y="0"/>
                  </a:moveTo>
                  <a:lnTo>
                    <a:pt x="1038" y="0"/>
                  </a:lnTo>
                  <a:cubicBezTo>
                    <a:pt x="692" y="418"/>
                    <a:pt x="519" y="951"/>
                    <a:pt x="563" y="1498"/>
                  </a:cubicBezTo>
                  <a:cubicBezTo>
                    <a:pt x="649" y="2290"/>
                    <a:pt x="793" y="2722"/>
                    <a:pt x="591" y="3168"/>
                  </a:cubicBezTo>
                  <a:cubicBezTo>
                    <a:pt x="390" y="3586"/>
                    <a:pt x="1" y="3557"/>
                    <a:pt x="30" y="3759"/>
                  </a:cubicBezTo>
                  <a:cubicBezTo>
                    <a:pt x="44" y="3961"/>
                    <a:pt x="692" y="4033"/>
                    <a:pt x="692" y="4609"/>
                  </a:cubicBezTo>
                  <a:cubicBezTo>
                    <a:pt x="707" y="5213"/>
                    <a:pt x="692" y="6121"/>
                    <a:pt x="908" y="6308"/>
                  </a:cubicBezTo>
                  <a:cubicBezTo>
                    <a:pt x="1112" y="6475"/>
                    <a:pt x="1466" y="6564"/>
                    <a:pt x="1923" y="6564"/>
                  </a:cubicBezTo>
                  <a:cubicBezTo>
                    <a:pt x="2175" y="6564"/>
                    <a:pt x="2459" y="6537"/>
                    <a:pt x="2766" y="6481"/>
                  </a:cubicBezTo>
                  <a:cubicBezTo>
                    <a:pt x="2867" y="6466"/>
                    <a:pt x="2939" y="6452"/>
                    <a:pt x="3025" y="6452"/>
                  </a:cubicBezTo>
                  <a:cubicBezTo>
                    <a:pt x="3077" y="6447"/>
                    <a:pt x="3126" y="6445"/>
                    <a:pt x="3170" y="6445"/>
                  </a:cubicBezTo>
                  <a:cubicBezTo>
                    <a:pt x="3654" y="6445"/>
                    <a:pt x="3703" y="6715"/>
                    <a:pt x="3716" y="6913"/>
                  </a:cubicBezTo>
                  <a:cubicBezTo>
                    <a:pt x="3760" y="7431"/>
                    <a:pt x="3587" y="7950"/>
                    <a:pt x="3241" y="8353"/>
                  </a:cubicBezTo>
                  <a:cubicBezTo>
                    <a:pt x="2924" y="8699"/>
                    <a:pt x="1974" y="8886"/>
                    <a:pt x="1974" y="8886"/>
                  </a:cubicBezTo>
                  <a:cubicBezTo>
                    <a:pt x="1974" y="8886"/>
                    <a:pt x="3040" y="13595"/>
                    <a:pt x="3990" y="13825"/>
                  </a:cubicBezTo>
                  <a:cubicBezTo>
                    <a:pt x="4782" y="13235"/>
                    <a:pt x="7518" y="10268"/>
                    <a:pt x="9031" y="8799"/>
                  </a:cubicBezTo>
                  <a:cubicBezTo>
                    <a:pt x="8066" y="8483"/>
                    <a:pt x="7101" y="7964"/>
                    <a:pt x="6784" y="7028"/>
                  </a:cubicBezTo>
                  <a:cubicBezTo>
                    <a:pt x="6467" y="6092"/>
                    <a:pt x="6741" y="3759"/>
                    <a:pt x="6741" y="3759"/>
                  </a:cubicBezTo>
                  <a:lnTo>
                    <a:pt x="6741" y="3759"/>
                  </a:lnTo>
                  <a:cubicBezTo>
                    <a:pt x="6741" y="3759"/>
                    <a:pt x="6814" y="3797"/>
                    <a:pt x="6950" y="3797"/>
                  </a:cubicBezTo>
                  <a:cubicBezTo>
                    <a:pt x="7064" y="3797"/>
                    <a:pt x="7221" y="3771"/>
                    <a:pt x="7418" y="3673"/>
                  </a:cubicBezTo>
                  <a:cubicBezTo>
                    <a:pt x="7850" y="3442"/>
                    <a:pt x="8224" y="1412"/>
                    <a:pt x="7518" y="1239"/>
                  </a:cubicBezTo>
                  <a:cubicBezTo>
                    <a:pt x="7444" y="1221"/>
                    <a:pt x="7373" y="1213"/>
                    <a:pt x="7305" y="1213"/>
                  </a:cubicBezTo>
                  <a:cubicBezTo>
                    <a:pt x="6923" y="1213"/>
                    <a:pt x="6634" y="1472"/>
                    <a:pt x="6438" y="1815"/>
                  </a:cubicBezTo>
                  <a:cubicBezTo>
                    <a:pt x="6352" y="1988"/>
                    <a:pt x="6294" y="2448"/>
                    <a:pt x="6093" y="2506"/>
                  </a:cubicBezTo>
                  <a:cubicBezTo>
                    <a:pt x="6076" y="2510"/>
                    <a:pt x="6060" y="2512"/>
                    <a:pt x="6044" y="2512"/>
                  </a:cubicBezTo>
                  <a:cubicBezTo>
                    <a:pt x="5831" y="2512"/>
                    <a:pt x="5629" y="2177"/>
                    <a:pt x="5589" y="2016"/>
                  </a:cubicBezTo>
                  <a:cubicBezTo>
                    <a:pt x="5531" y="1743"/>
                    <a:pt x="5661" y="1469"/>
                    <a:pt x="5905" y="1325"/>
                  </a:cubicBezTo>
                  <a:lnTo>
                    <a:pt x="5905" y="1325"/>
                  </a:lnTo>
                  <a:cubicBezTo>
                    <a:pt x="5823" y="1359"/>
                    <a:pt x="5739" y="1374"/>
                    <a:pt x="5658" y="1374"/>
                  </a:cubicBezTo>
                  <a:cubicBezTo>
                    <a:pt x="5287" y="1374"/>
                    <a:pt x="4968" y="1050"/>
                    <a:pt x="5027" y="648"/>
                  </a:cubicBezTo>
                  <a:lnTo>
                    <a:pt x="5027" y="648"/>
                  </a:lnTo>
                  <a:cubicBezTo>
                    <a:pt x="4943" y="1070"/>
                    <a:pt x="4587" y="1304"/>
                    <a:pt x="4228" y="1304"/>
                  </a:cubicBezTo>
                  <a:cubicBezTo>
                    <a:pt x="3974" y="1304"/>
                    <a:pt x="3719" y="1187"/>
                    <a:pt x="3558" y="936"/>
                  </a:cubicBezTo>
                  <a:cubicBezTo>
                    <a:pt x="3531" y="1313"/>
                    <a:pt x="3216" y="1589"/>
                    <a:pt x="2846" y="1589"/>
                  </a:cubicBezTo>
                  <a:cubicBezTo>
                    <a:pt x="2820" y="1589"/>
                    <a:pt x="2793" y="1587"/>
                    <a:pt x="2766" y="1584"/>
                  </a:cubicBezTo>
                  <a:cubicBezTo>
                    <a:pt x="2377" y="1527"/>
                    <a:pt x="2104" y="1138"/>
                    <a:pt x="2190" y="749"/>
                  </a:cubicBezTo>
                  <a:lnTo>
                    <a:pt x="2190" y="749"/>
                  </a:lnTo>
                  <a:cubicBezTo>
                    <a:pt x="2059" y="896"/>
                    <a:pt x="1877" y="974"/>
                    <a:pt x="1694" y="974"/>
                  </a:cubicBezTo>
                  <a:cubicBezTo>
                    <a:pt x="1555" y="974"/>
                    <a:pt x="1415" y="929"/>
                    <a:pt x="1297" y="835"/>
                  </a:cubicBezTo>
                  <a:cubicBezTo>
                    <a:pt x="1009" y="591"/>
                    <a:pt x="1225" y="187"/>
                    <a:pt x="1038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34;p35">
              <a:extLst>
                <a:ext uri="{FF2B5EF4-FFF2-40B4-BE49-F238E27FC236}">
                  <a16:creationId xmlns:a16="http://schemas.microsoft.com/office/drawing/2014/main" id="{2C8DF79A-E2A2-8DBA-C156-23E8EC938AE6}"/>
                </a:ext>
              </a:extLst>
            </p:cNvPr>
            <p:cNvSpPr/>
            <p:nvPr/>
          </p:nvSpPr>
          <p:spPr>
            <a:xfrm flipH="1">
              <a:off x="315529" y="1894067"/>
              <a:ext cx="262399" cy="396758"/>
            </a:xfrm>
            <a:custGeom>
              <a:avLst/>
              <a:gdLst/>
              <a:ahLst/>
              <a:cxnLst/>
              <a:rect l="l" t="t" r="r" b="b"/>
              <a:pathLst>
                <a:path w="7058" h="10672" extrusionOk="0">
                  <a:moveTo>
                    <a:pt x="4336" y="0"/>
                  </a:moveTo>
                  <a:cubicBezTo>
                    <a:pt x="4278" y="302"/>
                    <a:pt x="4220" y="490"/>
                    <a:pt x="4192" y="634"/>
                  </a:cubicBezTo>
                  <a:cubicBezTo>
                    <a:pt x="3544" y="2664"/>
                    <a:pt x="1729" y="3168"/>
                    <a:pt x="1052" y="3298"/>
                  </a:cubicBezTo>
                  <a:cubicBezTo>
                    <a:pt x="1104" y="3293"/>
                    <a:pt x="1153" y="3291"/>
                    <a:pt x="1197" y="3291"/>
                  </a:cubicBezTo>
                  <a:cubicBezTo>
                    <a:pt x="1681" y="3291"/>
                    <a:pt x="1730" y="3561"/>
                    <a:pt x="1743" y="3759"/>
                  </a:cubicBezTo>
                  <a:cubicBezTo>
                    <a:pt x="1787" y="4277"/>
                    <a:pt x="1614" y="4796"/>
                    <a:pt x="1268" y="5185"/>
                  </a:cubicBezTo>
                  <a:cubicBezTo>
                    <a:pt x="951" y="5545"/>
                    <a:pt x="1" y="5732"/>
                    <a:pt x="1" y="5732"/>
                  </a:cubicBezTo>
                  <a:cubicBezTo>
                    <a:pt x="1" y="5732"/>
                    <a:pt x="1067" y="10441"/>
                    <a:pt x="2017" y="10671"/>
                  </a:cubicBezTo>
                  <a:cubicBezTo>
                    <a:pt x="2809" y="10081"/>
                    <a:pt x="5545" y="7114"/>
                    <a:pt x="7058" y="5645"/>
                  </a:cubicBezTo>
                  <a:cubicBezTo>
                    <a:pt x="6093" y="5329"/>
                    <a:pt x="5128" y="4810"/>
                    <a:pt x="4811" y="3874"/>
                  </a:cubicBezTo>
                  <a:cubicBezTo>
                    <a:pt x="4494" y="2938"/>
                    <a:pt x="4768" y="605"/>
                    <a:pt x="4768" y="605"/>
                  </a:cubicBezTo>
                  <a:cubicBezTo>
                    <a:pt x="4768" y="605"/>
                    <a:pt x="4422" y="519"/>
                    <a:pt x="4336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35;p35">
              <a:extLst>
                <a:ext uri="{FF2B5EF4-FFF2-40B4-BE49-F238E27FC236}">
                  <a16:creationId xmlns:a16="http://schemas.microsoft.com/office/drawing/2014/main" id="{C0EEED24-833F-EF20-DC62-37EAAD756B25}"/>
                </a:ext>
              </a:extLst>
            </p:cNvPr>
            <p:cNvSpPr/>
            <p:nvPr/>
          </p:nvSpPr>
          <p:spPr>
            <a:xfrm flipH="1">
              <a:off x="372299" y="1838301"/>
              <a:ext cx="36434" cy="59521"/>
            </a:xfrm>
            <a:custGeom>
              <a:avLst/>
              <a:gdLst/>
              <a:ahLst/>
              <a:cxnLst/>
              <a:rect l="l" t="t" r="r" b="b"/>
              <a:pathLst>
                <a:path w="980" h="1601" extrusionOk="0">
                  <a:moveTo>
                    <a:pt x="773" y="1"/>
                  </a:moveTo>
                  <a:cubicBezTo>
                    <a:pt x="695" y="1"/>
                    <a:pt x="596" y="29"/>
                    <a:pt x="476" y="118"/>
                  </a:cubicBezTo>
                  <a:cubicBezTo>
                    <a:pt x="58" y="420"/>
                    <a:pt x="1" y="1601"/>
                    <a:pt x="447" y="1601"/>
                  </a:cubicBezTo>
                  <a:cubicBezTo>
                    <a:pt x="879" y="1601"/>
                    <a:pt x="908" y="866"/>
                    <a:pt x="606" y="794"/>
                  </a:cubicBezTo>
                  <a:cubicBezTo>
                    <a:pt x="534" y="780"/>
                    <a:pt x="476" y="766"/>
                    <a:pt x="404" y="751"/>
                  </a:cubicBezTo>
                  <a:cubicBezTo>
                    <a:pt x="404" y="751"/>
                    <a:pt x="474" y="89"/>
                    <a:pt x="964" y="89"/>
                  </a:cubicBezTo>
                  <a:cubicBezTo>
                    <a:pt x="969" y="89"/>
                    <a:pt x="975" y="89"/>
                    <a:pt x="980" y="89"/>
                  </a:cubicBezTo>
                  <a:cubicBezTo>
                    <a:pt x="980" y="89"/>
                    <a:pt x="910" y="1"/>
                    <a:pt x="77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36;p35">
              <a:extLst>
                <a:ext uri="{FF2B5EF4-FFF2-40B4-BE49-F238E27FC236}">
                  <a16:creationId xmlns:a16="http://schemas.microsoft.com/office/drawing/2014/main" id="{67E87B95-E3D8-AA81-7EF1-D2470E1DBB12}"/>
                </a:ext>
              </a:extLst>
            </p:cNvPr>
            <p:cNvSpPr/>
            <p:nvPr/>
          </p:nvSpPr>
          <p:spPr>
            <a:xfrm flipH="1">
              <a:off x="276455" y="2098580"/>
              <a:ext cx="341066" cy="538665"/>
            </a:xfrm>
            <a:custGeom>
              <a:avLst/>
              <a:gdLst/>
              <a:ahLst/>
              <a:cxnLst/>
              <a:rect l="l" t="t" r="r" b="b"/>
              <a:pathLst>
                <a:path w="9174" h="14489" extrusionOk="0">
                  <a:moveTo>
                    <a:pt x="864" y="0"/>
                  </a:moveTo>
                  <a:lnTo>
                    <a:pt x="0" y="202"/>
                  </a:lnTo>
                  <a:lnTo>
                    <a:pt x="2549" y="14488"/>
                  </a:lnTo>
                  <a:lnTo>
                    <a:pt x="9174" y="332"/>
                  </a:lnTo>
                  <a:lnTo>
                    <a:pt x="8425" y="72"/>
                  </a:lnTo>
                  <a:lnTo>
                    <a:pt x="2780" y="12544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37;p35">
              <a:extLst>
                <a:ext uri="{FF2B5EF4-FFF2-40B4-BE49-F238E27FC236}">
                  <a16:creationId xmlns:a16="http://schemas.microsoft.com/office/drawing/2014/main" id="{77C3B4E4-AE0B-A6AE-9E48-BDBEAECBF55E}"/>
                </a:ext>
              </a:extLst>
            </p:cNvPr>
            <p:cNvSpPr/>
            <p:nvPr/>
          </p:nvSpPr>
          <p:spPr>
            <a:xfrm flipH="1">
              <a:off x="466506" y="2600774"/>
              <a:ext cx="104432" cy="125883"/>
            </a:xfrm>
            <a:custGeom>
              <a:avLst/>
              <a:gdLst/>
              <a:ahLst/>
              <a:cxnLst/>
              <a:rect l="l" t="t" r="r" b="b"/>
              <a:pathLst>
                <a:path w="2809" h="3386" extrusionOk="0">
                  <a:moveTo>
                    <a:pt x="245" y="1"/>
                  </a:moveTo>
                  <a:lnTo>
                    <a:pt x="0" y="3385"/>
                  </a:lnTo>
                  <a:lnTo>
                    <a:pt x="2808" y="3385"/>
                  </a:lnTo>
                  <a:lnTo>
                    <a:pt x="2808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38;p35">
              <a:extLst>
                <a:ext uri="{FF2B5EF4-FFF2-40B4-BE49-F238E27FC236}">
                  <a16:creationId xmlns:a16="http://schemas.microsoft.com/office/drawing/2014/main" id="{CE5BA267-2583-049A-6AFA-1C955C2F7E87}"/>
                </a:ext>
              </a:extLst>
            </p:cNvPr>
            <p:cNvSpPr/>
            <p:nvPr/>
          </p:nvSpPr>
          <p:spPr>
            <a:xfrm flipH="1">
              <a:off x="487400" y="2625423"/>
              <a:ext cx="63202" cy="76065"/>
            </a:xfrm>
            <a:custGeom>
              <a:avLst/>
              <a:gdLst/>
              <a:ahLst/>
              <a:cxnLst/>
              <a:rect l="l" t="t" r="r" b="b"/>
              <a:pathLst>
                <a:path w="1700" h="2046" extrusionOk="0">
                  <a:moveTo>
                    <a:pt x="159" y="0"/>
                  </a:moveTo>
                  <a:lnTo>
                    <a:pt x="0" y="2045"/>
                  </a:lnTo>
                  <a:lnTo>
                    <a:pt x="1700" y="2045"/>
                  </a:lnTo>
                  <a:lnTo>
                    <a:pt x="17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39;p35">
              <a:extLst>
                <a:ext uri="{FF2B5EF4-FFF2-40B4-BE49-F238E27FC236}">
                  <a16:creationId xmlns:a16="http://schemas.microsoft.com/office/drawing/2014/main" id="{2A7C5FF9-B654-A795-CAA5-ADC4FB01AC53}"/>
                </a:ext>
              </a:extLst>
            </p:cNvPr>
            <p:cNvSpPr/>
            <p:nvPr/>
          </p:nvSpPr>
          <p:spPr>
            <a:xfrm flipH="1">
              <a:off x="2323299" y="3069248"/>
              <a:ext cx="234516" cy="337349"/>
            </a:xfrm>
            <a:custGeom>
              <a:avLst/>
              <a:gdLst/>
              <a:ahLst/>
              <a:cxnLst/>
              <a:rect l="l" t="t" r="r" b="b"/>
              <a:pathLst>
                <a:path w="6308" h="9074" extrusionOk="0">
                  <a:moveTo>
                    <a:pt x="1411" y="1"/>
                  </a:moveTo>
                  <a:lnTo>
                    <a:pt x="1411" y="1182"/>
                  </a:lnTo>
                  <a:cubicBezTo>
                    <a:pt x="605" y="1283"/>
                    <a:pt x="0" y="1974"/>
                    <a:pt x="0" y="2795"/>
                  </a:cubicBezTo>
                  <a:lnTo>
                    <a:pt x="0" y="7432"/>
                  </a:lnTo>
                  <a:cubicBezTo>
                    <a:pt x="0" y="8339"/>
                    <a:pt x="720" y="9074"/>
                    <a:pt x="1627" y="9074"/>
                  </a:cubicBezTo>
                  <a:lnTo>
                    <a:pt x="4666" y="9074"/>
                  </a:lnTo>
                  <a:cubicBezTo>
                    <a:pt x="5573" y="9074"/>
                    <a:pt x="6308" y="8339"/>
                    <a:pt x="6308" y="7432"/>
                  </a:cubicBezTo>
                  <a:lnTo>
                    <a:pt x="6308" y="2795"/>
                  </a:lnTo>
                  <a:cubicBezTo>
                    <a:pt x="6308" y="1974"/>
                    <a:pt x="5703" y="1283"/>
                    <a:pt x="4882" y="1182"/>
                  </a:cubicBezTo>
                  <a:lnTo>
                    <a:pt x="48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40;p35">
              <a:extLst>
                <a:ext uri="{FF2B5EF4-FFF2-40B4-BE49-F238E27FC236}">
                  <a16:creationId xmlns:a16="http://schemas.microsoft.com/office/drawing/2014/main" id="{0A5E0F8A-E84D-04EB-7605-7241703E11E4}"/>
                </a:ext>
              </a:extLst>
            </p:cNvPr>
            <p:cNvSpPr/>
            <p:nvPr/>
          </p:nvSpPr>
          <p:spPr>
            <a:xfrm flipH="1">
              <a:off x="2376277" y="3069248"/>
              <a:ext cx="129080" cy="43944"/>
            </a:xfrm>
            <a:custGeom>
              <a:avLst/>
              <a:gdLst/>
              <a:ahLst/>
              <a:cxnLst/>
              <a:rect l="l" t="t" r="r" b="b"/>
              <a:pathLst>
                <a:path w="3472" h="1182" extrusionOk="0">
                  <a:moveTo>
                    <a:pt x="0" y="1"/>
                  </a:moveTo>
                  <a:lnTo>
                    <a:pt x="0" y="1182"/>
                  </a:lnTo>
                  <a:lnTo>
                    <a:pt x="3471" y="1182"/>
                  </a:lnTo>
                  <a:lnTo>
                    <a:pt x="3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41;p35">
              <a:extLst>
                <a:ext uri="{FF2B5EF4-FFF2-40B4-BE49-F238E27FC236}">
                  <a16:creationId xmlns:a16="http://schemas.microsoft.com/office/drawing/2014/main" id="{A9F5D45A-A868-5502-717F-DF1048EEB72D}"/>
                </a:ext>
              </a:extLst>
            </p:cNvPr>
            <p:cNvSpPr/>
            <p:nvPr/>
          </p:nvSpPr>
          <p:spPr>
            <a:xfrm flipH="1">
              <a:off x="2354343" y="3049990"/>
              <a:ext cx="172429" cy="39668"/>
            </a:xfrm>
            <a:custGeom>
              <a:avLst/>
              <a:gdLst/>
              <a:ahLst/>
              <a:cxnLst/>
              <a:rect l="l" t="t" r="r" b="b"/>
              <a:pathLst>
                <a:path w="4638" h="1067" extrusionOk="0">
                  <a:moveTo>
                    <a:pt x="404" y="0"/>
                  </a:moveTo>
                  <a:cubicBezTo>
                    <a:pt x="173" y="0"/>
                    <a:pt x="0" y="173"/>
                    <a:pt x="0" y="404"/>
                  </a:cubicBezTo>
                  <a:lnTo>
                    <a:pt x="0" y="663"/>
                  </a:lnTo>
                  <a:cubicBezTo>
                    <a:pt x="0" y="879"/>
                    <a:pt x="173" y="1066"/>
                    <a:pt x="404" y="1066"/>
                  </a:cubicBezTo>
                  <a:lnTo>
                    <a:pt x="4234" y="1066"/>
                  </a:lnTo>
                  <a:cubicBezTo>
                    <a:pt x="4450" y="1066"/>
                    <a:pt x="4638" y="879"/>
                    <a:pt x="4638" y="663"/>
                  </a:cubicBezTo>
                  <a:lnTo>
                    <a:pt x="4638" y="404"/>
                  </a:lnTo>
                  <a:cubicBezTo>
                    <a:pt x="4638" y="173"/>
                    <a:pt x="4450" y="0"/>
                    <a:pt x="42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42;p35">
              <a:extLst>
                <a:ext uri="{FF2B5EF4-FFF2-40B4-BE49-F238E27FC236}">
                  <a16:creationId xmlns:a16="http://schemas.microsoft.com/office/drawing/2014/main" id="{0211B411-A145-30C0-C45A-DC06B84421E2}"/>
                </a:ext>
              </a:extLst>
            </p:cNvPr>
            <p:cNvSpPr/>
            <p:nvPr/>
          </p:nvSpPr>
          <p:spPr>
            <a:xfrm flipH="1">
              <a:off x="2378954" y="3179553"/>
              <a:ext cx="123206" cy="156369"/>
            </a:xfrm>
            <a:custGeom>
              <a:avLst/>
              <a:gdLst/>
              <a:ahLst/>
              <a:cxnLst/>
              <a:rect l="l" t="t" r="r" b="b"/>
              <a:pathLst>
                <a:path w="3314" h="4206" extrusionOk="0">
                  <a:moveTo>
                    <a:pt x="793" y="1"/>
                  </a:moveTo>
                  <a:cubicBezTo>
                    <a:pt x="361" y="1"/>
                    <a:pt x="1" y="361"/>
                    <a:pt x="1" y="793"/>
                  </a:cubicBezTo>
                  <a:lnTo>
                    <a:pt x="1" y="3414"/>
                  </a:lnTo>
                  <a:cubicBezTo>
                    <a:pt x="1" y="3860"/>
                    <a:pt x="361" y="4206"/>
                    <a:pt x="793" y="4206"/>
                  </a:cubicBezTo>
                  <a:lnTo>
                    <a:pt x="2521" y="4206"/>
                  </a:lnTo>
                  <a:cubicBezTo>
                    <a:pt x="2953" y="4206"/>
                    <a:pt x="3313" y="3860"/>
                    <a:pt x="3313" y="3414"/>
                  </a:cubicBezTo>
                  <a:lnTo>
                    <a:pt x="3313" y="793"/>
                  </a:lnTo>
                  <a:cubicBezTo>
                    <a:pt x="3313" y="361"/>
                    <a:pt x="2953" y="1"/>
                    <a:pt x="252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43;p35">
              <a:extLst>
                <a:ext uri="{FF2B5EF4-FFF2-40B4-BE49-F238E27FC236}">
                  <a16:creationId xmlns:a16="http://schemas.microsoft.com/office/drawing/2014/main" id="{F280BAAA-9B93-C11B-B09D-3BFF47074D32}"/>
                </a:ext>
              </a:extLst>
            </p:cNvPr>
            <p:cNvSpPr/>
            <p:nvPr/>
          </p:nvSpPr>
          <p:spPr>
            <a:xfrm flipH="1">
              <a:off x="2065213" y="3069248"/>
              <a:ext cx="235073" cy="337349"/>
            </a:xfrm>
            <a:custGeom>
              <a:avLst/>
              <a:gdLst/>
              <a:ahLst/>
              <a:cxnLst/>
              <a:rect l="l" t="t" r="r" b="b"/>
              <a:pathLst>
                <a:path w="6323" h="9074" extrusionOk="0">
                  <a:moveTo>
                    <a:pt x="1426" y="1"/>
                  </a:moveTo>
                  <a:lnTo>
                    <a:pt x="1426" y="1182"/>
                  </a:lnTo>
                  <a:cubicBezTo>
                    <a:pt x="605" y="1283"/>
                    <a:pt x="0" y="1974"/>
                    <a:pt x="0" y="2795"/>
                  </a:cubicBezTo>
                  <a:lnTo>
                    <a:pt x="0" y="7432"/>
                  </a:lnTo>
                  <a:cubicBezTo>
                    <a:pt x="0" y="8339"/>
                    <a:pt x="735" y="9074"/>
                    <a:pt x="1642" y="9074"/>
                  </a:cubicBezTo>
                  <a:lnTo>
                    <a:pt x="4680" y="9074"/>
                  </a:lnTo>
                  <a:cubicBezTo>
                    <a:pt x="5588" y="9074"/>
                    <a:pt x="6322" y="8339"/>
                    <a:pt x="6322" y="7432"/>
                  </a:cubicBezTo>
                  <a:lnTo>
                    <a:pt x="6322" y="2795"/>
                  </a:lnTo>
                  <a:cubicBezTo>
                    <a:pt x="6322" y="1974"/>
                    <a:pt x="5703" y="1283"/>
                    <a:pt x="4896" y="1182"/>
                  </a:cubicBezTo>
                  <a:lnTo>
                    <a:pt x="48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44;p35">
              <a:extLst>
                <a:ext uri="{FF2B5EF4-FFF2-40B4-BE49-F238E27FC236}">
                  <a16:creationId xmlns:a16="http://schemas.microsoft.com/office/drawing/2014/main" id="{9989642F-EAAD-FE70-2421-F191D740FC20}"/>
                </a:ext>
              </a:extLst>
            </p:cNvPr>
            <p:cNvSpPr/>
            <p:nvPr/>
          </p:nvSpPr>
          <p:spPr>
            <a:xfrm flipH="1">
              <a:off x="2118228" y="3069248"/>
              <a:ext cx="129080" cy="43944"/>
            </a:xfrm>
            <a:custGeom>
              <a:avLst/>
              <a:gdLst/>
              <a:ahLst/>
              <a:cxnLst/>
              <a:rect l="l" t="t" r="r" b="b"/>
              <a:pathLst>
                <a:path w="3472" h="1182" extrusionOk="0">
                  <a:moveTo>
                    <a:pt x="1" y="1"/>
                  </a:moveTo>
                  <a:lnTo>
                    <a:pt x="1" y="1182"/>
                  </a:lnTo>
                  <a:lnTo>
                    <a:pt x="3471" y="1182"/>
                  </a:lnTo>
                  <a:lnTo>
                    <a:pt x="3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45;p35">
              <a:extLst>
                <a:ext uri="{FF2B5EF4-FFF2-40B4-BE49-F238E27FC236}">
                  <a16:creationId xmlns:a16="http://schemas.microsoft.com/office/drawing/2014/main" id="{A961FA0B-2AF5-7EA7-B120-579D914FC423}"/>
                </a:ext>
              </a:extLst>
            </p:cNvPr>
            <p:cNvSpPr/>
            <p:nvPr/>
          </p:nvSpPr>
          <p:spPr>
            <a:xfrm flipH="1">
              <a:off x="2096814" y="3049990"/>
              <a:ext cx="172429" cy="39668"/>
            </a:xfrm>
            <a:custGeom>
              <a:avLst/>
              <a:gdLst/>
              <a:ahLst/>
              <a:cxnLst/>
              <a:rect l="l" t="t" r="r" b="b"/>
              <a:pathLst>
                <a:path w="4638" h="1067" extrusionOk="0">
                  <a:moveTo>
                    <a:pt x="404" y="0"/>
                  </a:moveTo>
                  <a:cubicBezTo>
                    <a:pt x="188" y="0"/>
                    <a:pt x="0" y="173"/>
                    <a:pt x="0" y="404"/>
                  </a:cubicBezTo>
                  <a:lnTo>
                    <a:pt x="0" y="663"/>
                  </a:lnTo>
                  <a:cubicBezTo>
                    <a:pt x="0" y="879"/>
                    <a:pt x="188" y="1066"/>
                    <a:pt x="404" y="1066"/>
                  </a:cubicBezTo>
                  <a:lnTo>
                    <a:pt x="4234" y="1066"/>
                  </a:lnTo>
                  <a:cubicBezTo>
                    <a:pt x="4465" y="1066"/>
                    <a:pt x="4638" y="879"/>
                    <a:pt x="4638" y="663"/>
                  </a:cubicBezTo>
                  <a:lnTo>
                    <a:pt x="4638" y="404"/>
                  </a:lnTo>
                  <a:cubicBezTo>
                    <a:pt x="4638" y="173"/>
                    <a:pt x="4465" y="0"/>
                    <a:pt x="42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46;p35">
              <a:extLst>
                <a:ext uri="{FF2B5EF4-FFF2-40B4-BE49-F238E27FC236}">
                  <a16:creationId xmlns:a16="http://schemas.microsoft.com/office/drawing/2014/main" id="{ED16545B-9C4B-C6C0-E05F-7DF8A7FE9087}"/>
                </a:ext>
              </a:extLst>
            </p:cNvPr>
            <p:cNvSpPr/>
            <p:nvPr/>
          </p:nvSpPr>
          <p:spPr>
            <a:xfrm flipH="1">
              <a:off x="2121426" y="3179553"/>
              <a:ext cx="123206" cy="156369"/>
            </a:xfrm>
            <a:custGeom>
              <a:avLst/>
              <a:gdLst/>
              <a:ahLst/>
              <a:cxnLst/>
              <a:rect l="l" t="t" r="r" b="b"/>
              <a:pathLst>
                <a:path w="3314" h="4206" extrusionOk="0">
                  <a:moveTo>
                    <a:pt x="793" y="1"/>
                  </a:moveTo>
                  <a:cubicBezTo>
                    <a:pt x="361" y="1"/>
                    <a:pt x="1" y="361"/>
                    <a:pt x="1" y="793"/>
                  </a:cubicBezTo>
                  <a:lnTo>
                    <a:pt x="1" y="3414"/>
                  </a:lnTo>
                  <a:cubicBezTo>
                    <a:pt x="1" y="3860"/>
                    <a:pt x="361" y="4206"/>
                    <a:pt x="793" y="4206"/>
                  </a:cubicBezTo>
                  <a:lnTo>
                    <a:pt x="2521" y="4206"/>
                  </a:lnTo>
                  <a:cubicBezTo>
                    <a:pt x="2953" y="4206"/>
                    <a:pt x="3313" y="3860"/>
                    <a:pt x="3313" y="3414"/>
                  </a:cubicBezTo>
                  <a:lnTo>
                    <a:pt x="3313" y="793"/>
                  </a:lnTo>
                  <a:cubicBezTo>
                    <a:pt x="3313" y="361"/>
                    <a:pt x="2953" y="1"/>
                    <a:pt x="252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47;p35">
              <a:extLst>
                <a:ext uri="{FF2B5EF4-FFF2-40B4-BE49-F238E27FC236}">
                  <a16:creationId xmlns:a16="http://schemas.microsoft.com/office/drawing/2014/main" id="{FFB175C7-8FC8-0AAD-778E-BFC752ACEF1B}"/>
                </a:ext>
              </a:extLst>
            </p:cNvPr>
            <p:cNvSpPr/>
            <p:nvPr/>
          </p:nvSpPr>
          <p:spPr>
            <a:xfrm flipH="1">
              <a:off x="1807685" y="3069248"/>
              <a:ext cx="235073" cy="337349"/>
            </a:xfrm>
            <a:custGeom>
              <a:avLst/>
              <a:gdLst/>
              <a:ahLst/>
              <a:cxnLst/>
              <a:rect l="l" t="t" r="r" b="b"/>
              <a:pathLst>
                <a:path w="6323" h="9074" extrusionOk="0">
                  <a:moveTo>
                    <a:pt x="1426" y="1"/>
                  </a:moveTo>
                  <a:lnTo>
                    <a:pt x="1426" y="1182"/>
                  </a:lnTo>
                  <a:cubicBezTo>
                    <a:pt x="619" y="1283"/>
                    <a:pt x="0" y="1974"/>
                    <a:pt x="0" y="2795"/>
                  </a:cubicBezTo>
                  <a:lnTo>
                    <a:pt x="0" y="7432"/>
                  </a:lnTo>
                  <a:cubicBezTo>
                    <a:pt x="0" y="8339"/>
                    <a:pt x="735" y="9074"/>
                    <a:pt x="1642" y="9074"/>
                  </a:cubicBezTo>
                  <a:lnTo>
                    <a:pt x="4680" y="9074"/>
                  </a:lnTo>
                  <a:cubicBezTo>
                    <a:pt x="5588" y="9074"/>
                    <a:pt x="6322" y="8339"/>
                    <a:pt x="6322" y="7432"/>
                  </a:cubicBezTo>
                  <a:lnTo>
                    <a:pt x="6322" y="2795"/>
                  </a:lnTo>
                  <a:cubicBezTo>
                    <a:pt x="6322" y="1974"/>
                    <a:pt x="5717" y="1283"/>
                    <a:pt x="4896" y="1182"/>
                  </a:cubicBezTo>
                  <a:lnTo>
                    <a:pt x="48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48;p35">
              <a:extLst>
                <a:ext uri="{FF2B5EF4-FFF2-40B4-BE49-F238E27FC236}">
                  <a16:creationId xmlns:a16="http://schemas.microsoft.com/office/drawing/2014/main" id="{1AA2FB79-4183-03AA-0563-837EBF766CBB}"/>
                </a:ext>
              </a:extLst>
            </p:cNvPr>
            <p:cNvSpPr/>
            <p:nvPr/>
          </p:nvSpPr>
          <p:spPr>
            <a:xfrm flipH="1">
              <a:off x="1860700" y="3069248"/>
              <a:ext cx="129080" cy="43944"/>
            </a:xfrm>
            <a:custGeom>
              <a:avLst/>
              <a:gdLst/>
              <a:ahLst/>
              <a:cxnLst/>
              <a:rect l="l" t="t" r="r" b="b"/>
              <a:pathLst>
                <a:path w="3472" h="1182" extrusionOk="0">
                  <a:moveTo>
                    <a:pt x="1" y="1"/>
                  </a:moveTo>
                  <a:lnTo>
                    <a:pt x="1" y="1182"/>
                  </a:lnTo>
                  <a:lnTo>
                    <a:pt x="3471" y="1182"/>
                  </a:lnTo>
                  <a:lnTo>
                    <a:pt x="3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49;p35">
              <a:extLst>
                <a:ext uri="{FF2B5EF4-FFF2-40B4-BE49-F238E27FC236}">
                  <a16:creationId xmlns:a16="http://schemas.microsoft.com/office/drawing/2014/main" id="{581B360D-1A69-76D3-CE18-B96CE1E415EA}"/>
                </a:ext>
              </a:extLst>
            </p:cNvPr>
            <p:cNvSpPr/>
            <p:nvPr/>
          </p:nvSpPr>
          <p:spPr>
            <a:xfrm flipH="1">
              <a:off x="1838765" y="3049990"/>
              <a:ext cx="172950" cy="39668"/>
            </a:xfrm>
            <a:custGeom>
              <a:avLst/>
              <a:gdLst/>
              <a:ahLst/>
              <a:cxnLst/>
              <a:rect l="l" t="t" r="r" b="b"/>
              <a:pathLst>
                <a:path w="4652" h="1067" extrusionOk="0">
                  <a:moveTo>
                    <a:pt x="418" y="0"/>
                  </a:moveTo>
                  <a:cubicBezTo>
                    <a:pt x="188" y="0"/>
                    <a:pt x="0" y="173"/>
                    <a:pt x="0" y="404"/>
                  </a:cubicBezTo>
                  <a:lnTo>
                    <a:pt x="0" y="663"/>
                  </a:lnTo>
                  <a:cubicBezTo>
                    <a:pt x="0" y="879"/>
                    <a:pt x="188" y="1066"/>
                    <a:pt x="418" y="1066"/>
                  </a:cubicBezTo>
                  <a:lnTo>
                    <a:pt x="4249" y="1066"/>
                  </a:lnTo>
                  <a:cubicBezTo>
                    <a:pt x="4465" y="1066"/>
                    <a:pt x="4652" y="879"/>
                    <a:pt x="4652" y="663"/>
                  </a:cubicBezTo>
                  <a:lnTo>
                    <a:pt x="4652" y="404"/>
                  </a:lnTo>
                  <a:cubicBezTo>
                    <a:pt x="4652" y="173"/>
                    <a:pt x="4465" y="0"/>
                    <a:pt x="424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50;p35">
              <a:extLst>
                <a:ext uri="{FF2B5EF4-FFF2-40B4-BE49-F238E27FC236}">
                  <a16:creationId xmlns:a16="http://schemas.microsoft.com/office/drawing/2014/main" id="{14E91CD2-0A37-31C0-57BF-EDE76CE8B404}"/>
                </a:ext>
              </a:extLst>
            </p:cNvPr>
            <p:cNvSpPr/>
            <p:nvPr/>
          </p:nvSpPr>
          <p:spPr>
            <a:xfrm flipH="1">
              <a:off x="1863897" y="3179553"/>
              <a:ext cx="122649" cy="156369"/>
            </a:xfrm>
            <a:custGeom>
              <a:avLst/>
              <a:gdLst/>
              <a:ahLst/>
              <a:cxnLst/>
              <a:rect l="l" t="t" r="r" b="b"/>
              <a:pathLst>
                <a:path w="3299" h="4206" extrusionOk="0">
                  <a:moveTo>
                    <a:pt x="792" y="1"/>
                  </a:moveTo>
                  <a:cubicBezTo>
                    <a:pt x="346" y="1"/>
                    <a:pt x="0" y="361"/>
                    <a:pt x="0" y="793"/>
                  </a:cubicBezTo>
                  <a:lnTo>
                    <a:pt x="0" y="3414"/>
                  </a:lnTo>
                  <a:cubicBezTo>
                    <a:pt x="0" y="3860"/>
                    <a:pt x="346" y="4206"/>
                    <a:pt x="792" y="4206"/>
                  </a:cubicBezTo>
                  <a:lnTo>
                    <a:pt x="2520" y="4206"/>
                  </a:lnTo>
                  <a:cubicBezTo>
                    <a:pt x="2952" y="4206"/>
                    <a:pt x="3298" y="3860"/>
                    <a:pt x="3298" y="3414"/>
                  </a:cubicBezTo>
                  <a:lnTo>
                    <a:pt x="3298" y="793"/>
                  </a:lnTo>
                  <a:cubicBezTo>
                    <a:pt x="3298" y="361"/>
                    <a:pt x="2952" y="1"/>
                    <a:pt x="2520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51;p35">
              <a:extLst>
                <a:ext uri="{FF2B5EF4-FFF2-40B4-BE49-F238E27FC236}">
                  <a16:creationId xmlns:a16="http://schemas.microsoft.com/office/drawing/2014/main" id="{6FF7F82F-8CC5-ED00-5BF9-8FEB9F636013}"/>
                </a:ext>
              </a:extLst>
            </p:cNvPr>
            <p:cNvSpPr/>
            <p:nvPr/>
          </p:nvSpPr>
          <p:spPr>
            <a:xfrm flipH="1">
              <a:off x="2238163" y="4405109"/>
              <a:ext cx="26805" cy="551491"/>
            </a:xfrm>
            <a:custGeom>
              <a:avLst/>
              <a:gdLst/>
              <a:ahLst/>
              <a:cxnLst/>
              <a:rect l="l" t="t" r="r" b="b"/>
              <a:pathLst>
                <a:path w="721" h="14834" extrusionOk="0">
                  <a:moveTo>
                    <a:pt x="332" y="0"/>
                  </a:moveTo>
                  <a:cubicBezTo>
                    <a:pt x="145" y="0"/>
                    <a:pt x="1" y="144"/>
                    <a:pt x="1" y="331"/>
                  </a:cubicBezTo>
                  <a:lnTo>
                    <a:pt x="58" y="14488"/>
                  </a:lnTo>
                  <a:cubicBezTo>
                    <a:pt x="58" y="14675"/>
                    <a:pt x="202" y="14833"/>
                    <a:pt x="389" y="14833"/>
                  </a:cubicBezTo>
                  <a:cubicBezTo>
                    <a:pt x="577" y="14833"/>
                    <a:pt x="721" y="14675"/>
                    <a:pt x="721" y="14488"/>
                  </a:cubicBezTo>
                  <a:lnTo>
                    <a:pt x="663" y="331"/>
                  </a:lnTo>
                  <a:cubicBezTo>
                    <a:pt x="663" y="144"/>
                    <a:pt x="519" y="0"/>
                    <a:pt x="33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52;p35">
              <a:extLst>
                <a:ext uri="{FF2B5EF4-FFF2-40B4-BE49-F238E27FC236}">
                  <a16:creationId xmlns:a16="http://schemas.microsoft.com/office/drawing/2014/main" id="{36974A29-CE6A-AA71-226A-F96AB54F8D49}"/>
                </a:ext>
              </a:extLst>
            </p:cNvPr>
            <p:cNvSpPr/>
            <p:nvPr/>
          </p:nvSpPr>
          <p:spPr>
            <a:xfrm flipH="1">
              <a:off x="2048521" y="4481212"/>
              <a:ext cx="405458" cy="398803"/>
            </a:xfrm>
            <a:custGeom>
              <a:avLst/>
              <a:gdLst/>
              <a:ahLst/>
              <a:cxnLst/>
              <a:rect l="l" t="t" r="r" b="b"/>
              <a:pathLst>
                <a:path w="10906" h="10727" extrusionOk="0">
                  <a:moveTo>
                    <a:pt x="10427" y="0"/>
                  </a:moveTo>
                  <a:cubicBezTo>
                    <a:pt x="10350" y="0"/>
                    <a:pt x="10270" y="29"/>
                    <a:pt x="10197" y="99"/>
                  </a:cubicBezTo>
                  <a:lnTo>
                    <a:pt x="217" y="10151"/>
                  </a:lnTo>
                  <a:cubicBezTo>
                    <a:pt x="1" y="10367"/>
                    <a:pt x="159" y="10727"/>
                    <a:pt x="462" y="10727"/>
                  </a:cubicBezTo>
                  <a:cubicBezTo>
                    <a:pt x="548" y="10727"/>
                    <a:pt x="635" y="10684"/>
                    <a:pt x="692" y="10626"/>
                  </a:cubicBezTo>
                  <a:lnTo>
                    <a:pt x="10672" y="574"/>
                  </a:lnTo>
                  <a:cubicBezTo>
                    <a:pt x="10905" y="330"/>
                    <a:pt x="10685" y="0"/>
                    <a:pt x="1042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53;p35">
              <a:extLst>
                <a:ext uri="{FF2B5EF4-FFF2-40B4-BE49-F238E27FC236}">
                  <a16:creationId xmlns:a16="http://schemas.microsoft.com/office/drawing/2014/main" id="{DA2070A8-8AB4-BD51-C5E9-5DE1AE22E08C}"/>
                </a:ext>
              </a:extLst>
            </p:cNvPr>
            <p:cNvSpPr/>
            <p:nvPr/>
          </p:nvSpPr>
          <p:spPr>
            <a:xfrm flipH="1">
              <a:off x="1971526" y="4666913"/>
              <a:ext cx="560079" cy="27325"/>
            </a:xfrm>
            <a:custGeom>
              <a:avLst/>
              <a:gdLst/>
              <a:ahLst/>
              <a:cxnLst/>
              <a:rect l="l" t="t" r="r" b="b"/>
              <a:pathLst>
                <a:path w="15065" h="735" extrusionOk="0">
                  <a:moveTo>
                    <a:pt x="14618" y="0"/>
                  </a:moveTo>
                  <a:lnTo>
                    <a:pt x="447" y="58"/>
                  </a:lnTo>
                  <a:cubicBezTo>
                    <a:pt x="1" y="58"/>
                    <a:pt x="1" y="735"/>
                    <a:pt x="447" y="735"/>
                  </a:cubicBezTo>
                  <a:lnTo>
                    <a:pt x="14618" y="677"/>
                  </a:lnTo>
                  <a:cubicBezTo>
                    <a:pt x="15064" y="677"/>
                    <a:pt x="15064" y="0"/>
                    <a:pt x="14618" y="0"/>
                  </a:cubicBezTo>
                  <a:close/>
                </a:path>
              </a:pathLst>
            </a:custGeom>
            <a:solidFill>
              <a:srgbClr val="C0D5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54;p35">
              <a:extLst>
                <a:ext uri="{FF2B5EF4-FFF2-40B4-BE49-F238E27FC236}">
                  <a16:creationId xmlns:a16="http://schemas.microsoft.com/office/drawing/2014/main" id="{0C51A684-BFAE-FA53-B04A-4BF117529F2C}"/>
                </a:ext>
              </a:extLst>
            </p:cNvPr>
            <p:cNvSpPr/>
            <p:nvPr/>
          </p:nvSpPr>
          <p:spPr>
            <a:xfrm flipH="1">
              <a:off x="2048074" y="4482587"/>
              <a:ext cx="407986" cy="395829"/>
            </a:xfrm>
            <a:custGeom>
              <a:avLst/>
              <a:gdLst/>
              <a:ahLst/>
              <a:cxnLst/>
              <a:rect l="l" t="t" r="r" b="b"/>
              <a:pathLst>
                <a:path w="10974" h="10647" extrusionOk="0">
                  <a:moveTo>
                    <a:pt x="472" y="1"/>
                  </a:moveTo>
                  <a:cubicBezTo>
                    <a:pt x="216" y="1"/>
                    <a:pt x="1" y="337"/>
                    <a:pt x="244" y="580"/>
                  </a:cubicBezTo>
                  <a:lnTo>
                    <a:pt x="10296" y="10560"/>
                  </a:lnTo>
                  <a:cubicBezTo>
                    <a:pt x="10354" y="10618"/>
                    <a:pt x="10440" y="10647"/>
                    <a:pt x="10527" y="10647"/>
                  </a:cubicBezTo>
                  <a:cubicBezTo>
                    <a:pt x="10829" y="10647"/>
                    <a:pt x="10973" y="10287"/>
                    <a:pt x="10757" y="10071"/>
                  </a:cubicBezTo>
                  <a:lnTo>
                    <a:pt x="705" y="105"/>
                  </a:lnTo>
                  <a:cubicBezTo>
                    <a:pt x="631" y="31"/>
                    <a:pt x="550" y="1"/>
                    <a:pt x="47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55;p35">
              <a:extLst>
                <a:ext uri="{FF2B5EF4-FFF2-40B4-BE49-F238E27FC236}">
                  <a16:creationId xmlns:a16="http://schemas.microsoft.com/office/drawing/2014/main" id="{E8F4E81D-4505-D2AD-231D-A5C2D1EC446D}"/>
                </a:ext>
              </a:extLst>
            </p:cNvPr>
            <p:cNvSpPr/>
            <p:nvPr/>
          </p:nvSpPr>
          <p:spPr>
            <a:xfrm flipH="1">
              <a:off x="1988144" y="4417415"/>
              <a:ext cx="547216" cy="526545"/>
            </a:xfrm>
            <a:custGeom>
              <a:avLst/>
              <a:gdLst/>
              <a:ahLst/>
              <a:cxnLst/>
              <a:rect l="l" t="t" r="r" b="b"/>
              <a:pathLst>
                <a:path w="14719" h="14163" extrusionOk="0">
                  <a:moveTo>
                    <a:pt x="7597" y="2174"/>
                  </a:moveTo>
                  <a:cubicBezTo>
                    <a:pt x="10114" y="2174"/>
                    <a:pt x="12530" y="4131"/>
                    <a:pt x="12530" y="7086"/>
                  </a:cubicBezTo>
                  <a:cubicBezTo>
                    <a:pt x="12530" y="9779"/>
                    <a:pt x="10341" y="11982"/>
                    <a:pt x="7634" y="11982"/>
                  </a:cubicBezTo>
                  <a:cubicBezTo>
                    <a:pt x="3270" y="11982"/>
                    <a:pt x="1095" y="6697"/>
                    <a:pt x="4177" y="3615"/>
                  </a:cubicBezTo>
                  <a:cubicBezTo>
                    <a:pt x="5173" y="2620"/>
                    <a:pt x="6396" y="2174"/>
                    <a:pt x="7597" y="2174"/>
                  </a:cubicBezTo>
                  <a:close/>
                  <a:moveTo>
                    <a:pt x="7634" y="0"/>
                  </a:moveTo>
                  <a:cubicBezTo>
                    <a:pt x="4768" y="0"/>
                    <a:pt x="2190" y="1728"/>
                    <a:pt x="1095" y="4378"/>
                  </a:cubicBezTo>
                  <a:cubicBezTo>
                    <a:pt x="1" y="7014"/>
                    <a:pt x="606" y="10067"/>
                    <a:pt x="2622" y="12083"/>
                  </a:cubicBezTo>
                  <a:cubicBezTo>
                    <a:pt x="3981" y="13442"/>
                    <a:pt x="5791" y="14162"/>
                    <a:pt x="7634" y="14162"/>
                  </a:cubicBezTo>
                  <a:cubicBezTo>
                    <a:pt x="8545" y="14162"/>
                    <a:pt x="9464" y="13986"/>
                    <a:pt x="10341" y="13624"/>
                  </a:cubicBezTo>
                  <a:cubicBezTo>
                    <a:pt x="12991" y="12529"/>
                    <a:pt x="14719" y="9952"/>
                    <a:pt x="14719" y="7086"/>
                  </a:cubicBezTo>
                  <a:cubicBezTo>
                    <a:pt x="14719" y="3169"/>
                    <a:pt x="11551" y="0"/>
                    <a:pt x="7634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56;p35">
              <a:extLst>
                <a:ext uri="{FF2B5EF4-FFF2-40B4-BE49-F238E27FC236}">
                  <a16:creationId xmlns:a16="http://schemas.microsoft.com/office/drawing/2014/main" id="{6F2CAE59-DE80-CFBD-E4F9-BE516BF4E436}"/>
                </a:ext>
              </a:extLst>
            </p:cNvPr>
            <p:cNvSpPr/>
            <p:nvPr/>
          </p:nvSpPr>
          <p:spPr>
            <a:xfrm flipH="1">
              <a:off x="1937248" y="4398306"/>
              <a:ext cx="610417" cy="566845"/>
            </a:xfrm>
            <a:custGeom>
              <a:avLst/>
              <a:gdLst/>
              <a:ahLst/>
              <a:cxnLst/>
              <a:rect l="l" t="t" r="r" b="b"/>
              <a:pathLst>
                <a:path w="16419" h="15247" extrusionOk="0">
                  <a:moveTo>
                    <a:pt x="7965" y="1090"/>
                  </a:moveTo>
                  <a:cubicBezTo>
                    <a:pt x="8829" y="1090"/>
                    <a:pt x="9693" y="1263"/>
                    <a:pt x="10499" y="1594"/>
                  </a:cubicBezTo>
                  <a:cubicBezTo>
                    <a:pt x="13567" y="2890"/>
                    <a:pt x="15151" y="6304"/>
                    <a:pt x="14172" y="9486"/>
                  </a:cubicBezTo>
                  <a:cubicBezTo>
                    <a:pt x="13322" y="12246"/>
                    <a:pt x="10774" y="14052"/>
                    <a:pt x="7990" y="14052"/>
                  </a:cubicBezTo>
                  <a:cubicBezTo>
                    <a:pt x="7563" y="14052"/>
                    <a:pt x="7130" y="14010"/>
                    <a:pt x="6697" y="13922"/>
                  </a:cubicBezTo>
                  <a:cubicBezTo>
                    <a:pt x="3428" y="13259"/>
                    <a:pt x="1196" y="10249"/>
                    <a:pt x="1527" y="6937"/>
                  </a:cubicBezTo>
                  <a:cubicBezTo>
                    <a:pt x="1844" y="3625"/>
                    <a:pt x="4638" y="1090"/>
                    <a:pt x="7965" y="1090"/>
                  </a:cubicBezTo>
                  <a:close/>
                  <a:moveTo>
                    <a:pt x="7993" y="1"/>
                  </a:moveTo>
                  <a:cubicBezTo>
                    <a:pt x="7489" y="1"/>
                    <a:pt x="6978" y="51"/>
                    <a:pt x="6467" y="154"/>
                  </a:cubicBezTo>
                  <a:cubicBezTo>
                    <a:pt x="2622" y="917"/>
                    <a:pt x="1" y="4475"/>
                    <a:pt x="389" y="8377"/>
                  </a:cubicBezTo>
                  <a:cubicBezTo>
                    <a:pt x="764" y="12266"/>
                    <a:pt x="4047" y="15247"/>
                    <a:pt x="7965" y="15247"/>
                  </a:cubicBezTo>
                  <a:cubicBezTo>
                    <a:pt x="8987" y="15247"/>
                    <a:pt x="9995" y="15045"/>
                    <a:pt x="10946" y="14642"/>
                  </a:cubicBezTo>
                  <a:cubicBezTo>
                    <a:pt x="14546" y="13130"/>
                    <a:pt x="16418" y="9112"/>
                    <a:pt x="15266" y="5367"/>
                  </a:cubicBezTo>
                  <a:cubicBezTo>
                    <a:pt x="14267" y="2121"/>
                    <a:pt x="11277" y="1"/>
                    <a:pt x="799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57;p35">
              <a:extLst>
                <a:ext uri="{FF2B5EF4-FFF2-40B4-BE49-F238E27FC236}">
                  <a16:creationId xmlns:a16="http://schemas.microsoft.com/office/drawing/2014/main" id="{CD709B58-4025-039A-4C81-1EF0E930B3FE}"/>
                </a:ext>
              </a:extLst>
            </p:cNvPr>
            <p:cNvSpPr/>
            <p:nvPr/>
          </p:nvSpPr>
          <p:spPr>
            <a:xfrm flipH="1">
              <a:off x="2166410" y="4617096"/>
              <a:ext cx="148896" cy="127556"/>
            </a:xfrm>
            <a:custGeom>
              <a:avLst/>
              <a:gdLst/>
              <a:ahLst/>
              <a:cxnLst/>
              <a:rect l="l" t="t" r="r" b="b"/>
              <a:pathLst>
                <a:path w="4005" h="3431" extrusionOk="0">
                  <a:moveTo>
                    <a:pt x="1715" y="1"/>
                  </a:moveTo>
                  <a:cubicBezTo>
                    <a:pt x="764" y="1"/>
                    <a:pt x="1" y="764"/>
                    <a:pt x="1" y="1715"/>
                  </a:cubicBezTo>
                  <a:cubicBezTo>
                    <a:pt x="1" y="2747"/>
                    <a:pt x="844" y="3430"/>
                    <a:pt x="1724" y="3430"/>
                  </a:cubicBezTo>
                  <a:cubicBezTo>
                    <a:pt x="2145" y="3430"/>
                    <a:pt x="2575" y="3274"/>
                    <a:pt x="2924" y="2924"/>
                  </a:cubicBezTo>
                  <a:cubicBezTo>
                    <a:pt x="4004" y="1844"/>
                    <a:pt x="3241" y="1"/>
                    <a:pt x="171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58;p35">
              <a:extLst>
                <a:ext uri="{FF2B5EF4-FFF2-40B4-BE49-F238E27FC236}">
                  <a16:creationId xmlns:a16="http://schemas.microsoft.com/office/drawing/2014/main" id="{1B1B4949-8F07-47C3-3C2E-1FD61DA9DD45}"/>
                </a:ext>
              </a:extLst>
            </p:cNvPr>
            <p:cNvSpPr/>
            <p:nvPr/>
          </p:nvSpPr>
          <p:spPr>
            <a:xfrm flipH="1">
              <a:off x="1038334" y="3061217"/>
              <a:ext cx="596996" cy="477099"/>
            </a:xfrm>
            <a:custGeom>
              <a:avLst/>
              <a:gdLst/>
              <a:ahLst/>
              <a:cxnLst/>
              <a:rect l="l" t="t" r="r" b="b"/>
              <a:pathLst>
                <a:path w="16058" h="12833" extrusionOk="0">
                  <a:moveTo>
                    <a:pt x="3932" y="1"/>
                  </a:moveTo>
                  <a:cubicBezTo>
                    <a:pt x="1772" y="1"/>
                    <a:pt x="0" y="1758"/>
                    <a:pt x="0" y="3932"/>
                  </a:cubicBezTo>
                  <a:lnTo>
                    <a:pt x="0" y="12832"/>
                  </a:lnTo>
                  <a:lnTo>
                    <a:pt x="1685" y="12832"/>
                  </a:lnTo>
                  <a:lnTo>
                    <a:pt x="1685" y="3932"/>
                  </a:lnTo>
                  <a:cubicBezTo>
                    <a:pt x="1685" y="2694"/>
                    <a:pt x="2693" y="1686"/>
                    <a:pt x="3932" y="1686"/>
                  </a:cubicBezTo>
                  <a:lnTo>
                    <a:pt x="15208" y="1686"/>
                  </a:lnTo>
                  <a:cubicBezTo>
                    <a:pt x="15669" y="1686"/>
                    <a:pt x="16058" y="1311"/>
                    <a:pt x="16058" y="850"/>
                  </a:cubicBezTo>
                  <a:cubicBezTo>
                    <a:pt x="16058" y="375"/>
                    <a:pt x="15669" y="1"/>
                    <a:pt x="15208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59;p35">
              <a:extLst>
                <a:ext uri="{FF2B5EF4-FFF2-40B4-BE49-F238E27FC236}">
                  <a16:creationId xmlns:a16="http://schemas.microsoft.com/office/drawing/2014/main" id="{10A3BA88-2C74-D6C5-B99E-559C33E07AAE}"/>
                </a:ext>
              </a:extLst>
            </p:cNvPr>
            <p:cNvSpPr/>
            <p:nvPr/>
          </p:nvSpPr>
          <p:spPr>
            <a:xfrm flipH="1">
              <a:off x="1241769" y="3252384"/>
              <a:ext cx="651090" cy="140308"/>
            </a:xfrm>
            <a:custGeom>
              <a:avLst/>
              <a:gdLst/>
              <a:ahLst/>
              <a:cxnLst/>
              <a:rect l="l" t="t" r="r" b="b"/>
              <a:pathLst>
                <a:path w="17513" h="3774" extrusionOk="0">
                  <a:moveTo>
                    <a:pt x="1037" y="0"/>
                  </a:moveTo>
                  <a:cubicBezTo>
                    <a:pt x="461" y="0"/>
                    <a:pt x="0" y="461"/>
                    <a:pt x="0" y="1051"/>
                  </a:cubicBezTo>
                  <a:lnTo>
                    <a:pt x="0" y="2736"/>
                  </a:lnTo>
                  <a:cubicBezTo>
                    <a:pt x="0" y="3312"/>
                    <a:pt x="461" y="3773"/>
                    <a:pt x="1037" y="3773"/>
                  </a:cubicBezTo>
                  <a:lnTo>
                    <a:pt x="16461" y="3773"/>
                  </a:lnTo>
                  <a:cubicBezTo>
                    <a:pt x="17052" y="3773"/>
                    <a:pt x="17512" y="3312"/>
                    <a:pt x="17512" y="2736"/>
                  </a:cubicBezTo>
                  <a:lnTo>
                    <a:pt x="17512" y="1051"/>
                  </a:lnTo>
                  <a:cubicBezTo>
                    <a:pt x="17512" y="461"/>
                    <a:pt x="17052" y="0"/>
                    <a:pt x="1646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60;p35">
              <a:extLst>
                <a:ext uri="{FF2B5EF4-FFF2-40B4-BE49-F238E27FC236}">
                  <a16:creationId xmlns:a16="http://schemas.microsoft.com/office/drawing/2014/main" id="{43B3128F-2B20-5CAD-BD6D-4CB6B5A39289}"/>
                </a:ext>
              </a:extLst>
            </p:cNvPr>
            <p:cNvSpPr/>
            <p:nvPr/>
          </p:nvSpPr>
          <p:spPr>
            <a:xfrm flipH="1">
              <a:off x="1160387" y="3068727"/>
              <a:ext cx="171388" cy="119228"/>
            </a:xfrm>
            <a:custGeom>
              <a:avLst/>
              <a:gdLst/>
              <a:ahLst/>
              <a:cxnLst/>
              <a:rect l="l" t="t" r="r" b="b"/>
              <a:pathLst>
                <a:path w="4610" h="3207" extrusionOk="0">
                  <a:moveTo>
                    <a:pt x="1427" y="0"/>
                  </a:moveTo>
                  <a:cubicBezTo>
                    <a:pt x="1311" y="0"/>
                    <a:pt x="1182" y="29"/>
                    <a:pt x="1095" y="116"/>
                  </a:cubicBezTo>
                  <a:cubicBezTo>
                    <a:pt x="937" y="274"/>
                    <a:pt x="1" y="2621"/>
                    <a:pt x="44" y="2679"/>
                  </a:cubicBezTo>
                  <a:cubicBezTo>
                    <a:pt x="166" y="2814"/>
                    <a:pt x="421" y="2852"/>
                    <a:pt x="665" y="2852"/>
                  </a:cubicBezTo>
                  <a:cubicBezTo>
                    <a:pt x="967" y="2852"/>
                    <a:pt x="1254" y="2794"/>
                    <a:pt x="1254" y="2794"/>
                  </a:cubicBezTo>
                  <a:cubicBezTo>
                    <a:pt x="1254" y="2794"/>
                    <a:pt x="1686" y="3082"/>
                    <a:pt x="1888" y="3183"/>
                  </a:cubicBezTo>
                  <a:cubicBezTo>
                    <a:pt x="1918" y="3200"/>
                    <a:pt x="1951" y="3207"/>
                    <a:pt x="1983" y="3207"/>
                  </a:cubicBezTo>
                  <a:cubicBezTo>
                    <a:pt x="2180" y="3207"/>
                    <a:pt x="2392" y="2953"/>
                    <a:pt x="2392" y="2953"/>
                  </a:cubicBezTo>
                  <a:cubicBezTo>
                    <a:pt x="2608" y="3025"/>
                    <a:pt x="2824" y="3082"/>
                    <a:pt x="3040" y="3097"/>
                  </a:cubicBezTo>
                  <a:cubicBezTo>
                    <a:pt x="3155" y="3068"/>
                    <a:pt x="3342" y="2737"/>
                    <a:pt x="3342" y="2737"/>
                  </a:cubicBezTo>
                  <a:lnTo>
                    <a:pt x="3630" y="2780"/>
                  </a:lnTo>
                  <a:lnTo>
                    <a:pt x="4091" y="2866"/>
                  </a:lnTo>
                  <a:cubicBezTo>
                    <a:pt x="4221" y="2665"/>
                    <a:pt x="4321" y="2449"/>
                    <a:pt x="4393" y="2218"/>
                  </a:cubicBezTo>
                  <a:cubicBezTo>
                    <a:pt x="4437" y="1973"/>
                    <a:pt x="4609" y="879"/>
                    <a:pt x="4480" y="677"/>
                  </a:cubicBezTo>
                  <a:cubicBezTo>
                    <a:pt x="4404" y="602"/>
                    <a:pt x="4307" y="559"/>
                    <a:pt x="4197" y="559"/>
                  </a:cubicBezTo>
                  <a:cubicBezTo>
                    <a:pt x="4181" y="559"/>
                    <a:pt x="4165" y="560"/>
                    <a:pt x="4149" y="562"/>
                  </a:cubicBezTo>
                  <a:cubicBezTo>
                    <a:pt x="4127" y="560"/>
                    <a:pt x="4105" y="558"/>
                    <a:pt x="4084" y="558"/>
                  </a:cubicBezTo>
                  <a:cubicBezTo>
                    <a:pt x="3976" y="558"/>
                    <a:pt x="3870" y="588"/>
                    <a:pt x="3774" y="648"/>
                  </a:cubicBezTo>
                  <a:cubicBezTo>
                    <a:pt x="3688" y="721"/>
                    <a:pt x="3673" y="1383"/>
                    <a:pt x="3673" y="1441"/>
                  </a:cubicBezTo>
                  <a:cubicBezTo>
                    <a:pt x="3673" y="1441"/>
                    <a:pt x="3572" y="1239"/>
                    <a:pt x="3486" y="1081"/>
                  </a:cubicBezTo>
                  <a:cubicBezTo>
                    <a:pt x="3385" y="951"/>
                    <a:pt x="3227" y="865"/>
                    <a:pt x="3054" y="850"/>
                  </a:cubicBezTo>
                  <a:cubicBezTo>
                    <a:pt x="2996" y="836"/>
                    <a:pt x="2924" y="836"/>
                    <a:pt x="2852" y="821"/>
                  </a:cubicBezTo>
                  <a:cubicBezTo>
                    <a:pt x="2780" y="677"/>
                    <a:pt x="1931" y="677"/>
                    <a:pt x="1931" y="677"/>
                  </a:cubicBezTo>
                  <a:cubicBezTo>
                    <a:pt x="1945" y="519"/>
                    <a:pt x="1916" y="360"/>
                    <a:pt x="1873" y="216"/>
                  </a:cubicBezTo>
                  <a:cubicBezTo>
                    <a:pt x="1859" y="188"/>
                    <a:pt x="1844" y="159"/>
                    <a:pt x="1830" y="144"/>
                  </a:cubicBezTo>
                  <a:cubicBezTo>
                    <a:pt x="1715" y="44"/>
                    <a:pt x="1571" y="0"/>
                    <a:pt x="1427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61;p35">
              <a:extLst>
                <a:ext uri="{FF2B5EF4-FFF2-40B4-BE49-F238E27FC236}">
                  <a16:creationId xmlns:a16="http://schemas.microsoft.com/office/drawing/2014/main" id="{81E8DA55-0C51-CC92-AF18-C54B06551A43}"/>
                </a:ext>
              </a:extLst>
            </p:cNvPr>
            <p:cNvSpPr/>
            <p:nvPr/>
          </p:nvSpPr>
          <p:spPr>
            <a:xfrm flipH="1">
              <a:off x="1259428" y="3076757"/>
              <a:ext cx="21451" cy="71232"/>
            </a:xfrm>
            <a:custGeom>
              <a:avLst/>
              <a:gdLst/>
              <a:ahLst/>
              <a:cxnLst/>
              <a:rect l="l" t="t" r="r" b="b"/>
              <a:pathLst>
                <a:path w="577" h="1916" extrusionOk="0">
                  <a:moveTo>
                    <a:pt x="504" y="0"/>
                  </a:moveTo>
                  <a:cubicBezTo>
                    <a:pt x="432" y="188"/>
                    <a:pt x="274" y="447"/>
                    <a:pt x="158" y="821"/>
                  </a:cubicBezTo>
                  <a:cubicBezTo>
                    <a:pt x="29" y="1181"/>
                    <a:pt x="0" y="1556"/>
                    <a:pt x="58" y="1916"/>
                  </a:cubicBezTo>
                  <a:lnTo>
                    <a:pt x="562" y="461"/>
                  </a:lnTo>
                  <a:cubicBezTo>
                    <a:pt x="576" y="303"/>
                    <a:pt x="547" y="144"/>
                    <a:pt x="504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62;p35">
              <a:extLst>
                <a:ext uri="{FF2B5EF4-FFF2-40B4-BE49-F238E27FC236}">
                  <a16:creationId xmlns:a16="http://schemas.microsoft.com/office/drawing/2014/main" id="{EE6D9C06-43EC-2A0E-1096-384CAAC863AD}"/>
                </a:ext>
              </a:extLst>
            </p:cNvPr>
            <p:cNvSpPr/>
            <p:nvPr/>
          </p:nvSpPr>
          <p:spPr>
            <a:xfrm flipH="1">
              <a:off x="1212324" y="3099250"/>
              <a:ext cx="26805" cy="58926"/>
            </a:xfrm>
            <a:custGeom>
              <a:avLst/>
              <a:gdLst/>
              <a:ahLst/>
              <a:cxnLst/>
              <a:rect l="l" t="t" r="r" b="b"/>
              <a:pathLst>
                <a:path w="721" h="1585" extrusionOk="0">
                  <a:moveTo>
                    <a:pt x="360" y="0"/>
                  </a:moveTo>
                  <a:cubicBezTo>
                    <a:pt x="360" y="0"/>
                    <a:pt x="159" y="1037"/>
                    <a:pt x="0" y="1584"/>
                  </a:cubicBezTo>
                  <a:cubicBezTo>
                    <a:pt x="346" y="1138"/>
                    <a:pt x="720" y="879"/>
                    <a:pt x="562" y="29"/>
                  </a:cubicBezTo>
                  <a:cubicBezTo>
                    <a:pt x="504" y="15"/>
                    <a:pt x="432" y="15"/>
                    <a:pt x="360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63;p35">
              <a:extLst>
                <a:ext uri="{FF2B5EF4-FFF2-40B4-BE49-F238E27FC236}">
                  <a16:creationId xmlns:a16="http://schemas.microsoft.com/office/drawing/2014/main" id="{F4F96BDE-FC5E-23B6-951B-DC520A27FA2D}"/>
                </a:ext>
              </a:extLst>
            </p:cNvPr>
            <p:cNvSpPr/>
            <p:nvPr/>
          </p:nvSpPr>
          <p:spPr>
            <a:xfrm flipH="1">
              <a:off x="1180240" y="3092744"/>
              <a:ext cx="27288" cy="79337"/>
            </a:xfrm>
            <a:custGeom>
              <a:avLst/>
              <a:gdLst/>
              <a:ahLst/>
              <a:cxnLst/>
              <a:rect l="l" t="t" r="r" b="b"/>
              <a:pathLst>
                <a:path w="734" h="2134" extrusionOk="0">
                  <a:moveTo>
                    <a:pt x="435" y="1"/>
                  </a:moveTo>
                  <a:cubicBezTo>
                    <a:pt x="434" y="1"/>
                    <a:pt x="433" y="1"/>
                    <a:pt x="432" y="2"/>
                  </a:cubicBezTo>
                  <a:cubicBezTo>
                    <a:pt x="360" y="75"/>
                    <a:pt x="346" y="737"/>
                    <a:pt x="346" y="795"/>
                  </a:cubicBezTo>
                  <a:cubicBezTo>
                    <a:pt x="374" y="953"/>
                    <a:pt x="403" y="1126"/>
                    <a:pt x="389" y="1284"/>
                  </a:cubicBezTo>
                  <a:cubicBezTo>
                    <a:pt x="389" y="1529"/>
                    <a:pt x="0" y="2091"/>
                    <a:pt x="0" y="2091"/>
                  </a:cubicBezTo>
                  <a:lnTo>
                    <a:pt x="288" y="2134"/>
                  </a:lnTo>
                  <a:cubicBezTo>
                    <a:pt x="446" y="1947"/>
                    <a:pt x="562" y="1731"/>
                    <a:pt x="677" y="1515"/>
                  </a:cubicBezTo>
                  <a:cubicBezTo>
                    <a:pt x="733" y="1373"/>
                    <a:pt x="485" y="1"/>
                    <a:pt x="435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64;p35">
              <a:extLst>
                <a:ext uri="{FF2B5EF4-FFF2-40B4-BE49-F238E27FC236}">
                  <a16:creationId xmlns:a16="http://schemas.microsoft.com/office/drawing/2014/main" id="{FDCE1D48-5498-FE12-E509-DEFA335B98EC}"/>
                </a:ext>
              </a:extLst>
            </p:cNvPr>
            <p:cNvSpPr/>
            <p:nvPr/>
          </p:nvSpPr>
          <p:spPr>
            <a:xfrm flipH="1">
              <a:off x="617484" y="3061217"/>
              <a:ext cx="596476" cy="477099"/>
            </a:xfrm>
            <a:custGeom>
              <a:avLst/>
              <a:gdLst/>
              <a:ahLst/>
              <a:cxnLst/>
              <a:rect l="l" t="t" r="r" b="b"/>
              <a:pathLst>
                <a:path w="16044" h="12833" extrusionOk="0">
                  <a:moveTo>
                    <a:pt x="3932" y="1"/>
                  </a:moveTo>
                  <a:cubicBezTo>
                    <a:pt x="1757" y="1"/>
                    <a:pt x="0" y="1758"/>
                    <a:pt x="0" y="3932"/>
                  </a:cubicBezTo>
                  <a:lnTo>
                    <a:pt x="0" y="12832"/>
                  </a:lnTo>
                  <a:lnTo>
                    <a:pt x="1671" y="12832"/>
                  </a:lnTo>
                  <a:lnTo>
                    <a:pt x="1671" y="3932"/>
                  </a:lnTo>
                  <a:cubicBezTo>
                    <a:pt x="1671" y="2694"/>
                    <a:pt x="2679" y="1686"/>
                    <a:pt x="3932" y="1686"/>
                  </a:cubicBezTo>
                  <a:lnTo>
                    <a:pt x="15194" y="1686"/>
                  </a:lnTo>
                  <a:cubicBezTo>
                    <a:pt x="15669" y="1686"/>
                    <a:pt x="16043" y="1311"/>
                    <a:pt x="16043" y="850"/>
                  </a:cubicBezTo>
                  <a:cubicBezTo>
                    <a:pt x="16043" y="375"/>
                    <a:pt x="15669" y="1"/>
                    <a:pt x="15194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65;p35">
              <a:extLst>
                <a:ext uri="{FF2B5EF4-FFF2-40B4-BE49-F238E27FC236}">
                  <a16:creationId xmlns:a16="http://schemas.microsoft.com/office/drawing/2014/main" id="{45606B07-203A-71E4-A2D2-BF6F0AAD6A1F}"/>
                </a:ext>
              </a:extLst>
            </p:cNvPr>
            <p:cNvSpPr/>
            <p:nvPr/>
          </p:nvSpPr>
          <p:spPr>
            <a:xfrm flipH="1">
              <a:off x="1557666" y="3316069"/>
              <a:ext cx="1085843" cy="1411369"/>
            </a:xfrm>
            <a:custGeom>
              <a:avLst/>
              <a:gdLst/>
              <a:ahLst/>
              <a:cxnLst/>
              <a:rect l="l" t="t" r="r" b="b"/>
              <a:pathLst>
                <a:path w="29207" h="37963" extrusionOk="0">
                  <a:moveTo>
                    <a:pt x="26686" y="2521"/>
                  </a:moveTo>
                  <a:lnTo>
                    <a:pt x="26686" y="35442"/>
                  </a:lnTo>
                  <a:lnTo>
                    <a:pt x="4609" y="35442"/>
                  </a:lnTo>
                  <a:cubicBezTo>
                    <a:pt x="3457" y="35442"/>
                    <a:pt x="2521" y="34506"/>
                    <a:pt x="2521" y="33354"/>
                  </a:cubicBezTo>
                  <a:lnTo>
                    <a:pt x="2521" y="2521"/>
                  </a:lnTo>
                  <a:close/>
                  <a:moveTo>
                    <a:pt x="1" y="1"/>
                  </a:moveTo>
                  <a:lnTo>
                    <a:pt x="1" y="35932"/>
                  </a:lnTo>
                  <a:cubicBezTo>
                    <a:pt x="1" y="37055"/>
                    <a:pt x="923" y="37963"/>
                    <a:pt x="2046" y="37963"/>
                  </a:cubicBezTo>
                  <a:lnTo>
                    <a:pt x="29207" y="37963"/>
                  </a:lnTo>
                  <a:lnTo>
                    <a:pt x="29207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66;p35">
              <a:extLst>
                <a:ext uri="{FF2B5EF4-FFF2-40B4-BE49-F238E27FC236}">
                  <a16:creationId xmlns:a16="http://schemas.microsoft.com/office/drawing/2014/main" id="{ED87A7F9-96CD-F6CC-FA94-7512A6E0A96F}"/>
                </a:ext>
              </a:extLst>
            </p:cNvPr>
            <p:cNvSpPr/>
            <p:nvPr/>
          </p:nvSpPr>
          <p:spPr>
            <a:xfrm flipH="1">
              <a:off x="1137374" y="3316069"/>
              <a:ext cx="1086364" cy="1411369"/>
            </a:xfrm>
            <a:custGeom>
              <a:avLst/>
              <a:gdLst/>
              <a:ahLst/>
              <a:cxnLst/>
              <a:rect l="l" t="t" r="r" b="b"/>
              <a:pathLst>
                <a:path w="29221" h="37963" extrusionOk="0">
                  <a:moveTo>
                    <a:pt x="26686" y="2521"/>
                  </a:moveTo>
                  <a:lnTo>
                    <a:pt x="26686" y="33873"/>
                  </a:lnTo>
                  <a:cubicBezTo>
                    <a:pt x="26686" y="34737"/>
                    <a:pt x="25995" y="35442"/>
                    <a:pt x="25116" y="35442"/>
                  </a:cubicBezTo>
                  <a:lnTo>
                    <a:pt x="2521" y="35442"/>
                  </a:lnTo>
                  <a:lnTo>
                    <a:pt x="2535" y="2521"/>
                  </a:lnTo>
                  <a:close/>
                  <a:moveTo>
                    <a:pt x="0" y="1"/>
                  </a:moveTo>
                  <a:lnTo>
                    <a:pt x="0" y="37963"/>
                  </a:lnTo>
                  <a:lnTo>
                    <a:pt x="26988" y="37963"/>
                  </a:lnTo>
                  <a:cubicBezTo>
                    <a:pt x="28213" y="37963"/>
                    <a:pt x="29206" y="36969"/>
                    <a:pt x="29221" y="35745"/>
                  </a:cubicBezTo>
                  <a:lnTo>
                    <a:pt x="29221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67;p35">
              <a:extLst>
                <a:ext uri="{FF2B5EF4-FFF2-40B4-BE49-F238E27FC236}">
                  <a16:creationId xmlns:a16="http://schemas.microsoft.com/office/drawing/2014/main" id="{EF6E4A4D-206A-DBA3-DC00-8D5A895AFA3B}"/>
                </a:ext>
              </a:extLst>
            </p:cNvPr>
            <p:cNvSpPr/>
            <p:nvPr/>
          </p:nvSpPr>
          <p:spPr>
            <a:xfrm flipH="1">
              <a:off x="1137895" y="3316069"/>
              <a:ext cx="1505614" cy="304707"/>
            </a:xfrm>
            <a:custGeom>
              <a:avLst/>
              <a:gdLst/>
              <a:ahLst/>
              <a:cxnLst/>
              <a:rect l="l" t="t" r="r" b="b"/>
              <a:pathLst>
                <a:path w="40498" h="8196" extrusionOk="0">
                  <a:moveTo>
                    <a:pt x="1" y="1"/>
                  </a:moveTo>
                  <a:lnTo>
                    <a:pt x="1" y="8195"/>
                  </a:lnTo>
                  <a:lnTo>
                    <a:pt x="40497" y="8195"/>
                  </a:lnTo>
                  <a:lnTo>
                    <a:pt x="40497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68;p35">
              <a:extLst>
                <a:ext uri="{FF2B5EF4-FFF2-40B4-BE49-F238E27FC236}">
                  <a16:creationId xmlns:a16="http://schemas.microsoft.com/office/drawing/2014/main" id="{6D12C782-8B43-88F2-D905-A0A147EF8CE7}"/>
                </a:ext>
              </a:extLst>
            </p:cNvPr>
            <p:cNvSpPr/>
            <p:nvPr/>
          </p:nvSpPr>
          <p:spPr>
            <a:xfrm flipH="1">
              <a:off x="1137895" y="3316069"/>
              <a:ext cx="989479" cy="304707"/>
            </a:xfrm>
            <a:custGeom>
              <a:avLst/>
              <a:gdLst/>
              <a:ahLst/>
              <a:cxnLst/>
              <a:rect l="l" t="t" r="r" b="b"/>
              <a:pathLst>
                <a:path w="26615" h="8196" extrusionOk="0">
                  <a:moveTo>
                    <a:pt x="1" y="1"/>
                  </a:moveTo>
                  <a:lnTo>
                    <a:pt x="1" y="8195"/>
                  </a:lnTo>
                  <a:lnTo>
                    <a:pt x="26614" y="8195"/>
                  </a:lnTo>
                  <a:lnTo>
                    <a:pt x="26614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69;p35">
              <a:extLst>
                <a:ext uri="{FF2B5EF4-FFF2-40B4-BE49-F238E27FC236}">
                  <a16:creationId xmlns:a16="http://schemas.microsoft.com/office/drawing/2014/main" id="{8CAE6423-A46D-9FE6-DBCE-9C5273B8BEB6}"/>
                </a:ext>
              </a:extLst>
            </p:cNvPr>
            <p:cNvSpPr/>
            <p:nvPr/>
          </p:nvSpPr>
          <p:spPr>
            <a:xfrm flipH="1">
              <a:off x="1695260" y="4405109"/>
              <a:ext cx="26805" cy="551491"/>
            </a:xfrm>
            <a:custGeom>
              <a:avLst/>
              <a:gdLst/>
              <a:ahLst/>
              <a:cxnLst/>
              <a:rect l="l" t="t" r="r" b="b"/>
              <a:pathLst>
                <a:path w="721" h="14834" extrusionOk="0">
                  <a:moveTo>
                    <a:pt x="332" y="0"/>
                  </a:moveTo>
                  <a:cubicBezTo>
                    <a:pt x="144" y="0"/>
                    <a:pt x="0" y="144"/>
                    <a:pt x="0" y="331"/>
                  </a:cubicBezTo>
                  <a:lnTo>
                    <a:pt x="58" y="14488"/>
                  </a:lnTo>
                  <a:cubicBezTo>
                    <a:pt x="58" y="14675"/>
                    <a:pt x="202" y="14833"/>
                    <a:pt x="389" y="14833"/>
                  </a:cubicBezTo>
                  <a:cubicBezTo>
                    <a:pt x="576" y="14833"/>
                    <a:pt x="720" y="14675"/>
                    <a:pt x="720" y="14488"/>
                  </a:cubicBezTo>
                  <a:lnTo>
                    <a:pt x="663" y="331"/>
                  </a:lnTo>
                  <a:cubicBezTo>
                    <a:pt x="663" y="144"/>
                    <a:pt x="519" y="0"/>
                    <a:pt x="33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70;p35">
              <a:extLst>
                <a:ext uri="{FF2B5EF4-FFF2-40B4-BE49-F238E27FC236}">
                  <a16:creationId xmlns:a16="http://schemas.microsoft.com/office/drawing/2014/main" id="{119ED96E-FEEE-C705-7180-E7CEA5F44B89}"/>
                </a:ext>
              </a:extLst>
            </p:cNvPr>
            <p:cNvSpPr/>
            <p:nvPr/>
          </p:nvSpPr>
          <p:spPr>
            <a:xfrm flipH="1">
              <a:off x="1505246" y="4480989"/>
              <a:ext cx="405272" cy="399026"/>
            </a:xfrm>
            <a:custGeom>
              <a:avLst/>
              <a:gdLst/>
              <a:ahLst/>
              <a:cxnLst/>
              <a:rect l="l" t="t" r="r" b="b"/>
              <a:pathLst>
                <a:path w="10901" h="10733" extrusionOk="0">
                  <a:moveTo>
                    <a:pt x="10417" y="0"/>
                  </a:moveTo>
                  <a:cubicBezTo>
                    <a:pt x="10338" y="0"/>
                    <a:pt x="10255" y="31"/>
                    <a:pt x="10182" y="105"/>
                  </a:cubicBezTo>
                  <a:lnTo>
                    <a:pt x="202" y="10157"/>
                  </a:lnTo>
                  <a:cubicBezTo>
                    <a:pt x="0" y="10373"/>
                    <a:pt x="144" y="10733"/>
                    <a:pt x="447" y="10733"/>
                  </a:cubicBezTo>
                  <a:cubicBezTo>
                    <a:pt x="533" y="10733"/>
                    <a:pt x="619" y="10690"/>
                    <a:pt x="677" y="10632"/>
                  </a:cubicBezTo>
                  <a:lnTo>
                    <a:pt x="10657" y="580"/>
                  </a:lnTo>
                  <a:cubicBezTo>
                    <a:pt x="10900" y="337"/>
                    <a:pt x="10677" y="0"/>
                    <a:pt x="1041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71;p35">
              <a:extLst>
                <a:ext uri="{FF2B5EF4-FFF2-40B4-BE49-F238E27FC236}">
                  <a16:creationId xmlns:a16="http://schemas.microsoft.com/office/drawing/2014/main" id="{3D981958-B175-5E11-B567-2FB16D9AF82F}"/>
                </a:ext>
              </a:extLst>
            </p:cNvPr>
            <p:cNvSpPr/>
            <p:nvPr/>
          </p:nvSpPr>
          <p:spPr>
            <a:xfrm flipH="1">
              <a:off x="1428623" y="4666913"/>
              <a:ext cx="560079" cy="27325"/>
            </a:xfrm>
            <a:custGeom>
              <a:avLst/>
              <a:gdLst/>
              <a:ahLst/>
              <a:cxnLst/>
              <a:rect l="l" t="t" r="r" b="b"/>
              <a:pathLst>
                <a:path w="15065" h="735" extrusionOk="0">
                  <a:moveTo>
                    <a:pt x="14618" y="0"/>
                  </a:moveTo>
                  <a:lnTo>
                    <a:pt x="447" y="58"/>
                  </a:lnTo>
                  <a:cubicBezTo>
                    <a:pt x="1" y="58"/>
                    <a:pt x="1" y="735"/>
                    <a:pt x="447" y="735"/>
                  </a:cubicBezTo>
                  <a:lnTo>
                    <a:pt x="14618" y="677"/>
                  </a:lnTo>
                  <a:cubicBezTo>
                    <a:pt x="15064" y="677"/>
                    <a:pt x="15064" y="0"/>
                    <a:pt x="14618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72;p35">
              <a:extLst>
                <a:ext uri="{FF2B5EF4-FFF2-40B4-BE49-F238E27FC236}">
                  <a16:creationId xmlns:a16="http://schemas.microsoft.com/office/drawing/2014/main" id="{6FE55B24-219A-E789-2CB6-DA8FBE11D581}"/>
                </a:ext>
              </a:extLst>
            </p:cNvPr>
            <p:cNvSpPr/>
            <p:nvPr/>
          </p:nvSpPr>
          <p:spPr>
            <a:xfrm flipH="1">
              <a:off x="1505209" y="4482587"/>
              <a:ext cx="408358" cy="395829"/>
            </a:xfrm>
            <a:custGeom>
              <a:avLst/>
              <a:gdLst/>
              <a:ahLst/>
              <a:cxnLst/>
              <a:rect l="l" t="t" r="r" b="b"/>
              <a:pathLst>
                <a:path w="10984" h="10647" extrusionOk="0">
                  <a:moveTo>
                    <a:pt x="481" y="1"/>
                  </a:moveTo>
                  <a:cubicBezTo>
                    <a:pt x="222" y="1"/>
                    <a:pt x="1" y="337"/>
                    <a:pt x="255" y="580"/>
                  </a:cubicBezTo>
                  <a:lnTo>
                    <a:pt x="10307" y="10560"/>
                  </a:lnTo>
                  <a:cubicBezTo>
                    <a:pt x="10365" y="10618"/>
                    <a:pt x="10451" y="10647"/>
                    <a:pt x="10537" y="10647"/>
                  </a:cubicBezTo>
                  <a:cubicBezTo>
                    <a:pt x="10840" y="10647"/>
                    <a:pt x="10984" y="10287"/>
                    <a:pt x="10768" y="10071"/>
                  </a:cubicBezTo>
                  <a:lnTo>
                    <a:pt x="716" y="105"/>
                  </a:lnTo>
                  <a:cubicBezTo>
                    <a:pt x="642" y="31"/>
                    <a:pt x="560" y="1"/>
                    <a:pt x="48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73;p35">
              <a:extLst>
                <a:ext uri="{FF2B5EF4-FFF2-40B4-BE49-F238E27FC236}">
                  <a16:creationId xmlns:a16="http://schemas.microsoft.com/office/drawing/2014/main" id="{0D8901F6-0FD2-40E2-24B6-1CBF9FC55E73}"/>
                </a:ext>
              </a:extLst>
            </p:cNvPr>
            <p:cNvSpPr/>
            <p:nvPr/>
          </p:nvSpPr>
          <p:spPr>
            <a:xfrm flipH="1">
              <a:off x="1445241" y="4417415"/>
              <a:ext cx="547216" cy="526545"/>
            </a:xfrm>
            <a:custGeom>
              <a:avLst/>
              <a:gdLst/>
              <a:ahLst/>
              <a:cxnLst/>
              <a:rect l="l" t="t" r="r" b="b"/>
              <a:pathLst>
                <a:path w="14719" h="14163" extrusionOk="0">
                  <a:moveTo>
                    <a:pt x="7597" y="2174"/>
                  </a:moveTo>
                  <a:cubicBezTo>
                    <a:pt x="10114" y="2174"/>
                    <a:pt x="12530" y="4131"/>
                    <a:pt x="12530" y="7086"/>
                  </a:cubicBezTo>
                  <a:cubicBezTo>
                    <a:pt x="12530" y="9779"/>
                    <a:pt x="10341" y="11982"/>
                    <a:pt x="7633" y="11982"/>
                  </a:cubicBezTo>
                  <a:cubicBezTo>
                    <a:pt x="3270" y="11982"/>
                    <a:pt x="1095" y="6697"/>
                    <a:pt x="4177" y="3615"/>
                  </a:cubicBezTo>
                  <a:cubicBezTo>
                    <a:pt x="5173" y="2620"/>
                    <a:pt x="6396" y="2174"/>
                    <a:pt x="7597" y="2174"/>
                  </a:cubicBezTo>
                  <a:close/>
                  <a:moveTo>
                    <a:pt x="7633" y="0"/>
                  </a:moveTo>
                  <a:cubicBezTo>
                    <a:pt x="4768" y="0"/>
                    <a:pt x="2190" y="1728"/>
                    <a:pt x="1095" y="4378"/>
                  </a:cubicBezTo>
                  <a:cubicBezTo>
                    <a:pt x="1" y="7014"/>
                    <a:pt x="606" y="10067"/>
                    <a:pt x="2622" y="12083"/>
                  </a:cubicBezTo>
                  <a:cubicBezTo>
                    <a:pt x="3981" y="13442"/>
                    <a:pt x="5791" y="14162"/>
                    <a:pt x="7634" y="14162"/>
                  </a:cubicBezTo>
                  <a:cubicBezTo>
                    <a:pt x="8545" y="14162"/>
                    <a:pt x="9464" y="13986"/>
                    <a:pt x="10341" y="13624"/>
                  </a:cubicBezTo>
                  <a:cubicBezTo>
                    <a:pt x="12991" y="12529"/>
                    <a:pt x="14719" y="9952"/>
                    <a:pt x="14719" y="7086"/>
                  </a:cubicBezTo>
                  <a:cubicBezTo>
                    <a:pt x="14719" y="3169"/>
                    <a:pt x="11551" y="0"/>
                    <a:pt x="7633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74;p35">
              <a:extLst>
                <a:ext uri="{FF2B5EF4-FFF2-40B4-BE49-F238E27FC236}">
                  <a16:creationId xmlns:a16="http://schemas.microsoft.com/office/drawing/2014/main" id="{E49F1290-0E87-8713-117B-990E461D51E7}"/>
                </a:ext>
              </a:extLst>
            </p:cNvPr>
            <p:cNvSpPr/>
            <p:nvPr/>
          </p:nvSpPr>
          <p:spPr>
            <a:xfrm flipH="1">
              <a:off x="1394382" y="4398306"/>
              <a:ext cx="610380" cy="566845"/>
            </a:xfrm>
            <a:custGeom>
              <a:avLst/>
              <a:gdLst/>
              <a:ahLst/>
              <a:cxnLst/>
              <a:rect l="l" t="t" r="r" b="b"/>
              <a:pathLst>
                <a:path w="16418" h="15247" extrusionOk="0">
                  <a:moveTo>
                    <a:pt x="7964" y="1090"/>
                  </a:moveTo>
                  <a:cubicBezTo>
                    <a:pt x="8829" y="1090"/>
                    <a:pt x="9693" y="1263"/>
                    <a:pt x="10499" y="1594"/>
                  </a:cubicBezTo>
                  <a:cubicBezTo>
                    <a:pt x="13567" y="2890"/>
                    <a:pt x="15151" y="6304"/>
                    <a:pt x="14171" y="9486"/>
                  </a:cubicBezTo>
                  <a:cubicBezTo>
                    <a:pt x="13322" y="12246"/>
                    <a:pt x="10774" y="14052"/>
                    <a:pt x="7990" y="14052"/>
                  </a:cubicBezTo>
                  <a:cubicBezTo>
                    <a:pt x="7563" y="14052"/>
                    <a:pt x="7130" y="14010"/>
                    <a:pt x="6697" y="13922"/>
                  </a:cubicBezTo>
                  <a:cubicBezTo>
                    <a:pt x="3428" y="13259"/>
                    <a:pt x="1196" y="10249"/>
                    <a:pt x="1527" y="6937"/>
                  </a:cubicBezTo>
                  <a:cubicBezTo>
                    <a:pt x="1858" y="3625"/>
                    <a:pt x="4638" y="1090"/>
                    <a:pt x="7964" y="1090"/>
                  </a:cubicBezTo>
                  <a:close/>
                  <a:moveTo>
                    <a:pt x="7993" y="1"/>
                  </a:moveTo>
                  <a:cubicBezTo>
                    <a:pt x="7489" y="1"/>
                    <a:pt x="6978" y="51"/>
                    <a:pt x="6467" y="154"/>
                  </a:cubicBezTo>
                  <a:cubicBezTo>
                    <a:pt x="2622" y="917"/>
                    <a:pt x="1" y="4475"/>
                    <a:pt x="389" y="8377"/>
                  </a:cubicBezTo>
                  <a:cubicBezTo>
                    <a:pt x="764" y="12266"/>
                    <a:pt x="4047" y="15247"/>
                    <a:pt x="7964" y="15247"/>
                  </a:cubicBezTo>
                  <a:cubicBezTo>
                    <a:pt x="8987" y="15247"/>
                    <a:pt x="10009" y="15045"/>
                    <a:pt x="10946" y="14642"/>
                  </a:cubicBezTo>
                  <a:cubicBezTo>
                    <a:pt x="14560" y="13130"/>
                    <a:pt x="16418" y="9112"/>
                    <a:pt x="15266" y="5367"/>
                  </a:cubicBezTo>
                  <a:cubicBezTo>
                    <a:pt x="14267" y="2121"/>
                    <a:pt x="11277" y="1"/>
                    <a:pt x="799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75;p35">
              <a:extLst>
                <a:ext uri="{FF2B5EF4-FFF2-40B4-BE49-F238E27FC236}">
                  <a16:creationId xmlns:a16="http://schemas.microsoft.com/office/drawing/2014/main" id="{65188CB3-6FDE-84AF-3076-797D4379F42C}"/>
                </a:ext>
              </a:extLst>
            </p:cNvPr>
            <p:cNvSpPr/>
            <p:nvPr/>
          </p:nvSpPr>
          <p:spPr>
            <a:xfrm flipH="1">
              <a:off x="1623507" y="4617096"/>
              <a:ext cx="148896" cy="127556"/>
            </a:xfrm>
            <a:custGeom>
              <a:avLst/>
              <a:gdLst/>
              <a:ahLst/>
              <a:cxnLst/>
              <a:rect l="l" t="t" r="r" b="b"/>
              <a:pathLst>
                <a:path w="4005" h="3431" extrusionOk="0">
                  <a:moveTo>
                    <a:pt x="1714" y="1"/>
                  </a:moveTo>
                  <a:cubicBezTo>
                    <a:pt x="764" y="1"/>
                    <a:pt x="1" y="764"/>
                    <a:pt x="1" y="1715"/>
                  </a:cubicBezTo>
                  <a:cubicBezTo>
                    <a:pt x="1" y="2747"/>
                    <a:pt x="844" y="3430"/>
                    <a:pt x="1724" y="3430"/>
                  </a:cubicBezTo>
                  <a:cubicBezTo>
                    <a:pt x="2145" y="3430"/>
                    <a:pt x="2575" y="3274"/>
                    <a:pt x="2924" y="2924"/>
                  </a:cubicBezTo>
                  <a:cubicBezTo>
                    <a:pt x="4004" y="1844"/>
                    <a:pt x="3241" y="1"/>
                    <a:pt x="171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76;p35">
              <a:extLst>
                <a:ext uri="{FF2B5EF4-FFF2-40B4-BE49-F238E27FC236}">
                  <a16:creationId xmlns:a16="http://schemas.microsoft.com/office/drawing/2014/main" id="{A2CA04BD-4DCB-0CBA-70D8-5F0E92C713C0}"/>
                </a:ext>
              </a:extLst>
            </p:cNvPr>
            <p:cNvSpPr/>
            <p:nvPr/>
          </p:nvSpPr>
          <p:spPr>
            <a:xfrm flipH="1">
              <a:off x="1678679" y="4650853"/>
              <a:ext cx="69633" cy="59633"/>
            </a:xfrm>
            <a:custGeom>
              <a:avLst/>
              <a:gdLst/>
              <a:ahLst/>
              <a:cxnLst/>
              <a:rect l="l" t="t" r="r" b="b"/>
              <a:pathLst>
                <a:path w="1873" h="1604" extrusionOk="0">
                  <a:moveTo>
                    <a:pt x="1066" y="0"/>
                  </a:moveTo>
                  <a:cubicBezTo>
                    <a:pt x="346" y="0"/>
                    <a:pt x="1" y="864"/>
                    <a:pt x="505" y="1368"/>
                  </a:cubicBezTo>
                  <a:cubicBezTo>
                    <a:pt x="668" y="1531"/>
                    <a:pt x="868" y="1604"/>
                    <a:pt x="1065" y="1604"/>
                  </a:cubicBezTo>
                  <a:cubicBezTo>
                    <a:pt x="1477" y="1604"/>
                    <a:pt x="1873" y="1284"/>
                    <a:pt x="1873" y="807"/>
                  </a:cubicBezTo>
                  <a:cubicBezTo>
                    <a:pt x="1873" y="360"/>
                    <a:pt x="1513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77;p35">
              <a:extLst>
                <a:ext uri="{FF2B5EF4-FFF2-40B4-BE49-F238E27FC236}">
                  <a16:creationId xmlns:a16="http://schemas.microsoft.com/office/drawing/2014/main" id="{7CF00877-0749-2DB8-18B2-8E8F504F90C4}"/>
                </a:ext>
              </a:extLst>
            </p:cNvPr>
            <p:cNvSpPr/>
            <p:nvPr/>
          </p:nvSpPr>
          <p:spPr>
            <a:xfrm flipH="1">
              <a:off x="819358" y="4651894"/>
              <a:ext cx="366236" cy="313778"/>
            </a:xfrm>
            <a:custGeom>
              <a:avLst/>
              <a:gdLst/>
              <a:ahLst/>
              <a:cxnLst/>
              <a:rect l="l" t="t" r="r" b="b"/>
              <a:pathLst>
                <a:path w="9851" h="8440" extrusionOk="0">
                  <a:moveTo>
                    <a:pt x="5631" y="1"/>
                  </a:moveTo>
                  <a:cubicBezTo>
                    <a:pt x="1887" y="1"/>
                    <a:pt x="0" y="4537"/>
                    <a:pt x="2665" y="7202"/>
                  </a:cubicBezTo>
                  <a:cubicBezTo>
                    <a:pt x="3520" y="8057"/>
                    <a:pt x="4572" y="8440"/>
                    <a:pt x="5605" y="8440"/>
                  </a:cubicBezTo>
                  <a:cubicBezTo>
                    <a:pt x="7771" y="8440"/>
                    <a:pt x="9851" y="6756"/>
                    <a:pt x="9851" y="4221"/>
                  </a:cubicBezTo>
                  <a:cubicBezTo>
                    <a:pt x="9851" y="1888"/>
                    <a:pt x="7964" y="1"/>
                    <a:pt x="563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78;p35">
              <a:extLst>
                <a:ext uri="{FF2B5EF4-FFF2-40B4-BE49-F238E27FC236}">
                  <a16:creationId xmlns:a16="http://schemas.microsoft.com/office/drawing/2014/main" id="{F58603CC-FEE9-46CE-DBA3-EAD5F49C82BC}"/>
                </a:ext>
              </a:extLst>
            </p:cNvPr>
            <p:cNvSpPr/>
            <p:nvPr/>
          </p:nvSpPr>
          <p:spPr>
            <a:xfrm flipH="1">
              <a:off x="886798" y="4741863"/>
              <a:ext cx="155848" cy="133653"/>
            </a:xfrm>
            <a:custGeom>
              <a:avLst/>
              <a:gdLst/>
              <a:ahLst/>
              <a:cxnLst/>
              <a:rect l="l" t="t" r="r" b="b"/>
              <a:pathLst>
                <a:path w="4192" h="3595" extrusionOk="0">
                  <a:moveTo>
                    <a:pt x="1786" y="0"/>
                  </a:moveTo>
                  <a:cubicBezTo>
                    <a:pt x="807" y="0"/>
                    <a:pt x="1" y="807"/>
                    <a:pt x="1" y="1801"/>
                  </a:cubicBezTo>
                  <a:cubicBezTo>
                    <a:pt x="1" y="2882"/>
                    <a:pt x="884" y="3594"/>
                    <a:pt x="1803" y="3594"/>
                  </a:cubicBezTo>
                  <a:cubicBezTo>
                    <a:pt x="2242" y="3594"/>
                    <a:pt x="2690" y="3431"/>
                    <a:pt x="3054" y="3068"/>
                  </a:cubicBezTo>
                  <a:cubicBezTo>
                    <a:pt x="4191" y="1930"/>
                    <a:pt x="3385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79;p35">
              <a:extLst>
                <a:ext uri="{FF2B5EF4-FFF2-40B4-BE49-F238E27FC236}">
                  <a16:creationId xmlns:a16="http://schemas.microsoft.com/office/drawing/2014/main" id="{AF61FF92-353D-5403-706B-53A60E0D1415}"/>
                </a:ext>
              </a:extLst>
            </p:cNvPr>
            <p:cNvSpPr/>
            <p:nvPr/>
          </p:nvSpPr>
          <p:spPr>
            <a:xfrm flipH="1">
              <a:off x="934980" y="4673866"/>
              <a:ext cx="319689" cy="165477"/>
            </a:xfrm>
            <a:custGeom>
              <a:avLst/>
              <a:gdLst/>
              <a:ahLst/>
              <a:cxnLst/>
              <a:rect l="l" t="t" r="r" b="b"/>
              <a:pathLst>
                <a:path w="8599" h="4451" extrusionOk="0">
                  <a:moveTo>
                    <a:pt x="1081" y="0"/>
                  </a:moveTo>
                  <a:cubicBezTo>
                    <a:pt x="476" y="0"/>
                    <a:pt x="1" y="504"/>
                    <a:pt x="1" y="1109"/>
                  </a:cubicBezTo>
                  <a:lnTo>
                    <a:pt x="1" y="3370"/>
                  </a:lnTo>
                  <a:cubicBezTo>
                    <a:pt x="1" y="3975"/>
                    <a:pt x="490" y="4450"/>
                    <a:pt x="1081" y="4450"/>
                  </a:cubicBezTo>
                  <a:lnTo>
                    <a:pt x="7489" y="4450"/>
                  </a:lnTo>
                  <a:cubicBezTo>
                    <a:pt x="8109" y="4450"/>
                    <a:pt x="8598" y="3946"/>
                    <a:pt x="8584" y="3342"/>
                  </a:cubicBezTo>
                  <a:cubicBezTo>
                    <a:pt x="8556" y="2760"/>
                    <a:pt x="8080" y="2290"/>
                    <a:pt x="7501" y="2290"/>
                  </a:cubicBezTo>
                  <a:cubicBezTo>
                    <a:pt x="7492" y="2290"/>
                    <a:pt x="7484" y="2290"/>
                    <a:pt x="7475" y="2290"/>
                  </a:cubicBezTo>
                  <a:lnTo>
                    <a:pt x="2175" y="2290"/>
                  </a:lnTo>
                  <a:lnTo>
                    <a:pt x="2175" y="1109"/>
                  </a:lnTo>
                  <a:cubicBezTo>
                    <a:pt x="2175" y="504"/>
                    <a:pt x="1686" y="0"/>
                    <a:pt x="108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80;p35">
              <a:extLst>
                <a:ext uri="{FF2B5EF4-FFF2-40B4-BE49-F238E27FC236}">
                  <a16:creationId xmlns:a16="http://schemas.microsoft.com/office/drawing/2014/main" id="{7203FAA2-709E-0583-D5DE-A474BB9359F4}"/>
                </a:ext>
              </a:extLst>
            </p:cNvPr>
            <p:cNvSpPr/>
            <p:nvPr/>
          </p:nvSpPr>
          <p:spPr>
            <a:xfrm flipH="1">
              <a:off x="513090" y="3034449"/>
              <a:ext cx="228121" cy="145885"/>
            </a:xfrm>
            <a:custGeom>
              <a:avLst/>
              <a:gdLst/>
              <a:ahLst/>
              <a:cxnLst/>
              <a:rect l="l" t="t" r="r" b="b"/>
              <a:pathLst>
                <a:path w="6136" h="3924" extrusionOk="0">
                  <a:moveTo>
                    <a:pt x="2636" y="1"/>
                  </a:moveTo>
                  <a:cubicBezTo>
                    <a:pt x="1974" y="1"/>
                    <a:pt x="1484" y="44"/>
                    <a:pt x="1412" y="174"/>
                  </a:cubicBezTo>
                  <a:cubicBezTo>
                    <a:pt x="1124" y="606"/>
                    <a:pt x="692" y="922"/>
                    <a:pt x="375" y="1354"/>
                  </a:cubicBezTo>
                  <a:cubicBezTo>
                    <a:pt x="1" y="1887"/>
                    <a:pt x="58" y="2521"/>
                    <a:pt x="15" y="3155"/>
                  </a:cubicBezTo>
                  <a:cubicBezTo>
                    <a:pt x="1" y="3396"/>
                    <a:pt x="1" y="3846"/>
                    <a:pt x="344" y="3846"/>
                  </a:cubicBezTo>
                  <a:cubicBezTo>
                    <a:pt x="350" y="3846"/>
                    <a:pt x="355" y="3846"/>
                    <a:pt x="361" y="3846"/>
                  </a:cubicBezTo>
                  <a:cubicBezTo>
                    <a:pt x="389" y="3846"/>
                    <a:pt x="418" y="3846"/>
                    <a:pt x="433" y="3831"/>
                  </a:cubicBezTo>
                  <a:cubicBezTo>
                    <a:pt x="649" y="3759"/>
                    <a:pt x="735" y="3428"/>
                    <a:pt x="793" y="3255"/>
                  </a:cubicBezTo>
                  <a:cubicBezTo>
                    <a:pt x="922" y="3500"/>
                    <a:pt x="1124" y="3846"/>
                    <a:pt x="1412" y="3904"/>
                  </a:cubicBezTo>
                  <a:cubicBezTo>
                    <a:pt x="1453" y="3914"/>
                    <a:pt x="1501" y="3924"/>
                    <a:pt x="1545" y="3924"/>
                  </a:cubicBezTo>
                  <a:cubicBezTo>
                    <a:pt x="1564" y="3924"/>
                    <a:pt x="1582" y="3922"/>
                    <a:pt x="1599" y="3918"/>
                  </a:cubicBezTo>
                  <a:cubicBezTo>
                    <a:pt x="1714" y="3918"/>
                    <a:pt x="1830" y="3860"/>
                    <a:pt x="1916" y="3774"/>
                  </a:cubicBezTo>
                  <a:cubicBezTo>
                    <a:pt x="2031" y="3846"/>
                    <a:pt x="2175" y="3889"/>
                    <a:pt x="2319" y="3889"/>
                  </a:cubicBezTo>
                  <a:lnTo>
                    <a:pt x="2348" y="3889"/>
                  </a:lnTo>
                  <a:cubicBezTo>
                    <a:pt x="2535" y="3860"/>
                    <a:pt x="2550" y="3644"/>
                    <a:pt x="2550" y="3630"/>
                  </a:cubicBezTo>
                  <a:cubicBezTo>
                    <a:pt x="2651" y="3640"/>
                    <a:pt x="2753" y="3650"/>
                    <a:pt x="2855" y="3650"/>
                  </a:cubicBezTo>
                  <a:cubicBezTo>
                    <a:pt x="2897" y="3650"/>
                    <a:pt x="2939" y="3648"/>
                    <a:pt x="2982" y="3644"/>
                  </a:cubicBezTo>
                  <a:cubicBezTo>
                    <a:pt x="2998" y="3646"/>
                    <a:pt x="3015" y="3647"/>
                    <a:pt x="3032" y="3647"/>
                  </a:cubicBezTo>
                  <a:cubicBezTo>
                    <a:pt x="3144" y="3647"/>
                    <a:pt x="3256" y="3606"/>
                    <a:pt x="3356" y="3543"/>
                  </a:cubicBezTo>
                  <a:cubicBezTo>
                    <a:pt x="3500" y="3399"/>
                    <a:pt x="3990" y="2579"/>
                    <a:pt x="3932" y="2363"/>
                  </a:cubicBezTo>
                  <a:cubicBezTo>
                    <a:pt x="3932" y="2363"/>
                    <a:pt x="5012" y="2219"/>
                    <a:pt x="5171" y="2132"/>
                  </a:cubicBezTo>
                  <a:cubicBezTo>
                    <a:pt x="5185" y="2118"/>
                    <a:pt x="5214" y="2103"/>
                    <a:pt x="5228" y="2103"/>
                  </a:cubicBezTo>
                  <a:cubicBezTo>
                    <a:pt x="6135" y="1556"/>
                    <a:pt x="5775" y="159"/>
                    <a:pt x="4724" y="87"/>
                  </a:cubicBezTo>
                  <a:cubicBezTo>
                    <a:pt x="4018" y="44"/>
                    <a:pt x="3255" y="1"/>
                    <a:pt x="2636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81;p35">
              <a:extLst>
                <a:ext uri="{FF2B5EF4-FFF2-40B4-BE49-F238E27FC236}">
                  <a16:creationId xmlns:a16="http://schemas.microsoft.com/office/drawing/2014/main" id="{A348F55D-CD19-420B-2E00-35BA573CFDF7}"/>
                </a:ext>
              </a:extLst>
            </p:cNvPr>
            <p:cNvSpPr/>
            <p:nvPr/>
          </p:nvSpPr>
          <p:spPr>
            <a:xfrm flipH="1">
              <a:off x="669979" y="3109957"/>
              <a:ext cx="32679" cy="68221"/>
            </a:xfrm>
            <a:custGeom>
              <a:avLst/>
              <a:gdLst/>
              <a:ahLst/>
              <a:cxnLst/>
              <a:rect l="l" t="t" r="r" b="b"/>
              <a:pathLst>
                <a:path w="879" h="1835" extrusionOk="0">
                  <a:moveTo>
                    <a:pt x="332" y="0"/>
                  </a:moveTo>
                  <a:lnTo>
                    <a:pt x="332" y="0"/>
                  </a:lnTo>
                  <a:cubicBezTo>
                    <a:pt x="332" y="15"/>
                    <a:pt x="0" y="634"/>
                    <a:pt x="58" y="1008"/>
                  </a:cubicBezTo>
                  <a:cubicBezTo>
                    <a:pt x="130" y="1268"/>
                    <a:pt x="260" y="1512"/>
                    <a:pt x="432" y="1714"/>
                  </a:cubicBezTo>
                  <a:cubicBezTo>
                    <a:pt x="488" y="1794"/>
                    <a:pt x="576" y="1834"/>
                    <a:pt x="664" y="1834"/>
                  </a:cubicBezTo>
                  <a:cubicBezTo>
                    <a:pt x="735" y="1834"/>
                    <a:pt x="807" y="1808"/>
                    <a:pt x="865" y="1757"/>
                  </a:cubicBezTo>
                  <a:cubicBezTo>
                    <a:pt x="865" y="1757"/>
                    <a:pt x="879" y="1757"/>
                    <a:pt x="879" y="1743"/>
                  </a:cubicBezTo>
                  <a:cubicBezTo>
                    <a:pt x="648" y="1570"/>
                    <a:pt x="476" y="1340"/>
                    <a:pt x="360" y="1080"/>
                  </a:cubicBezTo>
                  <a:cubicBezTo>
                    <a:pt x="245" y="692"/>
                    <a:pt x="332" y="15"/>
                    <a:pt x="33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82;p35">
              <a:extLst>
                <a:ext uri="{FF2B5EF4-FFF2-40B4-BE49-F238E27FC236}">
                  <a16:creationId xmlns:a16="http://schemas.microsoft.com/office/drawing/2014/main" id="{44F233B8-344F-63AA-DCEE-BC0C2F790BCC}"/>
                </a:ext>
              </a:extLst>
            </p:cNvPr>
            <p:cNvSpPr/>
            <p:nvPr/>
          </p:nvSpPr>
          <p:spPr>
            <a:xfrm flipH="1">
              <a:off x="646408" y="3130293"/>
              <a:ext cx="17696" cy="48777"/>
            </a:xfrm>
            <a:custGeom>
              <a:avLst/>
              <a:gdLst/>
              <a:ahLst/>
              <a:cxnLst/>
              <a:rect l="l" t="t" r="r" b="b"/>
              <a:pathLst>
                <a:path w="476" h="1312" extrusionOk="0">
                  <a:moveTo>
                    <a:pt x="87" y="1"/>
                  </a:moveTo>
                  <a:lnTo>
                    <a:pt x="87" y="1"/>
                  </a:lnTo>
                  <a:cubicBezTo>
                    <a:pt x="0" y="447"/>
                    <a:pt x="44" y="908"/>
                    <a:pt x="245" y="1311"/>
                  </a:cubicBezTo>
                  <a:lnTo>
                    <a:pt x="274" y="1311"/>
                  </a:lnTo>
                  <a:cubicBezTo>
                    <a:pt x="461" y="1282"/>
                    <a:pt x="476" y="1066"/>
                    <a:pt x="476" y="1052"/>
                  </a:cubicBezTo>
                  <a:cubicBezTo>
                    <a:pt x="288" y="721"/>
                    <a:pt x="159" y="375"/>
                    <a:pt x="87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83;p35">
              <a:extLst>
                <a:ext uri="{FF2B5EF4-FFF2-40B4-BE49-F238E27FC236}">
                  <a16:creationId xmlns:a16="http://schemas.microsoft.com/office/drawing/2014/main" id="{A2DC4A00-45BF-5267-CF0A-41E145551F35}"/>
                </a:ext>
              </a:extLst>
            </p:cNvPr>
            <p:cNvSpPr/>
            <p:nvPr/>
          </p:nvSpPr>
          <p:spPr>
            <a:xfrm flipH="1">
              <a:off x="592873" y="3103005"/>
              <a:ext cx="37512" cy="66957"/>
            </a:xfrm>
            <a:custGeom>
              <a:avLst/>
              <a:gdLst/>
              <a:ahLst/>
              <a:cxnLst/>
              <a:rect l="l" t="t" r="r" b="b"/>
              <a:pathLst>
                <a:path w="1009" h="1801" extrusionOk="0">
                  <a:moveTo>
                    <a:pt x="663" y="0"/>
                  </a:moveTo>
                  <a:lnTo>
                    <a:pt x="44" y="792"/>
                  </a:lnTo>
                  <a:cubicBezTo>
                    <a:pt x="44" y="792"/>
                    <a:pt x="1" y="1383"/>
                    <a:pt x="1" y="1800"/>
                  </a:cubicBezTo>
                  <a:cubicBezTo>
                    <a:pt x="130" y="1800"/>
                    <a:pt x="260" y="1771"/>
                    <a:pt x="375" y="1699"/>
                  </a:cubicBezTo>
                  <a:cubicBezTo>
                    <a:pt x="519" y="1555"/>
                    <a:pt x="1009" y="735"/>
                    <a:pt x="951" y="519"/>
                  </a:cubicBezTo>
                  <a:cubicBezTo>
                    <a:pt x="879" y="331"/>
                    <a:pt x="793" y="159"/>
                    <a:pt x="663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84;p35">
              <a:extLst>
                <a:ext uri="{FF2B5EF4-FFF2-40B4-BE49-F238E27FC236}">
                  <a16:creationId xmlns:a16="http://schemas.microsoft.com/office/drawing/2014/main" id="{05EC57D5-111E-2EC2-203F-36E7FC75A300}"/>
                </a:ext>
              </a:extLst>
            </p:cNvPr>
            <p:cNvSpPr/>
            <p:nvPr/>
          </p:nvSpPr>
          <p:spPr>
            <a:xfrm flipH="1">
              <a:off x="710131" y="3100328"/>
              <a:ext cx="17176" cy="76586"/>
            </a:xfrm>
            <a:custGeom>
              <a:avLst/>
              <a:gdLst/>
              <a:ahLst/>
              <a:cxnLst/>
              <a:rect l="l" t="t" r="r" b="b"/>
              <a:pathLst>
                <a:path w="462" h="2060" extrusionOk="0">
                  <a:moveTo>
                    <a:pt x="462" y="0"/>
                  </a:moveTo>
                  <a:cubicBezTo>
                    <a:pt x="462" y="0"/>
                    <a:pt x="44" y="591"/>
                    <a:pt x="30" y="749"/>
                  </a:cubicBezTo>
                  <a:cubicBezTo>
                    <a:pt x="1" y="1066"/>
                    <a:pt x="1" y="1368"/>
                    <a:pt x="44" y="1671"/>
                  </a:cubicBezTo>
                  <a:cubicBezTo>
                    <a:pt x="59" y="1800"/>
                    <a:pt x="73" y="1930"/>
                    <a:pt x="59" y="2059"/>
                  </a:cubicBezTo>
                  <a:cubicBezTo>
                    <a:pt x="275" y="1987"/>
                    <a:pt x="361" y="1656"/>
                    <a:pt x="419" y="1483"/>
                  </a:cubicBezTo>
                  <a:cubicBezTo>
                    <a:pt x="419" y="1483"/>
                    <a:pt x="203" y="835"/>
                    <a:pt x="231" y="605"/>
                  </a:cubicBezTo>
                  <a:cubicBezTo>
                    <a:pt x="289" y="403"/>
                    <a:pt x="375" y="202"/>
                    <a:pt x="46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85;p35">
              <a:extLst>
                <a:ext uri="{FF2B5EF4-FFF2-40B4-BE49-F238E27FC236}">
                  <a16:creationId xmlns:a16="http://schemas.microsoft.com/office/drawing/2014/main" id="{43041BF8-91AF-B2DE-5EB9-05C51E2A9715}"/>
                </a:ext>
              </a:extLst>
            </p:cNvPr>
            <p:cNvSpPr/>
            <p:nvPr/>
          </p:nvSpPr>
          <p:spPr>
            <a:xfrm flipH="1">
              <a:off x="-12674" y="2161224"/>
              <a:ext cx="600231" cy="999629"/>
            </a:xfrm>
            <a:custGeom>
              <a:avLst/>
              <a:gdLst/>
              <a:ahLst/>
              <a:cxnLst/>
              <a:rect l="l" t="t" r="r" b="b"/>
              <a:pathLst>
                <a:path w="16145" h="26888" extrusionOk="0">
                  <a:moveTo>
                    <a:pt x="11234" y="0"/>
                  </a:moveTo>
                  <a:cubicBezTo>
                    <a:pt x="11190" y="0"/>
                    <a:pt x="11133" y="0"/>
                    <a:pt x="11075" y="15"/>
                  </a:cubicBezTo>
                  <a:cubicBezTo>
                    <a:pt x="8397" y="260"/>
                    <a:pt x="7605" y="4638"/>
                    <a:pt x="8209" y="9390"/>
                  </a:cubicBezTo>
                  <a:cubicBezTo>
                    <a:pt x="8872" y="14762"/>
                    <a:pt x="9160" y="16965"/>
                    <a:pt x="9160" y="16965"/>
                  </a:cubicBezTo>
                  <a:lnTo>
                    <a:pt x="1" y="23129"/>
                  </a:lnTo>
                  <a:lnTo>
                    <a:pt x="1470" y="26887"/>
                  </a:lnTo>
                  <a:cubicBezTo>
                    <a:pt x="1470" y="26887"/>
                    <a:pt x="15194" y="23762"/>
                    <a:pt x="15669" y="18967"/>
                  </a:cubicBezTo>
                  <a:cubicBezTo>
                    <a:pt x="16145" y="14243"/>
                    <a:pt x="15309" y="0"/>
                    <a:pt x="1123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86;p35">
              <a:extLst>
                <a:ext uri="{FF2B5EF4-FFF2-40B4-BE49-F238E27FC236}">
                  <a16:creationId xmlns:a16="http://schemas.microsoft.com/office/drawing/2014/main" id="{4CB123D8-D90A-F257-9F7B-07D794C0F9F4}"/>
                </a:ext>
              </a:extLst>
            </p:cNvPr>
            <p:cNvSpPr/>
            <p:nvPr/>
          </p:nvSpPr>
          <p:spPr>
            <a:xfrm flipH="1">
              <a:off x="557517" y="1839304"/>
              <a:ext cx="36471" cy="17845"/>
            </a:xfrm>
            <a:custGeom>
              <a:avLst/>
              <a:gdLst/>
              <a:ahLst/>
              <a:cxnLst/>
              <a:rect l="l" t="t" r="r" b="b"/>
              <a:pathLst>
                <a:path w="981" h="480" extrusionOk="0">
                  <a:moveTo>
                    <a:pt x="507" y="1"/>
                  </a:moveTo>
                  <a:cubicBezTo>
                    <a:pt x="300" y="1"/>
                    <a:pt x="87" y="134"/>
                    <a:pt x="1" y="321"/>
                  </a:cubicBezTo>
                  <a:cubicBezTo>
                    <a:pt x="98" y="301"/>
                    <a:pt x="196" y="291"/>
                    <a:pt x="292" y="291"/>
                  </a:cubicBezTo>
                  <a:cubicBezTo>
                    <a:pt x="537" y="291"/>
                    <a:pt x="773" y="355"/>
                    <a:pt x="980" y="479"/>
                  </a:cubicBezTo>
                  <a:cubicBezTo>
                    <a:pt x="915" y="134"/>
                    <a:pt x="714" y="1"/>
                    <a:pt x="50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87;p35">
              <a:extLst>
                <a:ext uri="{FF2B5EF4-FFF2-40B4-BE49-F238E27FC236}">
                  <a16:creationId xmlns:a16="http://schemas.microsoft.com/office/drawing/2014/main" id="{DC426855-DF86-97ED-CFEB-09CCA096A357}"/>
                </a:ext>
              </a:extLst>
            </p:cNvPr>
            <p:cNvSpPr/>
            <p:nvPr/>
          </p:nvSpPr>
          <p:spPr>
            <a:xfrm flipH="1">
              <a:off x="569860" y="1872653"/>
              <a:ext cx="23571" cy="23571"/>
            </a:xfrm>
            <a:custGeom>
              <a:avLst/>
              <a:gdLst/>
              <a:ahLst/>
              <a:cxnLst/>
              <a:rect l="l" t="t" r="r" b="b"/>
              <a:pathLst>
                <a:path w="634" h="634" extrusionOk="0">
                  <a:moveTo>
                    <a:pt x="317" y="0"/>
                  </a:moveTo>
                  <a:cubicBezTo>
                    <a:pt x="274" y="0"/>
                    <a:pt x="231" y="0"/>
                    <a:pt x="188" y="29"/>
                  </a:cubicBezTo>
                  <a:cubicBezTo>
                    <a:pt x="72" y="72"/>
                    <a:pt x="0" y="187"/>
                    <a:pt x="0" y="317"/>
                  </a:cubicBezTo>
                  <a:cubicBezTo>
                    <a:pt x="0" y="346"/>
                    <a:pt x="15" y="374"/>
                    <a:pt x="15" y="403"/>
                  </a:cubicBezTo>
                  <a:cubicBezTo>
                    <a:pt x="29" y="461"/>
                    <a:pt x="58" y="504"/>
                    <a:pt x="101" y="547"/>
                  </a:cubicBezTo>
                  <a:lnTo>
                    <a:pt x="173" y="590"/>
                  </a:lnTo>
                  <a:cubicBezTo>
                    <a:pt x="216" y="619"/>
                    <a:pt x="274" y="634"/>
                    <a:pt x="332" y="634"/>
                  </a:cubicBezTo>
                  <a:cubicBezTo>
                    <a:pt x="504" y="619"/>
                    <a:pt x="634" y="475"/>
                    <a:pt x="634" y="302"/>
                  </a:cubicBezTo>
                  <a:cubicBezTo>
                    <a:pt x="634" y="274"/>
                    <a:pt x="634" y="259"/>
                    <a:pt x="620" y="230"/>
                  </a:cubicBezTo>
                  <a:cubicBezTo>
                    <a:pt x="605" y="173"/>
                    <a:pt x="576" y="130"/>
                    <a:pt x="533" y="86"/>
                  </a:cubicBezTo>
                  <a:cubicBezTo>
                    <a:pt x="519" y="72"/>
                    <a:pt x="490" y="58"/>
                    <a:pt x="476" y="29"/>
                  </a:cubicBezTo>
                  <a:cubicBezTo>
                    <a:pt x="418" y="14"/>
                    <a:pt x="375" y="0"/>
                    <a:pt x="31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88;p35">
              <a:extLst>
                <a:ext uri="{FF2B5EF4-FFF2-40B4-BE49-F238E27FC236}">
                  <a16:creationId xmlns:a16="http://schemas.microsoft.com/office/drawing/2014/main" id="{37649D9E-BF6E-71A7-D115-BE750F8552CD}"/>
                </a:ext>
              </a:extLst>
            </p:cNvPr>
            <p:cNvSpPr/>
            <p:nvPr/>
          </p:nvSpPr>
          <p:spPr>
            <a:xfrm flipH="1">
              <a:off x="563949" y="1933661"/>
              <a:ext cx="43423" cy="21042"/>
            </a:xfrm>
            <a:custGeom>
              <a:avLst/>
              <a:gdLst/>
              <a:ahLst/>
              <a:cxnLst/>
              <a:rect l="l" t="t" r="r" b="b"/>
              <a:pathLst>
                <a:path w="1168" h="566" extrusionOk="0">
                  <a:moveTo>
                    <a:pt x="1167" y="1"/>
                  </a:moveTo>
                  <a:lnTo>
                    <a:pt x="1167" y="1"/>
                  </a:lnTo>
                  <a:cubicBezTo>
                    <a:pt x="980" y="73"/>
                    <a:pt x="793" y="130"/>
                    <a:pt x="606" y="145"/>
                  </a:cubicBezTo>
                  <a:cubicBezTo>
                    <a:pt x="260" y="188"/>
                    <a:pt x="1" y="202"/>
                    <a:pt x="1" y="202"/>
                  </a:cubicBezTo>
                  <a:cubicBezTo>
                    <a:pt x="1" y="202"/>
                    <a:pt x="234" y="566"/>
                    <a:pt x="578" y="566"/>
                  </a:cubicBezTo>
                  <a:cubicBezTo>
                    <a:pt x="597" y="566"/>
                    <a:pt x="615" y="565"/>
                    <a:pt x="635" y="562"/>
                  </a:cubicBezTo>
                  <a:cubicBezTo>
                    <a:pt x="923" y="505"/>
                    <a:pt x="1139" y="289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89;p35">
              <a:extLst>
                <a:ext uri="{FF2B5EF4-FFF2-40B4-BE49-F238E27FC236}">
                  <a16:creationId xmlns:a16="http://schemas.microsoft.com/office/drawing/2014/main" id="{E64F072E-201B-54D0-D19E-4BC9CC3AE2D6}"/>
                </a:ext>
              </a:extLst>
            </p:cNvPr>
            <p:cNvSpPr/>
            <p:nvPr/>
          </p:nvSpPr>
          <p:spPr>
            <a:xfrm flipH="1">
              <a:off x="1921745" y="1772162"/>
              <a:ext cx="36434" cy="15391"/>
            </a:xfrm>
            <a:custGeom>
              <a:avLst/>
              <a:gdLst/>
              <a:ahLst/>
              <a:cxnLst/>
              <a:rect l="l" t="t" r="r" b="b"/>
              <a:pathLst>
                <a:path w="980" h="414" extrusionOk="0">
                  <a:moveTo>
                    <a:pt x="513" y="1"/>
                  </a:moveTo>
                  <a:cubicBezTo>
                    <a:pt x="283" y="1"/>
                    <a:pt x="57" y="182"/>
                    <a:pt x="0" y="399"/>
                  </a:cubicBezTo>
                  <a:cubicBezTo>
                    <a:pt x="154" y="343"/>
                    <a:pt x="315" y="314"/>
                    <a:pt x="475" y="314"/>
                  </a:cubicBezTo>
                  <a:cubicBezTo>
                    <a:pt x="646" y="314"/>
                    <a:pt x="817" y="346"/>
                    <a:pt x="980" y="413"/>
                  </a:cubicBezTo>
                  <a:cubicBezTo>
                    <a:pt x="878" y="114"/>
                    <a:pt x="695" y="1"/>
                    <a:pt x="51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90;p35">
              <a:extLst>
                <a:ext uri="{FF2B5EF4-FFF2-40B4-BE49-F238E27FC236}">
                  <a16:creationId xmlns:a16="http://schemas.microsoft.com/office/drawing/2014/main" id="{5C75E282-5B7A-79E5-B480-6C1A8F5CCB1D}"/>
                </a:ext>
              </a:extLst>
            </p:cNvPr>
            <p:cNvSpPr/>
            <p:nvPr/>
          </p:nvSpPr>
          <p:spPr>
            <a:xfrm flipH="1">
              <a:off x="1928177" y="1812128"/>
              <a:ext cx="23571" cy="23794"/>
            </a:xfrm>
            <a:custGeom>
              <a:avLst/>
              <a:gdLst/>
              <a:ahLst/>
              <a:cxnLst/>
              <a:rect l="l" t="t" r="r" b="b"/>
              <a:pathLst>
                <a:path w="634" h="640" extrusionOk="0">
                  <a:moveTo>
                    <a:pt x="303" y="1"/>
                  </a:moveTo>
                  <a:cubicBezTo>
                    <a:pt x="259" y="1"/>
                    <a:pt x="216" y="15"/>
                    <a:pt x="187" y="29"/>
                  </a:cubicBezTo>
                  <a:cubicBezTo>
                    <a:pt x="72" y="87"/>
                    <a:pt x="0" y="202"/>
                    <a:pt x="0" y="332"/>
                  </a:cubicBezTo>
                  <a:cubicBezTo>
                    <a:pt x="0" y="361"/>
                    <a:pt x="0" y="390"/>
                    <a:pt x="0" y="404"/>
                  </a:cubicBezTo>
                  <a:cubicBezTo>
                    <a:pt x="15" y="462"/>
                    <a:pt x="58" y="519"/>
                    <a:pt x="87" y="548"/>
                  </a:cubicBezTo>
                  <a:lnTo>
                    <a:pt x="159" y="606"/>
                  </a:lnTo>
                  <a:cubicBezTo>
                    <a:pt x="201" y="627"/>
                    <a:pt x="235" y="640"/>
                    <a:pt x="273" y="640"/>
                  </a:cubicBezTo>
                  <a:cubicBezTo>
                    <a:pt x="287" y="640"/>
                    <a:pt x="302" y="638"/>
                    <a:pt x="317" y="634"/>
                  </a:cubicBezTo>
                  <a:cubicBezTo>
                    <a:pt x="490" y="634"/>
                    <a:pt x="634" y="490"/>
                    <a:pt x="634" y="317"/>
                  </a:cubicBezTo>
                  <a:cubicBezTo>
                    <a:pt x="634" y="289"/>
                    <a:pt x="620" y="260"/>
                    <a:pt x="620" y="231"/>
                  </a:cubicBezTo>
                  <a:cubicBezTo>
                    <a:pt x="605" y="173"/>
                    <a:pt x="576" y="130"/>
                    <a:pt x="533" y="87"/>
                  </a:cubicBezTo>
                  <a:cubicBezTo>
                    <a:pt x="504" y="73"/>
                    <a:pt x="490" y="58"/>
                    <a:pt x="461" y="44"/>
                  </a:cubicBezTo>
                  <a:cubicBezTo>
                    <a:pt x="418" y="15"/>
                    <a:pt x="360" y="1"/>
                    <a:pt x="30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91;p35">
              <a:extLst>
                <a:ext uri="{FF2B5EF4-FFF2-40B4-BE49-F238E27FC236}">
                  <a16:creationId xmlns:a16="http://schemas.microsoft.com/office/drawing/2014/main" id="{377B7FE6-837E-3702-49B6-5D1538C3954C}"/>
                </a:ext>
              </a:extLst>
            </p:cNvPr>
            <p:cNvSpPr/>
            <p:nvPr/>
          </p:nvSpPr>
          <p:spPr>
            <a:xfrm flipH="1">
              <a:off x="1922823" y="1880125"/>
              <a:ext cx="43386" cy="21042"/>
            </a:xfrm>
            <a:custGeom>
              <a:avLst/>
              <a:gdLst/>
              <a:ahLst/>
              <a:cxnLst/>
              <a:rect l="l" t="t" r="r" b="b"/>
              <a:pathLst>
                <a:path w="1167" h="566" extrusionOk="0">
                  <a:moveTo>
                    <a:pt x="1167" y="1"/>
                  </a:moveTo>
                  <a:lnTo>
                    <a:pt x="1167" y="1"/>
                  </a:lnTo>
                  <a:cubicBezTo>
                    <a:pt x="994" y="73"/>
                    <a:pt x="807" y="130"/>
                    <a:pt x="605" y="145"/>
                  </a:cubicBezTo>
                  <a:cubicBezTo>
                    <a:pt x="260" y="188"/>
                    <a:pt x="0" y="202"/>
                    <a:pt x="0" y="202"/>
                  </a:cubicBezTo>
                  <a:cubicBezTo>
                    <a:pt x="0" y="202"/>
                    <a:pt x="247" y="566"/>
                    <a:pt x="592" y="566"/>
                  </a:cubicBezTo>
                  <a:cubicBezTo>
                    <a:pt x="611" y="566"/>
                    <a:pt x="629" y="564"/>
                    <a:pt x="648" y="562"/>
                  </a:cubicBezTo>
                  <a:cubicBezTo>
                    <a:pt x="922" y="505"/>
                    <a:pt x="1138" y="289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92;p35">
              <a:extLst>
                <a:ext uri="{FF2B5EF4-FFF2-40B4-BE49-F238E27FC236}">
                  <a16:creationId xmlns:a16="http://schemas.microsoft.com/office/drawing/2014/main" id="{F76F97EC-6F34-DB9A-3C2D-6684961D0C38}"/>
                </a:ext>
              </a:extLst>
            </p:cNvPr>
            <p:cNvSpPr/>
            <p:nvPr/>
          </p:nvSpPr>
          <p:spPr>
            <a:xfrm flipH="1">
              <a:off x="3153176" y="1805696"/>
              <a:ext cx="23571" cy="23608"/>
            </a:xfrm>
            <a:custGeom>
              <a:avLst/>
              <a:gdLst/>
              <a:ahLst/>
              <a:cxnLst/>
              <a:rect l="l" t="t" r="r" b="b"/>
              <a:pathLst>
                <a:path w="634" h="635" extrusionOk="0">
                  <a:moveTo>
                    <a:pt x="317" y="1"/>
                  </a:moveTo>
                  <a:cubicBezTo>
                    <a:pt x="274" y="1"/>
                    <a:pt x="231" y="1"/>
                    <a:pt x="187" y="30"/>
                  </a:cubicBezTo>
                  <a:cubicBezTo>
                    <a:pt x="72" y="73"/>
                    <a:pt x="0" y="188"/>
                    <a:pt x="0" y="318"/>
                  </a:cubicBezTo>
                  <a:cubicBezTo>
                    <a:pt x="0" y="346"/>
                    <a:pt x="15" y="375"/>
                    <a:pt x="15" y="404"/>
                  </a:cubicBezTo>
                  <a:cubicBezTo>
                    <a:pt x="29" y="462"/>
                    <a:pt x="58" y="505"/>
                    <a:pt x="101" y="548"/>
                  </a:cubicBezTo>
                  <a:lnTo>
                    <a:pt x="173" y="591"/>
                  </a:lnTo>
                  <a:cubicBezTo>
                    <a:pt x="216" y="620"/>
                    <a:pt x="274" y="635"/>
                    <a:pt x="331" y="635"/>
                  </a:cubicBezTo>
                  <a:cubicBezTo>
                    <a:pt x="504" y="620"/>
                    <a:pt x="634" y="476"/>
                    <a:pt x="634" y="303"/>
                  </a:cubicBezTo>
                  <a:cubicBezTo>
                    <a:pt x="634" y="274"/>
                    <a:pt x="634" y="260"/>
                    <a:pt x="619" y="231"/>
                  </a:cubicBezTo>
                  <a:cubicBezTo>
                    <a:pt x="605" y="174"/>
                    <a:pt x="576" y="130"/>
                    <a:pt x="547" y="87"/>
                  </a:cubicBezTo>
                  <a:cubicBezTo>
                    <a:pt x="519" y="73"/>
                    <a:pt x="490" y="58"/>
                    <a:pt x="475" y="30"/>
                  </a:cubicBezTo>
                  <a:cubicBezTo>
                    <a:pt x="418" y="15"/>
                    <a:pt x="375" y="1"/>
                    <a:pt x="31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06110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3F6D-9350-7176-E55C-C55E779C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DC055-54E7-33A7-BB48-6EB0E05AE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719"/>
            <a:ext cx="10515600" cy="4351338"/>
          </a:xfrm>
        </p:spPr>
        <p:txBody>
          <a:bodyPr/>
          <a:lstStyle/>
          <a:p>
            <a:pPr marL="0">
              <a:lnSpc>
                <a:spcPct val="200000"/>
              </a:lnSpc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ea typeface="SimSun" panose="02010600030101010101" pitchFamily="2" charset="-122"/>
              </a:rPr>
              <a:t>Greedy strategy  </a:t>
            </a:r>
          </a:p>
          <a:p>
            <a:pPr marL="0" marR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latin typeface="Times New Roman" panose="02020603050405020304" pitchFamily="18" charset="0"/>
                <a:ea typeface="SimSun" panose="02010600030101010101" pitchFamily="2" charset="-122"/>
              </a:rPr>
              <a:t>Divide and Conquer    </a:t>
            </a:r>
          </a:p>
          <a:p>
            <a:pPr marL="0" marR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latin typeface="Times New Roman" panose="02020603050405020304" pitchFamily="18" charset="0"/>
                <a:ea typeface="SimSun" panose="02010600030101010101" pitchFamily="2" charset="-122"/>
              </a:rPr>
              <a:t>Most Commonly  used</a:t>
            </a:r>
          </a:p>
          <a:p>
            <a:pPr marL="0" lvl="0">
              <a:lnSpc>
                <a:spcPct val="200000"/>
              </a:lnSpc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ea typeface="SimSun" panose="02010600030101010101" pitchFamily="2" charset="-122"/>
              </a:rPr>
              <a:t>Knuth-</a:t>
            </a:r>
            <a:r>
              <a:rPr lang="en-US" sz="1800" b="1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Morries_Pratt</a:t>
            </a:r>
            <a:r>
              <a:rPr lang="en-US" sz="1800" b="1" dirty="0">
                <a:latin typeface="Times New Roman" panose="02020603050405020304" pitchFamily="18" charset="0"/>
                <a:ea typeface="SimSun" panose="02010600030101010101" pitchFamily="2" charset="-122"/>
              </a:rPr>
              <a:t> Algorithm 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Picture 3" descr="A diagram of a flowchart&#10;&#10;Description automatically generated">
            <a:extLst>
              <a:ext uri="{FF2B5EF4-FFF2-40B4-BE49-F238E27FC236}">
                <a16:creationId xmlns:a16="http://schemas.microsoft.com/office/drawing/2014/main" id="{818AD0DA-DEA6-D29B-A1EF-5A309BB0B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933" y="511792"/>
            <a:ext cx="4437100" cy="5351272"/>
          </a:xfrm>
          <a:prstGeom prst="rect">
            <a:avLst/>
          </a:prstGeom>
        </p:spPr>
      </p:pic>
      <p:grpSp>
        <p:nvGrpSpPr>
          <p:cNvPr id="142" name="Google Shape;1615;p32">
            <a:extLst>
              <a:ext uri="{FF2B5EF4-FFF2-40B4-BE49-F238E27FC236}">
                <a16:creationId xmlns:a16="http://schemas.microsoft.com/office/drawing/2014/main" id="{B3F55587-5435-A6D7-D745-01AB8D664C5A}"/>
              </a:ext>
            </a:extLst>
          </p:cNvPr>
          <p:cNvGrpSpPr/>
          <p:nvPr/>
        </p:nvGrpSpPr>
        <p:grpSpPr>
          <a:xfrm>
            <a:off x="940905" y="3852941"/>
            <a:ext cx="2849216" cy="2745952"/>
            <a:chOff x="457204" y="1094082"/>
            <a:chExt cx="3648006" cy="3637892"/>
          </a:xfrm>
        </p:grpSpPr>
        <p:grpSp>
          <p:nvGrpSpPr>
            <p:cNvPr id="143" name="Google Shape;1616;p32">
              <a:extLst>
                <a:ext uri="{FF2B5EF4-FFF2-40B4-BE49-F238E27FC236}">
                  <a16:creationId xmlns:a16="http://schemas.microsoft.com/office/drawing/2014/main" id="{0D4E5809-6DD3-CC9B-D464-84C4C44FBA8C}"/>
                </a:ext>
              </a:extLst>
            </p:cNvPr>
            <p:cNvGrpSpPr/>
            <p:nvPr/>
          </p:nvGrpSpPr>
          <p:grpSpPr>
            <a:xfrm>
              <a:off x="457204" y="1094082"/>
              <a:ext cx="3648006" cy="3637892"/>
              <a:chOff x="1414990" y="2289671"/>
              <a:chExt cx="387073" cy="385996"/>
            </a:xfrm>
          </p:grpSpPr>
          <p:sp>
            <p:nvSpPr>
              <p:cNvPr id="153" name="Google Shape;1617;p32">
                <a:extLst>
                  <a:ext uri="{FF2B5EF4-FFF2-40B4-BE49-F238E27FC236}">
                    <a16:creationId xmlns:a16="http://schemas.microsoft.com/office/drawing/2014/main" id="{F8056E30-AF2F-D699-5C40-16E796DD5413}"/>
                  </a:ext>
                </a:extLst>
              </p:cNvPr>
              <p:cNvSpPr/>
              <p:nvPr/>
            </p:nvSpPr>
            <p:spPr>
              <a:xfrm>
                <a:off x="1511384" y="2485585"/>
                <a:ext cx="110082" cy="59428"/>
              </a:xfrm>
              <a:custGeom>
                <a:avLst/>
                <a:gdLst/>
                <a:ahLst/>
                <a:cxnLst/>
                <a:rect l="l" t="t" r="r" b="b"/>
                <a:pathLst>
                  <a:path w="4190" h="2262" extrusionOk="0">
                    <a:moveTo>
                      <a:pt x="2199" y="0"/>
                    </a:moveTo>
                    <a:lnTo>
                      <a:pt x="639" y="708"/>
                    </a:lnTo>
                    <a:lnTo>
                      <a:pt x="0" y="1928"/>
                    </a:lnTo>
                    <a:lnTo>
                      <a:pt x="2095" y="2261"/>
                    </a:lnTo>
                    <a:lnTo>
                      <a:pt x="4190" y="1928"/>
                    </a:lnTo>
                    <a:lnTo>
                      <a:pt x="3552" y="708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rgbClr val="5454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618;p32">
                <a:extLst>
                  <a:ext uri="{FF2B5EF4-FFF2-40B4-BE49-F238E27FC236}">
                    <a16:creationId xmlns:a16="http://schemas.microsoft.com/office/drawing/2014/main" id="{992D50D4-53EA-A7FF-3101-4A5DB1458273}"/>
                  </a:ext>
                </a:extLst>
              </p:cNvPr>
              <p:cNvSpPr/>
              <p:nvPr/>
            </p:nvSpPr>
            <p:spPr>
              <a:xfrm>
                <a:off x="1414990" y="2289671"/>
                <a:ext cx="302712" cy="214515"/>
              </a:xfrm>
              <a:custGeom>
                <a:avLst/>
                <a:gdLst/>
                <a:ahLst/>
                <a:cxnLst/>
                <a:rect l="l" t="t" r="r" b="b"/>
                <a:pathLst>
                  <a:path w="11522" h="8165" extrusionOk="0">
                    <a:moveTo>
                      <a:pt x="923" y="1"/>
                    </a:moveTo>
                    <a:cubicBezTo>
                      <a:pt x="416" y="1"/>
                      <a:pt x="0" y="417"/>
                      <a:pt x="0" y="930"/>
                    </a:cubicBezTo>
                    <a:lnTo>
                      <a:pt x="0" y="7242"/>
                    </a:lnTo>
                    <a:cubicBezTo>
                      <a:pt x="0" y="7755"/>
                      <a:pt x="416" y="8165"/>
                      <a:pt x="923" y="8165"/>
                    </a:cubicBezTo>
                    <a:lnTo>
                      <a:pt x="10599" y="8165"/>
                    </a:lnTo>
                    <a:cubicBezTo>
                      <a:pt x="11105" y="8165"/>
                      <a:pt x="11521" y="7755"/>
                      <a:pt x="11521" y="7242"/>
                    </a:cubicBezTo>
                    <a:lnTo>
                      <a:pt x="11521" y="930"/>
                    </a:lnTo>
                    <a:cubicBezTo>
                      <a:pt x="11521" y="417"/>
                      <a:pt x="11105" y="1"/>
                      <a:pt x="105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619;p32">
                <a:extLst>
                  <a:ext uri="{FF2B5EF4-FFF2-40B4-BE49-F238E27FC236}">
                    <a16:creationId xmlns:a16="http://schemas.microsoft.com/office/drawing/2014/main" id="{76169416-95E2-4978-B527-D19168047F1A}"/>
                  </a:ext>
                </a:extLst>
              </p:cNvPr>
              <p:cNvSpPr/>
              <p:nvPr/>
            </p:nvSpPr>
            <p:spPr>
              <a:xfrm>
                <a:off x="1490418" y="2536212"/>
                <a:ext cx="151829" cy="17366"/>
              </a:xfrm>
              <a:custGeom>
                <a:avLst/>
                <a:gdLst/>
                <a:ahLst/>
                <a:cxnLst/>
                <a:rect l="l" t="t" r="r" b="b"/>
                <a:pathLst>
                  <a:path w="5779" h="661" extrusionOk="0">
                    <a:moveTo>
                      <a:pt x="432" y="1"/>
                    </a:moveTo>
                    <a:cubicBezTo>
                      <a:pt x="0" y="1"/>
                      <a:pt x="0" y="661"/>
                      <a:pt x="432" y="661"/>
                    </a:cubicBezTo>
                    <a:cubicBezTo>
                      <a:pt x="438" y="661"/>
                      <a:pt x="445" y="661"/>
                      <a:pt x="452" y="660"/>
                    </a:cubicBezTo>
                    <a:lnTo>
                      <a:pt x="5328" y="660"/>
                    </a:lnTo>
                    <a:cubicBezTo>
                      <a:pt x="5334" y="661"/>
                      <a:pt x="5341" y="661"/>
                      <a:pt x="5348" y="661"/>
                    </a:cubicBezTo>
                    <a:cubicBezTo>
                      <a:pt x="5779" y="661"/>
                      <a:pt x="5779" y="1"/>
                      <a:pt x="5348" y="1"/>
                    </a:cubicBezTo>
                    <a:cubicBezTo>
                      <a:pt x="5341" y="1"/>
                      <a:pt x="5334" y="1"/>
                      <a:pt x="5328" y="1"/>
                    </a:cubicBezTo>
                    <a:lnTo>
                      <a:pt x="452" y="1"/>
                    </a:lnTo>
                    <a:cubicBezTo>
                      <a:pt x="445" y="1"/>
                      <a:pt x="438" y="1"/>
                      <a:pt x="4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620;p32">
                <a:extLst>
                  <a:ext uri="{FF2B5EF4-FFF2-40B4-BE49-F238E27FC236}">
                    <a16:creationId xmlns:a16="http://schemas.microsoft.com/office/drawing/2014/main" id="{1D3B8AA3-B91E-2B3F-4181-7CE54B7E9F4A}"/>
                  </a:ext>
                </a:extLst>
              </p:cNvPr>
              <p:cNvSpPr/>
              <p:nvPr/>
            </p:nvSpPr>
            <p:spPr>
              <a:xfrm>
                <a:off x="1430465" y="2307168"/>
                <a:ext cx="271736" cy="158738"/>
              </a:xfrm>
              <a:custGeom>
                <a:avLst/>
                <a:gdLst/>
                <a:ahLst/>
                <a:cxnLst/>
                <a:rect l="l" t="t" r="r" b="b"/>
                <a:pathLst>
                  <a:path w="10343" h="6042" extrusionOk="0">
                    <a:moveTo>
                      <a:pt x="757" y="1"/>
                    </a:moveTo>
                    <a:cubicBezTo>
                      <a:pt x="341" y="1"/>
                      <a:pt x="1" y="340"/>
                      <a:pt x="1" y="757"/>
                    </a:cubicBezTo>
                    <a:lnTo>
                      <a:pt x="1" y="5286"/>
                    </a:lnTo>
                    <a:cubicBezTo>
                      <a:pt x="1" y="5702"/>
                      <a:pt x="334" y="6042"/>
                      <a:pt x="757" y="6042"/>
                    </a:cubicBezTo>
                    <a:lnTo>
                      <a:pt x="9593" y="6042"/>
                    </a:lnTo>
                    <a:cubicBezTo>
                      <a:pt x="10010" y="6042"/>
                      <a:pt x="10343" y="5702"/>
                      <a:pt x="10343" y="5286"/>
                    </a:cubicBezTo>
                    <a:lnTo>
                      <a:pt x="10343" y="750"/>
                    </a:lnTo>
                    <a:cubicBezTo>
                      <a:pt x="10343" y="340"/>
                      <a:pt x="10003" y="1"/>
                      <a:pt x="9593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621;p32">
                <a:extLst>
                  <a:ext uri="{FF2B5EF4-FFF2-40B4-BE49-F238E27FC236}">
                    <a16:creationId xmlns:a16="http://schemas.microsoft.com/office/drawing/2014/main" id="{E1BB35A5-3ED9-FAA8-97DE-2EE8B92B72B8}"/>
                  </a:ext>
                </a:extLst>
              </p:cNvPr>
              <p:cNvSpPr/>
              <p:nvPr/>
            </p:nvSpPr>
            <p:spPr>
              <a:xfrm>
                <a:off x="1426471" y="2303149"/>
                <a:ext cx="279750" cy="166594"/>
              </a:xfrm>
              <a:custGeom>
                <a:avLst/>
                <a:gdLst/>
                <a:ahLst/>
                <a:cxnLst/>
                <a:rect l="l" t="t" r="r" b="b"/>
                <a:pathLst>
                  <a:path w="10648" h="6341" extrusionOk="0">
                    <a:moveTo>
                      <a:pt x="9745" y="299"/>
                    </a:moveTo>
                    <a:cubicBezTo>
                      <a:pt x="10078" y="299"/>
                      <a:pt x="10349" y="570"/>
                      <a:pt x="10349" y="910"/>
                    </a:cubicBezTo>
                    <a:lnTo>
                      <a:pt x="10349" y="5439"/>
                    </a:lnTo>
                    <a:cubicBezTo>
                      <a:pt x="10349" y="5772"/>
                      <a:pt x="10078" y="6042"/>
                      <a:pt x="9745" y="6042"/>
                    </a:cubicBezTo>
                    <a:lnTo>
                      <a:pt x="909" y="6042"/>
                    </a:lnTo>
                    <a:cubicBezTo>
                      <a:pt x="569" y="6042"/>
                      <a:pt x="298" y="5772"/>
                      <a:pt x="298" y="5439"/>
                    </a:cubicBezTo>
                    <a:lnTo>
                      <a:pt x="298" y="910"/>
                    </a:lnTo>
                    <a:cubicBezTo>
                      <a:pt x="298" y="577"/>
                      <a:pt x="569" y="306"/>
                      <a:pt x="909" y="306"/>
                    </a:cubicBezTo>
                    <a:lnTo>
                      <a:pt x="9745" y="299"/>
                    </a:lnTo>
                    <a:close/>
                    <a:moveTo>
                      <a:pt x="909" y="1"/>
                    </a:moveTo>
                    <a:cubicBezTo>
                      <a:pt x="409" y="1"/>
                      <a:pt x="0" y="410"/>
                      <a:pt x="0" y="910"/>
                    </a:cubicBezTo>
                    <a:lnTo>
                      <a:pt x="0" y="5439"/>
                    </a:lnTo>
                    <a:cubicBezTo>
                      <a:pt x="0" y="5938"/>
                      <a:pt x="402" y="6341"/>
                      <a:pt x="909" y="6341"/>
                    </a:cubicBezTo>
                    <a:lnTo>
                      <a:pt x="9745" y="6341"/>
                    </a:lnTo>
                    <a:cubicBezTo>
                      <a:pt x="10245" y="6341"/>
                      <a:pt x="10647" y="5938"/>
                      <a:pt x="10647" y="5439"/>
                    </a:cubicBezTo>
                    <a:lnTo>
                      <a:pt x="10647" y="903"/>
                    </a:lnTo>
                    <a:cubicBezTo>
                      <a:pt x="10647" y="410"/>
                      <a:pt x="10238" y="1"/>
                      <a:pt x="9745" y="1"/>
                    </a:cubicBezTo>
                    <a:close/>
                  </a:path>
                </a:pathLst>
              </a:custGeom>
              <a:solidFill>
                <a:srgbClr val="5454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622;p32">
                <a:extLst>
                  <a:ext uri="{FF2B5EF4-FFF2-40B4-BE49-F238E27FC236}">
                    <a16:creationId xmlns:a16="http://schemas.microsoft.com/office/drawing/2014/main" id="{7902D4C1-DC81-06AD-AEC3-551B4EB4FA94}"/>
                  </a:ext>
                </a:extLst>
              </p:cNvPr>
              <p:cNvSpPr/>
              <p:nvPr/>
            </p:nvSpPr>
            <p:spPr>
              <a:xfrm>
                <a:off x="1533610" y="2431096"/>
                <a:ext cx="249326" cy="198830"/>
              </a:xfrm>
              <a:custGeom>
                <a:avLst/>
                <a:gdLst/>
                <a:ahLst/>
                <a:cxnLst/>
                <a:rect l="l" t="t" r="r" b="b"/>
                <a:pathLst>
                  <a:path w="9490" h="7568" extrusionOk="0">
                    <a:moveTo>
                      <a:pt x="980" y="0"/>
                    </a:moveTo>
                    <a:cubicBezTo>
                      <a:pt x="438" y="0"/>
                      <a:pt x="1" y="441"/>
                      <a:pt x="8" y="978"/>
                    </a:cubicBezTo>
                    <a:lnTo>
                      <a:pt x="8" y="7568"/>
                    </a:lnTo>
                    <a:lnTo>
                      <a:pt x="9489" y="7568"/>
                    </a:lnTo>
                    <a:lnTo>
                      <a:pt x="9489" y="978"/>
                    </a:lnTo>
                    <a:cubicBezTo>
                      <a:pt x="9489" y="437"/>
                      <a:pt x="9045" y="0"/>
                      <a:pt x="8504" y="0"/>
                    </a:cubicBezTo>
                    <a:lnTo>
                      <a:pt x="993" y="0"/>
                    </a:lnTo>
                    <a:cubicBezTo>
                      <a:pt x="988" y="0"/>
                      <a:pt x="984" y="0"/>
                      <a:pt x="9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623;p32">
                <a:extLst>
                  <a:ext uri="{FF2B5EF4-FFF2-40B4-BE49-F238E27FC236}">
                    <a16:creationId xmlns:a16="http://schemas.microsoft.com/office/drawing/2014/main" id="{D174E861-CA72-6D90-83F7-23A25D9C064B}"/>
                  </a:ext>
                </a:extLst>
              </p:cNvPr>
              <p:cNvSpPr/>
              <p:nvPr/>
            </p:nvSpPr>
            <p:spPr>
              <a:xfrm>
                <a:off x="1551660" y="2452771"/>
                <a:ext cx="213228" cy="146364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5571" extrusionOk="0">
                    <a:moveTo>
                      <a:pt x="458" y="1"/>
                    </a:moveTo>
                    <a:cubicBezTo>
                      <a:pt x="208" y="1"/>
                      <a:pt x="0" y="209"/>
                      <a:pt x="0" y="458"/>
                    </a:cubicBezTo>
                    <a:lnTo>
                      <a:pt x="0" y="5119"/>
                    </a:lnTo>
                    <a:cubicBezTo>
                      <a:pt x="0" y="5369"/>
                      <a:pt x="208" y="5570"/>
                      <a:pt x="458" y="5570"/>
                    </a:cubicBezTo>
                    <a:lnTo>
                      <a:pt x="7658" y="5570"/>
                    </a:lnTo>
                    <a:cubicBezTo>
                      <a:pt x="7908" y="5570"/>
                      <a:pt x="8109" y="5369"/>
                      <a:pt x="8109" y="5119"/>
                    </a:cubicBezTo>
                    <a:lnTo>
                      <a:pt x="8109" y="458"/>
                    </a:lnTo>
                    <a:cubicBezTo>
                      <a:pt x="8116" y="209"/>
                      <a:pt x="7908" y="1"/>
                      <a:pt x="7658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24;p32">
                <a:extLst>
                  <a:ext uri="{FF2B5EF4-FFF2-40B4-BE49-F238E27FC236}">
                    <a16:creationId xmlns:a16="http://schemas.microsoft.com/office/drawing/2014/main" id="{CC7D830A-E36C-B742-5BA6-292A33BFF460}"/>
                  </a:ext>
                </a:extLst>
              </p:cNvPr>
              <p:cNvSpPr/>
              <p:nvPr/>
            </p:nvSpPr>
            <p:spPr>
              <a:xfrm>
                <a:off x="1547824" y="2448935"/>
                <a:ext cx="220899" cy="154193"/>
              </a:xfrm>
              <a:custGeom>
                <a:avLst/>
                <a:gdLst/>
                <a:ahLst/>
                <a:cxnLst/>
                <a:rect l="l" t="t" r="r" b="b"/>
                <a:pathLst>
                  <a:path w="8408" h="5869" extrusionOk="0">
                    <a:moveTo>
                      <a:pt x="604" y="1"/>
                    </a:moveTo>
                    <a:cubicBezTo>
                      <a:pt x="271" y="1"/>
                      <a:pt x="1" y="271"/>
                      <a:pt x="1" y="604"/>
                    </a:cubicBezTo>
                    <a:lnTo>
                      <a:pt x="1" y="5259"/>
                    </a:lnTo>
                    <a:cubicBezTo>
                      <a:pt x="1" y="5598"/>
                      <a:pt x="271" y="5869"/>
                      <a:pt x="604" y="5869"/>
                    </a:cubicBezTo>
                    <a:lnTo>
                      <a:pt x="4370" y="5869"/>
                    </a:lnTo>
                    <a:cubicBezTo>
                      <a:pt x="4572" y="5869"/>
                      <a:pt x="4572" y="5571"/>
                      <a:pt x="4370" y="5571"/>
                    </a:cubicBezTo>
                    <a:lnTo>
                      <a:pt x="604" y="5571"/>
                    </a:lnTo>
                    <a:cubicBezTo>
                      <a:pt x="438" y="5571"/>
                      <a:pt x="299" y="5432"/>
                      <a:pt x="299" y="5265"/>
                    </a:cubicBezTo>
                    <a:lnTo>
                      <a:pt x="299" y="604"/>
                    </a:lnTo>
                    <a:cubicBezTo>
                      <a:pt x="299" y="438"/>
                      <a:pt x="438" y="299"/>
                      <a:pt x="604" y="299"/>
                    </a:cubicBezTo>
                    <a:lnTo>
                      <a:pt x="7804" y="299"/>
                    </a:lnTo>
                    <a:cubicBezTo>
                      <a:pt x="7970" y="299"/>
                      <a:pt x="8109" y="438"/>
                      <a:pt x="8109" y="604"/>
                    </a:cubicBezTo>
                    <a:lnTo>
                      <a:pt x="8109" y="5259"/>
                    </a:lnTo>
                    <a:cubicBezTo>
                      <a:pt x="8109" y="5425"/>
                      <a:pt x="7970" y="5564"/>
                      <a:pt x="7804" y="5564"/>
                    </a:cubicBezTo>
                    <a:lnTo>
                      <a:pt x="7193" y="5564"/>
                    </a:lnTo>
                    <a:cubicBezTo>
                      <a:pt x="6992" y="5564"/>
                      <a:pt x="6992" y="5862"/>
                      <a:pt x="7193" y="5862"/>
                    </a:cubicBezTo>
                    <a:lnTo>
                      <a:pt x="7804" y="5862"/>
                    </a:lnTo>
                    <a:cubicBezTo>
                      <a:pt x="8137" y="5862"/>
                      <a:pt x="8407" y="5598"/>
                      <a:pt x="8407" y="5265"/>
                    </a:cubicBezTo>
                    <a:lnTo>
                      <a:pt x="8407" y="604"/>
                    </a:lnTo>
                    <a:cubicBezTo>
                      <a:pt x="8407" y="271"/>
                      <a:pt x="8137" y="1"/>
                      <a:pt x="7804" y="1"/>
                    </a:cubicBezTo>
                    <a:close/>
                  </a:path>
                </a:pathLst>
              </a:custGeom>
              <a:solidFill>
                <a:srgbClr val="E457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25;p32">
                <a:extLst>
                  <a:ext uri="{FF2B5EF4-FFF2-40B4-BE49-F238E27FC236}">
                    <a16:creationId xmlns:a16="http://schemas.microsoft.com/office/drawing/2014/main" id="{E08587BA-F7CE-E2E5-998C-3F37C173A5DB}"/>
                  </a:ext>
                </a:extLst>
              </p:cNvPr>
              <p:cNvSpPr/>
              <p:nvPr/>
            </p:nvSpPr>
            <p:spPr>
              <a:xfrm>
                <a:off x="1533794" y="2610038"/>
                <a:ext cx="249142" cy="23724"/>
              </a:xfrm>
              <a:custGeom>
                <a:avLst/>
                <a:gdLst/>
                <a:ahLst/>
                <a:cxnLst/>
                <a:rect l="l" t="t" r="r" b="b"/>
                <a:pathLst>
                  <a:path w="9483" h="903" extrusionOk="0">
                    <a:moveTo>
                      <a:pt x="1" y="0"/>
                    </a:moveTo>
                    <a:lnTo>
                      <a:pt x="1" y="902"/>
                    </a:lnTo>
                    <a:lnTo>
                      <a:pt x="9482" y="902"/>
                    </a:lnTo>
                    <a:lnTo>
                      <a:pt x="9482" y="0"/>
                    </a:lnTo>
                    <a:close/>
                  </a:path>
                </a:pathLst>
              </a:custGeom>
              <a:solidFill>
                <a:srgbClr val="E457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6;p32">
                <a:extLst>
                  <a:ext uri="{FF2B5EF4-FFF2-40B4-BE49-F238E27FC236}">
                    <a16:creationId xmlns:a16="http://schemas.microsoft.com/office/drawing/2014/main" id="{52CEAE5D-BA15-AF47-DC7A-2F8A0505C90B}"/>
                  </a:ext>
                </a:extLst>
              </p:cNvPr>
              <p:cNvSpPr/>
              <p:nvPr/>
            </p:nvSpPr>
            <p:spPr>
              <a:xfrm>
                <a:off x="1514300" y="2616790"/>
                <a:ext cx="287763" cy="26246"/>
              </a:xfrm>
              <a:custGeom>
                <a:avLst/>
                <a:gdLst/>
                <a:ahLst/>
                <a:cxnLst/>
                <a:rect l="l" t="t" r="r" b="b"/>
                <a:pathLst>
                  <a:path w="10953" h="999" extrusionOk="0">
                    <a:moveTo>
                      <a:pt x="250" y="0"/>
                    </a:moveTo>
                    <a:cubicBezTo>
                      <a:pt x="111" y="0"/>
                      <a:pt x="0" y="111"/>
                      <a:pt x="0" y="250"/>
                    </a:cubicBezTo>
                    <a:cubicBezTo>
                      <a:pt x="0" y="666"/>
                      <a:pt x="340" y="999"/>
                      <a:pt x="756" y="999"/>
                    </a:cubicBezTo>
                    <a:lnTo>
                      <a:pt x="10204" y="999"/>
                    </a:lnTo>
                    <a:cubicBezTo>
                      <a:pt x="10620" y="999"/>
                      <a:pt x="10953" y="666"/>
                      <a:pt x="10953" y="250"/>
                    </a:cubicBezTo>
                    <a:cubicBezTo>
                      <a:pt x="10953" y="111"/>
                      <a:pt x="10842" y="0"/>
                      <a:pt x="107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27;p32">
                <a:extLst>
                  <a:ext uri="{FF2B5EF4-FFF2-40B4-BE49-F238E27FC236}">
                    <a16:creationId xmlns:a16="http://schemas.microsoft.com/office/drawing/2014/main" id="{D7187467-56C4-C42B-FA08-403DAD14D51E}"/>
                  </a:ext>
                </a:extLst>
              </p:cNvPr>
              <p:cNvSpPr/>
              <p:nvPr/>
            </p:nvSpPr>
            <p:spPr>
              <a:xfrm>
                <a:off x="1490418" y="2536212"/>
                <a:ext cx="36125" cy="17366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661" extrusionOk="0">
                    <a:moveTo>
                      <a:pt x="1354" y="1"/>
                    </a:moveTo>
                    <a:cubicBezTo>
                      <a:pt x="1347" y="1"/>
                      <a:pt x="1341" y="1"/>
                      <a:pt x="1334" y="1"/>
                    </a:cubicBezTo>
                    <a:lnTo>
                      <a:pt x="1374" y="1"/>
                    </a:lnTo>
                    <a:cubicBezTo>
                      <a:pt x="1367" y="1"/>
                      <a:pt x="1361" y="1"/>
                      <a:pt x="1354" y="1"/>
                    </a:cubicBezTo>
                    <a:close/>
                    <a:moveTo>
                      <a:pt x="432" y="1"/>
                    </a:moveTo>
                    <a:cubicBezTo>
                      <a:pt x="0" y="1"/>
                      <a:pt x="0" y="661"/>
                      <a:pt x="432" y="661"/>
                    </a:cubicBezTo>
                    <a:cubicBezTo>
                      <a:pt x="438" y="661"/>
                      <a:pt x="445" y="661"/>
                      <a:pt x="452" y="660"/>
                    </a:cubicBezTo>
                    <a:lnTo>
                      <a:pt x="1334" y="660"/>
                    </a:lnTo>
                    <a:cubicBezTo>
                      <a:pt x="923" y="641"/>
                      <a:pt x="923" y="21"/>
                      <a:pt x="1334" y="1"/>
                    </a:cubicBezTo>
                    <a:lnTo>
                      <a:pt x="452" y="1"/>
                    </a:lnTo>
                    <a:cubicBezTo>
                      <a:pt x="445" y="1"/>
                      <a:pt x="438" y="1"/>
                      <a:pt x="432" y="1"/>
                    </a:cubicBezTo>
                    <a:close/>
                    <a:moveTo>
                      <a:pt x="1334" y="660"/>
                    </a:moveTo>
                    <a:lnTo>
                      <a:pt x="1334" y="660"/>
                    </a:lnTo>
                    <a:cubicBezTo>
                      <a:pt x="1341" y="661"/>
                      <a:pt x="1347" y="661"/>
                      <a:pt x="1354" y="661"/>
                    </a:cubicBezTo>
                    <a:cubicBezTo>
                      <a:pt x="1361" y="661"/>
                      <a:pt x="1367" y="661"/>
                      <a:pt x="1374" y="660"/>
                    </a:cubicBezTo>
                    <a:close/>
                  </a:path>
                </a:pathLst>
              </a:custGeom>
              <a:solidFill>
                <a:srgbClr val="5454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28;p32">
                <a:extLst>
                  <a:ext uri="{FF2B5EF4-FFF2-40B4-BE49-F238E27FC236}">
                    <a16:creationId xmlns:a16="http://schemas.microsoft.com/office/drawing/2014/main" id="{CC5E4CD0-8972-FF9F-2F9F-974F0B9CD916}"/>
                  </a:ext>
                </a:extLst>
              </p:cNvPr>
              <p:cNvSpPr/>
              <p:nvPr/>
            </p:nvSpPr>
            <p:spPr>
              <a:xfrm>
                <a:off x="1414990" y="2289671"/>
                <a:ext cx="35547" cy="214515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8165" extrusionOk="0">
                    <a:moveTo>
                      <a:pt x="923" y="1"/>
                    </a:moveTo>
                    <a:cubicBezTo>
                      <a:pt x="416" y="1"/>
                      <a:pt x="0" y="417"/>
                      <a:pt x="0" y="930"/>
                    </a:cubicBezTo>
                    <a:lnTo>
                      <a:pt x="0" y="7242"/>
                    </a:lnTo>
                    <a:cubicBezTo>
                      <a:pt x="0" y="7755"/>
                      <a:pt x="416" y="8165"/>
                      <a:pt x="923" y="8165"/>
                    </a:cubicBezTo>
                    <a:lnTo>
                      <a:pt x="1353" y="8165"/>
                    </a:lnTo>
                    <a:cubicBezTo>
                      <a:pt x="839" y="8165"/>
                      <a:pt x="430" y="7755"/>
                      <a:pt x="430" y="7242"/>
                    </a:cubicBezTo>
                    <a:lnTo>
                      <a:pt x="430" y="930"/>
                    </a:lnTo>
                    <a:cubicBezTo>
                      <a:pt x="430" y="424"/>
                      <a:pt x="833" y="8"/>
                      <a:pt x="1346" y="1"/>
                    </a:cubicBezTo>
                    <a:close/>
                  </a:path>
                </a:pathLst>
              </a:custGeom>
              <a:solidFill>
                <a:srgbClr val="5454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29;p32">
                <a:extLst>
                  <a:ext uri="{FF2B5EF4-FFF2-40B4-BE49-F238E27FC236}">
                    <a16:creationId xmlns:a16="http://schemas.microsoft.com/office/drawing/2014/main" id="{75B03C8C-8BA2-D973-2F0C-53891412EBA2}"/>
                  </a:ext>
                </a:extLst>
              </p:cNvPr>
              <p:cNvSpPr/>
              <p:nvPr/>
            </p:nvSpPr>
            <p:spPr>
              <a:xfrm>
                <a:off x="1533794" y="2431096"/>
                <a:ext cx="35021" cy="198830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7568" extrusionOk="0">
                    <a:moveTo>
                      <a:pt x="973" y="0"/>
                    </a:moveTo>
                    <a:cubicBezTo>
                      <a:pt x="431" y="0"/>
                      <a:pt x="1" y="441"/>
                      <a:pt x="1" y="978"/>
                    </a:cubicBezTo>
                    <a:lnTo>
                      <a:pt x="1" y="7568"/>
                    </a:lnTo>
                    <a:lnTo>
                      <a:pt x="347" y="7568"/>
                    </a:lnTo>
                    <a:lnTo>
                      <a:pt x="347" y="978"/>
                    </a:lnTo>
                    <a:cubicBezTo>
                      <a:pt x="347" y="437"/>
                      <a:pt x="784" y="0"/>
                      <a:pt x="1332" y="0"/>
                    </a:cubicBezTo>
                    <a:lnTo>
                      <a:pt x="986" y="0"/>
                    </a:lnTo>
                    <a:cubicBezTo>
                      <a:pt x="981" y="0"/>
                      <a:pt x="977" y="0"/>
                      <a:pt x="973" y="0"/>
                    </a:cubicBezTo>
                    <a:close/>
                  </a:path>
                </a:pathLst>
              </a:custGeom>
              <a:solidFill>
                <a:srgbClr val="E457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30;p32">
                <a:extLst>
                  <a:ext uri="{FF2B5EF4-FFF2-40B4-BE49-F238E27FC236}">
                    <a16:creationId xmlns:a16="http://schemas.microsoft.com/office/drawing/2014/main" id="{40406EDE-6F73-D29A-2C13-F63983246AE6}"/>
                  </a:ext>
                </a:extLst>
              </p:cNvPr>
              <p:cNvSpPr/>
              <p:nvPr/>
            </p:nvSpPr>
            <p:spPr>
              <a:xfrm>
                <a:off x="1514484" y="2616790"/>
                <a:ext cx="52492" cy="2624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999" extrusionOk="0">
                    <a:moveTo>
                      <a:pt x="243" y="0"/>
                    </a:moveTo>
                    <a:cubicBezTo>
                      <a:pt x="111" y="0"/>
                      <a:pt x="0" y="111"/>
                      <a:pt x="0" y="243"/>
                    </a:cubicBezTo>
                    <a:cubicBezTo>
                      <a:pt x="0" y="655"/>
                      <a:pt x="327" y="992"/>
                      <a:pt x="737" y="992"/>
                    </a:cubicBezTo>
                    <a:cubicBezTo>
                      <a:pt x="741" y="992"/>
                      <a:pt x="745" y="992"/>
                      <a:pt x="749" y="992"/>
                    </a:cubicBezTo>
                    <a:lnTo>
                      <a:pt x="1895" y="992"/>
                    </a:lnTo>
                    <a:cubicBezTo>
                      <a:pt x="1527" y="942"/>
                      <a:pt x="1242" y="631"/>
                      <a:pt x="1242" y="250"/>
                    </a:cubicBezTo>
                    <a:cubicBezTo>
                      <a:pt x="1242" y="111"/>
                      <a:pt x="1353" y="0"/>
                      <a:pt x="1492" y="0"/>
                    </a:cubicBezTo>
                    <a:close/>
                    <a:moveTo>
                      <a:pt x="1895" y="992"/>
                    </a:moveTo>
                    <a:cubicBezTo>
                      <a:pt x="1928" y="997"/>
                      <a:pt x="1963" y="999"/>
                      <a:pt x="1998" y="999"/>
                    </a:cubicBezTo>
                    <a:lnTo>
                      <a:pt x="1998" y="992"/>
                    </a:lnTo>
                    <a:close/>
                  </a:path>
                </a:pathLst>
              </a:custGeom>
              <a:solidFill>
                <a:srgbClr val="E457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31;p32">
                <a:extLst>
                  <a:ext uri="{FF2B5EF4-FFF2-40B4-BE49-F238E27FC236}">
                    <a16:creationId xmlns:a16="http://schemas.microsoft.com/office/drawing/2014/main" id="{43DE30FE-D313-1552-8CA6-580455A8CA14}"/>
                  </a:ext>
                </a:extLst>
              </p:cNvPr>
              <p:cNvSpPr/>
              <p:nvPr/>
            </p:nvSpPr>
            <p:spPr>
              <a:xfrm>
                <a:off x="1663003" y="2569762"/>
                <a:ext cx="74194" cy="105721"/>
              </a:xfrm>
              <a:custGeom>
                <a:avLst/>
                <a:gdLst/>
                <a:ahLst/>
                <a:cxnLst/>
                <a:rect l="l" t="t" r="r" b="b"/>
                <a:pathLst>
                  <a:path w="2824" h="4024" extrusionOk="0">
                    <a:moveTo>
                      <a:pt x="444" y="1"/>
                    </a:moveTo>
                    <a:cubicBezTo>
                      <a:pt x="195" y="1"/>
                      <a:pt x="0" y="195"/>
                      <a:pt x="0" y="445"/>
                    </a:cubicBezTo>
                    <a:lnTo>
                      <a:pt x="0" y="3580"/>
                    </a:lnTo>
                    <a:cubicBezTo>
                      <a:pt x="0" y="3829"/>
                      <a:pt x="195" y="4024"/>
                      <a:pt x="444" y="4024"/>
                    </a:cubicBezTo>
                    <a:lnTo>
                      <a:pt x="2379" y="4024"/>
                    </a:lnTo>
                    <a:cubicBezTo>
                      <a:pt x="2622" y="4024"/>
                      <a:pt x="2823" y="3829"/>
                      <a:pt x="2823" y="3580"/>
                    </a:cubicBezTo>
                    <a:lnTo>
                      <a:pt x="2823" y="445"/>
                    </a:lnTo>
                    <a:cubicBezTo>
                      <a:pt x="2823" y="195"/>
                      <a:pt x="2622" y="1"/>
                      <a:pt x="23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32;p32">
                <a:extLst>
                  <a:ext uri="{FF2B5EF4-FFF2-40B4-BE49-F238E27FC236}">
                    <a16:creationId xmlns:a16="http://schemas.microsoft.com/office/drawing/2014/main" id="{E50703C0-BB89-9C19-569D-5C7F98F14C5E}"/>
                  </a:ext>
                </a:extLst>
              </p:cNvPr>
              <p:cNvSpPr/>
              <p:nvPr/>
            </p:nvSpPr>
            <p:spPr>
              <a:xfrm>
                <a:off x="1662635" y="2569946"/>
                <a:ext cx="16604" cy="105721"/>
              </a:xfrm>
              <a:custGeom>
                <a:avLst/>
                <a:gdLst/>
                <a:ahLst/>
                <a:cxnLst/>
                <a:rect l="l" t="t" r="r" b="b"/>
                <a:pathLst>
                  <a:path w="632" h="4024" extrusionOk="0">
                    <a:moveTo>
                      <a:pt x="444" y="1"/>
                    </a:moveTo>
                    <a:cubicBezTo>
                      <a:pt x="202" y="1"/>
                      <a:pt x="0" y="195"/>
                      <a:pt x="0" y="444"/>
                    </a:cubicBezTo>
                    <a:lnTo>
                      <a:pt x="0" y="3580"/>
                    </a:lnTo>
                    <a:cubicBezTo>
                      <a:pt x="0" y="3822"/>
                      <a:pt x="202" y="4024"/>
                      <a:pt x="444" y="4024"/>
                    </a:cubicBezTo>
                    <a:lnTo>
                      <a:pt x="632" y="4024"/>
                    </a:lnTo>
                    <a:cubicBezTo>
                      <a:pt x="389" y="4024"/>
                      <a:pt x="188" y="3822"/>
                      <a:pt x="188" y="3580"/>
                    </a:cubicBezTo>
                    <a:lnTo>
                      <a:pt x="188" y="444"/>
                    </a:lnTo>
                    <a:cubicBezTo>
                      <a:pt x="188" y="195"/>
                      <a:pt x="389" y="1"/>
                      <a:pt x="632" y="1"/>
                    </a:cubicBezTo>
                    <a:close/>
                  </a:path>
                </a:pathLst>
              </a:custGeom>
              <a:solidFill>
                <a:srgbClr val="56D8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33;p32">
                <a:extLst>
                  <a:ext uri="{FF2B5EF4-FFF2-40B4-BE49-F238E27FC236}">
                    <a16:creationId xmlns:a16="http://schemas.microsoft.com/office/drawing/2014/main" id="{7A66145A-E380-A0AA-8E8A-0BAAE0A5D92A}"/>
                  </a:ext>
                </a:extLst>
              </p:cNvPr>
              <p:cNvSpPr/>
              <p:nvPr/>
            </p:nvSpPr>
            <p:spPr>
              <a:xfrm>
                <a:off x="1662819" y="2582163"/>
                <a:ext cx="74377" cy="80919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080" extrusionOk="0">
                    <a:moveTo>
                      <a:pt x="396" y="0"/>
                    </a:moveTo>
                    <a:cubicBezTo>
                      <a:pt x="181" y="0"/>
                      <a:pt x="0" y="174"/>
                      <a:pt x="0" y="389"/>
                    </a:cubicBezTo>
                    <a:lnTo>
                      <a:pt x="0" y="2691"/>
                    </a:lnTo>
                    <a:cubicBezTo>
                      <a:pt x="0" y="2907"/>
                      <a:pt x="181" y="3080"/>
                      <a:pt x="396" y="3080"/>
                    </a:cubicBezTo>
                    <a:lnTo>
                      <a:pt x="2442" y="3080"/>
                    </a:lnTo>
                    <a:cubicBezTo>
                      <a:pt x="2657" y="3080"/>
                      <a:pt x="2830" y="2907"/>
                      <a:pt x="2830" y="2691"/>
                    </a:cubicBezTo>
                    <a:lnTo>
                      <a:pt x="2830" y="389"/>
                    </a:lnTo>
                    <a:cubicBezTo>
                      <a:pt x="2830" y="174"/>
                      <a:pt x="2657" y="0"/>
                      <a:pt x="2442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634;p32">
                <a:extLst>
                  <a:ext uri="{FF2B5EF4-FFF2-40B4-BE49-F238E27FC236}">
                    <a16:creationId xmlns:a16="http://schemas.microsoft.com/office/drawing/2014/main" id="{EBFC7840-E413-A41D-6DE4-1D1517ECAF07}"/>
                  </a:ext>
                </a:extLst>
              </p:cNvPr>
              <p:cNvSpPr/>
              <p:nvPr/>
            </p:nvSpPr>
            <p:spPr>
              <a:xfrm>
                <a:off x="1662635" y="2583975"/>
                <a:ext cx="4939" cy="77478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949" extrusionOk="0">
                    <a:moveTo>
                      <a:pt x="188" y="1"/>
                    </a:moveTo>
                    <a:cubicBezTo>
                      <a:pt x="77" y="49"/>
                      <a:pt x="7" y="153"/>
                      <a:pt x="0" y="271"/>
                    </a:cubicBezTo>
                    <a:lnTo>
                      <a:pt x="0" y="2671"/>
                    </a:lnTo>
                    <a:cubicBezTo>
                      <a:pt x="7" y="2789"/>
                      <a:pt x="77" y="2893"/>
                      <a:pt x="188" y="2948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635;p32">
              <a:extLst>
                <a:ext uri="{FF2B5EF4-FFF2-40B4-BE49-F238E27FC236}">
                  <a16:creationId xmlns:a16="http://schemas.microsoft.com/office/drawing/2014/main" id="{EBF08FBB-1E3A-DA19-AA00-38C4577DFBDA}"/>
                </a:ext>
              </a:extLst>
            </p:cNvPr>
            <p:cNvGrpSpPr/>
            <p:nvPr/>
          </p:nvGrpSpPr>
          <p:grpSpPr>
            <a:xfrm>
              <a:off x="1575307" y="1627127"/>
              <a:ext cx="620382" cy="620382"/>
              <a:chOff x="6405075" y="2810250"/>
              <a:chExt cx="879600" cy="879600"/>
            </a:xfrm>
          </p:grpSpPr>
          <p:sp>
            <p:nvSpPr>
              <p:cNvPr id="151" name="Google Shape;1636;p32">
                <a:extLst>
                  <a:ext uri="{FF2B5EF4-FFF2-40B4-BE49-F238E27FC236}">
                    <a16:creationId xmlns:a16="http://schemas.microsoft.com/office/drawing/2014/main" id="{E4758047-A6B5-5F96-62E5-5AE3550BA9E1}"/>
                  </a:ext>
                </a:extLst>
              </p:cNvPr>
              <p:cNvSpPr/>
              <p:nvPr/>
            </p:nvSpPr>
            <p:spPr>
              <a:xfrm>
                <a:off x="6405075" y="2810250"/>
                <a:ext cx="879600" cy="879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637;p32">
                <a:extLst>
                  <a:ext uri="{FF2B5EF4-FFF2-40B4-BE49-F238E27FC236}">
                    <a16:creationId xmlns:a16="http://schemas.microsoft.com/office/drawing/2014/main" id="{1C668FFA-9BE9-58EE-4C57-6FF01DFD4FAB}"/>
                  </a:ext>
                </a:extLst>
              </p:cNvPr>
              <p:cNvSpPr/>
              <p:nvPr/>
            </p:nvSpPr>
            <p:spPr>
              <a:xfrm rot="5400000">
                <a:off x="6692100" y="3056100"/>
                <a:ext cx="448200" cy="387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" name="Google Shape;1638;p32">
              <a:extLst>
                <a:ext uri="{FF2B5EF4-FFF2-40B4-BE49-F238E27FC236}">
                  <a16:creationId xmlns:a16="http://schemas.microsoft.com/office/drawing/2014/main" id="{1FE7DE70-DD9B-29DD-EB3B-8F200C2BF3A8}"/>
                </a:ext>
              </a:extLst>
            </p:cNvPr>
            <p:cNvGrpSpPr/>
            <p:nvPr/>
          </p:nvGrpSpPr>
          <p:grpSpPr>
            <a:xfrm>
              <a:off x="2509775" y="2989292"/>
              <a:ext cx="497590" cy="497590"/>
              <a:chOff x="6405075" y="2810250"/>
              <a:chExt cx="879600" cy="879600"/>
            </a:xfrm>
          </p:grpSpPr>
          <p:sp>
            <p:nvSpPr>
              <p:cNvPr id="149" name="Google Shape;1639;p32">
                <a:extLst>
                  <a:ext uri="{FF2B5EF4-FFF2-40B4-BE49-F238E27FC236}">
                    <a16:creationId xmlns:a16="http://schemas.microsoft.com/office/drawing/2014/main" id="{31E3A135-A93E-7882-168A-1C430D694BF2}"/>
                  </a:ext>
                </a:extLst>
              </p:cNvPr>
              <p:cNvSpPr/>
              <p:nvPr/>
            </p:nvSpPr>
            <p:spPr>
              <a:xfrm>
                <a:off x="6405075" y="2810250"/>
                <a:ext cx="879600" cy="879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640;p32">
                <a:extLst>
                  <a:ext uri="{FF2B5EF4-FFF2-40B4-BE49-F238E27FC236}">
                    <a16:creationId xmlns:a16="http://schemas.microsoft.com/office/drawing/2014/main" id="{64815EC0-CBA5-AC22-938E-CBDC4C2E11BD}"/>
                  </a:ext>
                </a:extLst>
              </p:cNvPr>
              <p:cNvSpPr/>
              <p:nvPr/>
            </p:nvSpPr>
            <p:spPr>
              <a:xfrm rot="5400000">
                <a:off x="6692100" y="3056100"/>
                <a:ext cx="448200" cy="387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641;p32">
              <a:extLst>
                <a:ext uri="{FF2B5EF4-FFF2-40B4-BE49-F238E27FC236}">
                  <a16:creationId xmlns:a16="http://schemas.microsoft.com/office/drawing/2014/main" id="{FF1547C2-6AE2-9FCF-F407-5EACA291F1BF}"/>
                </a:ext>
              </a:extLst>
            </p:cNvPr>
            <p:cNvGrpSpPr/>
            <p:nvPr/>
          </p:nvGrpSpPr>
          <p:grpSpPr>
            <a:xfrm>
              <a:off x="2956466" y="4049766"/>
              <a:ext cx="371367" cy="371367"/>
              <a:chOff x="6405075" y="2810250"/>
              <a:chExt cx="879600" cy="879600"/>
            </a:xfrm>
          </p:grpSpPr>
          <p:sp>
            <p:nvSpPr>
              <p:cNvPr id="147" name="Google Shape;1642;p32">
                <a:extLst>
                  <a:ext uri="{FF2B5EF4-FFF2-40B4-BE49-F238E27FC236}">
                    <a16:creationId xmlns:a16="http://schemas.microsoft.com/office/drawing/2014/main" id="{5F693727-5B8D-CA75-0710-97FD8BF0C272}"/>
                  </a:ext>
                </a:extLst>
              </p:cNvPr>
              <p:cNvSpPr/>
              <p:nvPr/>
            </p:nvSpPr>
            <p:spPr>
              <a:xfrm>
                <a:off x="6405075" y="2810250"/>
                <a:ext cx="879600" cy="879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643;p32">
                <a:extLst>
                  <a:ext uri="{FF2B5EF4-FFF2-40B4-BE49-F238E27FC236}">
                    <a16:creationId xmlns:a16="http://schemas.microsoft.com/office/drawing/2014/main" id="{96D3F5E2-469E-05A7-8DAB-617A4D4EB416}"/>
                  </a:ext>
                </a:extLst>
              </p:cNvPr>
              <p:cNvSpPr/>
              <p:nvPr/>
            </p:nvSpPr>
            <p:spPr>
              <a:xfrm rot="5400000">
                <a:off x="6692100" y="3056100"/>
                <a:ext cx="448200" cy="387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A592C066-9488-CAC2-A8D7-F86EF0FE587A}"/>
              </a:ext>
            </a:extLst>
          </p:cNvPr>
          <p:cNvSpPr txBox="1"/>
          <p:nvPr/>
        </p:nvSpPr>
        <p:spPr>
          <a:xfrm>
            <a:off x="5603101" y="572631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Figure 3: Flow chart of the process</a:t>
            </a:r>
            <a:endParaRPr lang="en-US" sz="12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5390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041FA-0223-A360-FA3F-DACB53021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34" y="507024"/>
            <a:ext cx="4783697" cy="836138"/>
          </a:xfrm>
        </p:spPr>
        <p:txBody>
          <a:bodyPr anchor="b">
            <a:normAutofit/>
          </a:bodyPr>
          <a:lstStyle/>
          <a:p>
            <a:r>
              <a:rPr lang="en-US" b="1" dirty="0"/>
              <a:t>Divide and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8A45F-2985-871F-1591-3E2482B79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85749"/>
            <a:ext cx="10919347" cy="4134157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Comments can be divided and processed to find what is needed.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Some keywords like “episode,” “season,” show”, etc. can be used for the search.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Regex is used here.</a:t>
            </a:r>
          </a:p>
          <a:p>
            <a:r>
              <a:rPr lang="pt-BR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Time complexity is O(n * log(n) * p)</a:t>
            </a:r>
            <a:endParaRPr lang="en-US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4" name="Google Shape;1074;p55">
            <a:extLst>
              <a:ext uri="{FF2B5EF4-FFF2-40B4-BE49-F238E27FC236}">
                <a16:creationId xmlns:a16="http://schemas.microsoft.com/office/drawing/2014/main" id="{FDCB78BF-CABF-9FAE-90F1-70092BBE095E}"/>
              </a:ext>
            </a:extLst>
          </p:cNvPr>
          <p:cNvGrpSpPr/>
          <p:nvPr/>
        </p:nvGrpSpPr>
        <p:grpSpPr>
          <a:xfrm>
            <a:off x="8816454" y="83853"/>
            <a:ext cx="3281148" cy="2973245"/>
            <a:chOff x="998113" y="1665213"/>
            <a:chExt cx="755633" cy="754192"/>
          </a:xfrm>
        </p:grpSpPr>
        <p:sp>
          <p:nvSpPr>
            <p:cNvPr id="5" name="Google Shape;1075;p55">
              <a:extLst>
                <a:ext uri="{FF2B5EF4-FFF2-40B4-BE49-F238E27FC236}">
                  <a16:creationId xmlns:a16="http://schemas.microsoft.com/office/drawing/2014/main" id="{EEFC6955-2A01-8FB0-A731-C9172DE98BAF}"/>
                </a:ext>
              </a:extLst>
            </p:cNvPr>
            <p:cNvSpPr/>
            <p:nvPr/>
          </p:nvSpPr>
          <p:spPr>
            <a:xfrm>
              <a:off x="998113" y="1665213"/>
              <a:ext cx="755633" cy="754192"/>
            </a:xfrm>
            <a:custGeom>
              <a:avLst/>
              <a:gdLst/>
              <a:ahLst/>
              <a:cxnLst/>
              <a:rect l="l" t="t" r="r" b="b"/>
              <a:pathLst>
                <a:path w="43007" h="42925" extrusionOk="0">
                  <a:moveTo>
                    <a:pt x="5479" y="1"/>
                  </a:moveTo>
                  <a:cubicBezTo>
                    <a:pt x="2454" y="1"/>
                    <a:pt x="1" y="2454"/>
                    <a:pt x="1" y="5479"/>
                  </a:cubicBezTo>
                  <a:lnTo>
                    <a:pt x="1" y="25919"/>
                  </a:lnTo>
                  <a:cubicBezTo>
                    <a:pt x="1" y="27145"/>
                    <a:pt x="737" y="28290"/>
                    <a:pt x="1881" y="28862"/>
                  </a:cubicBezTo>
                  <a:cubicBezTo>
                    <a:pt x="2290" y="29025"/>
                    <a:pt x="2781" y="29107"/>
                    <a:pt x="3189" y="29107"/>
                  </a:cubicBezTo>
                  <a:cubicBezTo>
                    <a:pt x="4007" y="29107"/>
                    <a:pt x="4743" y="28862"/>
                    <a:pt x="5315" y="28371"/>
                  </a:cubicBezTo>
                  <a:lnTo>
                    <a:pt x="9730" y="24529"/>
                  </a:lnTo>
                  <a:lnTo>
                    <a:pt x="13818" y="24529"/>
                  </a:lnTo>
                  <a:lnTo>
                    <a:pt x="13818" y="32950"/>
                  </a:lnTo>
                  <a:cubicBezTo>
                    <a:pt x="13818" y="35893"/>
                    <a:pt x="16271" y="38346"/>
                    <a:pt x="19296" y="38346"/>
                  </a:cubicBezTo>
                  <a:lnTo>
                    <a:pt x="33277" y="38346"/>
                  </a:lnTo>
                  <a:lnTo>
                    <a:pt x="37692" y="42189"/>
                  </a:lnTo>
                  <a:cubicBezTo>
                    <a:pt x="38264" y="42679"/>
                    <a:pt x="39000" y="42925"/>
                    <a:pt x="39818" y="42925"/>
                  </a:cubicBezTo>
                  <a:cubicBezTo>
                    <a:pt x="40227" y="42925"/>
                    <a:pt x="40717" y="42843"/>
                    <a:pt x="41126" y="42679"/>
                  </a:cubicBezTo>
                  <a:cubicBezTo>
                    <a:pt x="42271" y="42107"/>
                    <a:pt x="43006" y="40962"/>
                    <a:pt x="43006" y="39736"/>
                  </a:cubicBezTo>
                  <a:lnTo>
                    <a:pt x="43006" y="19296"/>
                  </a:lnTo>
                  <a:cubicBezTo>
                    <a:pt x="43006" y="16271"/>
                    <a:pt x="40554" y="13818"/>
                    <a:pt x="37529" y="13818"/>
                  </a:cubicBezTo>
                  <a:lnTo>
                    <a:pt x="29189" y="13818"/>
                  </a:lnTo>
                  <a:lnTo>
                    <a:pt x="29189" y="5479"/>
                  </a:lnTo>
                  <a:cubicBezTo>
                    <a:pt x="29189" y="2454"/>
                    <a:pt x="26736" y="1"/>
                    <a:pt x="237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66675" dir="1800000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76;p55">
              <a:extLst>
                <a:ext uri="{FF2B5EF4-FFF2-40B4-BE49-F238E27FC236}">
                  <a16:creationId xmlns:a16="http://schemas.microsoft.com/office/drawing/2014/main" id="{B02AA9E1-42E0-F020-19C9-1BA73BA997AB}"/>
                </a:ext>
              </a:extLst>
            </p:cNvPr>
            <p:cNvSpPr/>
            <p:nvPr/>
          </p:nvSpPr>
          <p:spPr>
            <a:xfrm>
              <a:off x="1034026" y="1701126"/>
              <a:ext cx="441042" cy="439601"/>
            </a:xfrm>
            <a:custGeom>
              <a:avLst/>
              <a:gdLst/>
              <a:ahLst/>
              <a:cxnLst/>
              <a:rect l="l" t="t" r="r" b="b"/>
              <a:pathLst>
                <a:path w="25102" h="25020" extrusionOk="0">
                  <a:moveTo>
                    <a:pt x="3435" y="1"/>
                  </a:moveTo>
                  <a:cubicBezTo>
                    <a:pt x="1554" y="1"/>
                    <a:pt x="1" y="1554"/>
                    <a:pt x="1" y="3435"/>
                  </a:cubicBezTo>
                  <a:lnTo>
                    <a:pt x="1" y="23875"/>
                  </a:lnTo>
                  <a:cubicBezTo>
                    <a:pt x="1" y="24365"/>
                    <a:pt x="328" y="24774"/>
                    <a:pt x="737" y="24937"/>
                  </a:cubicBezTo>
                  <a:cubicBezTo>
                    <a:pt x="818" y="25019"/>
                    <a:pt x="982" y="25019"/>
                    <a:pt x="1145" y="25019"/>
                  </a:cubicBezTo>
                  <a:cubicBezTo>
                    <a:pt x="1472" y="25019"/>
                    <a:pt x="1718" y="24937"/>
                    <a:pt x="1881" y="24774"/>
                  </a:cubicBezTo>
                  <a:lnTo>
                    <a:pt x="6869" y="20522"/>
                  </a:lnTo>
                  <a:lnTo>
                    <a:pt x="21667" y="20522"/>
                  </a:lnTo>
                  <a:cubicBezTo>
                    <a:pt x="23548" y="20522"/>
                    <a:pt x="25101" y="18969"/>
                    <a:pt x="25101" y="17089"/>
                  </a:cubicBezTo>
                  <a:lnTo>
                    <a:pt x="25101" y="3435"/>
                  </a:lnTo>
                  <a:cubicBezTo>
                    <a:pt x="25101" y="1554"/>
                    <a:pt x="23548" y="1"/>
                    <a:pt x="216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77;p55">
              <a:extLst>
                <a:ext uri="{FF2B5EF4-FFF2-40B4-BE49-F238E27FC236}">
                  <a16:creationId xmlns:a16="http://schemas.microsoft.com/office/drawing/2014/main" id="{E6D6E716-4645-51B5-9382-F946DA34CAD8}"/>
                </a:ext>
              </a:extLst>
            </p:cNvPr>
            <p:cNvSpPr/>
            <p:nvPr/>
          </p:nvSpPr>
          <p:spPr>
            <a:xfrm>
              <a:off x="1182001" y="1781018"/>
              <a:ext cx="159465" cy="200245"/>
            </a:xfrm>
            <a:custGeom>
              <a:avLst/>
              <a:gdLst/>
              <a:ahLst/>
              <a:cxnLst/>
              <a:rect l="l" t="t" r="r" b="b"/>
              <a:pathLst>
                <a:path w="9076" h="11397" extrusionOk="0">
                  <a:moveTo>
                    <a:pt x="1083" y="0"/>
                  </a:moveTo>
                  <a:cubicBezTo>
                    <a:pt x="899" y="0"/>
                    <a:pt x="719" y="41"/>
                    <a:pt x="572" y="114"/>
                  </a:cubicBezTo>
                  <a:cubicBezTo>
                    <a:pt x="164" y="359"/>
                    <a:pt x="0" y="686"/>
                    <a:pt x="0" y="1177"/>
                  </a:cubicBezTo>
                  <a:lnTo>
                    <a:pt x="0" y="10252"/>
                  </a:lnTo>
                  <a:cubicBezTo>
                    <a:pt x="0" y="10661"/>
                    <a:pt x="164" y="11070"/>
                    <a:pt x="572" y="11233"/>
                  </a:cubicBezTo>
                  <a:cubicBezTo>
                    <a:pt x="736" y="11315"/>
                    <a:pt x="899" y="11397"/>
                    <a:pt x="1063" y="11397"/>
                  </a:cubicBezTo>
                  <a:cubicBezTo>
                    <a:pt x="1308" y="11397"/>
                    <a:pt x="1553" y="11315"/>
                    <a:pt x="1717" y="11152"/>
                  </a:cubicBezTo>
                  <a:lnTo>
                    <a:pt x="8585" y="6655"/>
                  </a:lnTo>
                  <a:cubicBezTo>
                    <a:pt x="8912" y="6410"/>
                    <a:pt x="9075" y="6083"/>
                    <a:pt x="9075" y="5674"/>
                  </a:cubicBezTo>
                  <a:cubicBezTo>
                    <a:pt x="9075" y="5347"/>
                    <a:pt x="8912" y="4938"/>
                    <a:pt x="8585" y="4774"/>
                  </a:cubicBezTo>
                  <a:lnTo>
                    <a:pt x="1717" y="196"/>
                  </a:lnTo>
                  <a:cubicBezTo>
                    <a:pt x="1537" y="61"/>
                    <a:pt x="1307" y="0"/>
                    <a:pt x="10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78;p55">
              <a:extLst>
                <a:ext uri="{FF2B5EF4-FFF2-40B4-BE49-F238E27FC236}">
                  <a16:creationId xmlns:a16="http://schemas.microsoft.com/office/drawing/2014/main" id="{DA04337D-42B6-ECDA-B8CB-038215927507}"/>
                </a:ext>
              </a:extLst>
            </p:cNvPr>
            <p:cNvSpPr/>
            <p:nvPr/>
          </p:nvSpPr>
          <p:spPr>
            <a:xfrm>
              <a:off x="1276809" y="1943910"/>
              <a:ext cx="441025" cy="439584"/>
            </a:xfrm>
            <a:custGeom>
              <a:avLst/>
              <a:gdLst/>
              <a:ahLst/>
              <a:cxnLst/>
              <a:rect l="l" t="t" r="r" b="b"/>
              <a:pathLst>
                <a:path w="25101" h="25019" extrusionOk="0">
                  <a:moveTo>
                    <a:pt x="3434" y="0"/>
                  </a:moveTo>
                  <a:cubicBezTo>
                    <a:pt x="1554" y="0"/>
                    <a:pt x="0" y="1554"/>
                    <a:pt x="0" y="3434"/>
                  </a:cubicBezTo>
                  <a:lnTo>
                    <a:pt x="0" y="17088"/>
                  </a:lnTo>
                  <a:cubicBezTo>
                    <a:pt x="0" y="18968"/>
                    <a:pt x="1554" y="20440"/>
                    <a:pt x="3434" y="20440"/>
                  </a:cubicBezTo>
                  <a:lnTo>
                    <a:pt x="18233" y="20440"/>
                  </a:lnTo>
                  <a:lnTo>
                    <a:pt x="23220" y="24773"/>
                  </a:lnTo>
                  <a:cubicBezTo>
                    <a:pt x="23383" y="24937"/>
                    <a:pt x="23629" y="25019"/>
                    <a:pt x="23956" y="25019"/>
                  </a:cubicBezTo>
                  <a:cubicBezTo>
                    <a:pt x="24119" y="25019"/>
                    <a:pt x="24283" y="25019"/>
                    <a:pt x="24365" y="24937"/>
                  </a:cubicBezTo>
                  <a:cubicBezTo>
                    <a:pt x="24773" y="24773"/>
                    <a:pt x="25100" y="24365"/>
                    <a:pt x="25100" y="23874"/>
                  </a:cubicBezTo>
                  <a:lnTo>
                    <a:pt x="25100" y="3434"/>
                  </a:lnTo>
                  <a:cubicBezTo>
                    <a:pt x="25100" y="1554"/>
                    <a:pt x="23547" y="0"/>
                    <a:pt x="21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79;p55">
              <a:extLst>
                <a:ext uri="{FF2B5EF4-FFF2-40B4-BE49-F238E27FC236}">
                  <a16:creationId xmlns:a16="http://schemas.microsoft.com/office/drawing/2014/main" id="{88B12EDA-16BC-D818-0D23-9F3DF79CC09D}"/>
                </a:ext>
              </a:extLst>
            </p:cNvPr>
            <p:cNvSpPr/>
            <p:nvPr/>
          </p:nvSpPr>
          <p:spPr>
            <a:xfrm>
              <a:off x="1368736" y="2018249"/>
              <a:ext cx="257155" cy="212984"/>
            </a:xfrm>
            <a:custGeom>
              <a:avLst/>
              <a:gdLst/>
              <a:ahLst/>
              <a:cxnLst/>
              <a:rect l="l" t="t" r="r" b="b"/>
              <a:pathLst>
                <a:path w="14636" h="12122" extrusionOk="0">
                  <a:moveTo>
                    <a:pt x="4447" y="0"/>
                  </a:moveTo>
                  <a:cubicBezTo>
                    <a:pt x="3414" y="0"/>
                    <a:pt x="2372" y="389"/>
                    <a:pt x="1554" y="1165"/>
                  </a:cubicBezTo>
                  <a:cubicBezTo>
                    <a:pt x="1" y="2719"/>
                    <a:pt x="1" y="5335"/>
                    <a:pt x="1554" y="6888"/>
                  </a:cubicBezTo>
                  <a:lnTo>
                    <a:pt x="6542" y="11794"/>
                  </a:lnTo>
                  <a:cubicBezTo>
                    <a:pt x="6705" y="12039"/>
                    <a:pt x="7032" y="12121"/>
                    <a:pt x="7277" y="12121"/>
                  </a:cubicBezTo>
                  <a:cubicBezTo>
                    <a:pt x="7604" y="12121"/>
                    <a:pt x="7932" y="12039"/>
                    <a:pt x="8095" y="11794"/>
                  </a:cubicBezTo>
                  <a:lnTo>
                    <a:pt x="13001" y="6888"/>
                  </a:lnTo>
                  <a:cubicBezTo>
                    <a:pt x="14636" y="5335"/>
                    <a:pt x="14636" y="2719"/>
                    <a:pt x="13001" y="1165"/>
                  </a:cubicBezTo>
                  <a:cubicBezTo>
                    <a:pt x="12224" y="389"/>
                    <a:pt x="11202" y="0"/>
                    <a:pt x="10180" y="0"/>
                  </a:cubicBezTo>
                  <a:cubicBezTo>
                    <a:pt x="9158" y="0"/>
                    <a:pt x="8136" y="389"/>
                    <a:pt x="7359" y="1165"/>
                  </a:cubicBezTo>
                  <a:lnTo>
                    <a:pt x="7277" y="1247"/>
                  </a:lnTo>
                  <a:lnTo>
                    <a:pt x="7277" y="1165"/>
                  </a:lnTo>
                  <a:cubicBezTo>
                    <a:pt x="6501" y="389"/>
                    <a:pt x="5479" y="0"/>
                    <a:pt x="4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EEC2B99-2194-5E1B-0785-11DE1CC1F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562" y="3483270"/>
            <a:ext cx="5014395" cy="28348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8A39B0-18F0-A1D4-0AB0-3773FED97835}"/>
              </a:ext>
            </a:extLst>
          </p:cNvPr>
          <p:cNvSpPr txBox="1"/>
          <p:nvPr/>
        </p:nvSpPr>
        <p:spPr>
          <a:xfrm>
            <a:off x="2211821" y="6318156"/>
            <a:ext cx="6097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Figure 4: Pseudocode of Divide and conquer method</a:t>
            </a:r>
            <a:endParaRPr lang="en-US" sz="12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53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2B30-DE07-A59F-CEAB-9FF5CAD73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Greedy strategy 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87D23-F94D-A8F9-31EE-488F1BB86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It is observed that episode/season information is often given in the comments after a question regarding the same.</a:t>
            </a:r>
          </a:p>
          <a:p>
            <a:pPr marL="45720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For example, if “What is this episode?” is the comment. </a:t>
            </a:r>
          </a:p>
          <a:p>
            <a:pPr marL="45720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replies to this comment may have the correct information.</a:t>
            </a:r>
          </a:p>
          <a:p>
            <a:pPr marL="45720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Using the greedy method, we can first search for those replies. If we get an answer here, we don’t search the remaining comments.</a:t>
            </a:r>
          </a:p>
          <a:p>
            <a:pPr marL="457200" algn="just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Time complexity O(n * r * p)</a:t>
            </a:r>
          </a:p>
          <a:p>
            <a:pPr marL="45720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D94D41B7-4DC2-0395-3A25-9173E628E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45" y="3590319"/>
            <a:ext cx="3502341" cy="2313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5933F7-58A4-132E-CB06-52D9A2B090D0}"/>
              </a:ext>
            </a:extLst>
          </p:cNvPr>
          <p:cNvSpPr txBox="1"/>
          <p:nvPr/>
        </p:nvSpPr>
        <p:spPr>
          <a:xfrm>
            <a:off x="-561859" y="5763594"/>
            <a:ext cx="6097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Figure 5: Pseudocode of Greedy method</a:t>
            </a:r>
            <a:endParaRPr lang="en-US" sz="12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Google Shape;1821;p69">
            <a:extLst>
              <a:ext uri="{FF2B5EF4-FFF2-40B4-BE49-F238E27FC236}">
                <a16:creationId xmlns:a16="http://schemas.microsoft.com/office/drawing/2014/main" id="{8E881E16-C3B6-3E9E-45F6-49DB2BC6EEEA}"/>
              </a:ext>
            </a:extLst>
          </p:cNvPr>
          <p:cNvSpPr/>
          <p:nvPr/>
        </p:nvSpPr>
        <p:spPr>
          <a:xfrm>
            <a:off x="11490325" y="3684104"/>
            <a:ext cx="498576" cy="450007"/>
          </a:xfrm>
          <a:custGeom>
            <a:avLst/>
            <a:gdLst/>
            <a:ahLst/>
            <a:cxnLst/>
            <a:rect l="l" t="t" r="r" b="b"/>
            <a:pathLst>
              <a:path w="8007" h="7227" extrusionOk="0">
                <a:moveTo>
                  <a:pt x="3996" y="1"/>
                </a:moveTo>
                <a:cubicBezTo>
                  <a:pt x="3942" y="1"/>
                  <a:pt x="3884" y="38"/>
                  <a:pt x="3884" y="99"/>
                </a:cubicBezTo>
                <a:cubicBezTo>
                  <a:pt x="3884" y="402"/>
                  <a:pt x="3868" y="688"/>
                  <a:pt x="3836" y="975"/>
                </a:cubicBezTo>
                <a:cubicBezTo>
                  <a:pt x="3773" y="1452"/>
                  <a:pt x="3693" y="1993"/>
                  <a:pt x="3423" y="2407"/>
                </a:cubicBezTo>
                <a:cubicBezTo>
                  <a:pt x="3200" y="2741"/>
                  <a:pt x="2786" y="2837"/>
                  <a:pt x="2436" y="2917"/>
                </a:cubicBezTo>
                <a:cubicBezTo>
                  <a:pt x="1958" y="3028"/>
                  <a:pt x="1465" y="3092"/>
                  <a:pt x="987" y="3123"/>
                </a:cubicBezTo>
                <a:cubicBezTo>
                  <a:pt x="701" y="3155"/>
                  <a:pt x="414" y="3171"/>
                  <a:pt x="144" y="3171"/>
                </a:cubicBezTo>
                <a:cubicBezTo>
                  <a:pt x="0" y="3171"/>
                  <a:pt x="0" y="3394"/>
                  <a:pt x="144" y="3394"/>
                </a:cubicBezTo>
                <a:cubicBezTo>
                  <a:pt x="844" y="3442"/>
                  <a:pt x="1576" y="3569"/>
                  <a:pt x="2245" y="3808"/>
                </a:cubicBezTo>
                <a:cubicBezTo>
                  <a:pt x="2658" y="3951"/>
                  <a:pt x="3120" y="4158"/>
                  <a:pt x="3359" y="4556"/>
                </a:cubicBezTo>
                <a:cubicBezTo>
                  <a:pt x="3629" y="5002"/>
                  <a:pt x="3725" y="5559"/>
                  <a:pt x="3789" y="6068"/>
                </a:cubicBezTo>
                <a:cubicBezTo>
                  <a:pt x="3820" y="6418"/>
                  <a:pt x="3852" y="6769"/>
                  <a:pt x="3852" y="7119"/>
                </a:cubicBezTo>
                <a:cubicBezTo>
                  <a:pt x="3852" y="7190"/>
                  <a:pt x="3904" y="7226"/>
                  <a:pt x="3958" y="7226"/>
                </a:cubicBezTo>
                <a:cubicBezTo>
                  <a:pt x="4011" y="7226"/>
                  <a:pt x="4067" y="7190"/>
                  <a:pt x="4075" y="7119"/>
                </a:cubicBezTo>
                <a:cubicBezTo>
                  <a:pt x="4123" y="6371"/>
                  <a:pt x="4282" y="5575"/>
                  <a:pt x="4584" y="4890"/>
                </a:cubicBezTo>
                <a:cubicBezTo>
                  <a:pt x="4696" y="4667"/>
                  <a:pt x="4823" y="4445"/>
                  <a:pt x="4998" y="4269"/>
                </a:cubicBezTo>
                <a:cubicBezTo>
                  <a:pt x="5158" y="4110"/>
                  <a:pt x="5349" y="3999"/>
                  <a:pt x="5555" y="3903"/>
                </a:cubicBezTo>
                <a:cubicBezTo>
                  <a:pt x="6001" y="3696"/>
                  <a:pt x="6495" y="3585"/>
                  <a:pt x="6988" y="3505"/>
                </a:cubicBezTo>
                <a:cubicBezTo>
                  <a:pt x="7275" y="3458"/>
                  <a:pt x="7593" y="3410"/>
                  <a:pt x="7895" y="3394"/>
                </a:cubicBezTo>
                <a:cubicBezTo>
                  <a:pt x="7975" y="3394"/>
                  <a:pt x="8007" y="3330"/>
                  <a:pt x="7991" y="3267"/>
                </a:cubicBezTo>
                <a:cubicBezTo>
                  <a:pt x="7991" y="3219"/>
                  <a:pt x="7959" y="3171"/>
                  <a:pt x="7895" y="3171"/>
                </a:cubicBezTo>
                <a:cubicBezTo>
                  <a:pt x="7764" y="3177"/>
                  <a:pt x="7633" y="3181"/>
                  <a:pt x="7502" y="3181"/>
                </a:cubicBezTo>
                <a:cubicBezTo>
                  <a:pt x="6966" y="3181"/>
                  <a:pt x="6433" y="3127"/>
                  <a:pt x="5922" y="3012"/>
                </a:cubicBezTo>
                <a:cubicBezTo>
                  <a:pt x="5540" y="2917"/>
                  <a:pt x="5142" y="2789"/>
                  <a:pt x="4903" y="2455"/>
                </a:cubicBezTo>
                <a:cubicBezTo>
                  <a:pt x="4632" y="2041"/>
                  <a:pt x="4473" y="1532"/>
                  <a:pt x="4346" y="1070"/>
                </a:cubicBezTo>
                <a:cubicBezTo>
                  <a:pt x="4250" y="736"/>
                  <a:pt x="4171" y="402"/>
                  <a:pt x="4091" y="83"/>
                </a:cubicBezTo>
                <a:cubicBezTo>
                  <a:pt x="4084" y="26"/>
                  <a:pt x="4041" y="1"/>
                  <a:pt x="3996" y="1"/>
                </a:cubicBezTo>
                <a:close/>
              </a:path>
            </a:pathLst>
          </a:custGeom>
          <a:solidFill>
            <a:schemeClr val="accent4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66675" dir="18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" name="Google Shape;1796;p35">
            <a:extLst>
              <a:ext uri="{FF2B5EF4-FFF2-40B4-BE49-F238E27FC236}">
                <a16:creationId xmlns:a16="http://schemas.microsoft.com/office/drawing/2014/main" id="{4A44CCE3-D5BE-F838-A526-6F6FAA0494E3}"/>
              </a:ext>
            </a:extLst>
          </p:cNvPr>
          <p:cNvGrpSpPr/>
          <p:nvPr/>
        </p:nvGrpSpPr>
        <p:grpSpPr>
          <a:xfrm>
            <a:off x="8755755" y="4089756"/>
            <a:ext cx="2383690" cy="1812337"/>
            <a:chOff x="3380101" y="963996"/>
            <a:chExt cx="2383690" cy="1812337"/>
          </a:xfrm>
        </p:grpSpPr>
        <p:grpSp>
          <p:nvGrpSpPr>
            <p:cNvPr id="106" name="Google Shape;1797;p35">
              <a:extLst>
                <a:ext uri="{FF2B5EF4-FFF2-40B4-BE49-F238E27FC236}">
                  <a16:creationId xmlns:a16="http://schemas.microsoft.com/office/drawing/2014/main" id="{B43FEBD0-2977-DBB0-3EB9-C387478413D3}"/>
                </a:ext>
              </a:extLst>
            </p:cNvPr>
            <p:cNvGrpSpPr/>
            <p:nvPr/>
          </p:nvGrpSpPr>
          <p:grpSpPr>
            <a:xfrm>
              <a:off x="3380101" y="963996"/>
              <a:ext cx="2383690" cy="1812337"/>
              <a:chOff x="3051531" y="1516809"/>
              <a:chExt cx="390034" cy="296545"/>
            </a:xfrm>
          </p:grpSpPr>
          <p:sp>
            <p:nvSpPr>
              <p:cNvPr id="111" name="Google Shape;1798;p35">
                <a:extLst>
                  <a:ext uri="{FF2B5EF4-FFF2-40B4-BE49-F238E27FC236}">
                    <a16:creationId xmlns:a16="http://schemas.microsoft.com/office/drawing/2014/main" id="{93081EDF-52C0-31DC-1047-9BA163F0AE5B}"/>
                  </a:ext>
                </a:extLst>
              </p:cNvPr>
              <p:cNvSpPr/>
              <p:nvPr/>
            </p:nvSpPr>
            <p:spPr>
              <a:xfrm>
                <a:off x="3051531" y="1516809"/>
                <a:ext cx="389719" cy="296545"/>
              </a:xfrm>
              <a:custGeom>
                <a:avLst/>
                <a:gdLst/>
                <a:ahLst/>
                <a:cxnLst/>
                <a:rect l="l" t="t" r="r" b="b"/>
                <a:pathLst>
                  <a:path w="26029" h="19806" extrusionOk="0">
                    <a:moveTo>
                      <a:pt x="316" y="0"/>
                    </a:moveTo>
                    <a:cubicBezTo>
                      <a:pt x="148" y="0"/>
                      <a:pt x="1" y="147"/>
                      <a:pt x="1" y="316"/>
                    </a:cubicBezTo>
                    <a:lnTo>
                      <a:pt x="1" y="19490"/>
                    </a:lnTo>
                    <a:cubicBezTo>
                      <a:pt x="1" y="19658"/>
                      <a:pt x="148" y="19805"/>
                      <a:pt x="316" y="19805"/>
                    </a:cubicBezTo>
                    <a:lnTo>
                      <a:pt x="25713" y="19805"/>
                    </a:lnTo>
                    <a:cubicBezTo>
                      <a:pt x="25882" y="19805"/>
                      <a:pt x="26029" y="19658"/>
                      <a:pt x="26029" y="19490"/>
                    </a:cubicBezTo>
                    <a:lnTo>
                      <a:pt x="26029" y="316"/>
                    </a:lnTo>
                    <a:cubicBezTo>
                      <a:pt x="26029" y="147"/>
                      <a:pt x="25882" y="0"/>
                      <a:pt x="257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799;p35">
                <a:extLst>
                  <a:ext uri="{FF2B5EF4-FFF2-40B4-BE49-F238E27FC236}">
                    <a16:creationId xmlns:a16="http://schemas.microsoft.com/office/drawing/2014/main" id="{8241DCE7-17A9-0325-109F-E1F22D8152FE}"/>
                  </a:ext>
                </a:extLst>
              </p:cNvPr>
              <p:cNvSpPr/>
              <p:nvPr/>
            </p:nvSpPr>
            <p:spPr>
              <a:xfrm>
                <a:off x="3051531" y="1744391"/>
                <a:ext cx="389719" cy="68963"/>
              </a:xfrm>
              <a:custGeom>
                <a:avLst/>
                <a:gdLst/>
                <a:ahLst/>
                <a:cxnLst/>
                <a:rect l="l" t="t" r="r" b="b"/>
                <a:pathLst>
                  <a:path w="26029" h="4606" extrusionOk="0">
                    <a:moveTo>
                      <a:pt x="1" y="1"/>
                    </a:moveTo>
                    <a:lnTo>
                      <a:pt x="1" y="4290"/>
                    </a:lnTo>
                    <a:cubicBezTo>
                      <a:pt x="1" y="4458"/>
                      <a:pt x="148" y="4605"/>
                      <a:pt x="316" y="4605"/>
                    </a:cubicBezTo>
                    <a:lnTo>
                      <a:pt x="25713" y="4605"/>
                    </a:lnTo>
                    <a:cubicBezTo>
                      <a:pt x="25882" y="4605"/>
                      <a:pt x="26029" y="4458"/>
                      <a:pt x="26029" y="4290"/>
                    </a:cubicBezTo>
                    <a:lnTo>
                      <a:pt x="260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800;p35">
                <a:extLst>
                  <a:ext uri="{FF2B5EF4-FFF2-40B4-BE49-F238E27FC236}">
                    <a16:creationId xmlns:a16="http://schemas.microsoft.com/office/drawing/2014/main" id="{86BA7A31-8987-789D-BFE7-83A7FE6F58A7}"/>
                  </a:ext>
                </a:extLst>
              </p:cNvPr>
              <p:cNvSpPr/>
              <p:nvPr/>
            </p:nvSpPr>
            <p:spPr>
              <a:xfrm>
                <a:off x="3051531" y="1753838"/>
                <a:ext cx="389719" cy="59516"/>
              </a:xfrm>
              <a:custGeom>
                <a:avLst/>
                <a:gdLst/>
                <a:ahLst/>
                <a:cxnLst/>
                <a:rect l="l" t="t" r="r" b="b"/>
                <a:pathLst>
                  <a:path w="26029" h="3975" extrusionOk="0">
                    <a:moveTo>
                      <a:pt x="1" y="1"/>
                    </a:moveTo>
                    <a:lnTo>
                      <a:pt x="1" y="3659"/>
                    </a:lnTo>
                    <a:cubicBezTo>
                      <a:pt x="1" y="3827"/>
                      <a:pt x="148" y="3974"/>
                      <a:pt x="316" y="3974"/>
                    </a:cubicBezTo>
                    <a:lnTo>
                      <a:pt x="25713" y="3974"/>
                    </a:lnTo>
                    <a:cubicBezTo>
                      <a:pt x="25882" y="3953"/>
                      <a:pt x="26029" y="3827"/>
                      <a:pt x="26029" y="3659"/>
                    </a:cubicBezTo>
                    <a:lnTo>
                      <a:pt x="2602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801;p35">
                <a:extLst>
                  <a:ext uri="{FF2B5EF4-FFF2-40B4-BE49-F238E27FC236}">
                    <a16:creationId xmlns:a16="http://schemas.microsoft.com/office/drawing/2014/main" id="{E196CA9C-9AE2-0F27-B8EB-2E899ECA6DD0}"/>
                  </a:ext>
                </a:extLst>
              </p:cNvPr>
              <p:cNvSpPr/>
              <p:nvPr/>
            </p:nvSpPr>
            <p:spPr>
              <a:xfrm>
                <a:off x="3051846" y="1516809"/>
                <a:ext cx="389405" cy="6580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4395" extrusionOk="0">
                    <a:moveTo>
                      <a:pt x="316" y="0"/>
                    </a:moveTo>
                    <a:cubicBezTo>
                      <a:pt x="127" y="0"/>
                      <a:pt x="1" y="147"/>
                      <a:pt x="1" y="316"/>
                    </a:cubicBezTo>
                    <a:lnTo>
                      <a:pt x="1" y="4394"/>
                    </a:lnTo>
                    <a:lnTo>
                      <a:pt x="26008" y="4394"/>
                    </a:lnTo>
                    <a:lnTo>
                      <a:pt x="26008" y="316"/>
                    </a:lnTo>
                    <a:cubicBezTo>
                      <a:pt x="26008" y="147"/>
                      <a:pt x="25882" y="0"/>
                      <a:pt x="2571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802;p35">
                <a:extLst>
                  <a:ext uri="{FF2B5EF4-FFF2-40B4-BE49-F238E27FC236}">
                    <a16:creationId xmlns:a16="http://schemas.microsoft.com/office/drawing/2014/main" id="{3EAD962E-1114-B6B2-3540-57259B610C35}"/>
                  </a:ext>
                </a:extLst>
              </p:cNvPr>
              <p:cNvSpPr/>
              <p:nvPr/>
            </p:nvSpPr>
            <p:spPr>
              <a:xfrm>
                <a:off x="3051846" y="1516809"/>
                <a:ext cx="389719" cy="56356"/>
              </a:xfrm>
              <a:custGeom>
                <a:avLst/>
                <a:gdLst/>
                <a:ahLst/>
                <a:cxnLst/>
                <a:rect l="l" t="t" r="r" b="b"/>
                <a:pathLst>
                  <a:path w="26029" h="3764" extrusionOk="0">
                    <a:moveTo>
                      <a:pt x="316" y="0"/>
                    </a:moveTo>
                    <a:cubicBezTo>
                      <a:pt x="127" y="0"/>
                      <a:pt x="1" y="147"/>
                      <a:pt x="1" y="316"/>
                    </a:cubicBezTo>
                    <a:lnTo>
                      <a:pt x="1" y="3764"/>
                    </a:lnTo>
                    <a:lnTo>
                      <a:pt x="26008" y="3764"/>
                    </a:lnTo>
                    <a:lnTo>
                      <a:pt x="26029" y="316"/>
                    </a:lnTo>
                    <a:cubicBezTo>
                      <a:pt x="26029" y="147"/>
                      <a:pt x="25882" y="0"/>
                      <a:pt x="257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803;p35">
                <a:extLst>
                  <a:ext uri="{FF2B5EF4-FFF2-40B4-BE49-F238E27FC236}">
                    <a16:creationId xmlns:a16="http://schemas.microsoft.com/office/drawing/2014/main" id="{661AE3D6-2C12-D170-7421-748F480A3763}"/>
                  </a:ext>
                </a:extLst>
              </p:cNvPr>
              <p:cNvSpPr/>
              <p:nvPr/>
            </p:nvSpPr>
            <p:spPr>
              <a:xfrm>
                <a:off x="3077973" y="1539148"/>
                <a:ext cx="15751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00" extrusionOk="0">
                    <a:moveTo>
                      <a:pt x="526" y="1"/>
                    </a:moveTo>
                    <a:cubicBezTo>
                      <a:pt x="1" y="1"/>
                      <a:pt x="1" y="779"/>
                      <a:pt x="526" y="800"/>
                    </a:cubicBezTo>
                    <a:cubicBezTo>
                      <a:pt x="1052" y="779"/>
                      <a:pt x="1052" y="1"/>
                      <a:pt x="5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804;p35">
                <a:extLst>
                  <a:ext uri="{FF2B5EF4-FFF2-40B4-BE49-F238E27FC236}">
                    <a16:creationId xmlns:a16="http://schemas.microsoft.com/office/drawing/2014/main" id="{2391494D-A7B1-93C7-3F26-9F2954C3D921}"/>
                  </a:ext>
                </a:extLst>
              </p:cNvPr>
              <p:cNvSpPr/>
              <p:nvPr/>
            </p:nvSpPr>
            <p:spPr>
              <a:xfrm>
                <a:off x="3100012" y="1539148"/>
                <a:ext cx="15751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00" extrusionOk="0">
                    <a:moveTo>
                      <a:pt x="526" y="1"/>
                    </a:moveTo>
                    <a:cubicBezTo>
                      <a:pt x="0" y="1"/>
                      <a:pt x="0" y="779"/>
                      <a:pt x="526" y="800"/>
                    </a:cubicBezTo>
                    <a:cubicBezTo>
                      <a:pt x="1052" y="779"/>
                      <a:pt x="105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805;p35">
                <a:extLst>
                  <a:ext uri="{FF2B5EF4-FFF2-40B4-BE49-F238E27FC236}">
                    <a16:creationId xmlns:a16="http://schemas.microsoft.com/office/drawing/2014/main" id="{0FA8A425-4579-9EAF-C34D-B127F461C2B0}"/>
                  </a:ext>
                </a:extLst>
              </p:cNvPr>
              <p:cNvSpPr/>
              <p:nvPr/>
            </p:nvSpPr>
            <p:spPr>
              <a:xfrm>
                <a:off x="3121737" y="1539148"/>
                <a:ext cx="15751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00" extrusionOk="0">
                    <a:moveTo>
                      <a:pt x="526" y="1"/>
                    </a:moveTo>
                    <a:cubicBezTo>
                      <a:pt x="0" y="1"/>
                      <a:pt x="0" y="800"/>
                      <a:pt x="526" y="800"/>
                    </a:cubicBezTo>
                    <a:cubicBezTo>
                      <a:pt x="1051" y="800"/>
                      <a:pt x="1051" y="1"/>
                      <a:pt x="5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806;p35">
                <a:extLst>
                  <a:ext uri="{FF2B5EF4-FFF2-40B4-BE49-F238E27FC236}">
                    <a16:creationId xmlns:a16="http://schemas.microsoft.com/office/drawing/2014/main" id="{A50F2D60-AE2B-D1F9-F517-066EF3EA8E86}"/>
                  </a:ext>
                </a:extLst>
              </p:cNvPr>
              <p:cNvSpPr/>
              <p:nvPr/>
            </p:nvSpPr>
            <p:spPr>
              <a:xfrm>
                <a:off x="3336727" y="1539148"/>
                <a:ext cx="81226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5425" h="800" extrusionOk="0">
                    <a:moveTo>
                      <a:pt x="526" y="1"/>
                    </a:moveTo>
                    <a:cubicBezTo>
                      <a:pt x="1" y="1"/>
                      <a:pt x="1" y="800"/>
                      <a:pt x="526" y="800"/>
                    </a:cubicBezTo>
                    <a:lnTo>
                      <a:pt x="4899" y="800"/>
                    </a:lnTo>
                    <a:cubicBezTo>
                      <a:pt x="5425" y="779"/>
                      <a:pt x="5425" y="1"/>
                      <a:pt x="48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807;p35">
                <a:extLst>
                  <a:ext uri="{FF2B5EF4-FFF2-40B4-BE49-F238E27FC236}">
                    <a16:creationId xmlns:a16="http://schemas.microsoft.com/office/drawing/2014/main" id="{EDF751DA-E1AC-8D9C-0917-CC056EBB48AD}"/>
                  </a:ext>
                </a:extLst>
              </p:cNvPr>
              <p:cNvSpPr/>
              <p:nvPr/>
            </p:nvSpPr>
            <p:spPr>
              <a:xfrm>
                <a:off x="3301153" y="1539148"/>
                <a:ext cx="30244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2020" h="800" extrusionOk="0">
                    <a:moveTo>
                      <a:pt x="527" y="1"/>
                    </a:moveTo>
                    <a:cubicBezTo>
                      <a:pt x="1" y="1"/>
                      <a:pt x="1" y="800"/>
                      <a:pt x="527" y="800"/>
                    </a:cubicBezTo>
                    <a:lnTo>
                      <a:pt x="1494" y="800"/>
                    </a:lnTo>
                    <a:cubicBezTo>
                      <a:pt x="2019" y="779"/>
                      <a:pt x="2019" y="1"/>
                      <a:pt x="149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808;p35">
                <a:extLst>
                  <a:ext uri="{FF2B5EF4-FFF2-40B4-BE49-F238E27FC236}">
                    <a16:creationId xmlns:a16="http://schemas.microsoft.com/office/drawing/2014/main" id="{B006D490-F260-229C-A5DA-F467905191BE}"/>
                  </a:ext>
                </a:extLst>
              </p:cNvPr>
              <p:cNvSpPr/>
              <p:nvPr/>
            </p:nvSpPr>
            <p:spPr>
              <a:xfrm>
                <a:off x="3170832" y="1608096"/>
                <a:ext cx="151432" cy="107667"/>
              </a:xfrm>
              <a:custGeom>
                <a:avLst/>
                <a:gdLst/>
                <a:ahLst/>
                <a:cxnLst/>
                <a:rect l="l" t="t" r="r" b="b"/>
                <a:pathLst>
                  <a:path w="10114" h="7191" extrusionOk="0">
                    <a:moveTo>
                      <a:pt x="2061" y="0"/>
                    </a:moveTo>
                    <a:cubicBezTo>
                      <a:pt x="926" y="0"/>
                      <a:pt x="1" y="925"/>
                      <a:pt x="1" y="2061"/>
                    </a:cubicBezTo>
                    <a:lnTo>
                      <a:pt x="1" y="5130"/>
                    </a:lnTo>
                    <a:cubicBezTo>
                      <a:pt x="1" y="6265"/>
                      <a:pt x="926" y="7191"/>
                      <a:pt x="2061" y="7191"/>
                    </a:cubicBezTo>
                    <a:lnTo>
                      <a:pt x="8053" y="7191"/>
                    </a:lnTo>
                    <a:cubicBezTo>
                      <a:pt x="9189" y="7191"/>
                      <a:pt x="10093" y="6287"/>
                      <a:pt x="10114" y="5151"/>
                    </a:cubicBezTo>
                    <a:lnTo>
                      <a:pt x="10114" y="2061"/>
                    </a:lnTo>
                    <a:cubicBezTo>
                      <a:pt x="10114" y="925"/>
                      <a:pt x="9189" y="0"/>
                      <a:pt x="80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809;p35">
                <a:extLst>
                  <a:ext uri="{FF2B5EF4-FFF2-40B4-BE49-F238E27FC236}">
                    <a16:creationId xmlns:a16="http://schemas.microsoft.com/office/drawing/2014/main" id="{4DAF9C35-4B2C-15CB-5406-49A07F704F02}"/>
                  </a:ext>
                </a:extLst>
              </p:cNvPr>
              <p:cNvSpPr/>
              <p:nvPr/>
            </p:nvSpPr>
            <p:spPr>
              <a:xfrm>
                <a:off x="3170832" y="1608096"/>
                <a:ext cx="151432" cy="44079"/>
              </a:xfrm>
              <a:custGeom>
                <a:avLst/>
                <a:gdLst/>
                <a:ahLst/>
                <a:cxnLst/>
                <a:rect l="l" t="t" r="r" b="b"/>
                <a:pathLst>
                  <a:path w="10114" h="2944" extrusionOk="0">
                    <a:moveTo>
                      <a:pt x="2061" y="0"/>
                    </a:moveTo>
                    <a:cubicBezTo>
                      <a:pt x="926" y="0"/>
                      <a:pt x="1" y="925"/>
                      <a:pt x="1" y="2061"/>
                    </a:cubicBezTo>
                    <a:lnTo>
                      <a:pt x="1" y="2944"/>
                    </a:lnTo>
                    <a:cubicBezTo>
                      <a:pt x="1" y="1808"/>
                      <a:pt x="926" y="883"/>
                      <a:pt x="2061" y="883"/>
                    </a:cubicBezTo>
                    <a:lnTo>
                      <a:pt x="8053" y="883"/>
                    </a:lnTo>
                    <a:cubicBezTo>
                      <a:pt x="9189" y="883"/>
                      <a:pt x="10114" y="1808"/>
                      <a:pt x="10114" y="2944"/>
                    </a:cubicBezTo>
                    <a:lnTo>
                      <a:pt x="10114" y="2061"/>
                    </a:lnTo>
                    <a:cubicBezTo>
                      <a:pt x="10114" y="925"/>
                      <a:pt x="9189" y="0"/>
                      <a:pt x="8053" y="0"/>
                    </a:cubicBezTo>
                    <a:close/>
                  </a:path>
                </a:pathLst>
              </a:custGeom>
              <a:solidFill>
                <a:srgbClr val="E457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810;p35">
                <a:extLst>
                  <a:ext uri="{FF2B5EF4-FFF2-40B4-BE49-F238E27FC236}">
                    <a16:creationId xmlns:a16="http://schemas.microsoft.com/office/drawing/2014/main" id="{46A128F3-DB66-0B81-8C67-9A0EFDF16139}"/>
                  </a:ext>
                </a:extLst>
              </p:cNvPr>
              <p:cNvSpPr/>
              <p:nvPr/>
            </p:nvSpPr>
            <p:spPr>
              <a:xfrm>
                <a:off x="3227503" y="1642084"/>
                <a:ext cx="41878" cy="40007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2672" extrusionOk="0">
                    <a:moveTo>
                      <a:pt x="330" y="0"/>
                    </a:moveTo>
                    <a:cubicBezTo>
                      <a:pt x="161" y="0"/>
                      <a:pt x="0" y="144"/>
                      <a:pt x="0" y="337"/>
                    </a:cubicBezTo>
                    <a:lnTo>
                      <a:pt x="0" y="2335"/>
                    </a:lnTo>
                    <a:cubicBezTo>
                      <a:pt x="0" y="2528"/>
                      <a:pt x="148" y="2672"/>
                      <a:pt x="322" y="2672"/>
                    </a:cubicBezTo>
                    <a:cubicBezTo>
                      <a:pt x="375" y="2672"/>
                      <a:pt x="430" y="2658"/>
                      <a:pt x="484" y="2629"/>
                    </a:cubicBezTo>
                    <a:lnTo>
                      <a:pt x="2544" y="1641"/>
                    </a:lnTo>
                    <a:cubicBezTo>
                      <a:pt x="2796" y="1515"/>
                      <a:pt x="2796" y="1157"/>
                      <a:pt x="2544" y="1031"/>
                    </a:cubicBezTo>
                    <a:lnTo>
                      <a:pt x="484" y="43"/>
                    </a:lnTo>
                    <a:cubicBezTo>
                      <a:pt x="435" y="13"/>
                      <a:pt x="382" y="0"/>
                      <a:pt x="330" y="0"/>
                    </a:cubicBezTo>
                    <a:close/>
                  </a:path>
                </a:pathLst>
              </a:custGeom>
              <a:solidFill>
                <a:srgbClr val="F4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811;p35">
                <a:extLst>
                  <a:ext uri="{FF2B5EF4-FFF2-40B4-BE49-F238E27FC236}">
                    <a16:creationId xmlns:a16="http://schemas.microsoft.com/office/drawing/2014/main" id="{EBD875E5-92EC-9ED0-383A-8C98B1084AB5}"/>
                  </a:ext>
                </a:extLst>
              </p:cNvPr>
              <p:cNvSpPr/>
              <p:nvPr/>
            </p:nvSpPr>
            <p:spPr>
              <a:xfrm>
                <a:off x="3087106" y="1776177"/>
                <a:ext cx="160865" cy="11679"/>
              </a:xfrm>
              <a:custGeom>
                <a:avLst/>
                <a:gdLst/>
                <a:ahLst/>
                <a:cxnLst/>
                <a:rect l="l" t="t" r="r" b="b"/>
                <a:pathLst>
                  <a:path w="10744" h="780" extrusionOk="0">
                    <a:moveTo>
                      <a:pt x="506" y="1"/>
                    </a:moveTo>
                    <a:cubicBezTo>
                      <a:pt x="0" y="1"/>
                      <a:pt x="7" y="779"/>
                      <a:pt x="526" y="779"/>
                    </a:cubicBezTo>
                    <a:lnTo>
                      <a:pt x="10218" y="779"/>
                    </a:lnTo>
                    <a:cubicBezTo>
                      <a:pt x="10744" y="779"/>
                      <a:pt x="10744" y="1"/>
                      <a:pt x="10218" y="1"/>
                    </a:cubicBezTo>
                    <a:lnTo>
                      <a:pt x="526" y="1"/>
                    </a:lnTo>
                    <a:cubicBezTo>
                      <a:pt x="519" y="1"/>
                      <a:pt x="512" y="1"/>
                      <a:pt x="506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812;p35">
                <a:extLst>
                  <a:ext uri="{FF2B5EF4-FFF2-40B4-BE49-F238E27FC236}">
                    <a16:creationId xmlns:a16="http://schemas.microsoft.com/office/drawing/2014/main" id="{B393735E-B6F0-2DFF-2DB1-3316E48BD28E}"/>
                  </a:ext>
                </a:extLst>
              </p:cNvPr>
              <p:cNvSpPr/>
              <p:nvPr/>
            </p:nvSpPr>
            <p:spPr>
              <a:xfrm>
                <a:off x="3362540" y="1775563"/>
                <a:ext cx="46295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800" extrusionOk="0">
                    <a:moveTo>
                      <a:pt x="526" y="0"/>
                    </a:moveTo>
                    <a:cubicBezTo>
                      <a:pt x="1" y="0"/>
                      <a:pt x="1" y="799"/>
                      <a:pt x="526" y="799"/>
                    </a:cubicBezTo>
                    <a:lnTo>
                      <a:pt x="2566" y="799"/>
                    </a:lnTo>
                    <a:cubicBezTo>
                      <a:pt x="3091" y="799"/>
                      <a:pt x="3091" y="0"/>
                      <a:pt x="2566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7" name="Google Shape;1813;p35">
              <a:extLst>
                <a:ext uri="{FF2B5EF4-FFF2-40B4-BE49-F238E27FC236}">
                  <a16:creationId xmlns:a16="http://schemas.microsoft.com/office/drawing/2014/main" id="{2AD9971A-BE00-DF27-4B3B-3692975EF847}"/>
                </a:ext>
              </a:extLst>
            </p:cNvPr>
            <p:cNvSpPr/>
            <p:nvPr/>
          </p:nvSpPr>
          <p:spPr>
            <a:xfrm>
              <a:off x="4504350" y="2641025"/>
              <a:ext cx="135300" cy="135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82844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5CABE-A815-C9A2-3FC3-82186523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Most Commonly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3C242-120D-C67C-9AD9-A3DA836CE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Find the most commonly used word(after ignoring certain words like “is”, “that” etc.) and treat it as the ‘series’ name.</a:t>
            </a:r>
          </a:p>
          <a:p>
            <a:r>
              <a:rPr lang="en-US" sz="1800" dirty="0"/>
              <a:t>Also find the two most commonly used integers, which can be season and episode numbers.</a:t>
            </a:r>
          </a:p>
          <a:p>
            <a:r>
              <a:rPr lang="en-US" sz="1800" dirty="0"/>
              <a:t>Hash map is used here to count frequencies.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9" name="Google Shape;1289;p28" title="Gráfico">
            <a:hlinkClick r:id="rId2"/>
            <a:extLst>
              <a:ext uri="{FF2B5EF4-FFF2-40B4-BE49-F238E27FC236}">
                <a16:creationId xmlns:a16="http://schemas.microsoft.com/office/drawing/2014/main" id="{E6DC78DB-6EC0-FACF-E809-8BB0ED59BA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87305" y="4143318"/>
            <a:ext cx="4486217" cy="27735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290;p28">
            <a:extLst>
              <a:ext uri="{FF2B5EF4-FFF2-40B4-BE49-F238E27FC236}">
                <a16:creationId xmlns:a16="http://schemas.microsoft.com/office/drawing/2014/main" id="{67845F5C-8DB1-590E-B1EB-D6014D979441}"/>
              </a:ext>
            </a:extLst>
          </p:cNvPr>
          <p:cNvGrpSpPr/>
          <p:nvPr/>
        </p:nvGrpSpPr>
        <p:grpSpPr>
          <a:xfrm>
            <a:off x="1138424" y="5112734"/>
            <a:ext cx="834921" cy="834908"/>
            <a:chOff x="4154579" y="1999823"/>
            <a:chExt cx="834921" cy="834908"/>
          </a:xfrm>
        </p:grpSpPr>
        <p:sp>
          <p:nvSpPr>
            <p:cNvPr id="11" name="Google Shape;1291;p28">
              <a:extLst>
                <a:ext uri="{FF2B5EF4-FFF2-40B4-BE49-F238E27FC236}">
                  <a16:creationId xmlns:a16="http://schemas.microsoft.com/office/drawing/2014/main" id="{26132592-758F-7580-4362-E88A313EEA16}"/>
                </a:ext>
              </a:extLst>
            </p:cNvPr>
            <p:cNvSpPr/>
            <p:nvPr/>
          </p:nvSpPr>
          <p:spPr>
            <a:xfrm>
              <a:off x="4154579" y="1999823"/>
              <a:ext cx="834921" cy="834908"/>
            </a:xfrm>
            <a:custGeom>
              <a:avLst/>
              <a:gdLst/>
              <a:ahLst/>
              <a:cxnLst/>
              <a:rect l="l" t="t" r="r" b="b"/>
              <a:pathLst>
                <a:path w="65484" h="65483" extrusionOk="0">
                  <a:moveTo>
                    <a:pt x="31888" y="0"/>
                  </a:moveTo>
                  <a:lnTo>
                    <a:pt x="31052" y="35"/>
                  </a:lnTo>
                  <a:lnTo>
                    <a:pt x="30215" y="87"/>
                  </a:lnTo>
                  <a:lnTo>
                    <a:pt x="29396" y="175"/>
                  </a:lnTo>
                  <a:lnTo>
                    <a:pt x="28577" y="262"/>
                  </a:lnTo>
                  <a:lnTo>
                    <a:pt x="27758" y="366"/>
                  </a:lnTo>
                  <a:lnTo>
                    <a:pt x="26939" y="506"/>
                  </a:lnTo>
                  <a:lnTo>
                    <a:pt x="26138" y="662"/>
                  </a:lnTo>
                  <a:lnTo>
                    <a:pt x="25354" y="837"/>
                  </a:lnTo>
                  <a:lnTo>
                    <a:pt x="24552" y="1028"/>
                  </a:lnTo>
                  <a:lnTo>
                    <a:pt x="23785" y="1238"/>
                  </a:lnTo>
                  <a:lnTo>
                    <a:pt x="23001" y="1464"/>
                  </a:lnTo>
                  <a:lnTo>
                    <a:pt x="22235" y="1725"/>
                  </a:lnTo>
                  <a:lnTo>
                    <a:pt x="21485" y="1987"/>
                  </a:lnTo>
                  <a:lnTo>
                    <a:pt x="20736" y="2266"/>
                  </a:lnTo>
                  <a:lnTo>
                    <a:pt x="20004" y="2579"/>
                  </a:lnTo>
                  <a:lnTo>
                    <a:pt x="19272" y="2893"/>
                  </a:lnTo>
                  <a:lnTo>
                    <a:pt x="18540" y="3224"/>
                  </a:lnTo>
                  <a:lnTo>
                    <a:pt x="17844" y="3572"/>
                  </a:lnTo>
                  <a:lnTo>
                    <a:pt x="17129" y="3956"/>
                  </a:lnTo>
                  <a:lnTo>
                    <a:pt x="16450" y="4339"/>
                  </a:lnTo>
                  <a:lnTo>
                    <a:pt x="15770" y="4740"/>
                  </a:lnTo>
                  <a:lnTo>
                    <a:pt x="15090" y="5158"/>
                  </a:lnTo>
                  <a:lnTo>
                    <a:pt x="14428" y="5594"/>
                  </a:lnTo>
                  <a:lnTo>
                    <a:pt x="13784" y="6047"/>
                  </a:lnTo>
                  <a:lnTo>
                    <a:pt x="13156" y="6500"/>
                  </a:lnTo>
                  <a:lnTo>
                    <a:pt x="12529" y="6988"/>
                  </a:lnTo>
                  <a:lnTo>
                    <a:pt x="11919" y="7476"/>
                  </a:lnTo>
                  <a:lnTo>
                    <a:pt x="11309" y="7981"/>
                  </a:lnTo>
                  <a:lnTo>
                    <a:pt x="10717" y="8504"/>
                  </a:lnTo>
                  <a:lnTo>
                    <a:pt x="10142" y="9044"/>
                  </a:lnTo>
                  <a:lnTo>
                    <a:pt x="9584" y="9584"/>
                  </a:lnTo>
                  <a:lnTo>
                    <a:pt x="9044" y="10142"/>
                  </a:lnTo>
                  <a:lnTo>
                    <a:pt x="8504" y="10717"/>
                  </a:lnTo>
                  <a:lnTo>
                    <a:pt x="7981" y="11309"/>
                  </a:lnTo>
                  <a:lnTo>
                    <a:pt x="7476" y="11919"/>
                  </a:lnTo>
                  <a:lnTo>
                    <a:pt x="6988" y="12529"/>
                  </a:lnTo>
                  <a:lnTo>
                    <a:pt x="6500" y="13156"/>
                  </a:lnTo>
                  <a:lnTo>
                    <a:pt x="6047" y="13783"/>
                  </a:lnTo>
                  <a:lnTo>
                    <a:pt x="5594" y="14428"/>
                  </a:lnTo>
                  <a:lnTo>
                    <a:pt x="5158" y="15090"/>
                  </a:lnTo>
                  <a:lnTo>
                    <a:pt x="4740" y="15770"/>
                  </a:lnTo>
                  <a:lnTo>
                    <a:pt x="4339" y="16449"/>
                  </a:lnTo>
                  <a:lnTo>
                    <a:pt x="3956" y="17129"/>
                  </a:lnTo>
                  <a:lnTo>
                    <a:pt x="3573" y="17826"/>
                  </a:lnTo>
                  <a:lnTo>
                    <a:pt x="3224" y="18540"/>
                  </a:lnTo>
                  <a:lnTo>
                    <a:pt x="2893" y="19272"/>
                  </a:lnTo>
                  <a:lnTo>
                    <a:pt x="2579" y="20004"/>
                  </a:lnTo>
                  <a:lnTo>
                    <a:pt x="2266" y="20736"/>
                  </a:lnTo>
                  <a:lnTo>
                    <a:pt x="1987" y="21485"/>
                  </a:lnTo>
                  <a:lnTo>
                    <a:pt x="1726" y="22234"/>
                  </a:lnTo>
                  <a:lnTo>
                    <a:pt x="1464" y="23001"/>
                  </a:lnTo>
                  <a:lnTo>
                    <a:pt x="1238" y="23785"/>
                  </a:lnTo>
                  <a:lnTo>
                    <a:pt x="1029" y="24552"/>
                  </a:lnTo>
                  <a:lnTo>
                    <a:pt x="837" y="25353"/>
                  </a:lnTo>
                  <a:lnTo>
                    <a:pt x="663" y="26138"/>
                  </a:lnTo>
                  <a:lnTo>
                    <a:pt x="506" y="26939"/>
                  </a:lnTo>
                  <a:lnTo>
                    <a:pt x="366" y="27758"/>
                  </a:lnTo>
                  <a:lnTo>
                    <a:pt x="262" y="28577"/>
                  </a:lnTo>
                  <a:lnTo>
                    <a:pt x="175" y="29396"/>
                  </a:lnTo>
                  <a:lnTo>
                    <a:pt x="88" y="30215"/>
                  </a:lnTo>
                  <a:lnTo>
                    <a:pt x="35" y="31051"/>
                  </a:lnTo>
                  <a:lnTo>
                    <a:pt x="0" y="31888"/>
                  </a:lnTo>
                  <a:lnTo>
                    <a:pt x="0" y="32742"/>
                  </a:lnTo>
                  <a:lnTo>
                    <a:pt x="0" y="33578"/>
                  </a:lnTo>
                  <a:lnTo>
                    <a:pt x="35" y="34432"/>
                  </a:lnTo>
                  <a:lnTo>
                    <a:pt x="88" y="35268"/>
                  </a:lnTo>
                  <a:lnTo>
                    <a:pt x="175" y="36087"/>
                  </a:lnTo>
                  <a:lnTo>
                    <a:pt x="262" y="36906"/>
                  </a:lnTo>
                  <a:lnTo>
                    <a:pt x="366" y="37725"/>
                  </a:lnTo>
                  <a:lnTo>
                    <a:pt x="506" y="38544"/>
                  </a:lnTo>
                  <a:lnTo>
                    <a:pt x="663" y="39346"/>
                  </a:lnTo>
                  <a:lnTo>
                    <a:pt x="837" y="40130"/>
                  </a:lnTo>
                  <a:lnTo>
                    <a:pt x="1029" y="40931"/>
                  </a:lnTo>
                  <a:lnTo>
                    <a:pt x="1238" y="41698"/>
                  </a:lnTo>
                  <a:lnTo>
                    <a:pt x="1464" y="42482"/>
                  </a:lnTo>
                  <a:lnTo>
                    <a:pt x="1726" y="43249"/>
                  </a:lnTo>
                  <a:lnTo>
                    <a:pt x="1987" y="43998"/>
                  </a:lnTo>
                  <a:lnTo>
                    <a:pt x="2266" y="44747"/>
                  </a:lnTo>
                  <a:lnTo>
                    <a:pt x="2579" y="45479"/>
                  </a:lnTo>
                  <a:lnTo>
                    <a:pt x="2893" y="46211"/>
                  </a:lnTo>
                  <a:lnTo>
                    <a:pt x="3224" y="46943"/>
                  </a:lnTo>
                  <a:lnTo>
                    <a:pt x="3573" y="47640"/>
                  </a:lnTo>
                  <a:lnTo>
                    <a:pt x="3956" y="48354"/>
                  </a:lnTo>
                  <a:lnTo>
                    <a:pt x="4339" y="49034"/>
                  </a:lnTo>
                  <a:lnTo>
                    <a:pt x="4740" y="49713"/>
                  </a:lnTo>
                  <a:lnTo>
                    <a:pt x="5158" y="50393"/>
                  </a:lnTo>
                  <a:lnTo>
                    <a:pt x="5594" y="51055"/>
                  </a:lnTo>
                  <a:lnTo>
                    <a:pt x="6047" y="51700"/>
                  </a:lnTo>
                  <a:lnTo>
                    <a:pt x="6500" y="52327"/>
                  </a:lnTo>
                  <a:lnTo>
                    <a:pt x="6988" y="52954"/>
                  </a:lnTo>
                  <a:lnTo>
                    <a:pt x="7476" y="53564"/>
                  </a:lnTo>
                  <a:lnTo>
                    <a:pt x="7981" y="54174"/>
                  </a:lnTo>
                  <a:lnTo>
                    <a:pt x="8504" y="54749"/>
                  </a:lnTo>
                  <a:lnTo>
                    <a:pt x="9044" y="55324"/>
                  </a:lnTo>
                  <a:lnTo>
                    <a:pt x="9584" y="55899"/>
                  </a:lnTo>
                  <a:lnTo>
                    <a:pt x="10142" y="56439"/>
                  </a:lnTo>
                  <a:lnTo>
                    <a:pt x="10717" y="56979"/>
                  </a:lnTo>
                  <a:lnTo>
                    <a:pt x="11309" y="57502"/>
                  </a:lnTo>
                  <a:lnTo>
                    <a:pt x="11919" y="58008"/>
                  </a:lnTo>
                  <a:lnTo>
                    <a:pt x="12529" y="58495"/>
                  </a:lnTo>
                  <a:lnTo>
                    <a:pt x="13156" y="58983"/>
                  </a:lnTo>
                  <a:lnTo>
                    <a:pt x="13784" y="59436"/>
                  </a:lnTo>
                  <a:lnTo>
                    <a:pt x="14428" y="59889"/>
                  </a:lnTo>
                  <a:lnTo>
                    <a:pt x="15090" y="60325"/>
                  </a:lnTo>
                  <a:lnTo>
                    <a:pt x="15770" y="60743"/>
                  </a:lnTo>
                  <a:lnTo>
                    <a:pt x="16450" y="61144"/>
                  </a:lnTo>
                  <a:lnTo>
                    <a:pt x="17129" y="61527"/>
                  </a:lnTo>
                  <a:lnTo>
                    <a:pt x="17844" y="61911"/>
                  </a:lnTo>
                  <a:lnTo>
                    <a:pt x="18540" y="62259"/>
                  </a:lnTo>
                  <a:lnTo>
                    <a:pt x="19272" y="62590"/>
                  </a:lnTo>
                  <a:lnTo>
                    <a:pt x="20004" y="62904"/>
                  </a:lnTo>
                  <a:lnTo>
                    <a:pt x="20736" y="63218"/>
                  </a:lnTo>
                  <a:lnTo>
                    <a:pt x="21485" y="63496"/>
                  </a:lnTo>
                  <a:lnTo>
                    <a:pt x="22235" y="63758"/>
                  </a:lnTo>
                  <a:lnTo>
                    <a:pt x="23001" y="64019"/>
                  </a:lnTo>
                  <a:lnTo>
                    <a:pt x="23785" y="64246"/>
                  </a:lnTo>
                  <a:lnTo>
                    <a:pt x="24552" y="64455"/>
                  </a:lnTo>
                  <a:lnTo>
                    <a:pt x="25354" y="64646"/>
                  </a:lnTo>
                  <a:lnTo>
                    <a:pt x="26138" y="64821"/>
                  </a:lnTo>
                  <a:lnTo>
                    <a:pt x="26939" y="64977"/>
                  </a:lnTo>
                  <a:lnTo>
                    <a:pt x="27758" y="65099"/>
                  </a:lnTo>
                  <a:lnTo>
                    <a:pt x="28577" y="65221"/>
                  </a:lnTo>
                  <a:lnTo>
                    <a:pt x="29396" y="65308"/>
                  </a:lnTo>
                  <a:lnTo>
                    <a:pt x="30215" y="65396"/>
                  </a:lnTo>
                  <a:lnTo>
                    <a:pt x="31052" y="65448"/>
                  </a:lnTo>
                  <a:lnTo>
                    <a:pt x="31888" y="65483"/>
                  </a:lnTo>
                  <a:lnTo>
                    <a:pt x="33578" y="65483"/>
                  </a:lnTo>
                  <a:lnTo>
                    <a:pt x="34432" y="65448"/>
                  </a:lnTo>
                  <a:lnTo>
                    <a:pt x="35268" y="65396"/>
                  </a:lnTo>
                  <a:lnTo>
                    <a:pt x="36087" y="65308"/>
                  </a:lnTo>
                  <a:lnTo>
                    <a:pt x="36906" y="65221"/>
                  </a:lnTo>
                  <a:lnTo>
                    <a:pt x="37725" y="65099"/>
                  </a:lnTo>
                  <a:lnTo>
                    <a:pt x="38544" y="64977"/>
                  </a:lnTo>
                  <a:lnTo>
                    <a:pt x="39346" y="64821"/>
                  </a:lnTo>
                  <a:lnTo>
                    <a:pt x="40130" y="64646"/>
                  </a:lnTo>
                  <a:lnTo>
                    <a:pt x="40931" y="64455"/>
                  </a:lnTo>
                  <a:lnTo>
                    <a:pt x="41698" y="64246"/>
                  </a:lnTo>
                  <a:lnTo>
                    <a:pt x="42482" y="64019"/>
                  </a:lnTo>
                  <a:lnTo>
                    <a:pt x="43249" y="63758"/>
                  </a:lnTo>
                  <a:lnTo>
                    <a:pt x="43998" y="63496"/>
                  </a:lnTo>
                  <a:lnTo>
                    <a:pt x="44747" y="63218"/>
                  </a:lnTo>
                  <a:lnTo>
                    <a:pt x="45479" y="62904"/>
                  </a:lnTo>
                  <a:lnTo>
                    <a:pt x="46211" y="62590"/>
                  </a:lnTo>
                  <a:lnTo>
                    <a:pt x="46943" y="62259"/>
                  </a:lnTo>
                  <a:lnTo>
                    <a:pt x="47640" y="61911"/>
                  </a:lnTo>
                  <a:lnTo>
                    <a:pt x="48354" y="61527"/>
                  </a:lnTo>
                  <a:lnTo>
                    <a:pt x="49034" y="61144"/>
                  </a:lnTo>
                  <a:lnTo>
                    <a:pt x="49714" y="60743"/>
                  </a:lnTo>
                  <a:lnTo>
                    <a:pt x="50393" y="60325"/>
                  </a:lnTo>
                  <a:lnTo>
                    <a:pt x="51055" y="59889"/>
                  </a:lnTo>
                  <a:lnTo>
                    <a:pt x="51700" y="59436"/>
                  </a:lnTo>
                  <a:lnTo>
                    <a:pt x="52327" y="58983"/>
                  </a:lnTo>
                  <a:lnTo>
                    <a:pt x="52955" y="58495"/>
                  </a:lnTo>
                  <a:lnTo>
                    <a:pt x="53564" y="58008"/>
                  </a:lnTo>
                  <a:lnTo>
                    <a:pt x="54174" y="57502"/>
                  </a:lnTo>
                  <a:lnTo>
                    <a:pt x="54749" y="56979"/>
                  </a:lnTo>
                  <a:lnTo>
                    <a:pt x="55324" y="56439"/>
                  </a:lnTo>
                  <a:lnTo>
                    <a:pt x="55899" y="55899"/>
                  </a:lnTo>
                  <a:lnTo>
                    <a:pt x="56440" y="55324"/>
                  </a:lnTo>
                  <a:lnTo>
                    <a:pt x="56980" y="54749"/>
                  </a:lnTo>
                  <a:lnTo>
                    <a:pt x="57502" y="54174"/>
                  </a:lnTo>
                  <a:lnTo>
                    <a:pt x="58008" y="53564"/>
                  </a:lnTo>
                  <a:lnTo>
                    <a:pt x="58496" y="52954"/>
                  </a:lnTo>
                  <a:lnTo>
                    <a:pt x="58984" y="52327"/>
                  </a:lnTo>
                  <a:lnTo>
                    <a:pt x="59437" y="51700"/>
                  </a:lnTo>
                  <a:lnTo>
                    <a:pt x="59890" y="51055"/>
                  </a:lnTo>
                  <a:lnTo>
                    <a:pt x="60325" y="50393"/>
                  </a:lnTo>
                  <a:lnTo>
                    <a:pt x="60743" y="49713"/>
                  </a:lnTo>
                  <a:lnTo>
                    <a:pt x="61144" y="49034"/>
                  </a:lnTo>
                  <a:lnTo>
                    <a:pt x="61528" y="48354"/>
                  </a:lnTo>
                  <a:lnTo>
                    <a:pt x="61911" y="47640"/>
                  </a:lnTo>
                  <a:lnTo>
                    <a:pt x="62259" y="46943"/>
                  </a:lnTo>
                  <a:lnTo>
                    <a:pt x="62591" y="46211"/>
                  </a:lnTo>
                  <a:lnTo>
                    <a:pt x="62904" y="45479"/>
                  </a:lnTo>
                  <a:lnTo>
                    <a:pt x="63218" y="44747"/>
                  </a:lnTo>
                  <a:lnTo>
                    <a:pt x="63497" y="43998"/>
                  </a:lnTo>
                  <a:lnTo>
                    <a:pt x="63758" y="43249"/>
                  </a:lnTo>
                  <a:lnTo>
                    <a:pt x="64019" y="42482"/>
                  </a:lnTo>
                  <a:lnTo>
                    <a:pt x="64246" y="41698"/>
                  </a:lnTo>
                  <a:lnTo>
                    <a:pt x="64455" y="40931"/>
                  </a:lnTo>
                  <a:lnTo>
                    <a:pt x="64647" y="40130"/>
                  </a:lnTo>
                  <a:lnTo>
                    <a:pt x="64821" y="39346"/>
                  </a:lnTo>
                  <a:lnTo>
                    <a:pt x="64978" y="38544"/>
                  </a:lnTo>
                  <a:lnTo>
                    <a:pt x="65100" y="37725"/>
                  </a:lnTo>
                  <a:lnTo>
                    <a:pt x="65222" y="36906"/>
                  </a:lnTo>
                  <a:lnTo>
                    <a:pt x="65309" y="36087"/>
                  </a:lnTo>
                  <a:lnTo>
                    <a:pt x="65396" y="35268"/>
                  </a:lnTo>
                  <a:lnTo>
                    <a:pt x="65448" y="34432"/>
                  </a:lnTo>
                  <a:lnTo>
                    <a:pt x="65483" y="33578"/>
                  </a:lnTo>
                  <a:lnTo>
                    <a:pt x="65483" y="32742"/>
                  </a:lnTo>
                  <a:lnTo>
                    <a:pt x="65483" y="31888"/>
                  </a:lnTo>
                  <a:lnTo>
                    <a:pt x="65448" y="31051"/>
                  </a:lnTo>
                  <a:lnTo>
                    <a:pt x="65396" y="30215"/>
                  </a:lnTo>
                  <a:lnTo>
                    <a:pt x="65309" y="29396"/>
                  </a:lnTo>
                  <a:lnTo>
                    <a:pt x="65222" y="28577"/>
                  </a:lnTo>
                  <a:lnTo>
                    <a:pt x="65100" y="27758"/>
                  </a:lnTo>
                  <a:lnTo>
                    <a:pt x="64978" y="26939"/>
                  </a:lnTo>
                  <a:lnTo>
                    <a:pt x="64821" y="26138"/>
                  </a:lnTo>
                  <a:lnTo>
                    <a:pt x="64647" y="25353"/>
                  </a:lnTo>
                  <a:lnTo>
                    <a:pt x="64455" y="24552"/>
                  </a:lnTo>
                  <a:lnTo>
                    <a:pt x="64246" y="23785"/>
                  </a:lnTo>
                  <a:lnTo>
                    <a:pt x="64019" y="23001"/>
                  </a:lnTo>
                  <a:lnTo>
                    <a:pt x="63758" y="22234"/>
                  </a:lnTo>
                  <a:lnTo>
                    <a:pt x="63497" y="21485"/>
                  </a:lnTo>
                  <a:lnTo>
                    <a:pt x="63218" y="20736"/>
                  </a:lnTo>
                  <a:lnTo>
                    <a:pt x="62904" y="20004"/>
                  </a:lnTo>
                  <a:lnTo>
                    <a:pt x="62591" y="19272"/>
                  </a:lnTo>
                  <a:lnTo>
                    <a:pt x="62259" y="18540"/>
                  </a:lnTo>
                  <a:lnTo>
                    <a:pt x="61911" y="17826"/>
                  </a:lnTo>
                  <a:lnTo>
                    <a:pt x="61528" y="17129"/>
                  </a:lnTo>
                  <a:lnTo>
                    <a:pt x="61144" y="16449"/>
                  </a:lnTo>
                  <a:lnTo>
                    <a:pt x="60743" y="15770"/>
                  </a:lnTo>
                  <a:lnTo>
                    <a:pt x="60325" y="15090"/>
                  </a:lnTo>
                  <a:lnTo>
                    <a:pt x="59890" y="14428"/>
                  </a:lnTo>
                  <a:lnTo>
                    <a:pt x="59437" y="13783"/>
                  </a:lnTo>
                  <a:lnTo>
                    <a:pt x="58984" y="13156"/>
                  </a:lnTo>
                  <a:lnTo>
                    <a:pt x="58496" y="12529"/>
                  </a:lnTo>
                  <a:lnTo>
                    <a:pt x="58008" y="11919"/>
                  </a:lnTo>
                  <a:lnTo>
                    <a:pt x="57502" y="11309"/>
                  </a:lnTo>
                  <a:lnTo>
                    <a:pt x="56980" y="10717"/>
                  </a:lnTo>
                  <a:lnTo>
                    <a:pt x="56440" y="10142"/>
                  </a:lnTo>
                  <a:lnTo>
                    <a:pt x="55899" y="9584"/>
                  </a:lnTo>
                  <a:lnTo>
                    <a:pt x="55324" y="9044"/>
                  </a:lnTo>
                  <a:lnTo>
                    <a:pt x="54749" y="8504"/>
                  </a:lnTo>
                  <a:lnTo>
                    <a:pt x="54174" y="7981"/>
                  </a:lnTo>
                  <a:lnTo>
                    <a:pt x="53564" y="7476"/>
                  </a:lnTo>
                  <a:lnTo>
                    <a:pt x="52955" y="6988"/>
                  </a:lnTo>
                  <a:lnTo>
                    <a:pt x="52327" y="6500"/>
                  </a:lnTo>
                  <a:lnTo>
                    <a:pt x="51700" y="6047"/>
                  </a:lnTo>
                  <a:lnTo>
                    <a:pt x="51055" y="5594"/>
                  </a:lnTo>
                  <a:lnTo>
                    <a:pt x="50393" y="5158"/>
                  </a:lnTo>
                  <a:lnTo>
                    <a:pt x="49714" y="4740"/>
                  </a:lnTo>
                  <a:lnTo>
                    <a:pt x="49034" y="4339"/>
                  </a:lnTo>
                  <a:lnTo>
                    <a:pt x="48354" y="3956"/>
                  </a:lnTo>
                  <a:lnTo>
                    <a:pt x="47640" y="3572"/>
                  </a:lnTo>
                  <a:lnTo>
                    <a:pt x="46943" y="3224"/>
                  </a:lnTo>
                  <a:lnTo>
                    <a:pt x="46211" y="2893"/>
                  </a:lnTo>
                  <a:lnTo>
                    <a:pt x="45479" y="2579"/>
                  </a:lnTo>
                  <a:lnTo>
                    <a:pt x="44747" y="2266"/>
                  </a:lnTo>
                  <a:lnTo>
                    <a:pt x="43998" y="1987"/>
                  </a:lnTo>
                  <a:lnTo>
                    <a:pt x="43249" y="1725"/>
                  </a:lnTo>
                  <a:lnTo>
                    <a:pt x="42482" y="1464"/>
                  </a:lnTo>
                  <a:lnTo>
                    <a:pt x="41698" y="1238"/>
                  </a:lnTo>
                  <a:lnTo>
                    <a:pt x="40931" y="1028"/>
                  </a:lnTo>
                  <a:lnTo>
                    <a:pt x="40130" y="837"/>
                  </a:lnTo>
                  <a:lnTo>
                    <a:pt x="39346" y="662"/>
                  </a:lnTo>
                  <a:lnTo>
                    <a:pt x="38544" y="506"/>
                  </a:lnTo>
                  <a:lnTo>
                    <a:pt x="37725" y="366"/>
                  </a:lnTo>
                  <a:lnTo>
                    <a:pt x="36906" y="262"/>
                  </a:lnTo>
                  <a:lnTo>
                    <a:pt x="36087" y="175"/>
                  </a:lnTo>
                  <a:lnTo>
                    <a:pt x="35268" y="87"/>
                  </a:lnTo>
                  <a:lnTo>
                    <a:pt x="34432" y="35"/>
                  </a:lnTo>
                  <a:lnTo>
                    <a:pt x="33578" y="0"/>
                  </a:lnTo>
                  <a:close/>
                </a:path>
              </a:pathLst>
            </a:custGeom>
            <a:solidFill>
              <a:srgbClr val="FFFFFF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92;p28">
              <a:extLst>
                <a:ext uri="{FF2B5EF4-FFF2-40B4-BE49-F238E27FC236}">
                  <a16:creationId xmlns:a16="http://schemas.microsoft.com/office/drawing/2014/main" id="{B6AE547F-7182-945E-3458-8646847F3084}"/>
                </a:ext>
              </a:extLst>
            </p:cNvPr>
            <p:cNvSpPr/>
            <p:nvPr/>
          </p:nvSpPr>
          <p:spPr>
            <a:xfrm>
              <a:off x="4461347" y="2195738"/>
              <a:ext cx="334369" cy="443012"/>
            </a:xfrm>
            <a:custGeom>
              <a:avLst/>
              <a:gdLst/>
              <a:ahLst/>
              <a:cxnLst/>
              <a:rect l="l" t="t" r="r" b="b"/>
              <a:pathLst>
                <a:path w="26225" h="34746" extrusionOk="0">
                  <a:moveTo>
                    <a:pt x="0" y="0"/>
                  </a:moveTo>
                  <a:lnTo>
                    <a:pt x="0" y="34745"/>
                  </a:lnTo>
                  <a:lnTo>
                    <a:pt x="26225" y="17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5B671DD-F8C6-A7AA-0795-76484AEA9B44}"/>
              </a:ext>
            </a:extLst>
          </p:cNvPr>
          <p:cNvSpPr txBox="1"/>
          <p:nvPr/>
        </p:nvSpPr>
        <p:spPr>
          <a:xfrm>
            <a:off x="3047432" y="6269940"/>
            <a:ext cx="6097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Figure </a:t>
            </a:r>
            <a:r>
              <a:rPr lang="en-US" sz="1200" b="1" dirty="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: Pseudocode of most commonly used method</a:t>
            </a:r>
            <a:endParaRPr lang="en-US" sz="12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9C98B6-5245-76ED-4924-D32DEE48C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801" y="3685008"/>
            <a:ext cx="5044877" cy="247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15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8B8E-05D2-BA6A-C50D-05A236CE4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2736"/>
          </a:xfrm>
        </p:spPr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br>
              <a:rPr lang="en-US" b="1" dirty="0"/>
            </a:br>
            <a:r>
              <a:rPr lang="en-US" b="1" dirty="0"/>
              <a:t>Knuth-</a:t>
            </a:r>
            <a:r>
              <a:rPr lang="en-US" b="1" dirty="0" err="1"/>
              <a:t>Morries_Pratt</a:t>
            </a:r>
            <a:r>
              <a:rPr lang="en-US" b="1" dirty="0"/>
              <a:t> Algorithm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A333E-C076-CE0F-DC2C-E35B0915B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Search happens using a pattern “series.”</a:t>
            </a:r>
          </a:p>
          <a:p>
            <a:r>
              <a:rPr lang="en-US" sz="1800" dirty="0"/>
              <a:t>Used to find only series name</a:t>
            </a:r>
          </a:p>
          <a:p>
            <a:r>
              <a:rPr lang="en-US" sz="1800" dirty="0"/>
              <a:t> A list of comments is returned, manually we need to identify the series name based on those.</a:t>
            </a:r>
          </a:p>
          <a:p>
            <a:r>
              <a:rPr lang="en-US" sz="1800" dirty="0"/>
              <a:t>This method has better worst-case time complexity than brute force</a:t>
            </a:r>
          </a:p>
          <a:p>
            <a:r>
              <a:rPr lang="en-US" sz="1800" dirty="0"/>
              <a:t>The time complexity is O(n  * (n + p)).</a:t>
            </a:r>
          </a:p>
        </p:txBody>
      </p:sp>
      <p:grpSp>
        <p:nvGrpSpPr>
          <p:cNvPr id="4" name="Google Shape;2015;p41">
            <a:extLst>
              <a:ext uri="{FF2B5EF4-FFF2-40B4-BE49-F238E27FC236}">
                <a16:creationId xmlns:a16="http://schemas.microsoft.com/office/drawing/2014/main" id="{DB0A51C4-11A0-E36A-DD53-0E56F4A3BADE}"/>
              </a:ext>
            </a:extLst>
          </p:cNvPr>
          <p:cNvGrpSpPr/>
          <p:nvPr/>
        </p:nvGrpSpPr>
        <p:grpSpPr>
          <a:xfrm>
            <a:off x="9189297" y="112882"/>
            <a:ext cx="3266905" cy="1800922"/>
            <a:chOff x="2053774" y="2025146"/>
            <a:chExt cx="4911163" cy="2706932"/>
          </a:xfrm>
        </p:grpSpPr>
        <p:sp>
          <p:nvSpPr>
            <p:cNvPr id="5" name="Google Shape;2016;p41">
              <a:extLst>
                <a:ext uri="{FF2B5EF4-FFF2-40B4-BE49-F238E27FC236}">
                  <a16:creationId xmlns:a16="http://schemas.microsoft.com/office/drawing/2014/main" id="{8423A203-22DE-88B4-00BF-CFE6E3DA37D9}"/>
                </a:ext>
              </a:extLst>
            </p:cNvPr>
            <p:cNvSpPr/>
            <p:nvPr/>
          </p:nvSpPr>
          <p:spPr>
            <a:xfrm>
              <a:off x="2053774" y="3766002"/>
              <a:ext cx="4911163" cy="966075"/>
            </a:xfrm>
            <a:custGeom>
              <a:avLst/>
              <a:gdLst/>
              <a:ahLst/>
              <a:cxnLst/>
              <a:rect l="l" t="t" r="r" b="b"/>
              <a:pathLst>
                <a:path w="278608" h="54805" extrusionOk="0">
                  <a:moveTo>
                    <a:pt x="26129" y="17589"/>
                  </a:moveTo>
                  <a:lnTo>
                    <a:pt x="26129" y="17589"/>
                  </a:lnTo>
                  <a:lnTo>
                    <a:pt x="26482" y="17603"/>
                  </a:lnTo>
                  <a:lnTo>
                    <a:pt x="26821" y="17629"/>
                  </a:lnTo>
                  <a:lnTo>
                    <a:pt x="27148" y="17668"/>
                  </a:lnTo>
                  <a:lnTo>
                    <a:pt x="27474" y="17733"/>
                  </a:lnTo>
                  <a:lnTo>
                    <a:pt x="27801" y="17811"/>
                  </a:lnTo>
                  <a:lnTo>
                    <a:pt x="28114" y="17903"/>
                  </a:lnTo>
                  <a:lnTo>
                    <a:pt x="28427" y="18007"/>
                  </a:lnTo>
                  <a:lnTo>
                    <a:pt x="28728" y="18125"/>
                  </a:lnTo>
                  <a:lnTo>
                    <a:pt x="29028" y="18255"/>
                  </a:lnTo>
                  <a:lnTo>
                    <a:pt x="29315" y="18412"/>
                  </a:lnTo>
                  <a:lnTo>
                    <a:pt x="29590" y="18569"/>
                  </a:lnTo>
                  <a:lnTo>
                    <a:pt x="29864" y="18739"/>
                  </a:lnTo>
                  <a:lnTo>
                    <a:pt x="30125" y="18934"/>
                  </a:lnTo>
                  <a:lnTo>
                    <a:pt x="30386" y="19130"/>
                  </a:lnTo>
                  <a:lnTo>
                    <a:pt x="30621" y="19339"/>
                  </a:lnTo>
                  <a:lnTo>
                    <a:pt x="30856" y="19561"/>
                  </a:lnTo>
                  <a:lnTo>
                    <a:pt x="31078" y="19796"/>
                  </a:lnTo>
                  <a:lnTo>
                    <a:pt x="31287" y="20031"/>
                  </a:lnTo>
                  <a:lnTo>
                    <a:pt x="31483" y="20293"/>
                  </a:lnTo>
                  <a:lnTo>
                    <a:pt x="31679" y="20554"/>
                  </a:lnTo>
                  <a:lnTo>
                    <a:pt x="31849" y="20828"/>
                  </a:lnTo>
                  <a:lnTo>
                    <a:pt x="32005" y="21102"/>
                  </a:lnTo>
                  <a:lnTo>
                    <a:pt x="32162" y="21389"/>
                  </a:lnTo>
                  <a:lnTo>
                    <a:pt x="32293" y="21690"/>
                  </a:lnTo>
                  <a:lnTo>
                    <a:pt x="32410" y="21990"/>
                  </a:lnTo>
                  <a:lnTo>
                    <a:pt x="32515" y="22303"/>
                  </a:lnTo>
                  <a:lnTo>
                    <a:pt x="32606" y="22617"/>
                  </a:lnTo>
                  <a:lnTo>
                    <a:pt x="32684" y="22943"/>
                  </a:lnTo>
                  <a:lnTo>
                    <a:pt x="32750" y="23270"/>
                  </a:lnTo>
                  <a:lnTo>
                    <a:pt x="32789" y="23609"/>
                  </a:lnTo>
                  <a:lnTo>
                    <a:pt x="32815" y="23936"/>
                  </a:lnTo>
                  <a:lnTo>
                    <a:pt x="32828" y="24288"/>
                  </a:lnTo>
                  <a:lnTo>
                    <a:pt x="32828" y="24288"/>
                  </a:lnTo>
                  <a:lnTo>
                    <a:pt x="32828" y="24288"/>
                  </a:lnTo>
                  <a:lnTo>
                    <a:pt x="32815" y="24628"/>
                  </a:lnTo>
                  <a:lnTo>
                    <a:pt x="32789" y="24967"/>
                  </a:lnTo>
                  <a:lnTo>
                    <a:pt x="32750" y="25294"/>
                  </a:lnTo>
                  <a:lnTo>
                    <a:pt x="32684" y="25633"/>
                  </a:lnTo>
                  <a:lnTo>
                    <a:pt x="32606" y="25947"/>
                  </a:lnTo>
                  <a:lnTo>
                    <a:pt x="32515" y="26273"/>
                  </a:lnTo>
                  <a:lnTo>
                    <a:pt x="32410" y="26573"/>
                  </a:lnTo>
                  <a:lnTo>
                    <a:pt x="32293" y="26887"/>
                  </a:lnTo>
                  <a:lnTo>
                    <a:pt x="32162" y="27174"/>
                  </a:lnTo>
                  <a:lnTo>
                    <a:pt x="32005" y="27461"/>
                  </a:lnTo>
                  <a:lnTo>
                    <a:pt x="31849" y="27749"/>
                  </a:lnTo>
                  <a:lnTo>
                    <a:pt x="31679" y="28023"/>
                  </a:lnTo>
                  <a:lnTo>
                    <a:pt x="31483" y="28284"/>
                  </a:lnTo>
                  <a:lnTo>
                    <a:pt x="31287" y="28532"/>
                  </a:lnTo>
                  <a:lnTo>
                    <a:pt x="31078" y="28780"/>
                  </a:lnTo>
                  <a:lnTo>
                    <a:pt x="30856" y="29002"/>
                  </a:lnTo>
                  <a:lnTo>
                    <a:pt x="30621" y="29224"/>
                  </a:lnTo>
                  <a:lnTo>
                    <a:pt x="30386" y="29446"/>
                  </a:lnTo>
                  <a:lnTo>
                    <a:pt x="30125" y="29642"/>
                  </a:lnTo>
                  <a:lnTo>
                    <a:pt x="29864" y="29825"/>
                  </a:lnTo>
                  <a:lnTo>
                    <a:pt x="29590" y="29995"/>
                  </a:lnTo>
                  <a:lnTo>
                    <a:pt x="29315" y="30164"/>
                  </a:lnTo>
                  <a:lnTo>
                    <a:pt x="29028" y="30308"/>
                  </a:lnTo>
                  <a:lnTo>
                    <a:pt x="28728" y="30439"/>
                  </a:lnTo>
                  <a:lnTo>
                    <a:pt x="28427" y="30569"/>
                  </a:lnTo>
                  <a:lnTo>
                    <a:pt x="28114" y="30674"/>
                  </a:lnTo>
                  <a:lnTo>
                    <a:pt x="27801" y="30765"/>
                  </a:lnTo>
                  <a:lnTo>
                    <a:pt x="27474" y="30830"/>
                  </a:lnTo>
                  <a:lnTo>
                    <a:pt x="27148" y="30896"/>
                  </a:lnTo>
                  <a:lnTo>
                    <a:pt x="26821" y="30935"/>
                  </a:lnTo>
                  <a:lnTo>
                    <a:pt x="26482" y="30961"/>
                  </a:lnTo>
                  <a:lnTo>
                    <a:pt x="26129" y="30974"/>
                  </a:lnTo>
                  <a:lnTo>
                    <a:pt x="26129" y="31000"/>
                  </a:lnTo>
                  <a:lnTo>
                    <a:pt x="19404" y="31000"/>
                  </a:lnTo>
                  <a:lnTo>
                    <a:pt x="19404" y="31000"/>
                  </a:lnTo>
                  <a:lnTo>
                    <a:pt x="18791" y="31026"/>
                  </a:lnTo>
                  <a:lnTo>
                    <a:pt x="18190" y="31065"/>
                  </a:lnTo>
                  <a:lnTo>
                    <a:pt x="17589" y="31144"/>
                  </a:lnTo>
                  <a:lnTo>
                    <a:pt x="17015" y="31248"/>
                  </a:lnTo>
                  <a:lnTo>
                    <a:pt x="16440" y="31379"/>
                  </a:lnTo>
                  <a:lnTo>
                    <a:pt x="15866" y="31549"/>
                  </a:lnTo>
                  <a:lnTo>
                    <a:pt x="15317" y="31731"/>
                  </a:lnTo>
                  <a:lnTo>
                    <a:pt x="14782" y="31940"/>
                  </a:lnTo>
                  <a:lnTo>
                    <a:pt x="14246" y="32188"/>
                  </a:lnTo>
                  <a:lnTo>
                    <a:pt x="13737" y="32450"/>
                  </a:lnTo>
                  <a:lnTo>
                    <a:pt x="13241" y="32737"/>
                  </a:lnTo>
                  <a:lnTo>
                    <a:pt x="12758" y="33050"/>
                  </a:lnTo>
                  <a:lnTo>
                    <a:pt x="12288" y="33377"/>
                  </a:lnTo>
                  <a:lnTo>
                    <a:pt x="11844" y="33729"/>
                  </a:lnTo>
                  <a:lnTo>
                    <a:pt x="11413" y="34108"/>
                  </a:lnTo>
                  <a:lnTo>
                    <a:pt x="10995" y="34500"/>
                  </a:lnTo>
                  <a:lnTo>
                    <a:pt x="10603" y="34918"/>
                  </a:lnTo>
                  <a:lnTo>
                    <a:pt x="10224" y="35348"/>
                  </a:lnTo>
                  <a:lnTo>
                    <a:pt x="9872" y="35792"/>
                  </a:lnTo>
                  <a:lnTo>
                    <a:pt x="9532" y="36263"/>
                  </a:lnTo>
                  <a:lnTo>
                    <a:pt x="9232" y="36746"/>
                  </a:lnTo>
                  <a:lnTo>
                    <a:pt x="8945" y="37242"/>
                  </a:lnTo>
                  <a:lnTo>
                    <a:pt x="8684" y="37764"/>
                  </a:lnTo>
                  <a:lnTo>
                    <a:pt x="8436" y="38287"/>
                  </a:lnTo>
                  <a:lnTo>
                    <a:pt x="8227" y="38822"/>
                  </a:lnTo>
                  <a:lnTo>
                    <a:pt x="8031" y="39383"/>
                  </a:lnTo>
                  <a:lnTo>
                    <a:pt x="7874" y="39945"/>
                  </a:lnTo>
                  <a:lnTo>
                    <a:pt x="7743" y="40519"/>
                  </a:lnTo>
                  <a:lnTo>
                    <a:pt x="7639" y="41094"/>
                  </a:lnTo>
                  <a:lnTo>
                    <a:pt x="7561" y="41695"/>
                  </a:lnTo>
                  <a:lnTo>
                    <a:pt x="7508" y="42295"/>
                  </a:lnTo>
                  <a:lnTo>
                    <a:pt x="7495" y="42909"/>
                  </a:lnTo>
                  <a:lnTo>
                    <a:pt x="7495" y="42909"/>
                  </a:lnTo>
                  <a:lnTo>
                    <a:pt x="7495" y="42909"/>
                  </a:lnTo>
                  <a:lnTo>
                    <a:pt x="7508" y="43510"/>
                  </a:lnTo>
                  <a:lnTo>
                    <a:pt x="7561" y="44123"/>
                  </a:lnTo>
                  <a:lnTo>
                    <a:pt x="7639" y="44711"/>
                  </a:lnTo>
                  <a:lnTo>
                    <a:pt x="7743" y="45299"/>
                  </a:lnTo>
                  <a:lnTo>
                    <a:pt x="7874" y="45873"/>
                  </a:lnTo>
                  <a:lnTo>
                    <a:pt x="8031" y="46435"/>
                  </a:lnTo>
                  <a:lnTo>
                    <a:pt x="8227" y="46983"/>
                  </a:lnTo>
                  <a:lnTo>
                    <a:pt x="8436" y="47532"/>
                  </a:lnTo>
                  <a:lnTo>
                    <a:pt x="8684" y="48054"/>
                  </a:lnTo>
                  <a:lnTo>
                    <a:pt x="8945" y="48563"/>
                  </a:lnTo>
                  <a:lnTo>
                    <a:pt x="9232" y="49059"/>
                  </a:lnTo>
                  <a:lnTo>
                    <a:pt x="9532" y="49543"/>
                  </a:lnTo>
                  <a:lnTo>
                    <a:pt x="9872" y="50013"/>
                  </a:lnTo>
                  <a:lnTo>
                    <a:pt x="10224" y="50470"/>
                  </a:lnTo>
                  <a:lnTo>
                    <a:pt x="10603" y="50901"/>
                  </a:lnTo>
                  <a:lnTo>
                    <a:pt x="10995" y="51305"/>
                  </a:lnTo>
                  <a:lnTo>
                    <a:pt x="11413" y="51710"/>
                  </a:lnTo>
                  <a:lnTo>
                    <a:pt x="11844" y="52076"/>
                  </a:lnTo>
                  <a:lnTo>
                    <a:pt x="12288" y="52428"/>
                  </a:lnTo>
                  <a:lnTo>
                    <a:pt x="12758" y="52768"/>
                  </a:lnTo>
                  <a:lnTo>
                    <a:pt x="13241" y="53081"/>
                  </a:lnTo>
                  <a:lnTo>
                    <a:pt x="13737" y="53369"/>
                  </a:lnTo>
                  <a:lnTo>
                    <a:pt x="14246" y="53630"/>
                  </a:lnTo>
                  <a:lnTo>
                    <a:pt x="14782" y="53865"/>
                  </a:lnTo>
                  <a:lnTo>
                    <a:pt x="15317" y="54087"/>
                  </a:lnTo>
                  <a:lnTo>
                    <a:pt x="15866" y="54270"/>
                  </a:lnTo>
                  <a:lnTo>
                    <a:pt x="16440" y="54426"/>
                  </a:lnTo>
                  <a:lnTo>
                    <a:pt x="17015" y="54557"/>
                  </a:lnTo>
                  <a:lnTo>
                    <a:pt x="17589" y="54661"/>
                  </a:lnTo>
                  <a:lnTo>
                    <a:pt x="18190" y="54740"/>
                  </a:lnTo>
                  <a:lnTo>
                    <a:pt x="18791" y="54792"/>
                  </a:lnTo>
                  <a:lnTo>
                    <a:pt x="19404" y="54805"/>
                  </a:lnTo>
                  <a:lnTo>
                    <a:pt x="258276" y="54805"/>
                  </a:lnTo>
                  <a:lnTo>
                    <a:pt x="258276" y="54805"/>
                  </a:lnTo>
                  <a:lnTo>
                    <a:pt x="258890" y="54792"/>
                  </a:lnTo>
                  <a:lnTo>
                    <a:pt x="259490" y="54740"/>
                  </a:lnTo>
                  <a:lnTo>
                    <a:pt x="260078" y="54661"/>
                  </a:lnTo>
                  <a:lnTo>
                    <a:pt x="260665" y="54557"/>
                  </a:lnTo>
                  <a:lnTo>
                    <a:pt x="261240" y="54426"/>
                  </a:lnTo>
                  <a:lnTo>
                    <a:pt x="261801" y="54270"/>
                  </a:lnTo>
                  <a:lnTo>
                    <a:pt x="262363" y="54087"/>
                  </a:lnTo>
                  <a:lnTo>
                    <a:pt x="262898" y="53865"/>
                  </a:lnTo>
                  <a:lnTo>
                    <a:pt x="263421" y="53630"/>
                  </a:lnTo>
                  <a:lnTo>
                    <a:pt x="263943" y="53369"/>
                  </a:lnTo>
                  <a:lnTo>
                    <a:pt x="264439" y="53081"/>
                  </a:lnTo>
                  <a:lnTo>
                    <a:pt x="264922" y="52768"/>
                  </a:lnTo>
                  <a:lnTo>
                    <a:pt x="265392" y="52428"/>
                  </a:lnTo>
                  <a:lnTo>
                    <a:pt x="265836" y="52076"/>
                  </a:lnTo>
                  <a:lnTo>
                    <a:pt x="266267" y="51710"/>
                  </a:lnTo>
                  <a:lnTo>
                    <a:pt x="266685" y="51305"/>
                  </a:lnTo>
                  <a:lnTo>
                    <a:pt x="267077" y="50901"/>
                  </a:lnTo>
                  <a:lnTo>
                    <a:pt x="267456" y="50470"/>
                  </a:lnTo>
                  <a:lnTo>
                    <a:pt x="267808" y="50013"/>
                  </a:lnTo>
                  <a:lnTo>
                    <a:pt x="268135" y="49543"/>
                  </a:lnTo>
                  <a:lnTo>
                    <a:pt x="268448" y="49059"/>
                  </a:lnTo>
                  <a:lnTo>
                    <a:pt x="268735" y="48563"/>
                  </a:lnTo>
                  <a:lnTo>
                    <a:pt x="268996" y="48054"/>
                  </a:lnTo>
                  <a:lnTo>
                    <a:pt x="269245" y="47532"/>
                  </a:lnTo>
                  <a:lnTo>
                    <a:pt x="269454" y="46983"/>
                  </a:lnTo>
                  <a:lnTo>
                    <a:pt x="269636" y="46435"/>
                  </a:lnTo>
                  <a:lnTo>
                    <a:pt x="269806" y="45873"/>
                  </a:lnTo>
                  <a:lnTo>
                    <a:pt x="269937" y="45299"/>
                  </a:lnTo>
                  <a:lnTo>
                    <a:pt x="270041" y="44711"/>
                  </a:lnTo>
                  <a:lnTo>
                    <a:pt x="270119" y="44123"/>
                  </a:lnTo>
                  <a:lnTo>
                    <a:pt x="270159" y="43510"/>
                  </a:lnTo>
                  <a:lnTo>
                    <a:pt x="270172" y="42909"/>
                  </a:lnTo>
                  <a:lnTo>
                    <a:pt x="270172" y="42909"/>
                  </a:lnTo>
                  <a:lnTo>
                    <a:pt x="270172" y="42909"/>
                  </a:lnTo>
                  <a:lnTo>
                    <a:pt x="270159" y="42295"/>
                  </a:lnTo>
                  <a:lnTo>
                    <a:pt x="270119" y="41695"/>
                  </a:lnTo>
                  <a:lnTo>
                    <a:pt x="270041" y="41094"/>
                  </a:lnTo>
                  <a:lnTo>
                    <a:pt x="269937" y="40519"/>
                  </a:lnTo>
                  <a:lnTo>
                    <a:pt x="269806" y="39945"/>
                  </a:lnTo>
                  <a:lnTo>
                    <a:pt x="269636" y="39383"/>
                  </a:lnTo>
                  <a:lnTo>
                    <a:pt x="269454" y="38822"/>
                  </a:lnTo>
                  <a:lnTo>
                    <a:pt x="269245" y="38287"/>
                  </a:lnTo>
                  <a:lnTo>
                    <a:pt x="268996" y="37764"/>
                  </a:lnTo>
                  <a:lnTo>
                    <a:pt x="268735" y="37242"/>
                  </a:lnTo>
                  <a:lnTo>
                    <a:pt x="268448" y="36746"/>
                  </a:lnTo>
                  <a:lnTo>
                    <a:pt x="268135" y="36263"/>
                  </a:lnTo>
                  <a:lnTo>
                    <a:pt x="267808" y="35792"/>
                  </a:lnTo>
                  <a:lnTo>
                    <a:pt x="267456" y="35348"/>
                  </a:lnTo>
                  <a:lnTo>
                    <a:pt x="267077" y="34918"/>
                  </a:lnTo>
                  <a:lnTo>
                    <a:pt x="266685" y="34500"/>
                  </a:lnTo>
                  <a:lnTo>
                    <a:pt x="266267" y="34108"/>
                  </a:lnTo>
                  <a:lnTo>
                    <a:pt x="265836" y="33729"/>
                  </a:lnTo>
                  <a:lnTo>
                    <a:pt x="265392" y="33377"/>
                  </a:lnTo>
                  <a:lnTo>
                    <a:pt x="264922" y="33050"/>
                  </a:lnTo>
                  <a:lnTo>
                    <a:pt x="264439" y="32737"/>
                  </a:lnTo>
                  <a:lnTo>
                    <a:pt x="263943" y="32450"/>
                  </a:lnTo>
                  <a:lnTo>
                    <a:pt x="263421" y="32188"/>
                  </a:lnTo>
                  <a:lnTo>
                    <a:pt x="262898" y="31940"/>
                  </a:lnTo>
                  <a:lnTo>
                    <a:pt x="262363" y="31731"/>
                  </a:lnTo>
                  <a:lnTo>
                    <a:pt x="261801" y="31549"/>
                  </a:lnTo>
                  <a:lnTo>
                    <a:pt x="261240" y="31379"/>
                  </a:lnTo>
                  <a:lnTo>
                    <a:pt x="260665" y="31248"/>
                  </a:lnTo>
                  <a:lnTo>
                    <a:pt x="260078" y="31144"/>
                  </a:lnTo>
                  <a:lnTo>
                    <a:pt x="259490" y="31065"/>
                  </a:lnTo>
                  <a:lnTo>
                    <a:pt x="258890" y="31026"/>
                  </a:lnTo>
                  <a:lnTo>
                    <a:pt x="258276" y="31000"/>
                  </a:lnTo>
                  <a:lnTo>
                    <a:pt x="248613" y="31000"/>
                  </a:lnTo>
                  <a:lnTo>
                    <a:pt x="248613" y="30974"/>
                  </a:lnTo>
                  <a:lnTo>
                    <a:pt x="248613" y="30974"/>
                  </a:lnTo>
                  <a:lnTo>
                    <a:pt x="248273" y="30961"/>
                  </a:lnTo>
                  <a:lnTo>
                    <a:pt x="247934" y="30935"/>
                  </a:lnTo>
                  <a:lnTo>
                    <a:pt x="247594" y="30896"/>
                  </a:lnTo>
                  <a:lnTo>
                    <a:pt x="247268" y="30830"/>
                  </a:lnTo>
                  <a:lnTo>
                    <a:pt x="246941" y="30765"/>
                  </a:lnTo>
                  <a:lnTo>
                    <a:pt x="246628" y="30674"/>
                  </a:lnTo>
                  <a:lnTo>
                    <a:pt x="246315" y="30569"/>
                  </a:lnTo>
                  <a:lnTo>
                    <a:pt x="246014" y="30439"/>
                  </a:lnTo>
                  <a:lnTo>
                    <a:pt x="245714" y="30308"/>
                  </a:lnTo>
                  <a:lnTo>
                    <a:pt x="245427" y="30164"/>
                  </a:lnTo>
                  <a:lnTo>
                    <a:pt x="245152" y="29995"/>
                  </a:lnTo>
                  <a:lnTo>
                    <a:pt x="244878" y="29825"/>
                  </a:lnTo>
                  <a:lnTo>
                    <a:pt x="244617" y="29642"/>
                  </a:lnTo>
                  <a:lnTo>
                    <a:pt x="244369" y="29446"/>
                  </a:lnTo>
                  <a:lnTo>
                    <a:pt x="244121" y="29224"/>
                  </a:lnTo>
                  <a:lnTo>
                    <a:pt x="243886" y="29002"/>
                  </a:lnTo>
                  <a:lnTo>
                    <a:pt x="243664" y="28780"/>
                  </a:lnTo>
                  <a:lnTo>
                    <a:pt x="243455" y="28532"/>
                  </a:lnTo>
                  <a:lnTo>
                    <a:pt x="243259" y="28284"/>
                  </a:lnTo>
                  <a:lnTo>
                    <a:pt x="243076" y="28023"/>
                  </a:lnTo>
                  <a:lnTo>
                    <a:pt x="242893" y="27749"/>
                  </a:lnTo>
                  <a:lnTo>
                    <a:pt x="242737" y="27461"/>
                  </a:lnTo>
                  <a:lnTo>
                    <a:pt x="242580" y="27174"/>
                  </a:lnTo>
                  <a:lnTo>
                    <a:pt x="242449" y="26887"/>
                  </a:lnTo>
                  <a:lnTo>
                    <a:pt x="242332" y="26573"/>
                  </a:lnTo>
                  <a:lnTo>
                    <a:pt x="242227" y="26273"/>
                  </a:lnTo>
                  <a:lnTo>
                    <a:pt x="242136" y="25947"/>
                  </a:lnTo>
                  <a:lnTo>
                    <a:pt x="242058" y="25633"/>
                  </a:lnTo>
                  <a:lnTo>
                    <a:pt x="242005" y="25294"/>
                  </a:lnTo>
                  <a:lnTo>
                    <a:pt x="241953" y="24967"/>
                  </a:lnTo>
                  <a:lnTo>
                    <a:pt x="241927" y="24628"/>
                  </a:lnTo>
                  <a:lnTo>
                    <a:pt x="241927" y="24288"/>
                  </a:lnTo>
                  <a:lnTo>
                    <a:pt x="241927" y="24288"/>
                  </a:lnTo>
                  <a:lnTo>
                    <a:pt x="241927" y="24288"/>
                  </a:lnTo>
                  <a:lnTo>
                    <a:pt x="241927" y="23936"/>
                  </a:lnTo>
                  <a:lnTo>
                    <a:pt x="241953" y="23609"/>
                  </a:lnTo>
                  <a:lnTo>
                    <a:pt x="242005" y="23270"/>
                  </a:lnTo>
                  <a:lnTo>
                    <a:pt x="242058" y="22943"/>
                  </a:lnTo>
                  <a:lnTo>
                    <a:pt x="242136" y="22617"/>
                  </a:lnTo>
                  <a:lnTo>
                    <a:pt x="242227" y="22303"/>
                  </a:lnTo>
                  <a:lnTo>
                    <a:pt x="242332" y="21990"/>
                  </a:lnTo>
                  <a:lnTo>
                    <a:pt x="242449" y="21690"/>
                  </a:lnTo>
                  <a:lnTo>
                    <a:pt x="242580" y="21389"/>
                  </a:lnTo>
                  <a:lnTo>
                    <a:pt x="242737" y="21102"/>
                  </a:lnTo>
                  <a:lnTo>
                    <a:pt x="242893" y="20828"/>
                  </a:lnTo>
                  <a:lnTo>
                    <a:pt x="243076" y="20554"/>
                  </a:lnTo>
                  <a:lnTo>
                    <a:pt x="243259" y="20293"/>
                  </a:lnTo>
                  <a:lnTo>
                    <a:pt x="243455" y="20031"/>
                  </a:lnTo>
                  <a:lnTo>
                    <a:pt x="243664" y="19796"/>
                  </a:lnTo>
                  <a:lnTo>
                    <a:pt x="243886" y="19561"/>
                  </a:lnTo>
                  <a:lnTo>
                    <a:pt x="244121" y="19339"/>
                  </a:lnTo>
                  <a:lnTo>
                    <a:pt x="244369" y="19130"/>
                  </a:lnTo>
                  <a:lnTo>
                    <a:pt x="244617" y="18934"/>
                  </a:lnTo>
                  <a:lnTo>
                    <a:pt x="244878" y="18739"/>
                  </a:lnTo>
                  <a:lnTo>
                    <a:pt x="245152" y="18569"/>
                  </a:lnTo>
                  <a:lnTo>
                    <a:pt x="245427" y="18412"/>
                  </a:lnTo>
                  <a:lnTo>
                    <a:pt x="245714" y="18255"/>
                  </a:lnTo>
                  <a:lnTo>
                    <a:pt x="246014" y="18125"/>
                  </a:lnTo>
                  <a:lnTo>
                    <a:pt x="246315" y="18007"/>
                  </a:lnTo>
                  <a:lnTo>
                    <a:pt x="246628" y="17903"/>
                  </a:lnTo>
                  <a:lnTo>
                    <a:pt x="246941" y="17811"/>
                  </a:lnTo>
                  <a:lnTo>
                    <a:pt x="247268" y="17733"/>
                  </a:lnTo>
                  <a:lnTo>
                    <a:pt x="247594" y="17668"/>
                  </a:lnTo>
                  <a:lnTo>
                    <a:pt x="247934" y="17629"/>
                  </a:lnTo>
                  <a:lnTo>
                    <a:pt x="248273" y="17603"/>
                  </a:lnTo>
                  <a:lnTo>
                    <a:pt x="248613" y="17589"/>
                  </a:lnTo>
                  <a:lnTo>
                    <a:pt x="269806" y="17589"/>
                  </a:lnTo>
                  <a:lnTo>
                    <a:pt x="269806" y="17589"/>
                  </a:lnTo>
                  <a:lnTo>
                    <a:pt x="270263" y="17589"/>
                  </a:lnTo>
                  <a:lnTo>
                    <a:pt x="270707" y="17550"/>
                  </a:lnTo>
                  <a:lnTo>
                    <a:pt x="271151" y="17498"/>
                  </a:lnTo>
                  <a:lnTo>
                    <a:pt x="271582" y="17420"/>
                  </a:lnTo>
                  <a:lnTo>
                    <a:pt x="272000" y="17315"/>
                  </a:lnTo>
                  <a:lnTo>
                    <a:pt x="272418" y="17198"/>
                  </a:lnTo>
                  <a:lnTo>
                    <a:pt x="272823" y="17054"/>
                  </a:lnTo>
                  <a:lnTo>
                    <a:pt x="273227" y="16897"/>
                  </a:lnTo>
                  <a:lnTo>
                    <a:pt x="273619" y="16728"/>
                  </a:lnTo>
                  <a:lnTo>
                    <a:pt x="273998" y="16532"/>
                  </a:lnTo>
                  <a:lnTo>
                    <a:pt x="274363" y="16323"/>
                  </a:lnTo>
                  <a:lnTo>
                    <a:pt x="274716" y="16088"/>
                  </a:lnTo>
                  <a:lnTo>
                    <a:pt x="275069" y="15840"/>
                  </a:lnTo>
                  <a:lnTo>
                    <a:pt x="275395" y="15579"/>
                  </a:lnTo>
                  <a:lnTo>
                    <a:pt x="275721" y="15304"/>
                  </a:lnTo>
                  <a:lnTo>
                    <a:pt x="276022" y="15017"/>
                  </a:lnTo>
                  <a:lnTo>
                    <a:pt x="276309" y="14704"/>
                  </a:lnTo>
                  <a:lnTo>
                    <a:pt x="276596" y="14390"/>
                  </a:lnTo>
                  <a:lnTo>
                    <a:pt x="276857" y="14051"/>
                  </a:lnTo>
                  <a:lnTo>
                    <a:pt x="277093" y="13711"/>
                  </a:lnTo>
                  <a:lnTo>
                    <a:pt x="277328" y="13359"/>
                  </a:lnTo>
                  <a:lnTo>
                    <a:pt x="277536" y="12980"/>
                  </a:lnTo>
                  <a:lnTo>
                    <a:pt x="277732" y="12601"/>
                  </a:lnTo>
                  <a:lnTo>
                    <a:pt x="277915" y="12210"/>
                  </a:lnTo>
                  <a:lnTo>
                    <a:pt x="278072" y="11818"/>
                  </a:lnTo>
                  <a:lnTo>
                    <a:pt x="278216" y="11413"/>
                  </a:lnTo>
                  <a:lnTo>
                    <a:pt x="278333" y="10995"/>
                  </a:lnTo>
                  <a:lnTo>
                    <a:pt x="278424" y="10564"/>
                  </a:lnTo>
                  <a:lnTo>
                    <a:pt x="278503" y="10133"/>
                  </a:lnTo>
                  <a:lnTo>
                    <a:pt x="278555" y="9702"/>
                  </a:lnTo>
                  <a:lnTo>
                    <a:pt x="278594" y="9258"/>
                  </a:lnTo>
                  <a:lnTo>
                    <a:pt x="278607" y="8801"/>
                  </a:lnTo>
                  <a:lnTo>
                    <a:pt x="278607" y="8801"/>
                  </a:lnTo>
                  <a:lnTo>
                    <a:pt x="278607" y="8801"/>
                  </a:lnTo>
                  <a:lnTo>
                    <a:pt x="278594" y="8344"/>
                  </a:lnTo>
                  <a:lnTo>
                    <a:pt x="278555" y="7900"/>
                  </a:lnTo>
                  <a:lnTo>
                    <a:pt x="278503" y="7469"/>
                  </a:lnTo>
                  <a:lnTo>
                    <a:pt x="278424" y="7039"/>
                  </a:lnTo>
                  <a:lnTo>
                    <a:pt x="278333" y="6608"/>
                  </a:lnTo>
                  <a:lnTo>
                    <a:pt x="278216" y="6190"/>
                  </a:lnTo>
                  <a:lnTo>
                    <a:pt x="278072" y="5785"/>
                  </a:lnTo>
                  <a:lnTo>
                    <a:pt x="277915" y="5380"/>
                  </a:lnTo>
                  <a:lnTo>
                    <a:pt x="277732" y="5001"/>
                  </a:lnTo>
                  <a:lnTo>
                    <a:pt x="277536" y="4623"/>
                  </a:lnTo>
                  <a:lnTo>
                    <a:pt x="277328" y="4244"/>
                  </a:lnTo>
                  <a:lnTo>
                    <a:pt x="277093" y="3892"/>
                  </a:lnTo>
                  <a:lnTo>
                    <a:pt x="276857" y="3552"/>
                  </a:lnTo>
                  <a:lnTo>
                    <a:pt x="276596" y="3213"/>
                  </a:lnTo>
                  <a:lnTo>
                    <a:pt x="276309" y="2899"/>
                  </a:lnTo>
                  <a:lnTo>
                    <a:pt x="276022" y="2586"/>
                  </a:lnTo>
                  <a:lnTo>
                    <a:pt x="275721" y="2298"/>
                  </a:lnTo>
                  <a:lnTo>
                    <a:pt x="275395" y="2024"/>
                  </a:lnTo>
                  <a:lnTo>
                    <a:pt x="275069" y="1763"/>
                  </a:lnTo>
                  <a:lnTo>
                    <a:pt x="274716" y="1515"/>
                  </a:lnTo>
                  <a:lnTo>
                    <a:pt x="274363" y="1280"/>
                  </a:lnTo>
                  <a:lnTo>
                    <a:pt x="273998" y="1071"/>
                  </a:lnTo>
                  <a:lnTo>
                    <a:pt x="273619" y="875"/>
                  </a:lnTo>
                  <a:lnTo>
                    <a:pt x="273227" y="705"/>
                  </a:lnTo>
                  <a:lnTo>
                    <a:pt x="272823" y="536"/>
                  </a:lnTo>
                  <a:lnTo>
                    <a:pt x="272418" y="405"/>
                  </a:lnTo>
                  <a:lnTo>
                    <a:pt x="272000" y="288"/>
                  </a:lnTo>
                  <a:lnTo>
                    <a:pt x="271582" y="183"/>
                  </a:lnTo>
                  <a:lnTo>
                    <a:pt x="271151" y="105"/>
                  </a:lnTo>
                  <a:lnTo>
                    <a:pt x="270707" y="52"/>
                  </a:lnTo>
                  <a:lnTo>
                    <a:pt x="270263" y="13"/>
                  </a:lnTo>
                  <a:lnTo>
                    <a:pt x="269806" y="0"/>
                  </a:lnTo>
                  <a:lnTo>
                    <a:pt x="8788" y="0"/>
                  </a:lnTo>
                  <a:lnTo>
                    <a:pt x="8788" y="0"/>
                  </a:lnTo>
                  <a:lnTo>
                    <a:pt x="8344" y="13"/>
                  </a:lnTo>
                  <a:lnTo>
                    <a:pt x="7900" y="52"/>
                  </a:lnTo>
                  <a:lnTo>
                    <a:pt x="7456" y="105"/>
                  </a:lnTo>
                  <a:lnTo>
                    <a:pt x="7025" y="183"/>
                  </a:lnTo>
                  <a:lnTo>
                    <a:pt x="6607" y="288"/>
                  </a:lnTo>
                  <a:lnTo>
                    <a:pt x="6190" y="405"/>
                  </a:lnTo>
                  <a:lnTo>
                    <a:pt x="5785" y="536"/>
                  </a:lnTo>
                  <a:lnTo>
                    <a:pt x="5380" y="705"/>
                  </a:lnTo>
                  <a:lnTo>
                    <a:pt x="4988" y="875"/>
                  </a:lnTo>
                  <a:lnTo>
                    <a:pt x="4610" y="1071"/>
                  </a:lnTo>
                  <a:lnTo>
                    <a:pt x="4244" y="1280"/>
                  </a:lnTo>
                  <a:lnTo>
                    <a:pt x="3891" y="1515"/>
                  </a:lnTo>
                  <a:lnTo>
                    <a:pt x="3539" y="1763"/>
                  </a:lnTo>
                  <a:lnTo>
                    <a:pt x="3212" y="2024"/>
                  </a:lnTo>
                  <a:lnTo>
                    <a:pt x="2886" y="2298"/>
                  </a:lnTo>
                  <a:lnTo>
                    <a:pt x="2586" y="2586"/>
                  </a:lnTo>
                  <a:lnTo>
                    <a:pt x="2285" y="2899"/>
                  </a:lnTo>
                  <a:lnTo>
                    <a:pt x="2011" y="3213"/>
                  </a:lnTo>
                  <a:lnTo>
                    <a:pt x="1750" y="3552"/>
                  </a:lnTo>
                  <a:lnTo>
                    <a:pt x="1502" y="3892"/>
                  </a:lnTo>
                  <a:lnTo>
                    <a:pt x="1280" y="4244"/>
                  </a:lnTo>
                  <a:lnTo>
                    <a:pt x="1071" y="4623"/>
                  </a:lnTo>
                  <a:lnTo>
                    <a:pt x="875" y="5001"/>
                  </a:lnTo>
                  <a:lnTo>
                    <a:pt x="692" y="5380"/>
                  </a:lnTo>
                  <a:lnTo>
                    <a:pt x="535" y="5785"/>
                  </a:lnTo>
                  <a:lnTo>
                    <a:pt x="392" y="6190"/>
                  </a:lnTo>
                  <a:lnTo>
                    <a:pt x="274" y="6608"/>
                  </a:lnTo>
                  <a:lnTo>
                    <a:pt x="183" y="7039"/>
                  </a:lnTo>
                  <a:lnTo>
                    <a:pt x="104" y="7469"/>
                  </a:lnTo>
                  <a:lnTo>
                    <a:pt x="39" y="7900"/>
                  </a:lnTo>
                  <a:lnTo>
                    <a:pt x="13" y="8344"/>
                  </a:lnTo>
                  <a:lnTo>
                    <a:pt x="0" y="8801"/>
                  </a:lnTo>
                  <a:lnTo>
                    <a:pt x="0" y="8801"/>
                  </a:lnTo>
                  <a:lnTo>
                    <a:pt x="0" y="8801"/>
                  </a:lnTo>
                  <a:lnTo>
                    <a:pt x="13" y="9258"/>
                  </a:lnTo>
                  <a:lnTo>
                    <a:pt x="39" y="9702"/>
                  </a:lnTo>
                  <a:lnTo>
                    <a:pt x="104" y="10133"/>
                  </a:lnTo>
                  <a:lnTo>
                    <a:pt x="183" y="10564"/>
                  </a:lnTo>
                  <a:lnTo>
                    <a:pt x="274" y="10995"/>
                  </a:lnTo>
                  <a:lnTo>
                    <a:pt x="392" y="11413"/>
                  </a:lnTo>
                  <a:lnTo>
                    <a:pt x="535" y="11818"/>
                  </a:lnTo>
                  <a:lnTo>
                    <a:pt x="692" y="12210"/>
                  </a:lnTo>
                  <a:lnTo>
                    <a:pt x="875" y="12601"/>
                  </a:lnTo>
                  <a:lnTo>
                    <a:pt x="1071" y="12980"/>
                  </a:lnTo>
                  <a:lnTo>
                    <a:pt x="1280" y="13359"/>
                  </a:lnTo>
                  <a:lnTo>
                    <a:pt x="1502" y="13711"/>
                  </a:lnTo>
                  <a:lnTo>
                    <a:pt x="1750" y="14051"/>
                  </a:lnTo>
                  <a:lnTo>
                    <a:pt x="2011" y="14390"/>
                  </a:lnTo>
                  <a:lnTo>
                    <a:pt x="2285" y="14704"/>
                  </a:lnTo>
                  <a:lnTo>
                    <a:pt x="2586" y="15017"/>
                  </a:lnTo>
                  <a:lnTo>
                    <a:pt x="2886" y="15304"/>
                  </a:lnTo>
                  <a:lnTo>
                    <a:pt x="3212" y="15579"/>
                  </a:lnTo>
                  <a:lnTo>
                    <a:pt x="3539" y="15840"/>
                  </a:lnTo>
                  <a:lnTo>
                    <a:pt x="3891" y="16088"/>
                  </a:lnTo>
                  <a:lnTo>
                    <a:pt x="4244" y="16323"/>
                  </a:lnTo>
                  <a:lnTo>
                    <a:pt x="4610" y="16532"/>
                  </a:lnTo>
                  <a:lnTo>
                    <a:pt x="4988" y="16728"/>
                  </a:lnTo>
                  <a:lnTo>
                    <a:pt x="5380" y="16897"/>
                  </a:lnTo>
                  <a:lnTo>
                    <a:pt x="5772" y="17054"/>
                  </a:lnTo>
                  <a:lnTo>
                    <a:pt x="6190" y="17198"/>
                  </a:lnTo>
                  <a:lnTo>
                    <a:pt x="6607" y="17315"/>
                  </a:lnTo>
                  <a:lnTo>
                    <a:pt x="7025" y="17420"/>
                  </a:lnTo>
                  <a:lnTo>
                    <a:pt x="7456" y="17498"/>
                  </a:lnTo>
                  <a:lnTo>
                    <a:pt x="7900" y="17550"/>
                  </a:lnTo>
                  <a:lnTo>
                    <a:pt x="8344" y="17589"/>
                  </a:lnTo>
                  <a:lnTo>
                    <a:pt x="8788" y="17589"/>
                  </a:lnTo>
                  <a:lnTo>
                    <a:pt x="26129" y="17589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17;p41">
              <a:extLst>
                <a:ext uri="{FF2B5EF4-FFF2-40B4-BE49-F238E27FC236}">
                  <a16:creationId xmlns:a16="http://schemas.microsoft.com/office/drawing/2014/main" id="{874C00F8-BEC2-039A-31D9-1D2CEA68146E}"/>
                </a:ext>
              </a:extLst>
            </p:cNvPr>
            <p:cNvSpPr/>
            <p:nvPr/>
          </p:nvSpPr>
          <p:spPr>
            <a:xfrm>
              <a:off x="2647398" y="3815024"/>
              <a:ext cx="3724814" cy="772049"/>
            </a:xfrm>
            <a:custGeom>
              <a:avLst/>
              <a:gdLst/>
              <a:ahLst/>
              <a:cxnLst/>
              <a:rect l="l" t="t" r="r" b="b"/>
              <a:pathLst>
                <a:path w="211307" h="43798" extrusionOk="0">
                  <a:moveTo>
                    <a:pt x="184668" y="2168"/>
                  </a:moveTo>
                  <a:lnTo>
                    <a:pt x="184668" y="2168"/>
                  </a:lnTo>
                  <a:lnTo>
                    <a:pt x="184577" y="2051"/>
                  </a:lnTo>
                  <a:lnTo>
                    <a:pt x="184472" y="1946"/>
                  </a:lnTo>
                  <a:lnTo>
                    <a:pt x="184355" y="1842"/>
                  </a:lnTo>
                  <a:lnTo>
                    <a:pt x="184211" y="1724"/>
                  </a:lnTo>
                  <a:lnTo>
                    <a:pt x="184054" y="1620"/>
                  </a:lnTo>
                  <a:lnTo>
                    <a:pt x="183872" y="1515"/>
                  </a:lnTo>
                  <a:lnTo>
                    <a:pt x="183689" y="1424"/>
                  </a:lnTo>
                  <a:lnTo>
                    <a:pt x="183480" y="1319"/>
                  </a:lnTo>
                  <a:lnTo>
                    <a:pt x="183023" y="1137"/>
                  </a:lnTo>
                  <a:lnTo>
                    <a:pt x="182527" y="954"/>
                  </a:lnTo>
                  <a:lnTo>
                    <a:pt x="181965" y="784"/>
                  </a:lnTo>
                  <a:lnTo>
                    <a:pt x="181364" y="640"/>
                  </a:lnTo>
                  <a:lnTo>
                    <a:pt x="180738" y="497"/>
                  </a:lnTo>
                  <a:lnTo>
                    <a:pt x="180059" y="366"/>
                  </a:lnTo>
                  <a:lnTo>
                    <a:pt x="179354" y="262"/>
                  </a:lnTo>
                  <a:lnTo>
                    <a:pt x="178635" y="170"/>
                  </a:lnTo>
                  <a:lnTo>
                    <a:pt x="177878" y="105"/>
                  </a:lnTo>
                  <a:lnTo>
                    <a:pt x="177121" y="53"/>
                  </a:lnTo>
                  <a:lnTo>
                    <a:pt x="176350" y="14"/>
                  </a:lnTo>
                  <a:lnTo>
                    <a:pt x="175567" y="1"/>
                  </a:lnTo>
                  <a:lnTo>
                    <a:pt x="175567" y="1"/>
                  </a:lnTo>
                  <a:lnTo>
                    <a:pt x="105732" y="1"/>
                  </a:lnTo>
                  <a:lnTo>
                    <a:pt x="105732" y="1"/>
                  </a:lnTo>
                  <a:lnTo>
                    <a:pt x="35924" y="1"/>
                  </a:lnTo>
                  <a:lnTo>
                    <a:pt x="35924" y="1"/>
                  </a:lnTo>
                  <a:lnTo>
                    <a:pt x="35140" y="14"/>
                  </a:lnTo>
                  <a:lnTo>
                    <a:pt x="34370" y="53"/>
                  </a:lnTo>
                  <a:lnTo>
                    <a:pt x="33599" y="105"/>
                  </a:lnTo>
                  <a:lnTo>
                    <a:pt x="32855" y="170"/>
                  </a:lnTo>
                  <a:lnTo>
                    <a:pt x="32137" y="262"/>
                  </a:lnTo>
                  <a:lnTo>
                    <a:pt x="31432" y="366"/>
                  </a:lnTo>
                  <a:lnTo>
                    <a:pt x="30766" y="497"/>
                  </a:lnTo>
                  <a:lnTo>
                    <a:pt x="30139" y="640"/>
                  </a:lnTo>
                  <a:lnTo>
                    <a:pt x="29538" y="784"/>
                  </a:lnTo>
                  <a:lnTo>
                    <a:pt x="28990" y="954"/>
                  </a:lnTo>
                  <a:lnTo>
                    <a:pt x="28480" y="1137"/>
                  </a:lnTo>
                  <a:lnTo>
                    <a:pt x="28036" y="1319"/>
                  </a:lnTo>
                  <a:lnTo>
                    <a:pt x="27828" y="1424"/>
                  </a:lnTo>
                  <a:lnTo>
                    <a:pt x="27645" y="1515"/>
                  </a:lnTo>
                  <a:lnTo>
                    <a:pt x="27475" y="1620"/>
                  </a:lnTo>
                  <a:lnTo>
                    <a:pt x="27305" y="1724"/>
                  </a:lnTo>
                  <a:lnTo>
                    <a:pt x="27175" y="1842"/>
                  </a:lnTo>
                  <a:lnTo>
                    <a:pt x="27044" y="1946"/>
                  </a:lnTo>
                  <a:lnTo>
                    <a:pt x="26940" y="2051"/>
                  </a:lnTo>
                  <a:lnTo>
                    <a:pt x="26848" y="2168"/>
                  </a:lnTo>
                  <a:lnTo>
                    <a:pt x="26848" y="2168"/>
                  </a:lnTo>
                  <a:lnTo>
                    <a:pt x="15501" y="18282"/>
                  </a:lnTo>
                  <a:lnTo>
                    <a:pt x="2508" y="36759"/>
                  </a:lnTo>
                  <a:lnTo>
                    <a:pt x="1" y="36759"/>
                  </a:lnTo>
                  <a:lnTo>
                    <a:pt x="1" y="40794"/>
                  </a:lnTo>
                  <a:lnTo>
                    <a:pt x="1" y="40794"/>
                  </a:lnTo>
                  <a:lnTo>
                    <a:pt x="1" y="40794"/>
                  </a:lnTo>
                  <a:lnTo>
                    <a:pt x="1" y="40951"/>
                  </a:lnTo>
                  <a:lnTo>
                    <a:pt x="27" y="41107"/>
                  </a:lnTo>
                  <a:lnTo>
                    <a:pt x="79" y="41264"/>
                  </a:lnTo>
                  <a:lnTo>
                    <a:pt x="131" y="41421"/>
                  </a:lnTo>
                  <a:lnTo>
                    <a:pt x="210" y="41564"/>
                  </a:lnTo>
                  <a:lnTo>
                    <a:pt x="314" y="41708"/>
                  </a:lnTo>
                  <a:lnTo>
                    <a:pt x="432" y="41852"/>
                  </a:lnTo>
                  <a:lnTo>
                    <a:pt x="562" y="41982"/>
                  </a:lnTo>
                  <a:lnTo>
                    <a:pt x="706" y="42126"/>
                  </a:lnTo>
                  <a:lnTo>
                    <a:pt x="876" y="42257"/>
                  </a:lnTo>
                  <a:lnTo>
                    <a:pt x="1045" y="42374"/>
                  </a:lnTo>
                  <a:lnTo>
                    <a:pt x="1241" y="42505"/>
                  </a:lnTo>
                  <a:lnTo>
                    <a:pt x="1463" y="42622"/>
                  </a:lnTo>
                  <a:lnTo>
                    <a:pt x="1685" y="42727"/>
                  </a:lnTo>
                  <a:lnTo>
                    <a:pt x="1933" y="42844"/>
                  </a:lnTo>
                  <a:lnTo>
                    <a:pt x="2195" y="42936"/>
                  </a:lnTo>
                  <a:lnTo>
                    <a:pt x="2456" y="43040"/>
                  </a:lnTo>
                  <a:lnTo>
                    <a:pt x="2743" y="43131"/>
                  </a:lnTo>
                  <a:lnTo>
                    <a:pt x="3043" y="43223"/>
                  </a:lnTo>
                  <a:lnTo>
                    <a:pt x="3357" y="43301"/>
                  </a:lnTo>
                  <a:lnTo>
                    <a:pt x="3696" y="43380"/>
                  </a:lnTo>
                  <a:lnTo>
                    <a:pt x="4036" y="43445"/>
                  </a:lnTo>
                  <a:lnTo>
                    <a:pt x="4388" y="43510"/>
                  </a:lnTo>
                  <a:lnTo>
                    <a:pt x="4754" y="43575"/>
                  </a:lnTo>
                  <a:lnTo>
                    <a:pt x="5133" y="43628"/>
                  </a:lnTo>
                  <a:lnTo>
                    <a:pt x="5524" y="43667"/>
                  </a:lnTo>
                  <a:lnTo>
                    <a:pt x="6334" y="43745"/>
                  </a:lnTo>
                  <a:lnTo>
                    <a:pt x="7196" y="43784"/>
                  </a:lnTo>
                  <a:lnTo>
                    <a:pt x="8097" y="43797"/>
                  </a:lnTo>
                  <a:lnTo>
                    <a:pt x="8097" y="43797"/>
                  </a:lnTo>
                  <a:lnTo>
                    <a:pt x="105602" y="43797"/>
                  </a:lnTo>
                  <a:lnTo>
                    <a:pt x="105602" y="43797"/>
                  </a:lnTo>
                  <a:lnTo>
                    <a:pt x="203132" y="43797"/>
                  </a:lnTo>
                  <a:lnTo>
                    <a:pt x="203132" y="43797"/>
                  </a:lnTo>
                  <a:lnTo>
                    <a:pt x="204033" y="43784"/>
                  </a:lnTo>
                  <a:lnTo>
                    <a:pt x="204895" y="43745"/>
                  </a:lnTo>
                  <a:lnTo>
                    <a:pt x="205718" y="43667"/>
                  </a:lnTo>
                  <a:lnTo>
                    <a:pt x="206110" y="43628"/>
                  </a:lnTo>
                  <a:lnTo>
                    <a:pt x="206488" y="43575"/>
                  </a:lnTo>
                  <a:lnTo>
                    <a:pt x="206854" y="43510"/>
                  </a:lnTo>
                  <a:lnTo>
                    <a:pt x="207219" y="43445"/>
                  </a:lnTo>
                  <a:lnTo>
                    <a:pt x="207559" y="43380"/>
                  </a:lnTo>
                  <a:lnTo>
                    <a:pt x="207885" y="43301"/>
                  </a:lnTo>
                  <a:lnTo>
                    <a:pt x="208199" y="43223"/>
                  </a:lnTo>
                  <a:lnTo>
                    <a:pt x="208512" y="43131"/>
                  </a:lnTo>
                  <a:lnTo>
                    <a:pt x="208800" y="43040"/>
                  </a:lnTo>
                  <a:lnTo>
                    <a:pt x="209074" y="42936"/>
                  </a:lnTo>
                  <a:lnTo>
                    <a:pt x="209335" y="42831"/>
                  </a:lnTo>
                  <a:lnTo>
                    <a:pt x="209583" y="42727"/>
                  </a:lnTo>
                  <a:lnTo>
                    <a:pt x="209805" y="42622"/>
                  </a:lnTo>
                  <a:lnTo>
                    <a:pt x="210027" y="42505"/>
                  </a:lnTo>
                  <a:lnTo>
                    <a:pt x="210223" y="42374"/>
                  </a:lnTo>
                  <a:lnTo>
                    <a:pt x="210406" y="42257"/>
                  </a:lnTo>
                  <a:lnTo>
                    <a:pt x="210575" y="42126"/>
                  </a:lnTo>
                  <a:lnTo>
                    <a:pt x="210732" y="41982"/>
                  </a:lnTo>
                  <a:lnTo>
                    <a:pt x="210863" y="41852"/>
                  </a:lnTo>
                  <a:lnTo>
                    <a:pt x="210980" y="41708"/>
                  </a:lnTo>
                  <a:lnTo>
                    <a:pt x="211085" y="41564"/>
                  </a:lnTo>
                  <a:lnTo>
                    <a:pt x="211163" y="41408"/>
                  </a:lnTo>
                  <a:lnTo>
                    <a:pt x="211228" y="41264"/>
                  </a:lnTo>
                  <a:lnTo>
                    <a:pt x="211268" y="41107"/>
                  </a:lnTo>
                  <a:lnTo>
                    <a:pt x="211294" y="40951"/>
                  </a:lnTo>
                  <a:lnTo>
                    <a:pt x="211307" y="40794"/>
                  </a:lnTo>
                  <a:lnTo>
                    <a:pt x="211307" y="40781"/>
                  </a:lnTo>
                  <a:lnTo>
                    <a:pt x="211307" y="36759"/>
                  </a:lnTo>
                  <a:lnTo>
                    <a:pt x="208839" y="36759"/>
                  </a:lnTo>
                  <a:lnTo>
                    <a:pt x="195924" y="18282"/>
                  </a:lnTo>
                  <a:lnTo>
                    <a:pt x="195924" y="18282"/>
                  </a:lnTo>
                  <a:lnTo>
                    <a:pt x="184668" y="2168"/>
                  </a:lnTo>
                  <a:lnTo>
                    <a:pt x="184668" y="2168"/>
                  </a:lnTo>
                  <a:close/>
                </a:path>
              </a:pathLst>
            </a:custGeom>
            <a:solidFill>
              <a:srgbClr val="3D3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18;p41">
              <a:extLst>
                <a:ext uri="{FF2B5EF4-FFF2-40B4-BE49-F238E27FC236}">
                  <a16:creationId xmlns:a16="http://schemas.microsoft.com/office/drawing/2014/main" id="{7DAD7120-BC9C-8307-29A0-03E5F54F51C5}"/>
                </a:ext>
              </a:extLst>
            </p:cNvPr>
            <p:cNvSpPr/>
            <p:nvPr/>
          </p:nvSpPr>
          <p:spPr>
            <a:xfrm>
              <a:off x="2647398" y="3743668"/>
              <a:ext cx="3724814" cy="772049"/>
            </a:xfrm>
            <a:custGeom>
              <a:avLst/>
              <a:gdLst/>
              <a:ahLst/>
              <a:cxnLst/>
              <a:rect l="l" t="t" r="r" b="b"/>
              <a:pathLst>
                <a:path w="211307" h="43798" extrusionOk="0">
                  <a:moveTo>
                    <a:pt x="184668" y="2155"/>
                  </a:moveTo>
                  <a:lnTo>
                    <a:pt x="184668" y="2155"/>
                  </a:lnTo>
                  <a:lnTo>
                    <a:pt x="184577" y="2051"/>
                  </a:lnTo>
                  <a:lnTo>
                    <a:pt x="184472" y="1933"/>
                  </a:lnTo>
                  <a:lnTo>
                    <a:pt x="184355" y="1829"/>
                  </a:lnTo>
                  <a:lnTo>
                    <a:pt x="184211" y="1724"/>
                  </a:lnTo>
                  <a:lnTo>
                    <a:pt x="184054" y="1620"/>
                  </a:lnTo>
                  <a:lnTo>
                    <a:pt x="183872" y="1515"/>
                  </a:lnTo>
                  <a:lnTo>
                    <a:pt x="183689" y="1411"/>
                  </a:lnTo>
                  <a:lnTo>
                    <a:pt x="183480" y="1319"/>
                  </a:lnTo>
                  <a:lnTo>
                    <a:pt x="183023" y="1124"/>
                  </a:lnTo>
                  <a:lnTo>
                    <a:pt x="182527" y="941"/>
                  </a:lnTo>
                  <a:lnTo>
                    <a:pt x="181965" y="784"/>
                  </a:lnTo>
                  <a:lnTo>
                    <a:pt x="181364" y="627"/>
                  </a:lnTo>
                  <a:lnTo>
                    <a:pt x="180738" y="484"/>
                  </a:lnTo>
                  <a:lnTo>
                    <a:pt x="180059" y="366"/>
                  </a:lnTo>
                  <a:lnTo>
                    <a:pt x="179354" y="262"/>
                  </a:lnTo>
                  <a:lnTo>
                    <a:pt x="178635" y="170"/>
                  </a:lnTo>
                  <a:lnTo>
                    <a:pt x="177878" y="92"/>
                  </a:lnTo>
                  <a:lnTo>
                    <a:pt x="177121" y="40"/>
                  </a:lnTo>
                  <a:lnTo>
                    <a:pt x="176350" y="14"/>
                  </a:lnTo>
                  <a:lnTo>
                    <a:pt x="175567" y="1"/>
                  </a:lnTo>
                  <a:lnTo>
                    <a:pt x="175567" y="1"/>
                  </a:lnTo>
                  <a:lnTo>
                    <a:pt x="105732" y="1"/>
                  </a:lnTo>
                  <a:lnTo>
                    <a:pt x="105732" y="1"/>
                  </a:lnTo>
                  <a:lnTo>
                    <a:pt x="35924" y="1"/>
                  </a:lnTo>
                  <a:lnTo>
                    <a:pt x="35924" y="1"/>
                  </a:lnTo>
                  <a:lnTo>
                    <a:pt x="35140" y="14"/>
                  </a:lnTo>
                  <a:lnTo>
                    <a:pt x="34370" y="40"/>
                  </a:lnTo>
                  <a:lnTo>
                    <a:pt x="33599" y="92"/>
                  </a:lnTo>
                  <a:lnTo>
                    <a:pt x="32855" y="170"/>
                  </a:lnTo>
                  <a:lnTo>
                    <a:pt x="32137" y="262"/>
                  </a:lnTo>
                  <a:lnTo>
                    <a:pt x="31432" y="366"/>
                  </a:lnTo>
                  <a:lnTo>
                    <a:pt x="30766" y="484"/>
                  </a:lnTo>
                  <a:lnTo>
                    <a:pt x="30139" y="627"/>
                  </a:lnTo>
                  <a:lnTo>
                    <a:pt x="29538" y="784"/>
                  </a:lnTo>
                  <a:lnTo>
                    <a:pt x="28990" y="941"/>
                  </a:lnTo>
                  <a:lnTo>
                    <a:pt x="28480" y="1124"/>
                  </a:lnTo>
                  <a:lnTo>
                    <a:pt x="28036" y="1319"/>
                  </a:lnTo>
                  <a:lnTo>
                    <a:pt x="27828" y="1411"/>
                  </a:lnTo>
                  <a:lnTo>
                    <a:pt x="27645" y="1515"/>
                  </a:lnTo>
                  <a:lnTo>
                    <a:pt x="27475" y="1620"/>
                  </a:lnTo>
                  <a:lnTo>
                    <a:pt x="27305" y="1724"/>
                  </a:lnTo>
                  <a:lnTo>
                    <a:pt x="27175" y="1829"/>
                  </a:lnTo>
                  <a:lnTo>
                    <a:pt x="27044" y="1933"/>
                  </a:lnTo>
                  <a:lnTo>
                    <a:pt x="26940" y="2051"/>
                  </a:lnTo>
                  <a:lnTo>
                    <a:pt x="26848" y="2155"/>
                  </a:lnTo>
                  <a:lnTo>
                    <a:pt x="26848" y="2155"/>
                  </a:lnTo>
                  <a:lnTo>
                    <a:pt x="15501" y="18282"/>
                  </a:lnTo>
                  <a:lnTo>
                    <a:pt x="15501" y="18282"/>
                  </a:lnTo>
                  <a:lnTo>
                    <a:pt x="366" y="39789"/>
                  </a:lnTo>
                  <a:lnTo>
                    <a:pt x="366" y="39789"/>
                  </a:lnTo>
                  <a:lnTo>
                    <a:pt x="236" y="39998"/>
                  </a:lnTo>
                  <a:lnTo>
                    <a:pt x="144" y="40193"/>
                  </a:lnTo>
                  <a:lnTo>
                    <a:pt x="66" y="40389"/>
                  </a:lnTo>
                  <a:lnTo>
                    <a:pt x="14" y="40585"/>
                  </a:lnTo>
                  <a:lnTo>
                    <a:pt x="1" y="40781"/>
                  </a:lnTo>
                  <a:lnTo>
                    <a:pt x="14" y="40977"/>
                  </a:lnTo>
                  <a:lnTo>
                    <a:pt x="40" y="41160"/>
                  </a:lnTo>
                  <a:lnTo>
                    <a:pt x="105" y="41342"/>
                  </a:lnTo>
                  <a:lnTo>
                    <a:pt x="197" y="41512"/>
                  </a:lnTo>
                  <a:lnTo>
                    <a:pt x="301" y="41682"/>
                  </a:lnTo>
                  <a:lnTo>
                    <a:pt x="432" y="41852"/>
                  </a:lnTo>
                  <a:lnTo>
                    <a:pt x="601" y="42022"/>
                  </a:lnTo>
                  <a:lnTo>
                    <a:pt x="784" y="42178"/>
                  </a:lnTo>
                  <a:lnTo>
                    <a:pt x="993" y="42322"/>
                  </a:lnTo>
                  <a:lnTo>
                    <a:pt x="1215" y="42479"/>
                  </a:lnTo>
                  <a:lnTo>
                    <a:pt x="1463" y="42609"/>
                  </a:lnTo>
                  <a:lnTo>
                    <a:pt x="1738" y="42740"/>
                  </a:lnTo>
                  <a:lnTo>
                    <a:pt x="2038" y="42870"/>
                  </a:lnTo>
                  <a:lnTo>
                    <a:pt x="2351" y="42988"/>
                  </a:lnTo>
                  <a:lnTo>
                    <a:pt x="2678" y="43105"/>
                  </a:lnTo>
                  <a:lnTo>
                    <a:pt x="3030" y="43210"/>
                  </a:lnTo>
                  <a:lnTo>
                    <a:pt x="3409" y="43301"/>
                  </a:lnTo>
                  <a:lnTo>
                    <a:pt x="3801" y="43393"/>
                  </a:lnTo>
                  <a:lnTo>
                    <a:pt x="4205" y="43471"/>
                  </a:lnTo>
                  <a:lnTo>
                    <a:pt x="4636" y="43549"/>
                  </a:lnTo>
                  <a:lnTo>
                    <a:pt x="5080" y="43615"/>
                  </a:lnTo>
                  <a:lnTo>
                    <a:pt x="5550" y="43667"/>
                  </a:lnTo>
                  <a:lnTo>
                    <a:pt x="6021" y="43706"/>
                  </a:lnTo>
                  <a:lnTo>
                    <a:pt x="6517" y="43745"/>
                  </a:lnTo>
                  <a:lnTo>
                    <a:pt x="7026" y="43771"/>
                  </a:lnTo>
                  <a:lnTo>
                    <a:pt x="7561" y="43784"/>
                  </a:lnTo>
                  <a:lnTo>
                    <a:pt x="8097" y="43797"/>
                  </a:lnTo>
                  <a:lnTo>
                    <a:pt x="8097" y="43797"/>
                  </a:lnTo>
                  <a:lnTo>
                    <a:pt x="105602" y="43797"/>
                  </a:lnTo>
                  <a:lnTo>
                    <a:pt x="105602" y="43797"/>
                  </a:lnTo>
                  <a:lnTo>
                    <a:pt x="203132" y="43797"/>
                  </a:lnTo>
                  <a:lnTo>
                    <a:pt x="203132" y="43797"/>
                  </a:lnTo>
                  <a:lnTo>
                    <a:pt x="203681" y="43784"/>
                  </a:lnTo>
                  <a:lnTo>
                    <a:pt x="204203" y="43771"/>
                  </a:lnTo>
                  <a:lnTo>
                    <a:pt x="204712" y="43745"/>
                  </a:lnTo>
                  <a:lnTo>
                    <a:pt x="205209" y="43706"/>
                  </a:lnTo>
                  <a:lnTo>
                    <a:pt x="205692" y="43667"/>
                  </a:lnTo>
                  <a:lnTo>
                    <a:pt x="206162" y="43615"/>
                  </a:lnTo>
                  <a:lnTo>
                    <a:pt x="206606" y="43549"/>
                  </a:lnTo>
                  <a:lnTo>
                    <a:pt x="207037" y="43471"/>
                  </a:lnTo>
                  <a:lnTo>
                    <a:pt x="207441" y="43393"/>
                  </a:lnTo>
                  <a:lnTo>
                    <a:pt x="207846" y="43301"/>
                  </a:lnTo>
                  <a:lnTo>
                    <a:pt x="208225" y="43210"/>
                  </a:lnTo>
                  <a:lnTo>
                    <a:pt x="208578" y="43105"/>
                  </a:lnTo>
                  <a:lnTo>
                    <a:pt x="208917" y="42988"/>
                  </a:lnTo>
                  <a:lnTo>
                    <a:pt x="209230" y="42870"/>
                  </a:lnTo>
                  <a:lnTo>
                    <a:pt x="209531" y="42740"/>
                  </a:lnTo>
                  <a:lnTo>
                    <a:pt x="209805" y="42609"/>
                  </a:lnTo>
                  <a:lnTo>
                    <a:pt x="210066" y="42465"/>
                  </a:lnTo>
                  <a:lnTo>
                    <a:pt x="210288" y="42322"/>
                  </a:lnTo>
                  <a:lnTo>
                    <a:pt x="210497" y="42178"/>
                  </a:lnTo>
                  <a:lnTo>
                    <a:pt x="210693" y="42022"/>
                  </a:lnTo>
                  <a:lnTo>
                    <a:pt x="210850" y="41852"/>
                  </a:lnTo>
                  <a:lnTo>
                    <a:pt x="210993" y="41682"/>
                  </a:lnTo>
                  <a:lnTo>
                    <a:pt x="211111" y="41512"/>
                  </a:lnTo>
                  <a:lnTo>
                    <a:pt x="211189" y="41342"/>
                  </a:lnTo>
                  <a:lnTo>
                    <a:pt x="211254" y="41160"/>
                  </a:lnTo>
                  <a:lnTo>
                    <a:pt x="211294" y="40964"/>
                  </a:lnTo>
                  <a:lnTo>
                    <a:pt x="211307" y="40781"/>
                  </a:lnTo>
                  <a:lnTo>
                    <a:pt x="211294" y="40585"/>
                  </a:lnTo>
                  <a:lnTo>
                    <a:pt x="211254" y="40389"/>
                  </a:lnTo>
                  <a:lnTo>
                    <a:pt x="211176" y="40193"/>
                  </a:lnTo>
                  <a:lnTo>
                    <a:pt x="211072" y="39998"/>
                  </a:lnTo>
                  <a:lnTo>
                    <a:pt x="210954" y="39789"/>
                  </a:lnTo>
                  <a:lnTo>
                    <a:pt x="210954" y="39789"/>
                  </a:lnTo>
                  <a:lnTo>
                    <a:pt x="195924" y="18282"/>
                  </a:lnTo>
                  <a:lnTo>
                    <a:pt x="195924" y="18282"/>
                  </a:lnTo>
                  <a:lnTo>
                    <a:pt x="184668" y="2155"/>
                  </a:lnTo>
                  <a:lnTo>
                    <a:pt x="184668" y="2155"/>
                  </a:lnTo>
                  <a:close/>
                </a:path>
              </a:pathLst>
            </a:custGeom>
            <a:solidFill>
              <a:srgbClr val="5C5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19;p41">
              <a:extLst>
                <a:ext uri="{FF2B5EF4-FFF2-40B4-BE49-F238E27FC236}">
                  <a16:creationId xmlns:a16="http://schemas.microsoft.com/office/drawing/2014/main" id="{4DBB035F-002B-7D10-A137-E69F0082EBCA}"/>
                </a:ext>
              </a:extLst>
            </p:cNvPr>
            <p:cNvSpPr/>
            <p:nvPr/>
          </p:nvSpPr>
          <p:spPr>
            <a:xfrm>
              <a:off x="3055739" y="3807198"/>
              <a:ext cx="2909278" cy="347138"/>
            </a:xfrm>
            <a:custGeom>
              <a:avLst/>
              <a:gdLst/>
              <a:ahLst/>
              <a:cxnLst/>
              <a:rect l="l" t="t" r="r" b="b"/>
              <a:pathLst>
                <a:path w="165042" h="19693" extrusionOk="0">
                  <a:moveTo>
                    <a:pt x="118" y="17956"/>
                  </a:moveTo>
                  <a:lnTo>
                    <a:pt x="118" y="17956"/>
                  </a:lnTo>
                  <a:lnTo>
                    <a:pt x="5720" y="9063"/>
                  </a:lnTo>
                  <a:lnTo>
                    <a:pt x="5720" y="9063"/>
                  </a:lnTo>
                  <a:lnTo>
                    <a:pt x="10617" y="1293"/>
                  </a:lnTo>
                  <a:lnTo>
                    <a:pt x="10617" y="1293"/>
                  </a:lnTo>
                  <a:lnTo>
                    <a:pt x="10669" y="1228"/>
                  </a:lnTo>
                  <a:lnTo>
                    <a:pt x="10722" y="1163"/>
                  </a:lnTo>
                  <a:lnTo>
                    <a:pt x="10865" y="1032"/>
                  </a:lnTo>
                  <a:lnTo>
                    <a:pt x="11048" y="902"/>
                  </a:lnTo>
                  <a:lnTo>
                    <a:pt x="11270" y="784"/>
                  </a:lnTo>
                  <a:lnTo>
                    <a:pt x="11531" y="680"/>
                  </a:lnTo>
                  <a:lnTo>
                    <a:pt x="11805" y="575"/>
                  </a:lnTo>
                  <a:lnTo>
                    <a:pt x="12119" y="471"/>
                  </a:lnTo>
                  <a:lnTo>
                    <a:pt x="12458" y="379"/>
                  </a:lnTo>
                  <a:lnTo>
                    <a:pt x="12811" y="301"/>
                  </a:lnTo>
                  <a:lnTo>
                    <a:pt x="13189" y="223"/>
                  </a:lnTo>
                  <a:lnTo>
                    <a:pt x="13581" y="157"/>
                  </a:lnTo>
                  <a:lnTo>
                    <a:pt x="13999" y="105"/>
                  </a:lnTo>
                  <a:lnTo>
                    <a:pt x="14417" y="66"/>
                  </a:lnTo>
                  <a:lnTo>
                    <a:pt x="14848" y="27"/>
                  </a:lnTo>
                  <a:lnTo>
                    <a:pt x="15292" y="14"/>
                  </a:lnTo>
                  <a:lnTo>
                    <a:pt x="15736" y="1"/>
                  </a:lnTo>
                  <a:lnTo>
                    <a:pt x="15736" y="1"/>
                  </a:lnTo>
                  <a:lnTo>
                    <a:pt x="82567" y="1"/>
                  </a:lnTo>
                  <a:lnTo>
                    <a:pt x="82567" y="1"/>
                  </a:lnTo>
                  <a:lnTo>
                    <a:pt x="149398" y="1"/>
                  </a:lnTo>
                  <a:lnTo>
                    <a:pt x="149398" y="1"/>
                  </a:lnTo>
                  <a:lnTo>
                    <a:pt x="149842" y="14"/>
                  </a:lnTo>
                  <a:lnTo>
                    <a:pt x="150286" y="27"/>
                  </a:lnTo>
                  <a:lnTo>
                    <a:pt x="150717" y="66"/>
                  </a:lnTo>
                  <a:lnTo>
                    <a:pt x="151135" y="105"/>
                  </a:lnTo>
                  <a:lnTo>
                    <a:pt x="151553" y="157"/>
                  </a:lnTo>
                  <a:lnTo>
                    <a:pt x="151945" y="223"/>
                  </a:lnTo>
                  <a:lnTo>
                    <a:pt x="152323" y="301"/>
                  </a:lnTo>
                  <a:lnTo>
                    <a:pt x="152689" y="379"/>
                  </a:lnTo>
                  <a:lnTo>
                    <a:pt x="153015" y="471"/>
                  </a:lnTo>
                  <a:lnTo>
                    <a:pt x="153329" y="575"/>
                  </a:lnTo>
                  <a:lnTo>
                    <a:pt x="153616" y="680"/>
                  </a:lnTo>
                  <a:lnTo>
                    <a:pt x="153864" y="797"/>
                  </a:lnTo>
                  <a:lnTo>
                    <a:pt x="154086" y="915"/>
                  </a:lnTo>
                  <a:lnTo>
                    <a:pt x="154269" y="1032"/>
                  </a:lnTo>
                  <a:lnTo>
                    <a:pt x="154413" y="1163"/>
                  </a:lnTo>
                  <a:lnTo>
                    <a:pt x="154465" y="1228"/>
                  </a:lnTo>
                  <a:lnTo>
                    <a:pt x="154517" y="1293"/>
                  </a:lnTo>
                  <a:lnTo>
                    <a:pt x="154517" y="1293"/>
                  </a:lnTo>
                  <a:lnTo>
                    <a:pt x="159375" y="9063"/>
                  </a:lnTo>
                  <a:lnTo>
                    <a:pt x="159375" y="9063"/>
                  </a:lnTo>
                  <a:lnTo>
                    <a:pt x="164924" y="17956"/>
                  </a:lnTo>
                  <a:lnTo>
                    <a:pt x="164924" y="17956"/>
                  </a:lnTo>
                  <a:lnTo>
                    <a:pt x="164977" y="18047"/>
                  </a:lnTo>
                  <a:lnTo>
                    <a:pt x="165003" y="18138"/>
                  </a:lnTo>
                  <a:lnTo>
                    <a:pt x="165029" y="18230"/>
                  </a:lnTo>
                  <a:lnTo>
                    <a:pt x="165042" y="18308"/>
                  </a:lnTo>
                  <a:lnTo>
                    <a:pt x="165029" y="18399"/>
                  </a:lnTo>
                  <a:lnTo>
                    <a:pt x="165016" y="18478"/>
                  </a:lnTo>
                  <a:lnTo>
                    <a:pt x="164990" y="18556"/>
                  </a:lnTo>
                  <a:lnTo>
                    <a:pt x="164951" y="18635"/>
                  </a:lnTo>
                  <a:lnTo>
                    <a:pt x="164885" y="18713"/>
                  </a:lnTo>
                  <a:lnTo>
                    <a:pt x="164833" y="18791"/>
                  </a:lnTo>
                  <a:lnTo>
                    <a:pt x="164755" y="18857"/>
                  </a:lnTo>
                  <a:lnTo>
                    <a:pt x="164663" y="18935"/>
                  </a:lnTo>
                  <a:lnTo>
                    <a:pt x="164559" y="19000"/>
                  </a:lnTo>
                  <a:lnTo>
                    <a:pt x="164454" y="19065"/>
                  </a:lnTo>
                  <a:lnTo>
                    <a:pt x="164206" y="19183"/>
                  </a:lnTo>
                  <a:lnTo>
                    <a:pt x="163919" y="19300"/>
                  </a:lnTo>
                  <a:lnTo>
                    <a:pt x="163592" y="19405"/>
                  </a:lnTo>
                  <a:lnTo>
                    <a:pt x="163227" y="19483"/>
                  </a:lnTo>
                  <a:lnTo>
                    <a:pt x="162835" y="19562"/>
                  </a:lnTo>
                  <a:lnTo>
                    <a:pt x="162404" y="19614"/>
                  </a:lnTo>
                  <a:lnTo>
                    <a:pt x="161947" y="19666"/>
                  </a:lnTo>
                  <a:lnTo>
                    <a:pt x="161464" y="19692"/>
                  </a:lnTo>
                  <a:lnTo>
                    <a:pt x="160942" y="19692"/>
                  </a:lnTo>
                  <a:lnTo>
                    <a:pt x="160942" y="19692"/>
                  </a:lnTo>
                  <a:lnTo>
                    <a:pt x="82502" y="19692"/>
                  </a:lnTo>
                  <a:lnTo>
                    <a:pt x="82502" y="19692"/>
                  </a:lnTo>
                  <a:lnTo>
                    <a:pt x="4075" y="19692"/>
                  </a:lnTo>
                  <a:lnTo>
                    <a:pt x="4075" y="19692"/>
                  </a:lnTo>
                  <a:lnTo>
                    <a:pt x="3566" y="19692"/>
                  </a:lnTo>
                  <a:lnTo>
                    <a:pt x="3083" y="19666"/>
                  </a:lnTo>
                  <a:lnTo>
                    <a:pt x="2626" y="19614"/>
                  </a:lnTo>
                  <a:lnTo>
                    <a:pt x="2195" y="19562"/>
                  </a:lnTo>
                  <a:lnTo>
                    <a:pt x="1803" y="19483"/>
                  </a:lnTo>
                  <a:lnTo>
                    <a:pt x="1437" y="19405"/>
                  </a:lnTo>
                  <a:lnTo>
                    <a:pt x="1111" y="19300"/>
                  </a:lnTo>
                  <a:lnTo>
                    <a:pt x="823" y="19183"/>
                  </a:lnTo>
                  <a:lnTo>
                    <a:pt x="575" y="19065"/>
                  </a:lnTo>
                  <a:lnTo>
                    <a:pt x="471" y="19000"/>
                  </a:lnTo>
                  <a:lnTo>
                    <a:pt x="366" y="18935"/>
                  </a:lnTo>
                  <a:lnTo>
                    <a:pt x="275" y="18857"/>
                  </a:lnTo>
                  <a:lnTo>
                    <a:pt x="210" y="18791"/>
                  </a:lnTo>
                  <a:lnTo>
                    <a:pt x="144" y="18713"/>
                  </a:lnTo>
                  <a:lnTo>
                    <a:pt x="92" y="18635"/>
                  </a:lnTo>
                  <a:lnTo>
                    <a:pt x="40" y="18556"/>
                  </a:lnTo>
                  <a:lnTo>
                    <a:pt x="14" y="18478"/>
                  </a:lnTo>
                  <a:lnTo>
                    <a:pt x="1" y="18399"/>
                  </a:lnTo>
                  <a:lnTo>
                    <a:pt x="1" y="18308"/>
                  </a:lnTo>
                  <a:lnTo>
                    <a:pt x="1" y="18230"/>
                  </a:lnTo>
                  <a:lnTo>
                    <a:pt x="27" y="18138"/>
                  </a:lnTo>
                  <a:lnTo>
                    <a:pt x="66" y="18047"/>
                  </a:lnTo>
                  <a:lnTo>
                    <a:pt x="118" y="17956"/>
                  </a:lnTo>
                  <a:lnTo>
                    <a:pt x="118" y="17956"/>
                  </a:lnTo>
                  <a:close/>
                </a:path>
              </a:pathLst>
            </a:custGeom>
            <a:solidFill>
              <a:srgbClr val="3D3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20;p41">
              <a:extLst>
                <a:ext uri="{FF2B5EF4-FFF2-40B4-BE49-F238E27FC236}">
                  <a16:creationId xmlns:a16="http://schemas.microsoft.com/office/drawing/2014/main" id="{D5C49A8E-1938-BBEB-33C6-B62B36354B13}"/>
                </a:ext>
              </a:extLst>
            </p:cNvPr>
            <p:cNvSpPr/>
            <p:nvPr/>
          </p:nvSpPr>
          <p:spPr>
            <a:xfrm>
              <a:off x="3310791" y="3827223"/>
              <a:ext cx="165981" cy="28327"/>
            </a:xfrm>
            <a:custGeom>
              <a:avLst/>
              <a:gdLst/>
              <a:ahLst/>
              <a:cxnLst/>
              <a:rect l="l" t="t" r="r" b="b"/>
              <a:pathLst>
                <a:path w="9416" h="1607" extrusionOk="0">
                  <a:moveTo>
                    <a:pt x="8788" y="1"/>
                  </a:moveTo>
                  <a:lnTo>
                    <a:pt x="8788" y="1"/>
                  </a:lnTo>
                  <a:lnTo>
                    <a:pt x="1567" y="1"/>
                  </a:lnTo>
                  <a:lnTo>
                    <a:pt x="1567" y="1"/>
                  </a:lnTo>
                  <a:lnTo>
                    <a:pt x="1410" y="1"/>
                  </a:lnTo>
                  <a:lnTo>
                    <a:pt x="1267" y="14"/>
                  </a:lnTo>
                  <a:lnTo>
                    <a:pt x="1136" y="40"/>
                  </a:lnTo>
                  <a:lnTo>
                    <a:pt x="1006" y="66"/>
                  </a:lnTo>
                  <a:lnTo>
                    <a:pt x="901" y="92"/>
                  </a:lnTo>
                  <a:lnTo>
                    <a:pt x="810" y="131"/>
                  </a:lnTo>
                  <a:lnTo>
                    <a:pt x="731" y="170"/>
                  </a:lnTo>
                  <a:lnTo>
                    <a:pt x="692" y="223"/>
                  </a:lnTo>
                  <a:lnTo>
                    <a:pt x="692" y="223"/>
                  </a:lnTo>
                  <a:lnTo>
                    <a:pt x="0" y="1385"/>
                  </a:lnTo>
                  <a:lnTo>
                    <a:pt x="0" y="1385"/>
                  </a:lnTo>
                  <a:lnTo>
                    <a:pt x="0" y="1437"/>
                  </a:lnTo>
                  <a:lnTo>
                    <a:pt x="13" y="1476"/>
                  </a:lnTo>
                  <a:lnTo>
                    <a:pt x="65" y="1515"/>
                  </a:lnTo>
                  <a:lnTo>
                    <a:pt x="131" y="1542"/>
                  </a:lnTo>
                  <a:lnTo>
                    <a:pt x="235" y="1581"/>
                  </a:lnTo>
                  <a:lnTo>
                    <a:pt x="340" y="1594"/>
                  </a:lnTo>
                  <a:lnTo>
                    <a:pt x="470" y="1607"/>
                  </a:lnTo>
                  <a:lnTo>
                    <a:pt x="627" y="1607"/>
                  </a:lnTo>
                  <a:lnTo>
                    <a:pt x="627" y="1607"/>
                  </a:lnTo>
                  <a:lnTo>
                    <a:pt x="7953" y="1607"/>
                  </a:lnTo>
                  <a:lnTo>
                    <a:pt x="7953" y="1607"/>
                  </a:lnTo>
                  <a:lnTo>
                    <a:pt x="8109" y="1607"/>
                  </a:lnTo>
                  <a:lnTo>
                    <a:pt x="8253" y="1594"/>
                  </a:lnTo>
                  <a:lnTo>
                    <a:pt x="8383" y="1581"/>
                  </a:lnTo>
                  <a:lnTo>
                    <a:pt x="8501" y="1542"/>
                  </a:lnTo>
                  <a:lnTo>
                    <a:pt x="8605" y="1515"/>
                  </a:lnTo>
                  <a:lnTo>
                    <a:pt x="8697" y="1476"/>
                  </a:lnTo>
                  <a:lnTo>
                    <a:pt x="8762" y="1437"/>
                  </a:lnTo>
                  <a:lnTo>
                    <a:pt x="8801" y="1385"/>
                  </a:lnTo>
                  <a:lnTo>
                    <a:pt x="8801" y="1385"/>
                  </a:lnTo>
                  <a:lnTo>
                    <a:pt x="9402" y="223"/>
                  </a:lnTo>
                  <a:lnTo>
                    <a:pt x="9402" y="223"/>
                  </a:lnTo>
                  <a:lnTo>
                    <a:pt x="9415" y="170"/>
                  </a:lnTo>
                  <a:lnTo>
                    <a:pt x="9389" y="131"/>
                  </a:lnTo>
                  <a:lnTo>
                    <a:pt x="9337" y="92"/>
                  </a:lnTo>
                  <a:lnTo>
                    <a:pt x="9271" y="66"/>
                  </a:lnTo>
                  <a:lnTo>
                    <a:pt x="9180" y="40"/>
                  </a:lnTo>
                  <a:lnTo>
                    <a:pt x="9062" y="14"/>
                  </a:lnTo>
                  <a:lnTo>
                    <a:pt x="8932" y="1"/>
                  </a:lnTo>
                  <a:lnTo>
                    <a:pt x="8788" y="1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21;p41">
              <a:extLst>
                <a:ext uri="{FF2B5EF4-FFF2-40B4-BE49-F238E27FC236}">
                  <a16:creationId xmlns:a16="http://schemas.microsoft.com/office/drawing/2014/main" id="{6AF01DD8-FE12-9531-C234-76451AA5179C}"/>
                </a:ext>
              </a:extLst>
            </p:cNvPr>
            <p:cNvSpPr/>
            <p:nvPr/>
          </p:nvSpPr>
          <p:spPr>
            <a:xfrm>
              <a:off x="3515182" y="3827223"/>
              <a:ext cx="163442" cy="28327"/>
            </a:xfrm>
            <a:custGeom>
              <a:avLst/>
              <a:gdLst/>
              <a:ahLst/>
              <a:cxnLst/>
              <a:rect l="l" t="t" r="r" b="b"/>
              <a:pathLst>
                <a:path w="9272" h="1607" extrusionOk="0">
                  <a:moveTo>
                    <a:pt x="8645" y="1"/>
                  </a:moveTo>
                  <a:lnTo>
                    <a:pt x="8645" y="1"/>
                  </a:lnTo>
                  <a:lnTo>
                    <a:pt x="1385" y="1"/>
                  </a:lnTo>
                  <a:lnTo>
                    <a:pt x="1385" y="1"/>
                  </a:lnTo>
                  <a:lnTo>
                    <a:pt x="1241" y="1"/>
                  </a:lnTo>
                  <a:lnTo>
                    <a:pt x="1111" y="14"/>
                  </a:lnTo>
                  <a:lnTo>
                    <a:pt x="980" y="40"/>
                  </a:lnTo>
                  <a:lnTo>
                    <a:pt x="863" y="66"/>
                  </a:lnTo>
                  <a:lnTo>
                    <a:pt x="758" y="92"/>
                  </a:lnTo>
                  <a:lnTo>
                    <a:pt x="667" y="131"/>
                  </a:lnTo>
                  <a:lnTo>
                    <a:pt x="614" y="184"/>
                  </a:lnTo>
                  <a:lnTo>
                    <a:pt x="575" y="223"/>
                  </a:lnTo>
                  <a:lnTo>
                    <a:pt x="575" y="223"/>
                  </a:lnTo>
                  <a:lnTo>
                    <a:pt x="1" y="1385"/>
                  </a:lnTo>
                  <a:lnTo>
                    <a:pt x="1" y="1385"/>
                  </a:lnTo>
                  <a:lnTo>
                    <a:pt x="1" y="1437"/>
                  </a:lnTo>
                  <a:lnTo>
                    <a:pt x="14" y="1476"/>
                  </a:lnTo>
                  <a:lnTo>
                    <a:pt x="66" y="1515"/>
                  </a:lnTo>
                  <a:lnTo>
                    <a:pt x="131" y="1542"/>
                  </a:lnTo>
                  <a:lnTo>
                    <a:pt x="223" y="1568"/>
                  </a:lnTo>
                  <a:lnTo>
                    <a:pt x="340" y="1594"/>
                  </a:lnTo>
                  <a:lnTo>
                    <a:pt x="471" y="1607"/>
                  </a:lnTo>
                  <a:lnTo>
                    <a:pt x="601" y="1607"/>
                  </a:lnTo>
                  <a:lnTo>
                    <a:pt x="601" y="1607"/>
                  </a:lnTo>
                  <a:lnTo>
                    <a:pt x="7966" y="1607"/>
                  </a:lnTo>
                  <a:lnTo>
                    <a:pt x="7966" y="1607"/>
                  </a:lnTo>
                  <a:lnTo>
                    <a:pt x="8123" y="1607"/>
                  </a:lnTo>
                  <a:lnTo>
                    <a:pt x="8267" y="1594"/>
                  </a:lnTo>
                  <a:lnTo>
                    <a:pt x="8397" y="1568"/>
                  </a:lnTo>
                  <a:lnTo>
                    <a:pt x="8515" y="1542"/>
                  </a:lnTo>
                  <a:lnTo>
                    <a:pt x="8606" y="1515"/>
                  </a:lnTo>
                  <a:lnTo>
                    <a:pt x="8684" y="1476"/>
                  </a:lnTo>
                  <a:lnTo>
                    <a:pt x="8750" y="1437"/>
                  </a:lnTo>
                  <a:lnTo>
                    <a:pt x="8776" y="1385"/>
                  </a:lnTo>
                  <a:lnTo>
                    <a:pt x="8776" y="1385"/>
                  </a:lnTo>
                  <a:lnTo>
                    <a:pt x="9259" y="223"/>
                  </a:lnTo>
                  <a:lnTo>
                    <a:pt x="9259" y="223"/>
                  </a:lnTo>
                  <a:lnTo>
                    <a:pt x="9272" y="184"/>
                  </a:lnTo>
                  <a:lnTo>
                    <a:pt x="9246" y="131"/>
                  </a:lnTo>
                  <a:lnTo>
                    <a:pt x="9194" y="92"/>
                  </a:lnTo>
                  <a:lnTo>
                    <a:pt x="9128" y="66"/>
                  </a:lnTo>
                  <a:lnTo>
                    <a:pt x="9037" y="40"/>
                  </a:lnTo>
                  <a:lnTo>
                    <a:pt x="8919" y="14"/>
                  </a:lnTo>
                  <a:lnTo>
                    <a:pt x="8789" y="1"/>
                  </a:lnTo>
                  <a:lnTo>
                    <a:pt x="8645" y="1"/>
                  </a:lnTo>
                  <a:lnTo>
                    <a:pt x="8645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22;p41">
              <a:extLst>
                <a:ext uri="{FF2B5EF4-FFF2-40B4-BE49-F238E27FC236}">
                  <a16:creationId xmlns:a16="http://schemas.microsoft.com/office/drawing/2014/main" id="{313742B1-0DC6-BF63-8F18-09E13EAFB59C}"/>
                </a:ext>
              </a:extLst>
            </p:cNvPr>
            <p:cNvSpPr/>
            <p:nvPr/>
          </p:nvSpPr>
          <p:spPr>
            <a:xfrm>
              <a:off x="3719132" y="3827223"/>
              <a:ext cx="161591" cy="28327"/>
            </a:xfrm>
            <a:custGeom>
              <a:avLst/>
              <a:gdLst/>
              <a:ahLst/>
              <a:cxnLst/>
              <a:rect l="l" t="t" r="r" b="b"/>
              <a:pathLst>
                <a:path w="9167" h="1607" extrusionOk="0">
                  <a:moveTo>
                    <a:pt x="8514" y="1"/>
                  </a:moveTo>
                  <a:lnTo>
                    <a:pt x="8514" y="1"/>
                  </a:lnTo>
                  <a:lnTo>
                    <a:pt x="1254" y="1"/>
                  </a:lnTo>
                  <a:lnTo>
                    <a:pt x="1254" y="1"/>
                  </a:lnTo>
                  <a:lnTo>
                    <a:pt x="1110" y="1"/>
                  </a:lnTo>
                  <a:lnTo>
                    <a:pt x="980" y="14"/>
                  </a:lnTo>
                  <a:lnTo>
                    <a:pt x="849" y="40"/>
                  </a:lnTo>
                  <a:lnTo>
                    <a:pt x="731" y="66"/>
                  </a:lnTo>
                  <a:lnTo>
                    <a:pt x="627" y="92"/>
                  </a:lnTo>
                  <a:lnTo>
                    <a:pt x="549" y="131"/>
                  </a:lnTo>
                  <a:lnTo>
                    <a:pt x="496" y="184"/>
                  </a:lnTo>
                  <a:lnTo>
                    <a:pt x="457" y="223"/>
                  </a:lnTo>
                  <a:lnTo>
                    <a:pt x="457" y="223"/>
                  </a:lnTo>
                  <a:lnTo>
                    <a:pt x="0" y="1385"/>
                  </a:lnTo>
                  <a:lnTo>
                    <a:pt x="0" y="1385"/>
                  </a:lnTo>
                  <a:lnTo>
                    <a:pt x="0" y="1437"/>
                  </a:lnTo>
                  <a:lnTo>
                    <a:pt x="26" y="1476"/>
                  </a:lnTo>
                  <a:lnTo>
                    <a:pt x="79" y="1515"/>
                  </a:lnTo>
                  <a:lnTo>
                    <a:pt x="157" y="1542"/>
                  </a:lnTo>
                  <a:lnTo>
                    <a:pt x="248" y="1568"/>
                  </a:lnTo>
                  <a:lnTo>
                    <a:pt x="366" y="1594"/>
                  </a:lnTo>
                  <a:lnTo>
                    <a:pt x="496" y="1607"/>
                  </a:lnTo>
                  <a:lnTo>
                    <a:pt x="640" y="1607"/>
                  </a:lnTo>
                  <a:lnTo>
                    <a:pt x="640" y="1607"/>
                  </a:lnTo>
                  <a:lnTo>
                    <a:pt x="7992" y="1607"/>
                  </a:lnTo>
                  <a:lnTo>
                    <a:pt x="7992" y="1607"/>
                  </a:lnTo>
                  <a:lnTo>
                    <a:pt x="8148" y="1607"/>
                  </a:lnTo>
                  <a:lnTo>
                    <a:pt x="8292" y="1594"/>
                  </a:lnTo>
                  <a:lnTo>
                    <a:pt x="8423" y="1568"/>
                  </a:lnTo>
                  <a:lnTo>
                    <a:pt x="8540" y="1542"/>
                  </a:lnTo>
                  <a:lnTo>
                    <a:pt x="8632" y="1515"/>
                  </a:lnTo>
                  <a:lnTo>
                    <a:pt x="8710" y="1476"/>
                  </a:lnTo>
                  <a:lnTo>
                    <a:pt x="8775" y="1437"/>
                  </a:lnTo>
                  <a:lnTo>
                    <a:pt x="8801" y="1385"/>
                  </a:lnTo>
                  <a:lnTo>
                    <a:pt x="8801" y="1385"/>
                  </a:lnTo>
                  <a:lnTo>
                    <a:pt x="9167" y="223"/>
                  </a:lnTo>
                  <a:lnTo>
                    <a:pt x="9167" y="223"/>
                  </a:lnTo>
                  <a:lnTo>
                    <a:pt x="9167" y="184"/>
                  </a:lnTo>
                  <a:lnTo>
                    <a:pt x="9141" y="144"/>
                  </a:lnTo>
                  <a:lnTo>
                    <a:pt x="9089" y="105"/>
                  </a:lnTo>
                  <a:lnTo>
                    <a:pt x="9010" y="66"/>
                  </a:lnTo>
                  <a:lnTo>
                    <a:pt x="8906" y="40"/>
                  </a:lnTo>
                  <a:lnTo>
                    <a:pt x="8788" y="14"/>
                  </a:lnTo>
                  <a:lnTo>
                    <a:pt x="8658" y="1"/>
                  </a:lnTo>
                  <a:lnTo>
                    <a:pt x="8514" y="1"/>
                  </a:lnTo>
                  <a:lnTo>
                    <a:pt x="8514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23;p41">
              <a:extLst>
                <a:ext uri="{FF2B5EF4-FFF2-40B4-BE49-F238E27FC236}">
                  <a16:creationId xmlns:a16="http://schemas.microsoft.com/office/drawing/2014/main" id="{3645DF42-9170-8027-DF4F-C4F790BA4F20}"/>
                </a:ext>
              </a:extLst>
            </p:cNvPr>
            <p:cNvSpPr/>
            <p:nvPr/>
          </p:nvSpPr>
          <p:spPr>
            <a:xfrm>
              <a:off x="3923294" y="3827223"/>
              <a:ext cx="159300" cy="28327"/>
            </a:xfrm>
            <a:custGeom>
              <a:avLst/>
              <a:gdLst/>
              <a:ahLst/>
              <a:cxnLst/>
              <a:rect l="l" t="t" r="r" b="b"/>
              <a:pathLst>
                <a:path w="9037" h="1607" extrusionOk="0">
                  <a:moveTo>
                    <a:pt x="8384" y="1"/>
                  </a:moveTo>
                  <a:lnTo>
                    <a:pt x="8384" y="1"/>
                  </a:lnTo>
                  <a:lnTo>
                    <a:pt x="1124" y="1"/>
                  </a:lnTo>
                  <a:lnTo>
                    <a:pt x="1124" y="1"/>
                  </a:lnTo>
                  <a:lnTo>
                    <a:pt x="980" y="1"/>
                  </a:lnTo>
                  <a:lnTo>
                    <a:pt x="836" y="14"/>
                  </a:lnTo>
                  <a:lnTo>
                    <a:pt x="706" y="40"/>
                  </a:lnTo>
                  <a:lnTo>
                    <a:pt x="588" y="66"/>
                  </a:lnTo>
                  <a:lnTo>
                    <a:pt x="497" y="105"/>
                  </a:lnTo>
                  <a:lnTo>
                    <a:pt x="419" y="144"/>
                  </a:lnTo>
                  <a:lnTo>
                    <a:pt x="366" y="184"/>
                  </a:lnTo>
                  <a:lnTo>
                    <a:pt x="340" y="223"/>
                  </a:lnTo>
                  <a:lnTo>
                    <a:pt x="340" y="223"/>
                  </a:lnTo>
                  <a:lnTo>
                    <a:pt x="1" y="1385"/>
                  </a:lnTo>
                  <a:lnTo>
                    <a:pt x="1" y="1385"/>
                  </a:lnTo>
                  <a:lnTo>
                    <a:pt x="1" y="1437"/>
                  </a:lnTo>
                  <a:lnTo>
                    <a:pt x="27" y="1476"/>
                  </a:lnTo>
                  <a:lnTo>
                    <a:pt x="92" y="1515"/>
                  </a:lnTo>
                  <a:lnTo>
                    <a:pt x="170" y="1542"/>
                  </a:lnTo>
                  <a:lnTo>
                    <a:pt x="262" y="1568"/>
                  </a:lnTo>
                  <a:lnTo>
                    <a:pt x="379" y="1594"/>
                  </a:lnTo>
                  <a:lnTo>
                    <a:pt x="523" y="1607"/>
                  </a:lnTo>
                  <a:lnTo>
                    <a:pt x="667" y="1607"/>
                  </a:lnTo>
                  <a:lnTo>
                    <a:pt x="667" y="1607"/>
                  </a:lnTo>
                  <a:lnTo>
                    <a:pt x="8031" y="1607"/>
                  </a:lnTo>
                  <a:lnTo>
                    <a:pt x="8031" y="1607"/>
                  </a:lnTo>
                  <a:lnTo>
                    <a:pt x="8175" y="1607"/>
                  </a:lnTo>
                  <a:lnTo>
                    <a:pt x="8306" y="1594"/>
                  </a:lnTo>
                  <a:lnTo>
                    <a:pt x="8436" y="1568"/>
                  </a:lnTo>
                  <a:lnTo>
                    <a:pt x="8541" y="1542"/>
                  </a:lnTo>
                  <a:lnTo>
                    <a:pt x="8645" y="1515"/>
                  </a:lnTo>
                  <a:lnTo>
                    <a:pt x="8710" y="1476"/>
                  </a:lnTo>
                  <a:lnTo>
                    <a:pt x="8763" y="1437"/>
                  </a:lnTo>
                  <a:lnTo>
                    <a:pt x="8789" y="1385"/>
                  </a:lnTo>
                  <a:lnTo>
                    <a:pt x="8789" y="1385"/>
                  </a:lnTo>
                  <a:lnTo>
                    <a:pt x="9037" y="223"/>
                  </a:lnTo>
                  <a:lnTo>
                    <a:pt x="9037" y="223"/>
                  </a:lnTo>
                  <a:lnTo>
                    <a:pt x="9037" y="184"/>
                  </a:lnTo>
                  <a:lnTo>
                    <a:pt x="9011" y="144"/>
                  </a:lnTo>
                  <a:lnTo>
                    <a:pt x="8946" y="105"/>
                  </a:lnTo>
                  <a:lnTo>
                    <a:pt x="8867" y="66"/>
                  </a:lnTo>
                  <a:lnTo>
                    <a:pt x="8763" y="40"/>
                  </a:lnTo>
                  <a:lnTo>
                    <a:pt x="8658" y="14"/>
                  </a:lnTo>
                  <a:lnTo>
                    <a:pt x="8528" y="1"/>
                  </a:lnTo>
                  <a:lnTo>
                    <a:pt x="8384" y="1"/>
                  </a:lnTo>
                  <a:lnTo>
                    <a:pt x="8384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24;p41">
              <a:extLst>
                <a:ext uri="{FF2B5EF4-FFF2-40B4-BE49-F238E27FC236}">
                  <a16:creationId xmlns:a16="http://schemas.microsoft.com/office/drawing/2014/main" id="{217BA578-C923-24D3-0F9A-2147D69452BD}"/>
                </a:ext>
              </a:extLst>
            </p:cNvPr>
            <p:cNvSpPr/>
            <p:nvPr/>
          </p:nvSpPr>
          <p:spPr>
            <a:xfrm>
              <a:off x="4127474" y="3827223"/>
              <a:ext cx="157220" cy="28327"/>
            </a:xfrm>
            <a:custGeom>
              <a:avLst/>
              <a:gdLst/>
              <a:ahLst/>
              <a:cxnLst/>
              <a:rect l="l" t="t" r="r" b="b"/>
              <a:pathLst>
                <a:path w="8919" h="1607" extrusionOk="0">
                  <a:moveTo>
                    <a:pt x="8240" y="1"/>
                  </a:moveTo>
                  <a:lnTo>
                    <a:pt x="8240" y="1"/>
                  </a:lnTo>
                  <a:lnTo>
                    <a:pt x="980" y="1"/>
                  </a:lnTo>
                  <a:lnTo>
                    <a:pt x="980" y="1"/>
                  </a:lnTo>
                  <a:lnTo>
                    <a:pt x="836" y="1"/>
                  </a:lnTo>
                  <a:lnTo>
                    <a:pt x="705" y="14"/>
                  </a:lnTo>
                  <a:lnTo>
                    <a:pt x="575" y="40"/>
                  </a:lnTo>
                  <a:lnTo>
                    <a:pt x="470" y="66"/>
                  </a:lnTo>
                  <a:lnTo>
                    <a:pt x="379" y="105"/>
                  </a:lnTo>
                  <a:lnTo>
                    <a:pt x="301" y="144"/>
                  </a:lnTo>
                  <a:lnTo>
                    <a:pt x="248" y="184"/>
                  </a:lnTo>
                  <a:lnTo>
                    <a:pt x="222" y="223"/>
                  </a:lnTo>
                  <a:lnTo>
                    <a:pt x="222" y="223"/>
                  </a:lnTo>
                  <a:lnTo>
                    <a:pt x="0" y="1385"/>
                  </a:lnTo>
                  <a:lnTo>
                    <a:pt x="0" y="1385"/>
                  </a:lnTo>
                  <a:lnTo>
                    <a:pt x="13" y="1437"/>
                  </a:lnTo>
                  <a:lnTo>
                    <a:pt x="39" y="1476"/>
                  </a:lnTo>
                  <a:lnTo>
                    <a:pt x="105" y="1515"/>
                  </a:lnTo>
                  <a:lnTo>
                    <a:pt x="183" y="1542"/>
                  </a:lnTo>
                  <a:lnTo>
                    <a:pt x="288" y="1568"/>
                  </a:lnTo>
                  <a:lnTo>
                    <a:pt x="405" y="1594"/>
                  </a:lnTo>
                  <a:lnTo>
                    <a:pt x="536" y="1607"/>
                  </a:lnTo>
                  <a:lnTo>
                    <a:pt x="679" y="1607"/>
                  </a:lnTo>
                  <a:lnTo>
                    <a:pt x="679" y="1607"/>
                  </a:lnTo>
                  <a:lnTo>
                    <a:pt x="8044" y="1607"/>
                  </a:lnTo>
                  <a:lnTo>
                    <a:pt x="8044" y="1607"/>
                  </a:lnTo>
                  <a:lnTo>
                    <a:pt x="8188" y="1607"/>
                  </a:lnTo>
                  <a:lnTo>
                    <a:pt x="8331" y="1594"/>
                  </a:lnTo>
                  <a:lnTo>
                    <a:pt x="8449" y="1568"/>
                  </a:lnTo>
                  <a:lnTo>
                    <a:pt x="8553" y="1542"/>
                  </a:lnTo>
                  <a:lnTo>
                    <a:pt x="8645" y="1515"/>
                  </a:lnTo>
                  <a:lnTo>
                    <a:pt x="8723" y="1476"/>
                  </a:lnTo>
                  <a:lnTo>
                    <a:pt x="8762" y="1437"/>
                  </a:lnTo>
                  <a:lnTo>
                    <a:pt x="8788" y="1385"/>
                  </a:lnTo>
                  <a:lnTo>
                    <a:pt x="8788" y="1385"/>
                  </a:lnTo>
                  <a:lnTo>
                    <a:pt x="8919" y="223"/>
                  </a:lnTo>
                  <a:lnTo>
                    <a:pt x="8919" y="223"/>
                  </a:lnTo>
                  <a:lnTo>
                    <a:pt x="8906" y="184"/>
                  </a:lnTo>
                  <a:lnTo>
                    <a:pt x="8867" y="144"/>
                  </a:lnTo>
                  <a:lnTo>
                    <a:pt x="8814" y="105"/>
                  </a:lnTo>
                  <a:lnTo>
                    <a:pt x="8736" y="66"/>
                  </a:lnTo>
                  <a:lnTo>
                    <a:pt x="8632" y="40"/>
                  </a:lnTo>
                  <a:lnTo>
                    <a:pt x="8514" y="14"/>
                  </a:lnTo>
                  <a:lnTo>
                    <a:pt x="8384" y="1"/>
                  </a:lnTo>
                  <a:lnTo>
                    <a:pt x="8240" y="1"/>
                  </a:lnTo>
                  <a:lnTo>
                    <a:pt x="8240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25;p41">
              <a:extLst>
                <a:ext uri="{FF2B5EF4-FFF2-40B4-BE49-F238E27FC236}">
                  <a16:creationId xmlns:a16="http://schemas.microsoft.com/office/drawing/2014/main" id="{3040D477-A9B5-A7A2-6FE8-C1C3561A04F7}"/>
                </a:ext>
              </a:extLst>
            </p:cNvPr>
            <p:cNvSpPr/>
            <p:nvPr/>
          </p:nvSpPr>
          <p:spPr>
            <a:xfrm>
              <a:off x="4331635" y="3827223"/>
              <a:ext cx="155386" cy="28327"/>
            </a:xfrm>
            <a:custGeom>
              <a:avLst/>
              <a:gdLst/>
              <a:ahLst/>
              <a:cxnLst/>
              <a:rect l="l" t="t" r="r" b="b"/>
              <a:pathLst>
                <a:path w="8815" h="1607" extrusionOk="0">
                  <a:moveTo>
                    <a:pt x="8084" y="1"/>
                  </a:moveTo>
                  <a:lnTo>
                    <a:pt x="8084" y="1"/>
                  </a:lnTo>
                  <a:lnTo>
                    <a:pt x="837" y="1"/>
                  </a:lnTo>
                  <a:lnTo>
                    <a:pt x="837" y="1"/>
                  </a:lnTo>
                  <a:lnTo>
                    <a:pt x="693" y="1"/>
                  </a:lnTo>
                  <a:lnTo>
                    <a:pt x="549" y="14"/>
                  </a:lnTo>
                  <a:lnTo>
                    <a:pt x="432" y="40"/>
                  </a:lnTo>
                  <a:lnTo>
                    <a:pt x="327" y="66"/>
                  </a:lnTo>
                  <a:lnTo>
                    <a:pt x="236" y="105"/>
                  </a:lnTo>
                  <a:lnTo>
                    <a:pt x="171" y="144"/>
                  </a:lnTo>
                  <a:lnTo>
                    <a:pt x="118" y="184"/>
                  </a:lnTo>
                  <a:lnTo>
                    <a:pt x="105" y="223"/>
                  </a:lnTo>
                  <a:lnTo>
                    <a:pt x="105" y="223"/>
                  </a:lnTo>
                  <a:lnTo>
                    <a:pt x="1" y="1385"/>
                  </a:lnTo>
                  <a:lnTo>
                    <a:pt x="1" y="1385"/>
                  </a:lnTo>
                  <a:lnTo>
                    <a:pt x="14" y="1437"/>
                  </a:lnTo>
                  <a:lnTo>
                    <a:pt x="40" y="1476"/>
                  </a:lnTo>
                  <a:lnTo>
                    <a:pt x="105" y="1515"/>
                  </a:lnTo>
                  <a:lnTo>
                    <a:pt x="197" y="1542"/>
                  </a:lnTo>
                  <a:lnTo>
                    <a:pt x="301" y="1568"/>
                  </a:lnTo>
                  <a:lnTo>
                    <a:pt x="419" y="1594"/>
                  </a:lnTo>
                  <a:lnTo>
                    <a:pt x="549" y="1607"/>
                  </a:lnTo>
                  <a:lnTo>
                    <a:pt x="693" y="1607"/>
                  </a:lnTo>
                  <a:lnTo>
                    <a:pt x="693" y="1607"/>
                  </a:lnTo>
                  <a:lnTo>
                    <a:pt x="8058" y="1607"/>
                  </a:lnTo>
                  <a:lnTo>
                    <a:pt x="8058" y="1607"/>
                  </a:lnTo>
                  <a:lnTo>
                    <a:pt x="8201" y="1607"/>
                  </a:lnTo>
                  <a:lnTo>
                    <a:pt x="8345" y="1594"/>
                  </a:lnTo>
                  <a:lnTo>
                    <a:pt x="8462" y="1568"/>
                  </a:lnTo>
                  <a:lnTo>
                    <a:pt x="8580" y="1542"/>
                  </a:lnTo>
                  <a:lnTo>
                    <a:pt x="8671" y="1515"/>
                  </a:lnTo>
                  <a:lnTo>
                    <a:pt x="8737" y="1476"/>
                  </a:lnTo>
                  <a:lnTo>
                    <a:pt x="8776" y="1437"/>
                  </a:lnTo>
                  <a:lnTo>
                    <a:pt x="8789" y="1385"/>
                  </a:lnTo>
                  <a:lnTo>
                    <a:pt x="8789" y="1385"/>
                  </a:lnTo>
                  <a:lnTo>
                    <a:pt x="8815" y="223"/>
                  </a:lnTo>
                  <a:lnTo>
                    <a:pt x="8815" y="223"/>
                  </a:lnTo>
                  <a:lnTo>
                    <a:pt x="8789" y="184"/>
                  </a:lnTo>
                  <a:lnTo>
                    <a:pt x="8750" y="144"/>
                  </a:lnTo>
                  <a:lnTo>
                    <a:pt x="8684" y="105"/>
                  </a:lnTo>
                  <a:lnTo>
                    <a:pt x="8606" y="66"/>
                  </a:lnTo>
                  <a:lnTo>
                    <a:pt x="8489" y="40"/>
                  </a:lnTo>
                  <a:lnTo>
                    <a:pt x="8371" y="14"/>
                  </a:lnTo>
                  <a:lnTo>
                    <a:pt x="8240" y="1"/>
                  </a:lnTo>
                  <a:lnTo>
                    <a:pt x="8084" y="1"/>
                  </a:lnTo>
                  <a:lnTo>
                    <a:pt x="8084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26;p41">
              <a:extLst>
                <a:ext uri="{FF2B5EF4-FFF2-40B4-BE49-F238E27FC236}">
                  <a16:creationId xmlns:a16="http://schemas.microsoft.com/office/drawing/2014/main" id="{4271719A-965F-9768-AF81-0A8774781EA9}"/>
                </a:ext>
              </a:extLst>
            </p:cNvPr>
            <p:cNvSpPr/>
            <p:nvPr/>
          </p:nvSpPr>
          <p:spPr>
            <a:xfrm>
              <a:off x="4535356" y="3827223"/>
              <a:ext cx="155386" cy="28327"/>
            </a:xfrm>
            <a:custGeom>
              <a:avLst/>
              <a:gdLst/>
              <a:ahLst/>
              <a:cxnLst/>
              <a:rect l="l" t="t" r="r" b="b"/>
              <a:pathLst>
                <a:path w="8815" h="1607" extrusionOk="0">
                  <a:moveTo>
                    <a:pt x="7979" y="1"/>
                  </a:moveTo>
                  <a:lnTo>
                    <a:pt x="7979" y="1"/>
                  </a:lnTo>
                  <a:lnTo>
                    <a:pt x="718" y="1"/>
                  </a:lnTo>
                  <a:lnTo>
                    <a:pt x="718" y="1"/>
                  </a:lnTo>
                  <a:lnTo>
                    <a:pt x="575" y="1"/>
                  </a:lnTo>
                  <a:lnTo>
                    <a:pt x="444" y="14"/>
                  </a:lnTo>
                  <a:lnTo>
                    <a:pt x="314" y="40"/>
                  </a:lnTo>
                  <a:lnTo>
                    <a:pt x="209" y="66"/>
                  </a:lnTo>
                  <a:lnTo>
                    <a:pt x="131" y="105"/>
                  </a:lnTo>
                  <a:lnTo>
                    <a:pt x="65" y="144"/>
                  </a:lnTo>
                  <a:lnTo>
                    <a:pt x="13" y="184"/>
                  </a:lnTo>
                  <a:lnTo>
                    <a:pt x="0" y="223"/>
                  </a:lnTo>
                  <a:lnTo>
                    <a:pt x="0" y="223"/>
                  </a:lnTo>
                  <a:lnTo>
                    <a:pt x="13" y="1385"/>
                  </a:lnTo>
                  <a:lnTo>
                    <a:pt x="13" y="1385"/>
                  </a:lnTo>
                  <a:lnTo>
                    <a:pt x="26" y="1437"/>
                  </a:lnTo>
                  <a:lnTo>
                    <a:pt x="79" y="1476"/>
                  </a:lnTo>
                  <a:lnTo>
                    <a:pt x="144" y="1515"/>
                  </a:lnTo>
                  <a:lnTo>
                    <a:pt x="235" y="1542"/>
                  </a:lnTo>
                  <a:lnTo>
                    <a:pt x="340" y="1568"/>
                  </a:lnTo>
                  <a:lnTo>
                    <a:pt x="457" y="1594"/>
                  </a:lnTo>
                  <a:lnTo>
                    <a:pt x="601" y="1607"/>
                  </a:lnTo>
                  <a:lnTo>
                    <a:pt x="744" y="1607"/>
                  </a:lnTo>
                  <a:lnTo>
                    <a:pt x="744" y="1607"/>
                  </a:lnTo>
                  <a:lnTo>
                    <a:pt x="8109" y="1607"/>
                  </a:lnTo>
                  <a:lnTo>
                    <a:pt x="8109" y="1607"/>
                  </a:lnTo>
                  <a:lnTo>
                    <a:pt x="8253" y="1607"/>
                  </a:lnTo>
                  <a:lnTo>
                    <a:pt x="8383" y="1594"/>
                  </a:lnTo>
                  <a:lnTo>
                    <a:pt x="8501" y="1568"/>
                  </a:lnTo>
                  <a:lnTo>
                    <a:pt x="8605" y="1542"/>
                  </a:lnTo>
                  <a:lnTo>
                    <a:pt x="8697" y="1515"/>
                  </a:lnTo>
                  <a:lnTo>
                    <a:pt x="8762" y="1476"/>
                  </a:lnTo>
                  <a:lnTo>
                    <a:pt x="8801" y="1437"/>
                  </a:lnTo>
                  <a:lnTo>
                    <a:pt x="8814" y="1385"/>
                  </a:lnTo>
                  <a:lnTo>
                    <a:pt x="8814" y="1385"/>
                  </a:lnTo>
                  <a:lnTo>
                    <a:pt x="8710" y="223"/>
                  </a:lnTo>
                  <a:lnTo>
                    <a:pt x="8710" y="223"/>
                  </a:lnTo>
                  <a:lnTo>
                    <a:pt x="8697" y="184"/>
                  </a:lnTo>
                  <a:lnTo>
                    <a:pt x="8645" y="144"/>
                  </a:lnTo>
                  <a:lnTo>
                    <a:pt x="8579" y="105"/>
                  </a:lnTo>
                  <a:lnTo>
                    <a:pt x="8488" y="66"/>
                  </a:lnTo>
                  <a:lnTo>
                    <a:pt x="8383" y="40"/>
                  </a:lnTo>
                  <a:lnTo>
                    <a:pt x="8253" y="14"/>
                  </a:lnTo>
                  <a:lnTo>
                    <a:pt x="8122" y="1"/>
                  </a:lnTo>
                  <a:lnTo>
                    <a:pt x="7979" y="1"/>
                  </a:lnTo>
                  <a:lnTo>
                    <a:pt x="7979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027;p41">
              <a:extLst>
                <a:ext uri="{FF2B5EF4-FFF2-40B4-BE49-F238E27FC236}">
                  <a16:creationId xmlns:a16="http://schemas.microsoft.com/office/drawing/2014/main" id="{8EFDED43-384F-D4B6-68F3-B0A2F3D7EAFB}"/>
                </a:ext>
              </a:extLst>
            </p:cNvPr>
            <p:cNvSpPr/>
            <p:nvPr/>
          </p:nvSpPr>
          <p:spPr>
            <a:xfrm>
              <a:off x="4737685" y="3827223"/>
              <a:ext cx="156991" cy="28327"/>
            </a:xfrm>
            <a:custGeom>
              <a:avLst/>
              <a:gdLst/>
              <a:ahLst/>
              <a:cxnLst/>
              <a:rect l="l" t="t" r="r" b="b"/>
              <a:pathLst>
                <a:path w="8906" h="1607" extrusionOk="0">
                  <a:moveTo>
                    <a:pt x="7940" y="1"/>
                  </a:moveTo>
                  <a:lnTo>
                    <a:pt x="7940" y="1"/>
                  </a:lnTo>
                  <a:lnTo>
                    <a:pt x="679" y="1"/>
                  </a:lnTo>
                  <a:lnTo>
                    <a:pt x="679" y="1"/>
                  </a:lnTo>
                  <a:lnTo>
                    <a:pt x="536" y="14"/>
                  </a:lnTo>
                  <a:lnTo>
                    <a:pt x="405" y="27"/>
                  </a:lnTo>
                  <a:lnTo>
                    <a:pt x="288" y="40"/>
                  </a:lnTo>
                  <a:lnTo>
                    <a:pt x="183" y="66"/>
                  </a:lnTo>
                  <a:lnTo>
                    <a:pt x="105" y="105"/>
                  </a:lnTo>
                  <a:lnTo>
                    <a:pt x="39" y="144"/>
                  </a:lnTo>
                  <a:lnTo>
                    <a:pt x="13" y="184"/>
                  </a:lnTo>
                  <a:lnTo>
                    <a:pt x="0" y="223"/>
                  </a:lnTo>
                  <a:lnTo>
                    <a:pt x="0" y="223"/>
                  </a:lnTo>
                  <a:lnTo>
                    <a:pt x="131" y="1385"/>
                  </a:lnTo>
                  <a:lnTo>
                    <a:pt x="131" y="1385"/>
                  </a:lnTo>
                  <a:lnTo>
                    <a:pt x="144" y="1437"/>
                  </a:lnTo>
                  <a:lnTo>
                    <a:pt x="196" y="1476"/>
                  </a:lnTo>
                  <a:lnTo>
                    <a:pt x="261" y="1515"/>
                  </a:lnTo>
                  <a:lnTo>
                    <a:pt x="353" y="1542"/>
                  </a:lnTo>
                  <a:lnTo>
                    <a:pt x="457" y="1568"/>
                  </a:lnTo>
                  <a:lnTo>
                    <a:pt x="588" y="1594"/>
                  </a:lnTo>
                  <a:lnTo>
                    <a:pt x="718" y="1607"/>
                  </a:lnTo>
                  <a:lnTo>
                    <a:pt x="862" y="1607"/>
                  </a:lnTo>
                  <a:lnTo>
                    <a:pt x="862" y="1607"/>
                  </a:lnTo>
                  <a:lnTo>
                    <a:pt x="8227" y="1607"/>
                  </a:lnTo>
                  <a:lnTo>
                    <a:pt x="8227" y="1607"/>
                  </a:lnTo>
                  <a:lnTo>
                    <a:pt x="8370" y="1607"/>
                  </a:lnTo>
                  <a:lnTo>
                    <a:pt x="8501" y="1594"/>
                  </a:lnTo>
                  <a:lnTo>
                    <a:pt x="8619" y="1568"/>
                  </a:lnTo>
                  <a:lnTo>
                    <a:pt x="8723" y="1542"/>
                  </a:lnTo>
                  <a:lnTo>
                    <a:pt x="8801" y="1515"/>
                  </a:lnTo>
                  <a:lnTo>
                    <a:pt x="8867" y="1476"/>
                  </a:lnTo>
                  <a:lnTo>
                    <a:pt x="8893" y="1437"/>
                  </a:lnTo>
                  <a:lnTo>
                    <a:pt x="8906" y="1385"/>
                  </a:lnTo>
                  <a:lnTo>
                    <a:pt x="8906" y="1385"/>
                  </a:lnTo>
                  <a:lnTo>
                    <a:pt x="8684" y="223"/>
                  </a:lnTo>
                  <a:lnTo>
                    <a:pt x="8684" y="223"/>
                  </a:lnTo>
                  <a:lnTo>
                    <a:pt x="8671" y="184"/>
                  </a:lnTo>
                  <a:lnTo>
                    <a:pt x="8619" y="144"/>
                  </a:lnTo>
                  <a:lnTo>
                    <a:pt x="8540" y="105"/>
                  </a:lnTo>
                  <a:lnTo>
                    <a:pt x="8449" y="66"/>
                  </a:lnTo>
                  <a:lnTo>
                    <a:pt x="8344" y="40"/>
                  </a:lnTo>
                  <a:lnTo>
                    <a:pt x="8214" y="27"/>
                  </a:lnTo>
                  <a:lnTo>
                    <a:pt x="8083" y="14"/>
                  </a:lnTo>
                  <a:lnTo>
                    <a:pt x="7940" y="1"/>
                  </a:lnTo>
                  <a:lnTo>
                    <a:pt x="7940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028;p41">
              <a:extLst>
                <a:ext uri="{FF2B5EF4-FFF2-40B4-BE49-F238E27FC236}">
                  <a16:creationId xmlns:a16="http://schemas.microsoft.com/office/drawing/2014/main" id="{C88F39C2-E6FC-E4E1-91C1-2518F858C78F}"/>
                </a:ext>
              </a:extLst>
            </p:cNvPr>
            <p:cNvSpPr/>
            <p:nvPr/>
          </p:nvSpPr>
          <p:spPr>
            <a:xfrm>
              <a:off x="4939555" y="3827223"/>
              <a:ext cx="159300" cy="28327"/>
            </a:xfrm>
            <a:custGeom>
              <a:avLst/>
              <a:gdLst/>
              <a:ahLst/>
              <a:cxnLst/>
              <a:rect l="l" t="t" r="r" b="b"/>
              <a:pathLst>
                <a:path w="9037" h="1607" extrusionOk="0">
                  <a:moveTo>
                    <a:pt x="7926" y="1"/>
                  </a:moveTo>
                  <a:lnTo>
                    <a:pt x="7926" y="1"/>
                  </a:lnTo>
                  <a:lnTo>
                    <a:pt x="666" y="1"/>
                  </a:lnTo>
                  <a:lnTo>
                    <a:pt x="666" y="1"/>
                  </a:lnTo>
                  <a:lnTo>
                    <a:pt x="523" y="14"/>
                  </a:lnTo>
                  <a:lnTo>
                    <a:pt x="392" y="27"/>
                  </a:lnTo>
                  <a:lnTo>
                    <a:pt x="287" y="40"/>
                  </a:lnTo>
                  <a:lnTo>
                    <a:pt x="183" y="66"/>
                  </a:lnTo>
                  <a:lnTo>
                    <a:pt x="105" y="105"/>
                  </a:lnTo>
                  <a:lnTo>
                    <a:pt x="39" y="144"/>
                  </a:lnTo>
                  <a:lnTo>
                    <a:pt x="13" y="184"/>
                  </a:lnTo>
                  <a:lnTo>
                    <a:pt x="0" y="223"/>
                  </a:lnTo>
                  <a:lnTo>
                    <a:pt x="0" y="223"/>
                  </a:lnTo>
                  <a:lnTo>
                    <a:pt x="248" y="1385"/>
                  </a:lnTo>
                  <a:lnTo>
                    <a:pt x="248" y="1385"/>
                  </a:lnTo>
                  <a:lnTo>
                    <a:pt x="274" y="1437"/>
                  </a:lnTo>
                  <a:lnTo>
                    <a:pt x="327" y="1476"/>
                  </a:lnTo>
                  <a:lnTo>
                    <a:pt x="392" y="1515"/>
                  </a:lnTo>
                  <a:lnTo>
                    <a:pt x="496" y="1542"/>
                  </a:lnTo>
                  <a:lnTo>
                    <a:pt x="601" y="1568"/>
                  </a:lnTo>
                  <a:lnTo>
                    <a:pt x="731" y="1594"/>
                  </a:lnTo>
                  <a:lnTo>
                    <a:pt x="862" y="1607"/>
                  </a:lnTo>
                  <a:lnTo>
                    <a:pt x="1006" y="1607"/>
                  </a:lnTo>
                  <a:lnTo>
                    <a:pt x="1006" y="1607"/>
                  </a:lnTo>
                  <a:lnTo>
                    <a:pt x="8370" y="1607"/>
                  </a:lnTo>
                  <a:lnTo>
                    <a:pt x="8370" y="1607"/>
                  </a:lnTo>
                  <a:lnTo>
                    <a:pt x="8527" y="1607"/>
                  </a:lnTo>
                  <a:lnTo>
                    <a:pt x="8658" y="1594"/>
                  </a:lnTo>
                  <a:lnTo>
                    <a:pt x="8775" y="1581"/>
                  </a:lnTo>
                  <a:lnTo>
                    <a:pt x="8880" y="1542"/>
                  </a:lnTo>
                  <a:lnTo>
                    <a:pt x="8958" y="1515"/>
                  </a:lnTo>
                  <a:lnTo>
                    <a:pt x="9010" y="1476"/>
                  </a:lnTo>
                  <a:lnTo>
                    <a:pt x="9036" y="1437"/>
                  </a:lnTo>
                  <a:lnTo>
                    <a:pt x="9036" y="1385"/>
                  </a:lnTo>
                  <a:lnTo>
                    <a:pt x="9036" y="1385"/>
                  </a:lnTo>
                  <a:lnTo>
                    <a:pt x="8710" y="223"/>
                  </a:lnTo>
                  <a:lnTo>
                    <a:pt x="8710" y="223"/>
                  </a:lnTo>
                  <a:lnTo>
                    <a:pt x="8684" y="184"/>
                  </a:lnTo>
                  <a:lnTo>
                    <a:pt x="8632" y="144"/>
                  </a:lnTo>
                  <a:lnTo>
                    <a:pt x="8553" y="105"/>
                  </a:lnTo>
                  <a:lnTo>
                    <a:pt x="8462" y="66"/>
                  </a:lnTo>
                  <a:lnTo>
                    <a:pt x="8344" y="40"/>
                  </a:lnTo>
                  <a:lnTo>
                    <a:pt x="8214" y="27"/>
                  </a:lnTo>
                  <a:lnTo>
                    <a:pt x="8070" y="14"/>
                  </a:lnTo>
                  <a:lnTo>
                    <a:pt x="7926" y="1"/>
                  </a:lnTo>
                  <a:lnTo>
                    <a:pt x="7926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029;p41">
              <a:extLst>
                <a:ext uri="{FF2B5EF4-FFF2-40B4-BE49-F238E27FC236}">
                  <a16:creationId xmlns:a16="http://schemas.microsoft.com/office/drawing/2014/main" id="{6F3824A0-67EE-36AB-B405-F763B74E2B83}"/>
                </a:ext>
              </a:extLst>
            </p:cNvPr>
            <p:cNvSpPr/>
            <p:nvPr/>
          </p:nvSpPr>
          <p:spPr>
            <a:xfrm>
              <a:off x="5141654" y="3827223"/>
              <a:ext cx="161362" cy="28557"/>
            </a:xfrm>
            <a:custGeom>
              <a:avLst/>
              <a:gdLst/>
              <a:ahLst/>
              <a:cxnLst/>
              <a:rect l="l" t="t" r="r" b="b"/>
              <a:pathLst>
                <a:path w="9154" h="1620" extrusionOk="0">
                  <a:moveTo>
                    <a:pt x="7913" y="1"/>
                  </a:moveTo>
                  <a:lnTo>
                    <a:pt x="7913" y="1"/>
                  </a:lnTo>
                  <a:lnTo>
                    <a:pt x="653" y="1"/>
                  </a:lnTo>
                  <a:lnTo>
                    <a:pt x="653" y="1"/>
                  </a:lnTo>
                  <a:lnTo>
                    <a:pt x="509" y="14"/>
                  </a:lnTo>
                  <a:lnTo>
                    <a:pt x="379" y="27"/>
                  </a:lnTo>
                  <a:lnTo>
                    <a:pt x="261" y="40"/>
                  </a:lnTo>
                  <a:lnTo>
                    <a:pt x="157" y="66"/>
                  </a:lnTo>
                  <a:lnTo>
                    <a:pt x="79" y="105"/>
                  </a:lnTo>
                  <a:lnTo>
                    <a:pt x="26" y="144"/>
                  </a:lnTo>
                  <a:lnTo>
                    <a:pt x="0" y="184"/>
                  </a:lnTo>
                  <a:lnTo>
                    <a:pt x="0" y="223"/>
                  </a:lnTo>
                  <a:lnTo>
                    <a:pt x="0" y="223"/>
                  </a:lnTo>
                  <a:lnTo>
                    <a:pt x="353" y="1385"/>
                  </a:lnTo>
                  <a:lnTo>
                    <a:pt x="353" y="1385"/>
                  </a:lnTo>
                  <a:lnTo>
                    <a:pt x="392" y="1437"/>
                  </a:lnTo>
                  <a:lnTo>
                    <a:pt x="444" y="1476"/>
                  </a:lnTo>
                  <a:lnTo>
                    <a:pt x="522" y="1515"/>
                  </a:lnTo>
                  <a:lnTo>
                    <a:pt x="614" y="1542"/>
                  </a:lnTo>
                  <a:lnTo>
                    <a:pt x="731" y="1581"/>
                  </a:lnTo>
                  <a:lnTo>
                    <a:pt x="862" y="1594"/>
                  </a:lnTo>
                  <a:lnTo>
                    <a:pt x="1006" y="1607"/>
                  </a:lnTo>
                  <a:lnTo>
                    <a:pt x="1162" y="1607"/>
                  </a:lnTo>
                  <a:lnTo>
                    <a:pt x="1162" y="1607"/>
                  </a:lnTo>
                  <a:lnTo>
                    <a:pt x="8527" y="1620"/>
                  </a:lnTo>
                  <a:lnTo>
                    <a:pt x="8527" y="1620"/>
                  </a:lnTo>
                  <a:lnTo>
                    <a:pt x="8658" y="1607"/>
                  </a:lnTo>
                  <a:lnTo>
                    <a:pt x="8788" y="1594"/>
                  </a:lnTo>
                  <a:lnTo>
                    <a:pt x="8906" y="1581"/>
                  </a:lnTo>
                  <a:lnTo>
                    <a:pt x="8997" y="1555"/>
                  </a:lnTo>
                  <a:lnTo>
                    <a:pt x="9076" y="1515"/>
                  </a:lnTo>
                  <a:lnTo>
                    <a:pt x="9128" y="1476"/>
                  </a:lnTo>
                  <a:lnTo>
                    <a:pt x="9154" y="1437"/>
                  </a:lnTo>
                  <a:lnTo>
                    <a:pt x="9154" y="1385"/>
                  </a:lnTo>
                  <a:lnTo>
                    <a:pt x="9154" y="1385"/>
                  </a:lnTo>
                  <a:lnTo>
                    <a:pt x="8710" y="223"/>
                  </a:lnTo>
                  <a:lnTo>
                    <a:pt x="8710" y="223"/>
                  </a:lnTo>
                  <a:lnTo>
                    <a:pt x="8671" y="184"/>
                  </a:lnTo>
                  <a:lnTo>
                    <a:pt x="8619" y="144"/>
                  </a:lnTo>
                  <a:lnTo>
                    <a:pt x="8540" y="105"/>
                  </a:lnTo>
                  <a:lnTo>
                    <a:pt x="8436" y="66"/>
                  </a:lnTo>
                  <a:lnTo>
                    <a:pt x="8318" y="40"/>
                  </a:lnTo>
                  <a:lnTo>
                    <a:pt x="8188" y="27"/>
                  </a:lnTo>
                  <a:lnTo>
                    <a:pt x="8057" y="14"/>
                  </a:lnTo>
                  <a:lnTo>
                    <a:pt x="7913" y="1"/>
                  </a:lnTo>
                  <a:lnTo>
                    <a:pt x="7913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030;p41">
              <a:extLst>
                <a:ext uri="{FF2B5EF4-FFF2-40B4-BE49-F238E27FC236}">
                  <a16:creationId xmlns:a16="http://schemas.microsoft.com/office/drawing/2014/main" id="{30AE2918-740A-F858-6956-2ECB8DBC8628}"/>
                </a:ext>
              </a:extLst>
            </p:cNvPr>
            <p:cNvSpPr/>
            <p:nvPr/>
          </p:nvSpPr>
          <p:spPr>
            <a:xfrm>
              <a:off x="5343753" y="3827223"/>
              <a:ext cx="163442" cy="28557"/>
            </a:xfrm>
            <a:custGeom>
              <a:avLst/>
              <a:gdLst/>
              <a:ahLst/>
              <a:cxnLst/>
              <a:rect l="l" t="t" r="r" b="b"/>
              <a:pathLst>
                <a:path w="9272" h="1620" extrusionOk="0">
                  <a:moveTo>
                    <a:pt x="7887" y="1"/>
                  </a:moveTo>
                  <a:lnTo>
                    <a:pt x="7887" y="1"/>
                  </a:lnTo>
                  <a:lnTo>
                    <a:pt x="627" y="1"/>
                  </a:lnTo>
                  <a:lnTo>
                    <a:pt x="627" y="1"/>
                  </a:lnTo>
                  <a:lnTo>
                    <a:pt x="483" y="14"/>
                  </a:lnTo>
                  <a:lnTo>
                    <a:pt x="353" y="27"/>
                  </a:lnTo>
                  <a:lnTo>
                    <a:pt x="248" y="40"/>
                  </a:lnTo>
                  <a:lnTo>
                    <a:pt x="157" y="66"/>
                  </a:lnTo>
                  <a:lnTo>
                    <a:pt x="79" y="105"/>
                  </a:lnTo>
                  <a:lnTo>
                    <a:pt x="26" y="144"/>
                  </a:lnTo>
                  <a:lnTo>
                    <a:pt x="0" y="184"/>
                  </a:lnTo>
                  <a:lnTo>
                    <a:pt x="13" y="223"/>
                  </a:lnTo>
                  <a:lnTo>
                    <a:pt x="13" y="223"/>
                  </a:lnTo>
                  <a:lnTo>
                    <a:pt x="483" y="1385"/>
                  </a:lnTo>
                  <a:lnTo>
                    <a:pt x="483" y="1385"/>
                  </a:lnTo>
                  <a:lnTo>
                    <a:pt x="522" y="1437"/>
                  </a:lnTo>
                  <a:lnTo>
                    <a:pt x="575" y="1476"/>
                  </a:lnTo>
                  <a:lnTo>
                    <a:pt x="653" y="1515"/>
                  </a:lnTo>
                  <a:lnTo>
                    <a:pt x="758" y="1555"/>
                  </a:lnTo>
                  <a:lnTo>
                    <a:pt x="875" y="1581"/>
                  </a:lnTo>
                  <a:lnTo>
                    <a:pt x="1006" y="1594"/>
                  </a:lnTo>
                  <a:lnTo>
                    <a:pt x="1149" y="1607"/>
                  </a:lnTo>
                  <a:lnTo>
                    <a:pt x="1293" y="1620"/>
                  </a:lnTo>
                  <a:lnTo>
                    <a:pt x="1293" y="1620"/>
                  </a:lnTo>
                  <a:lnTo>
                    <a:pt x="8658" y="1620"/>
                  </a:lnTo>
                  <a:lnTo>
                    <a:pt x="8658" y="1620"/>
                  </a:lnTo>
                  <a:lnTo>
                    <a:pt x="8801" y="1607"/>
                  </a:lnTo>
                  <a:lnTo>
                    <a:pt x="8932" y="1594"/>
                  </a:lnTo>
                  <a:lnTo>
                    <a:pt x="9036" y="1581"/>
                  </a:lnTo>
                  <a:lnTo>
                    <a:pt x="9128" y="1555"/>
                  </a:lnTo>
                  <a:lnTo>
                    <a:pt x="9206" y="1515"/>
                  </a:lnTo>
                  <a:lnTo>
                    <a:pt x="9245" y="1476"/>
                  </a:lnTo>
                  <a:lnTo>
                    <a:pt x="9271" y="1437"/>
                  </a:lnTo>
                  <a:lnTo>
                    <a:pt x="9258" y="1385"/>
                  </a:lnTo>
                  <a:lnTo>
                    <a:pt x="9258" y="1385"/>
                  </a:lnTo>
                  <a:lnTo>
                    <a:pt x="8697" y="223"/>
                  </a:lnTo>
                  <a:lnTo>
                    <a:pt x="8697" y="223"/>
                  </a:lnTo>
                  <a:lnTo>
                    <a:pt x="8658" y="184"/>
                  </a:lnTo>
                  <a:lnTo>
                    <a:pt x="8605" y="144"/>
                  </a:lnTo>
                  <a:lnTo>
                    <a:pt x="8514" y="105"/>
                  </a:lnTo>
                  <a:lnTo>
                    <a:pt x="8423" y="66"/>
                  </a:lnTo>
                  <a:lnTo>
                    <a:pt x="8305" y="40"/>
                  </a:lnTo>
                  <a:lnTo>
                    <a:pt x="8175" y="27"/>
                  </a:lnTo>
                  <a:lnTo>
                    <a:pt x="8031" y="14"/>
                  </a:lnTo>
                  <a:lnTo>
                    <a:pt x="7887" y="1"/>
                  </a:lnTo>
                  <a:lnTo>
                    <a:pt x="7887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31;p41">
              <a:extLst>
                <a:ext uri="{FF2B5EF4-FFF2-40B4-BE49-F238E27FC236}">
                  <a16:creationId xmlns:a16="http://schemas.microsoft.com/office/drawing/2014/main" id="{BC75DBE1-A287-B1DD-7AAF-307841F701C2}"/>
                </a:ext>
              </a:extLst>
            </p:cNvPr>
            <p:cNvSpPr/>
            <p:nvPr/>
          </p:nvSpPr>
          <p:spPr>
            <a:xfrm>
              <a:off x="5545624" y="3827223"/>
              <a:ext cx="165963" cy="28557"/>
            </a:xfrm>
            <a:custGeom>
              <a:avLst/>
              <a:gdLst/>
              <a:ahLst/>
              <a:cxnLst/>
              <a:rect l="l" t="t" r="r" b="b"/>
              <a:pathLst>
                <a:path w="9415" h="1620" extrusionOk="0">
                  <a:moveTo>
                    <a:pt x="7848" y="1"/>
                  </a:moveTo>
                  <a:lnTo>
                    <a:pt x="7848" y="1"/>
                  </a:lnTo>
                  <a:lnTo>
                    <a:pt x="627" y="1"/>
                  </a:lnTo>
                  <a:lnTo>
                    <a:pt x="627" y="1"/>
                  </a:lnTo>
                  <a:lnTo>
                    <a:pt x="483" y="14"/>
                  </a:lnTo>
                  <a:lnTo>
                    <a:pt x="353" y="27"/>
                  </a:lnTo>
                  <a:lnTo>
                    <a:pt x="235" y="40"/>
                  </a:lnTo>
                  <a:lnTo>
                    <a:pt x="144" y="66"/>
                  </a:lnTo>
                  <a:lnTo>
                    <a:pt x="78" y="105"/>
                  </a:lnTo>
                  <a:lnTo>
                    <a:pt x="26" y="131"/>
                  </a:lnTo>
                  <a:lnTo>
                    <a:pt x="0" y="184"/>
                  </a:lnTo>
                  <a:lnTo>
                    <a:pt x="13" y="223"/>
                  </a:lnTo>
                  <a:lnTo>
                    <a:pt x="13" y="223"/>
                  </a:lnTo>
                  <a:lnTo>
                    <a:pt x="601" y="1398"/>
                  </a:lnTo>
                  <a:lnTo>
                    <a:pt x="601" y="1398"/>
                  </a:lnTo>
                  <a:lnTo>
                    <a:pt x="640" y="1437"/>
                  </a:lnTo>
                  <a:lnTo>
                    <a:pt x="705" y="1476"/>
                  </a:lnTo>
                  <a:lnTo>
                    <a:pt x="797" y="1515"/>
                  </a:lnTo>
                  <a:lnTo>
                    <a:pt x="901" y="1555"/>
                  </a:lnTo>
                  <a:lnTo>
                    <a:pt x="1019" y="1581"/>
                  </a:lnTo>
                  <a:lnTo>
                    <a:pt x="1162" y="1594"/>
                  </a:lnTo>
                  <a:lnTo>
                    <a:pt x="1306" y="1607"/>
                  </a:lnTo>
                  <a:lnTo>
                    <a:pt x="1450" y="1620"/>
                  </a:lnTo>
                  <a:lnTo>
                    <a:pt x="1450" y="1620"/>
                  </a:lnTo>
                  <a:lnTo>
                    <a:pt x="8775" y="1620"/>
                  </a:lnTo>
                  <a:lnTo>
                    <a:pt x="8775" y="1620"/>
                  </a:lnTo>
                  <a:lnTo>
                    <a:pt x="8932" y="1607"/>
                  </a:lnTo>
                  <a:lnTo>
                    <a:pt x="9062" y="1594"/>
                  </a:lnTo>
                  <a:lnTo>
                    <a:pt x="9180" y="1581"/>
                  </a:lnTo>
                  <a:lnTo>
                    <a:pt x="9271" y="1555"/>
                  </a:lnTo>
                  <a:lnTo>
                    <a:pt x="9350" y="1515"/>
                  </a:lnTo>
                  <a:lnTo>
                    <a:pt x="9389" y="1476"/>
                  </a:lnTo>
                  <a:lnTo>
                    <a:pt x="9415" y="1437"/>
                  </a:lnTo>
                  <a:lnTo>
                    <a:pt x="9402" y="1398"/>
                  </a:lnTo>
                  <a:lnTo>
                    <a:pt x="9402" y="1398"/>
                  </a:lnTo>
                  <a:lnTo>
                    <a:pt x="8723" y="223"/>
                  </a:lnTo>
                  <a:lnTo>
                    <a:pt x="8723" y="223"/>
                  </a:lnTo>
                  <a:lnTo>
                    <a:pt x="8671" y="184"/>
                  </a:lnTo>
                  <a:lnTo>
                    <a:pt x="8605" y="131"/>
                  </a:lnTo>
                  <a:lnTo>
                    <a:pt x="8514" y="105"/>
                  </a:lnTo>
                  <a:lnTo>
                    <a:pt x="8410" y="66"/>
                  </a:lnTo>
                  <a:lnTo>
                    <a:pt x="8279" y="40"/>
                  </a:lnTo>
                  <a:lnTo>
                    <a:pt x="8148" y="27"/>
                  </a:lnTo>
                  <a:lnTo>
                    <a:pt x="8005" y="14"/>
                  </a:lnTo>
                  <a:lnTo>
                    <a:pt x="7848" y="1"/>
                  </a:lnTo>
                  <a:lnTo>
                    <a:pt x="7848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032;p41">
              <a:extLst>
                <a:ext uri="{FF2B5EF4-FFF2-40B4-BE49-F238E27FC236}">
                  <a16:creationId xmlns:a16="http://schemas.microsoft.com/office/drawing/2014/main" id="{D69FF127-AA17-84AF-3854-26A36845BED7}"/>
                </a:ext>
              </a:extLst>
            </p:cNvPr>
            <p:cNvSpPr/>
            <p:nvPr/>
          </p:nvSpPr>
          <p:spPr>
            <a:xfrm>
              <a:off x="3275572" y="3871644"/>
              <a:ext cx="178179" cy="43522"/>
            </a:xfrm>
            <a:custGeom>
              <a:avLst/>
              <a:gdLst/>
              <a:ahLst/>
              <a:cxnLst/>
              <a:rect l="l" t="t" r="r" b="b"/>
              <a:pathLst>
                <a:path w="10108" h="2469" extrusionOk="0">
                  <a:moveTo>
                    <a:pt x="9480" y="1"/>
                  </a:moveTo>
                  <a:lnTo>
                    <a:pt x="9480" y="1"/>
                  </a:lnTo>
                  <a:lnTo>
                    <a:pt x="2090" y="1"/>
                  </a:lnTo>
                  <a:lnTo>
                    <a:pt x="2090" y="1"/>
                  </a:lnTo>
                  <a:lnTo>
                    <a:pt x="1946" y="1"/>
                  </a:lnTo>
                  <a:lnTo>
                    <a:pt x="1789" y="14"/>
                  </a:lnTo>
                  <a:lnTo>
                    <a:pt x="1646" y="27"/>
                  </a:lnTo>
                  <a:lnTo>
                    <a:pt x="1528" y="66"/>
                  </a:lnTo>
                  <a:lnTo>
                    <a:pt x="1411" y="92"/>
                  </a:lnTo>
                  <a:lnTo>
                    <a:pt x="1319" y="131"/>
                  </a:lnTo>
                  <a:lnTo>
                    <a:pt x="1241" y="171"/>
                  </a:lnTo>
                  <a:lnTo>
                    <a:pt x="1202" y="223"/>
                  </a:lnTo>
                  <a:lnTo>
                    <a:pt x="1202" y="223"/>
                  </a:lnTo>
                  <a:lnTo>
                    <a:pt x="13" y="2234"/>
                  </a:lnTo>
                  <a:lnTo>
                    <a:pt x="13" y="2234"/>
                  </a:lnTo>
                  <a:lnTo>
                    <a:pt x="0" y="2260"/>
                  </a:lnTo>
                  <a:lnTo>
                    <a:pt x="0" y="2286"/>
                  </a:lnTo>
                  <a:lnTo>
                    <a:pt x="26" y="2325"/>
                  </a:lnTo>
                  <a:lnTo>
                    <a:pt x="66" y="2364"/>
                  </a:lnTo>
                  <a:lnTo>
                    <a:pt x="144" y="2404"/>
                  </a:lnTo>
                  <a:lnTo>
                    <a:pt x="248" y="2430"/>
                  </a:lnTo>
                  <a:lnTo>
                    <a:pt x="366" y="2456"/>
                  </a:lnTo>
                  <a:lnTo>
                    <a:pt x="497" y="2469"/>
                  </a:lnTo>
                  <a:lnTo>
                    <a:pt x="653" y="2469"/>
                  </a:lnTo>
                  <a:lnTo>
                    <a:pt x="653" y="2469"/>
                  </a:lnTo>
                  <a:lnTo>
                    <a:pt x="8188" y="2469"/>
                  </a:lnTo>
                  <a:lnTo>
                    <a:pt x="8188" y="2469"/>
                  </a:lnTo>
                  <a:lnTo>
                    <a:pt x="8344" y="2469"/>
                  </a:lnTo>
                  <a:lnTo>
                    <a:pt x="8488" y="2456"/>
                  </a:lnTo>
                  <a:lnTo>
                    <a:pt x="8632" y="2430"/>
                  </a:lnTo>
                  <a:lnTo>
                    <a:pt x="8762" y="2404"/>
                  </a:lnTo>
                  <a:lnTo>
                    <a:pt x="8867" y="2364"/>
                  </a:lnTo>
                  <a:lnTo>
                    <a:pt x="8958" y="2325"/>
                  </a:lnTo>
                  <a:lnTo>
                    <a:pt x="9023" y="2286"/>
                  </a:lnTo>
                  <a:lnTo>
                    <a:pt x="9063" y="2234"/>
                  </a:lnTo>
                  <a:lnTo>
                    <a:pt x="9063" y="2234"/>
                  </a:lnTo>
                  <a:lnTo>
                    <a:pt x="10107" y="223"/>
                  </a:lnTo>
                  <a:lnTo>
                    <a:pt x="10107" y="223"/>
                  </a:lnTo>
                  <a:lnTo>
                    <a:pt x="10107" y="171"/>
                  </a:lnTo>
                  <a:lnTo>
                    <a:pt x="10094" y="131"/>
                  </a:lnTo>
                  <a:lnTo>
                    <a:pt x="10042" y="92"/>
                  </a:lnTo>
                  <a:lnTo>
                    <a:pt x="9964" y="66"/>
                  </a:lnTo>
                  <a:lnTo>
                    <a:pt x="9872" y="27"/>
                  </a:lnTo>
                  <a:lnTo>
                    <a:pt x="9755" y="14"/>
                  </a:lnTo>
                  <a:lnTo>
                    <a:pt x="9624" y="1"/>
                  </a:lnTo>
                  <a:lnTo>
                    <a:pt x="9480" y="1"/>
                  </a:lnTo>
                  <a:lnTo>
                    <a:pt x="9480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033;p41">
              <a:extLst>
                <a:ext uri="{FF2B5EF4-FFF2-40B4-BE49-F238E27FC236}">
                  <a16:creationId xmlns:a16="http://schemas.microsoft.com/office/drawing/2014/main" id="{19461276-2ED5-A958-8D9B-1110FAA8DDA9}"/>
                </a:ext>
              </a:extLst>
            </p:cNvPr>
            <p:cNvSpPr/>
            <p:nvPr/>
          </p:nvSpPr>
          <p:spPr>
            <a:xfrm>
              <a:off x="3485956" y="3871644"/>
              <a:ext cx="174036" cy="43522"/>
            </a:xfrm>
            <a:custGeom>
              <a:avLst/>
              <a:gdLst/>
              <a:ahLst/>
              <a:cxnLst/>
              <a:rect l="l" t="t" r="r" b="b"/>
              <a:pathLst>
                <a:path w="9873" h="2469" extrusionOk="0">
                  <a:moveTo>
                    <a:pt x="9246" y="1"/>
                  </a:moveTo>
                  <a:lnTo>
                    <a:pt x="9246" y="1"/>
                  </a:lnTo>
                  <a:lnTo>
                    <a:pt x="1829" y="1"/>
                  </a:lnTo>
                  <a:lnTo>
                    <a:pt x="1829" y="1"/>
                  </a:lnTo>
                  <a:lnTo>
                    <a:pt x="1685" y="1"/>
                  </a:lnTo>
                  <a:lnTo>
                    <a:pt x="1541" y="14"/>
                  </a:lnTo>
                  <a:lnTo>
                    <a:pt x="1411" y="40"/>
                  </a:lnTo>
                  <a:lnTo>
                    <a:pt x="1280" y="66"/>
                  </a:lnTo>
                  <a:lnTo>
                    <a:pt x="1176" y="92"/>
                  </a:lnTo>
                  <a:lnTo>
                    <a:pt x="1097" y="131"/>
                  </a:lnTo>
                  <a:lnTo>
                    <a:pt x="1032" y="184"/>
                  </a:lnTo>
                  <a:lnTo>
                    <a:pt x="993" y="223"/>
                  </a:lnTo>
                  <a:lnTo>
                    <a:pt x="993" y="223"/>
                  </a:lnTo>
                  <a:lnTo>
                    <a:pt x="13" y="2234"/>
                  </a:lnTo>
                  <a:lnTo>
                    <a:pt x="13" y="2234"/>
                  </a:lnTo>
                  <a:lnTo>
                    <a:pt x="0" y="2286"/>
                  </a:lnTo>
                  <a:lnTo>
                    <a:pt x="27" y="2325"/>
                  </a:lnTo>
                  <a:lnTo>
                    <a:pt x="66" y="2364"/>
                  </a:lnTo>
                  <a:lnTo>
                    <a:pt x="144" y="2404"/>
                  </a:lnTo>
                  <a:lnTo>
                    <a:pt x="235" y="2430"/>
                  </a:lnTo>
                  <a:lnTo>
                    <a:pt x="353" y="2456"/>
                  </a:lnTo>
                  <a:lnTo>
                    <a:pt x="484" y="2469"/>
                  </a:lnTo>
                  <a:lnTo>
                    <a:pt x="627" y="2469"/>
                  </a:lnTo>
                  <a:lnTo>
                    <a:pt x="627" y="2469"/>
                  </a:lnTo>
                  <a:lnTo>
                    <a:pt x="8201" y="2469"/>
                  </a:lnTo>
                  <a:lnTo>
                    <a:pt x="8201" y="2469"/>
                  </a:lnTo>
                  <a:lnTo>
                    <a:pt x="8358" y="2469"/>
                  </a:lnTo>
                  <a:lnTo>
                    <a:pt x="8501" y="2456"/>
                  </a:lnTo>
                  <a:lnTo>
                    <a:pt x="8645" y="2430"/>
                  </a:lnTo>
                  <a:lnTo>
                    <a:pt x="8762" y="2404"/>
                  </a:lnTo>
                  <a:lnTo>
                    <a:pt x="8867" y="2364"/>
                  </a:lnTo>
                  <a:lnTo>
                    <a:pt x="8945" y="2325"/>
                  </a:lnTo>
                  <a:lnTo>
                    <a:pt x="9010" y="2286"/>
                  </a:lnTo>
                  <a:lnTo>
                    <a:pt x="9037" y="2234"/>
                  </a:lnTo>
                  <a:lnTo>
                    <a:pt x="9037" y="2234"/>
                  </a:lnTo>
                  <a:lnTo>
                    <a:pt x="9872" y="223"/>
                  </a:lnTo>
                  <a:lnTo>
                    <a:pt x="9872" y="223"/>
                  </a:lnTo>
                  <a:lnTo>
                    <a:pt x="9872" y="184"/>
                  </a:lnTo>
                  <a:lnTo>
                    <a:pt x="9859" y="131"/>
                  </a:lnTo>
                  <a:lnTo>
                    <a:pt x="9807" y="92"/>
                  </a:lnTo>
                  <a:lnTo>
                    <a:pt x="9729" y="66"/>
                  </a:lnTo>
                  <a:lnTo>
                    <a:pt x="9637" y="40"/>
                  </a:lnTo>
                  <a:lnTo>
                    <a:pt x="9533" y="14"/>
                  </a:lnTo>
                  <a:lnTo>
                    <a:pt x="9389" y="1"/>
                  </a:lnTo>
                  <a:lnTo>
                    <a:pt x="9246" y="1"/>
                  </a:lnTo>
                  <a:lnTo>
                    <a:pt x="9246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034;p41">
              <a:extLst>
                <a:ext uri="{FF2B5EF4-FFF2-40B4-BE49-F238E27FC236}">
                  <a16:creationId xmlns:a16="http://schemas.microsoft.com/office/drawing/2014/main" id="{2F5DBE6C-75B8-58E7-B220-A2C0FF871E4B}"/>
                </a:ext>
              </a:extLst>
            </p:cNvPr>
            <p:cNvSpPr/>
            <p:nvPr/>
          </p:nvSpPr>
          <p:spPr>
            <a:xfrm>
              <a:off x="3696111" y="3871644"/>
              <a:ext cx="170581" cy="43522"/>
            </a:xfrm>
            <a:custGeom>
              <a:avLst/>
              <a:gdLst/>
              <a:ahLst/>
              <a:cxnLst/>
              <a:rect l="l" t="t" r="r" b="b"/>
              <a:pathLst>
                <a:path w="9677" h="2469" extrusionOk="0">
                  <a:moveTo>
                    <a:pt x="9010" y="1"/>
                  </a:moveTo>
                  <a:lnTo>
                    <a:pt x="9010" y="1"/>
                  </a:lnTo>
                  <a:lnTo>
                    <a:pt x="1594" y="1"/>
                  </a:lnTo>
                  <a:lnTo>
                    <a:pt x="1594" y="1"/>
                  </a:lnTo>
                  <a:lnTo>
                    <a:pt x="1450" y="1"/>
                  </a:lnTo>
                  <a:lnTo>
                    <a:pt x="1306" y="14"/>
                  </a:lnTo>
                  <a:lnTo>
                    <a:pt x="1176" y="40"/>
                  </a:lnTo>
                  <a:lnTo>
                    <a:pt x="1058" y="66"/>
                  </a:lnTo>
                  <a:lnTo>
                    <a:pt x="954" y="92"/>
                  </a:lnTo>
                  <a:lnTo>
                    <a:pt x="875" y="131"/>
                  </a:lnTo>
                  <a:lnTo>
                    <a:pt x="810" y="184"/>
                  </a:lnTo>
                  <a:lnTo>
                    <a:pt x="784" y="223"/>
                  </a:lnTo>
                  <a:lnTo>
                    <a:pt x="784" y="223"/>
                  </a:lnTo>
                  <a:lnTo>
                    <a:pt x="0" y="2234"/>
                  </a:lnTo>
                  <a:lnTo>
                    <a:pt x="0" y="2234"/>
                  </a:lnTo>
                  <a:lnTo>
                    <a:pt x="0" y="2286"/>
                  </a:lnTo>
                  <a:lnTo>
                    <a:pt x="13" y="2325"/>
                  </a:lnTo>
                  <a:lnTo>
                    <a:pt x="79" y="2364"/>
                  </a:lnTo>
                  <a:lnTo>
                    <a:pt x="144" y="2404"/>
                  </a:lnTo>
                  <a:lnTo>
                    <a:pt x="249" y="2430"/>
                  </a:lnTo>
                  <a:lnTo>
                    <a:pt x="366" y="2456"/>
                  </a:lnTo>
                  <a:lnTo>
                    <a:pt x="497" y="2469"/>
                  </a:lnTo>
                  <a:lnTo>
                    <a:pt x="640" y="2469"/>
                  </a:lnTo>
                  <a:lnTo>
                    <a:pt x="640" y="2469"/>
                  </a:lnTo>
                  <a:lnTo>
                    <a:pt x="8214" y="2469"/>
                  </a:lnTo>
                  <a:lnTo>
                    <a:pt x="8214" y="2469"/>
                  </a:lnTo>
                  <a:lnTo>
                    <a:pt x="8371" y="2469"/>
                  </a:lnTo>
                  <a:lnTo>
                    <a:pt x="8514" y="2456"/>
                  </a:lnTo>
                  <a:lnTo>
                    <a:pt x="8658" y="2430"/>
                  </a:lnTo>
                  <a:lnTo>
                    <a:pt x="8775" y="2404"/>
                  </a:lnTo>
                  <a:lnTo>
                    <a:pt x="8880" y="2364"/>
                  </a:lnTo>
                  <a:lnTo>
                    <a:pt x="8958" y="2325"/>
                  </a:lnTo>
                  <a:lnTo>
                    <a:pt x="9010" y="2286"/>
                  </a:lnTo>
                  <a:lnTo>
                    <a:pt x="9050" y="2234"/>
                  </a:lnTo>
                  <a:lnTo>
                    <a:pt x="9050" y="2234"/>
                  </a:lnTo>
                  <a:lnTo>
                    <a:pt x="9676" y="223"/>
                  </a:lnTo>
                  <a:lnTo>
                    <a:pt x="9676" y="223"/>
                  </a:lnTo>
                  <a:lnTo>
                    <a:pt x="9676" y="184"/>
                  </a:lnTo>
                  <a:lnTo>
                    <a:pt x="9650" y="131"/>
                  </a:lnTo>
                  <a:lnTo>
                    <a:pt x="9598" y="92"/>
                  </a:lnTo>
                  <a:lnTo>
                    <a:pt x="9520" y="66"/>
                  </a:lnTo>
                  <a:lnTo>
                    <a:pt x="9415" y="40"/>
                  </a:lnTo>
                  <a:lnTo>
                    <a:pt x="9298" y="14"/>
                  </a:lnTo>
                  <a:lnTo>
                    <a:pt x="9154" y="1"/>
                  </a:lnTo>
                  <a:lnTo>
                    <a:pt x="9010" y="1"/>
                  </a:lnTo>
                  <a:lnTo>
                    <a:pt x="9010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035;p41">
              <a:extLst>
                <a:ext uri="{FF2B5EF4-FFF2-40B4-BE49-F238E27FC236}">
                  <a16:creationId xmlns:a16="http://schemas.microsoft.com/office/drawing/2014/main" id="{29D4742A-7F94-C088-BCBA-85D7F622EEE2}"/>
                </a:ext>
              </a:extLst>
            </p:cNvPr>
            <p:cNvSpPr/>
            <p:nvPr/>
          </p:nvSpPr>
          <p:spPr>
            <a:xfrm>
              <a:off x="3906037" y="3871644"/>
              <a:ext cx="167126" cy="43522"/>
            </a:xfrm>
            <a:custGeom>
              <a:avLst/>
              <a:gdLst/>
              <a:ahLst/>
              <a:cxnLst/>
              <a:rect l="l" t="t" r="r" b="b"/>
              <a:pathLst>
                <a:path w="9481" h="2469" extrusionOk="0">
                  <a:moveTo>
                    <a:pt x="8802" y="1"/>
                  </a:moveTo>
                  <a:lnTo>
                    <a:pt x="8802" y="1"/>
                  </a:lnTo>
                  <a:lnTo>
                    <a:pt x="1385" y="1"/>
                  </a:lnTo>
                  <a:lnTo>
                    <a:pt x="1385" y="1"/>
                  </a:lnTo>
                  <a:lnTo>
                    <a:pt x="1241" y="1"/>
                  </a:lnTo>
                  <a:lnTo>
                    <a:pt x="1097" y="14"/>
                  </a:lnTo>
                  <a:lnTo>
                    <a:pt x="967" y="40"/>
                  </a:lnTo>
                  <a:lnTo>
                    <a:pt x="849" y="66"/>
                  </a:lnTo>
                  <a:lnTo>
                    <a:pt x="745" y="92"/>
                  </a:lnTo>
                  <a:lnTo>
                    <a:pt x="666" y="131"/>
                  </a:lnTo>
                  <a:lnTo>
                    <a:pt x="614" y="184"/>
                  </a:lnTo>
                  <a:lnTo>
                    <a:pt x="575" y="223"/>
                  </a:lnTo>
                  <a:lnTo>
                    <a:pt x="575" y="223"/>
                  </a:lnTo>
                  <a:lnTo>
                    <a:pt x="0" y="2234"/>
                  </a:lnTo>
                  <a:lnTo>
                    <a:pt x="0" y="2234"/>
                  </a:lnTo>
                  <a:lnTo>
                    <a:pt x="0" y="2260"/>
                  </a:lnTo>
                  <a:lnTo>
                    <a:pt x="0" y="2286"/>
                  </a:lnTo>
                  <a:lnTo>
                    <a:pt x="27" y="2325"/>
                  </a:lnTo>
                  <a:lnTo>
                    <a:pt x="92" y="2364"/>
                  </a:lnTo>
                  <a:lnTo>
                    <a:pt x="170" y="2404"/>
                  </a:lnTo>
                  <a:lnTo>
                    <a:pt x="275" y="2430"/>
                  </a:lnTo>
                  <a:lnTo>
                    <a:pt x="392" y="2456"/>
                  </a:lnTo>
                  <a:lnTo>
                    <a:pt x="536" y="2469"/>
                  </a:lnTo>
                  <a:lnTo>
                    <a:pt x="679" y="2469"/>
                  </a:lnTo>
                  <a:lnTo>
                    <a:pt x="679" y="2469"/>
                  </a:lnTo>
                  <a:lnTo>
                    <a:pt x="8253" y="2469"/>
                  </a:lnTo>
                  <a:lnTo>
                    <a:pt x="8253" y="2469"/>
                  </a:lnTo>
                  <a:lnTo>
                    <a:pt x="8410" y="2469"/>
                  </a:lnTo>
                  <a:lnTo>
                    <a:pt x="8553" y="2456"/>
                  </a:lnTo>
                  <a:lnTo>
                    <a:pt x="8684" y="2430"/>
                  </a:lnTo>
                  <a:lnTo>
                    <a:pt x="8788" y="2404"/>
                  </a:lnTo>
                  <a:lnTo>
                    <a:pt x="8893" y="2364"/>
                  </a:lnTo>
                  <a:lnTo>
                    <a:pt x="8971" y="2325"/>
                  </a:lnTo>
                  <a:lnTo>
                    <a:pt x="9024" y="2286"/>
                  </a:lnTo>
                  <a:lnTo>
                    <a:pt x="9050" y="2234"/>
                  </a:lnTo>
                  <a:lnTo>
                    <a:pt x="9050" y="2234"/>
                  </a:lnTo>
                  <a:lnTo>
                    <a:pt x="9481" y="223"/>
                  </a:lnTo>
                  <a:lnTo>
                    <a:pt x="9481" y="223"/>
                  </a:lnTo>
                  <a:lnTo>
                    <a:pt x="9467" y="184"/>
                  </a:lnTo>
                  <a:lnTo>
                    <a:pt x="9441" y="131"/>
                  </a:lnTo>
                  <a:lnTo>
                    <a:pt x="9376" y="92"/>
                  </a:lnTo>
                  <a:lnTo>
                    <a:pt x="9298" y="66"/>
                  </a:lnTo>
                  <a:lnTo>
                    <a:pt x="9193" y="40"/>
                  </a:lnTo>
                  <a:lnTo>
                    <a:pt x="9076" y="14"/>
                  </a:lnTo>
                  <a:lnTo>
                    <a:pt x="8945" y="1"/>
                  </a:lnTo>
                  <a:lnTo>
                    <a:pt x="8802" y="1"/>
                  </a:lnTo>
                  <a:lnTo>
                    <a:pt x="8802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036;p41">
              <a:extLst>
                <a:ext uri="{FF2B5EF4-FFF2-40B4-BE49-F238E27FC236}">
                  <a16:creationId xmlns:a16="http://schemas.microsoft.com/office/drawing/2014/main" id="{DBD57890-95A9-1667-B3C6-BA28EB524E02}"/>
                </a:ext>
              </a:extLst>
            </p:cNvPr>
            <p:cNvSpPr/>
            <p:nvPr/>
          </p:nvSpPr>
          <p:spPr>
            <a:xfrm>
              <a:off x="4116192" y="3871644"/>
              <a:ext cx="163442" cy="43522"/>
            </a:xfrm>
            <a:custGeom>
              <a:avLst/>
              <a:gdLst/>
              <a:ahLst/>
              <a:cxnLst/>
              <a:rect l="l" t="t" r="r" b="b"/>
              <a:pathLst>
                <a:path w="9272" h="2469" extrusionOk="0">
                  <a:moveTo>
                    <a:pt x="8567" y="1"/>
                  </a:moveTo>
                  <a:lnTo>
                    <a:pt x="8567" y="1"/>
                  </a:lnTo>
                  <a:lnTo>
                    <a:pt x="1150" y="1"/>
                  </a:lnTo>
                  <a:lnTo>
                    <a:pt x="1150" y="1"/>
                  </a:lnTo>
                  <a:lnTo>
                    <a:pt x="1006" y="1"/>
                  </a:lnTo>
                  <a:lnTo>
                    <a:pt x="875" y="14"/>
                  </a:lnTo>
                  <a:lnTo>
                    <a:pt x="745" y="40"/>
                  </a:lnTo>
                  <a:lnTo>
                    <a:pt x="627" y="66"/>
                  </a:lnTo>
                  <a:lnTo>
                    <a:pt x="536" y="92"/>
                  </a:lnTo>
                  <a:lnTo>
                    <a:pt x="457" y="131"/>
                  </a:lnTo>
                  <a:lnTo>
                    <a:pt x="405" y="184"/>
                  </a:lnTo>
                  <a:lnTo>
                    <a:pt x="392" y="223"/>
                  </a:lnTo>
                  <a:lnTo>
                    <a:pt x="392" y="223"/>
                  </a:lnTo>
                  <a:lnTo>
                    <a:pt x="0" y="2234"/>
                  </a:lnTo>
                  <a:lnTo>
                    <a:pt x="0" y="2234"/>
                  </a:lnTo>
                  <a:lnTo>
                    <a:pt x="13" y="2286"/>
                  </a:lnTo>
                  <a:lnTo>
                    <a:pt x="40" y="2325"/>
                  </a:lnTo>
                  <a:lnTo>
                    <a:pt x="105" y="2364"/>
                  </a:lnTo>
                  <a:lnTo>
                    <a:pt x="183" y="2404"/>
                  </a:lnTo>
                  <a:lnTo>
                    <a:pt x="288" y="2430"/>
                  </a:lnTo>
                  <a:lnTo>
                    <a:pt x="418" y="2456"/>
                  </a:lnTo>
                  <a:lnTo>
                    <a:pt x="549" y="2469"/>
                  </a:lnTo>
                  <a:lnTo>
                    <a:pt x="692" y="2469"/>
                  </a:lnTo>
                  <a:lnTo>
                    <a:pt x="692" y="2469"/>
                  </a:lnTo>
                  <a:lnTo>
                    <a:pt x="8266" y="2469"/>
                  </a:lnTo>
                  <a:lnTo>
                    <a:pt x="8266" y="2469"/>
                  </a:lnTo>
                  <a:lnTo>
                    <a:pt x="8423" y="2469"/>
                  </a:lnTo>
                  <a:lnTo>
                    <a:pt x="8567" y="2456"/>
                  </a:lnTo>
                  <a:lnTo>
                    <a:pt x="8697" y="2430"/>
                  </a:lnTo>
                  <a:lnTo>
                    <a:pt x="8802" y="2404"/>
                  </a:lnTo>
                  <a:lnTo>
                    <a:pt x="8893" y="2364"/>
                  </a:lnTo>
                  <a:lnTo>
                    <a:pt x="8971" y="2325"/>
                  </a:lnTo>
                  <a:lnTo>
                    <a:pt x="9010" y="2286"/>
                  </a:lnTo>
                  <a:lnTo>
                    <a:pt x="9037" y="2234"/>
                  </a:lnTo>
                  <a:lnTo>
                    <a:pt x="9037" y="2234"/>
                  </a:lnTo>
                  <a:lnTo>
                    <a:pt x="9272" y="223"/>
                  </a:lnTo>
                  <a:lnTo>
                    <a:pt x="9272" y="223"/>
                  </a:lnTo>
                  <a:lnTo>
                    <a:pt x="9259" y="184"/>
                  </a:lnTo>
                  <a:lnTo>
                    <a:pt x="9219" y="131"/>
                  </a:lnTo>
                  <a:lnTo>
                    <a:pt x="9167" y="92"/>
                  </a:lnTo>
                  <a:lnTo>
                    <a:pt x="9076" y="66"/>
                  </a:lnTo>
                  <a:lnTo>
                    <a:pt x="8971" y="40"/>
                  </a:lnTo>
                  <a:lnTo>
                    <a:pt x="8854" y="14"/>
                  </a:lnTo>
                  <a:lnTo>
                    <a:pt x="8723" y="1"/>
                  </a:lnTo>
                  <a:lnTo>
                    <a:pt x="8567" y="1"/>
                  </a:lnTo>
                  <a:lnTo>
                    <a:pt x="8567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037;p41">
              <a:extLst>
                <a:ext uri="{FF2B5EF4-FFF2-40B4-BE49-F238E27FC236}">
                  <a16:creationId xmlns:a16="http://schemas.microsoft.com/office/drawing/2014/main" id="{0AB7ED5B-BCB1-4BE6-3C18-3170E4A0A345}"/>
                </a:ext>
              </a:extLst>
            </p:cNvPr>
            <p:cNvSpPr/>
            <p:nvPr/>
          </p:nvSpPr>
          <p:spPr>
            <a:xfrm>
              <a:off x="4326118" y="3871644"/>
              <a:ext cx="160216" cy="43522"/>
            </a:xfrm>
            <a:custGeom>
              <a:avLst/>
              <a:gdLst/>
              <a:ahLst/>
              <a:cxnLst/>
              <a:rect l="l" t="t" r="r" b="b"/>
              <a:pathLst>
                <a:path w="9089" h="2469" extrusionOk="0">
                  <a:moveTo>
                    <a:pt x="8345" y="1"/>
                  </a:moveTo>
                  <a:lnTo>
                    <a:pt x="8345" y="1"/>
                  </a:lnTo>
                  <a:lnTo>
                    <a:pt x="928" y="1"/>
                  </a:lnTo>
                  <a:lnTo>
                    <a:pt x="928" y="1"/>
                  </a:lnTo>
                  <a:lnTo>
                    <a:pt x="784" y="1"/>
                  </a:lnTo>
                  <a:lnTo>
                    <a:pt x="653" y="14"/>
                  </a:lnTo>
                  <a:lnTo>
                    <a:pt x="523" y="40"/>
                  </a:lnTo>
                  <a:lnTo>
                    <a:pt x="418" y="66"/>
                  </a:lnTo>
                  <a:lnTo>
                    <a:pt x="327" y="92"/>
                  </a:lnTo>
                  <a:lnTo>
                    <a:pt x="248" y="131"/>
                  </a:lnTo>
                  <a:lnTo>
                    <a:pt x="209" y="184"/>
                  </a:lnTo>
                  <a:lnTo>
                    <a:pt x="183" y="223"/>
                  </a:lnTo>
                  <a:lnTo>
                    <a:pt x="183" y="223"/>
                  </a:lnTo>
                  <a:lnTo>
                    <a:pt x="0" y="2234"/>
                  </a:lnTo>
                  <a:lnTo>
                    <a:pt x="0" y="2234"/>
                  </a:lnTo>
                  <a:lnTo>
                    <a:pt x="13" y="2286"/>
                  </a:lnTo>
                  <a:lnTo>
                    <a:pt x="53" y="2325"/>
                  </a:lnTo>
                  <a:lnTo>
                    <a:pt x="118" y="2364"/>
                  </a:lnTo>
                  <a:lnTo>
                    <a:pt x="209" y="2404"/>
                  </a:lnTo>
                  <a:lnTo>
                    <a:pt x="314" y="2430"/>
                  </a:lnTo>
                  <a:lnTo>
                    <a:pt x="431" y="2456"/>
                  </a:lnTo>
                  <a:lnTo>
                    <a:pt x="575" y="2469"/>
                  </a:lnTo>
                  <a:lnTo>
                    <a:pt x="719" y="2469"/>
                  </a:lnTo>
                  <a:lnTo>
                    <a:pt x="719" y="2469"/>
                  </a:lnTo>
                  <a:lnTo>
                    <a:pt x="8292" y="2469"/>
                  </a:lnTo>
                  <a:lnTo>
                    <a:pt x="8292" y="2469"/>
                  </a:lnTo>
                  <a:lnTo>
                    <a:pt x="8449" y="2469"/>
                  </a:lnTo>
                  <a:lnTo>
                    <a:pt x="8593" y="2456"/>
                  </a:lnTo>
                  <a:lnTo>
                    <a:pt x="8723" y="2430"/>
                  </a:lnTo>
                  <a:lnTo>
                    <a:pt x="8828" y="2404"/>
                  </a:lnTo>
                  <a:lnTo>
                    <a:pt x="8919" y="2364"/>
                  </a:lnTo>
                  <a:lnTo>
                    <a:pt x="8997" y="2325"/>
                  </a:lnTo>
                  <a:lnTo>
                    <a:pt x="9037" y="2286"/>
                  </a:lnTo>
                  <a:lnTo>
                    <a:pt x="9050" y="2234"/>
                  </a:lnTo>
                  <a:lnTo>
                    <a:pt x="9050" y="2234"/>
                  </a:lnTo>
                  <a:lnTo>
                    <a:pt x="9089" y="223"/>
                  </a:lnTo>
                  <a:lnTo>
                    <a:pt x="9089" y="223"/>
                  </a:lnTo>
                  <a:lnTo>
                    <a:pt x="9076" y="184"/>
                  </a:lnTo>
                  <a:lnTo>
                    <a:pt x="9024" y="131"/>
                  </a:lnTo>
                  <a:lnTo>
                    <a:pt x="8958" y="92"/>
                  </a:lnTo>
                  <a:lnTo>
                    <a:pt x="8867" y="66"/>
                  </a:lnTo>
                  <a:lnTo>
                    <a:pt x="8762" y="40"/>
                  </a:lnTo>
                  <a:lnTo>
                    <a:pt x="8632" y="14"/>
                  </a:lnTo>
                  <a:lnTo>
                    <a:pt x="8501" y="1"/>
                  </a:lnTo>
                  <a:lnTo>
                    <a:pt x="8345" y="1"/>
                  </a:lnTo>
                  <a:lnTo>
                    <a:pt x="8345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038;p41">
              <a:extLst>
                <a:ext uri="{FF2B5EF4-FFF2-40B4-BE49-F238E27FC236}">
                  <a16:creationId xmlns:a16="http://schemas.microsoft.com/office/drawing/2014/main" id="{702D0F91-75E5-03F6-72B2-3E416F4077FF}"/>
                </a:ext>
              </a:extLst>
            </p:cNvPr>
            <p:cNvSpPr/>
            <p:nvPr/>
          </p:nvSpPr>
          <p:spPr>
            <a:xfrm>
              <a:off x="4535815" y="3871644"/>
              <a:ext cx="159758" cy="43522"/>
            </a:xfrm>
            <a:custGeom>
              <a:avLst/>
              <a:gdLst/>
              <a:ahLst/>
              <a:cxnLst/>
              <a:rect l="l" t="t" r="r" b="b"/>
              <a:pathLst>
                <a:path w="9063" h="2469" extrusionOk="0">
                  <a:moveTo>
                    <a:pt x="8162" y="1"/>
                  </a:moveTo>
                  <a:lnTo>
                    <a:pt x="8162" y="1"/>
                  </a:lnTo>
                  <a:lnTo>
                    <a:pt x="732" y="1"/>
                  </a:lnTo>
                  <a:lnTo>
                    <a:pt x="732" y="1"/>
                  </a:lnTo>
                  <a:lnTo>
                    <a:pt x="588" y="1"/>
                  </a:lnTo>
                  <a:lnTo>
                    <a:pt x="444" y="14"/>
                  </a:lnTo>
                  <a:lnTo>
                    <a:pt x="327" y="40"/>
                  </a:lnTo>
                  <a:lnTo>
                    <a:pt x="209" y="66"/>
                  </a:lnTo>
                  <a:lnTo>
                    <a:pt x="131" y="92"/>
                  </a:lnTo>
                  <a:lnTo>
                    <a:pt x="53" y="131"/>
                  </a:lnTo>
                  <a:lnTo>
                    <a:pt x="13" y="184"/>
                  </a:lnTo>
                  <a:lnTo>
                    <a:pt x="0" y="223"/>
                  </a:lnTo>
                  <a:lnTo>
                    <a:pt x="0" y="223"/>
                  </a:lnTo>
                  <a:lnTo>
                    <a:pt x="13" y="2234"/>
                  </a:lnTo>
                  <a:lnTo>
                    <a:pt x="13" y="2234"/>
                  </a:lnTo>
                  <a:lnTo>
                    <a:pt x="39" y="2286"/>
                  </a:lnTo>
                  <a:lnTo>
                    <a:pt x="79" y="2325"/>
                  </a:lnTo>
                  <a:lnTo>
                    <a:pt x="144" y="2364"/>
                  </a:lnTo>
                  <a:lnTo>
                    <a:pt x="235" y="2404"/>
                  </a:lnTo>
                  <a:lnTo>
                    <a:pt x="353" y="2430"/>
                  </a:lnTo>
                  <a:lnTo>
                    <a:pt x="483" y="2456"/>
                  </a:lnTo>
                  <a:lnTo>
                    <a:pt x="627" y="2469"/>
                  </a:lnTo>
                  <a:lnTo>
                    <a:pt x="771" y="2469"/>
                  </a:lnTo>
                  <a:lnTo>
                    <a:pt x="771" y="2469"/>
                  </a:lnTo>
                  <a:lnTo>
                    <a:pt x="8344" y="2469"/>
                  </a:lnTo>
                  <a:lnTo>
                    <a:pt x="8344" y="2469"/>
                  </a:lnTo>
                  <a:lnTo>
                    <a:pt x="8501" y="2469"/>
                  </a:lnTo>
                  <a:lnTo>
                    <a:pt x="8632" y="2456"/>
                  </a:lnTo>
                  <a:lnTo>
                    <a:pt x="8762" y="2430"/>
                  </a:lnTo>
                  <a:lnTo>
                    <a:pt x="8867" y="2404"/>
                  </a:lnTo>
                  <a:lnTo>
                    <a:pt x="8958" y="2364"/>
                  </a:lnTo>
                  <a:lnTo>
                    <a:pt x="9023" y="2325"/>
                  </a:lnTo>
                  <a:lnTo>
                    <a:pt x="9063" y="2286"/>
                  </a:lnTo>
                  <a:lnTo>
                    <a:pt x="9063" y="2234"/>
                  </a:lnTo>
                  <a:lnTo>
                    <a:pt x="9063" y="2234"/>
                  </a:lnTo>
                  <a:lnTo>
                    <a:pt x="8893" y="236"/>
                  </a:lnTo>
                  <a:lnTo>
                    <a:pt x="8893" y="236"/>
                  </a:lnTo>
                  <a:lnTo>
                    <a:pt x="8880" y="184"/>
                  </a:lnTo>
                  <a:lnTo>
                    <a:pt x="8828" y="131"/>
                  </a:lnTo>
                  <a:lnTo>
                    <a:pt x="8762" y="92"/>
                  </a:lnTo>
                  <a:lnTo>
                    <a:pt x="8671" y="66"/>
                  </a:lnTo>
                  <a:lnTo>
                    <a:pt x="8566" y="40"/>
                  </a:lnTo>
                  <a:lnTo>
                    <a:pt x="8436" y="14"/>
                  </a:lnTo>
                  <a:lnTo>
                    <a:pt x="8305" y="1"/>
                  </a:lnTo>
                  <a:lnTo>
                    <a:pt x="8162" y="1"/>
                  </a:lnTo>
                  <a:lnTo>
                    <a:pt x="8162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039;p41">
              <a:extLst>
                <a:ext uri="{FF2B5EF4-FFF2-40B4-BE49-F238E27FC236}">
                  <a16:creationId xmlns:a16="http://schemas.microsoft.com/office/drawing/2014/main" id="{CD2F31A7-9B59-C453-A16C-6A981C291869}"/>
                </a:ext>
              </a:extLst>
            </p:cNvPr>
            <p:cNvSpPr/>
            <p:nvPr/>
          </p:nvSpPr>
          <p:spPr>
            <a:xfrm>
              <a:off x="4742515" y="3871644"/>
              <a:ext cx="163213" cy="43522"/>
            </a:xfrm>
            <a:custGeom>
              <a:avLst/>
              <a:gdLst/>
              <a:ahLst/>
              <a:cxnLst/>
              <a:rect l="l" t="t" r="r" b="b"/>
              <a:pathLst>
                <a:path w="9259" h="2469" extrusionOk="0">
                  <a:moveTo>
                    <a:pt x="8123" y="1"/>
                  </a:moveTo>
                  <a:lnTo>
                    <a:pt x="8123" y="1"/>
                  </a:lnTo>
                  <a:lnTo>
                    <a:pt x="693" y="1"/>
                  </a:lnTo>
                  <a:lnTo>
                    <a:pt x="693" y="1"/>
                  </a:lnTo>
                  <a:lnTo>
                    <a:pt x="549" y="1"/>
                  </a:lnTo>
                  <a:lnTo>
                    <a:pt x="418" y="14"/>
                  </a:lnTo>
                  <a:lnTo>
                    <a:pt x="288" y="40"/>
                  </a:lnTo>
                  <a:lnTo>
                    <a:pt x="196" y="66"/>
                  </a:lnTo>
                  <a:lnTo>
                    <a:pt x="105" y="92"/>
                  </a:lnTo>
                  <a:lnTo>
                    <a:pt x="40" y="131"/>
                  </a:lnTo>
                  <a:lnTo>
                    <a:pt x="14" y="184"/>
                  </a:lnTo>
                  <a:lnTo>
                    <a:pt x="0" y="236"/>
                  </a:lnTo>
                  <a:lnTo>
                    <a:pt x="0" y="236"/>
                  </a:lnTo>
                  <a:lnTo>
                    <a:pt x="222" y="2234"/>
                  </a:lnTo>
                  <a:lnTo>
                    <a:pt x="222" y="2234"/>
                  </a:lnTo>
                  <a:lnTo>
                    <a:pt x="236" y="2286"/>
                  </a:lnTo>
                  <a:lnTo>
                    <a:pt x="288" y="2325"/>
                  </a:lnTo>
                  <a:lnTo>
                    <a:pt x="353" y="2364"/>
                  </a:lnTo>
                  <a:lnTo>
                    <a:pt x="444" y="2404"/>
                  </a:lnTo>
                  <a:lnTo>
                    <a:pt x="562" y="2430"/>
                  </a:lnTo>
                  <a:lnTo>
                    <a:pt x="693" y="2456"/>
                  </a:lnTo>
                  <a:lnTo>
                    <a:pt x="836" y="2469"/>
                  </a:lnTo>
                  <a:lnTo>
                    <a:pt x="980" y="2469"/>
                  </a:lnTo>
                  <a:lnTo>
                    <a:pt x="980" y="2469"/>
                  </a:lnTo>
                  <a:lnTo>
                    <a:pt x="8554" y="2469"/>
                  </a:lnTo>
                  <a:lnTo>
                    <a:pt x="8554" y="2469"/>
                  </a:lnTo>
                  <a:lnTo>
                    <a:pt x="8710" y="2469"/>
                  </a:lnTo>
                  <a:lnTo>
                    <a:pt x="8841" y="2456"/>
                  </a:lnTo>
                  <a:lnTo>
                    <a:pt x="8958" y="2430"/>
                  </a:lnTo>
                  <a:lnTo>
                    <a:pt x="9063" y="2404"/>
                  </a:lnTo>
                  <a:lnTo>
                    <a:pt x="9154" y="2364"/>
                  </a:lnTo>
                  <a:lnTo>
                    <a:pt x="9206" y="2325"/>
                  </a:lnTo>
                  <a:lnTo>
                    <a:pt x="9246" y="2286"/>
                  </a:lnTo>
                  <a:lnTo>
                    <a:pt x="9259" y="2234"/>
                  </a:lnTo>
                  <a:lnTo>
                    <a:pt x="9259" y="2234"/>
                  </a:lnTo>
                  <a:lnTo>
                    <a:pt x="8880" y="236"/>
                  </a:lnTo>
                  <a:lnTo>
                    <a:pt x="8880" y="236"/>
                  </a:lnTo>
                  <a:lnTo>
                    <a:pt x="8854" y="184"/>
                  </a:lnTo>
                  <a:lnTo>
                    <a:pt x="8802" y="145"/>
                  </a:lnTo>
                  <a:lnTo>
                    <a:pt x="8736" y="105"/>
                  </a:lnTo>
                  <a:lnTo>
                    <a:pt x="8632" y="66"/>
                  </a:lnTo>
                  <a:lnTo>
                    <a:pt x="8527" y="40"/>
                  </a:lnTo>
                  <a:lnTo>
                    <a:pt x="8397" y="14"/>
                  </a:lnTo>
                  <a:lnTo>
                    <a:pt x="8266" y="1"/>
                  </a:lnTo>
                  <a:lnTo>
                    <a:pt x="8123" y="1"/>
                  </a:lnTo>
                  <a:lnTo>
                    <a:pt x="8123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040;p41">
              <a:extLst>
                <a:ext uri="{FF2B5EF4-FFF2-40B4-BE49-F238E27FC236}">
                  <a16:creationId xmlns:a16="http://schemas.microsoft.com/office/drawing/2014/main" id="{8C559C09-EF9F-342A-F718-6CFBA5659170}"/>
                </a:ext>
              </a:extLst>
            </p:cNvPr>
            <p:cNvSpPr/>
            <p:nvPr/>
          </p:nvSpPr>
          <p:spPr>
            <a:xfrm>
              <a:off x="4948986" y="3871644"/>
              <a:ext cx="166897" cy="43522"/>
            </a:xfrm>
            <a:custGeom>
              <a:avLst/>
              <a:gdLst/>
              <a:ahLst/>
              <a:cxnLst/>
              <a:rect l="l" t="t" r="r" b="b"/>
              <a:pathLst>
                <a:path w="9468" h="2469" extrusionOk="0">
                  <a:moveTo>
                    <a:pt x="8097" y="1"/>
                  </a:moveTo>
                  <a:lnTo>
                    <a:pt x="8097" y="1"/>
                  </a:lnTo>
                  <a:lnTo>
                    <a:pt x="667" y="1"/>
                  </a:lnTo>
                  <a:lnTo>
                    <a:pt x="667" y="1"/>
                  </a:lnTo>
                  <a:lnTo>
                    <a:pt x="523" y="1"/>
                  </a:lnTo>
                  <a:lnTo>
                    <a:pt x="392" y="14"/>
                  </a:lnTo>
                  <a:lnTo>
                    <a:pt x="275" y="40"/>
                  </a:lnTo>
                  <a:lnTo>
                    <a:pt x="170" y="66"/>
                  </a:lnTo>
                  <a:lnTo>
                    <a:pt x="92" y="105"/>
                  </a:lnTo>
                  <a:lnTo>
                    <a:pt x="40" y="145"/>
                  </a:lnTo>
                  <a:lnTo>
                    <a:pt x="1" y="184"/>
                  </a:lnTo>
                  <a:lnTo>
                    <a:pt x="1" y="236"/>
                  </a:lnTo>
                  <a:lnTo>
                    <a:pt x="1" y="236"/>
                  </a:lnTo>
                  <a:lnTo>
                    <a:pt x="418" y="2234"/>
                  </a:lnTo>
                  <a:lnTo>
                    <a:pt x="418" y="2234"/>
                  </a:lnTo>
                  <a:lnTo>
                    <a:pt x="445" y="2286"/>
                  </a:lnTo>
                  <a:lnTo>
                    <a:pt x="497" y="2325"/>
                  </a:lnTo>
                  <a:lnTo>
                    <a:pt x="575" y="2364"/>
                  </a:lnTo>
                  <a:lnTo>
                    <a:pt x="667" y="2404"/>
                  </a:lnTo>
                  <a:lnTo>
                    <a:pt x="784" y="2430"/>
                  </a:lnTo>
                  <a:lnTo>
                    <a:pt x="915" y="2456"/>
                  </a:lnTo>
                  <a:lnTo>
                    <a:pt x="1058" y="2469"/>
                  </a:lnTo>
                  <a:lnTo>
                    <a:pt x="1202" y="2469"/>
                  </a:lnTo>
                  <a:lnTo>
                    <a:pt x="1202" y="2469"/>
                  </a:lnTo>
                  <a:lnTo>
                    <a:pt x="8776" y="2469"/>
                  </a:lnTo>
                  <a:lnTo>
                    <a:pt x="8776" y="2469"/>
                  </a:lnTo>
                  <a:lnTo>
                    <a:pt x="8932" y="2469"/>
                  </a:lnTo>
                  <a:lnTo>
                    <a:pt x="9063" y="2456"/>
                  </a:lnTo>
                  <a:lnTo>
                    <a:pt x="9193" y="2430"/>
                  </a:lnTo>
                  <a:lnTo>
                    <a:pt x="9298" y="2404"/>
                  </a:lnTo>
                  <a:lnTo>
                    <a:pt x="9376" y="2364"/>
                  </a:lnTo>
                  <a:lnTo>
                    <a:pt x="9428" y="2325"/>
                  </a:lnTo>
                  <a:lnTo>
                    <a:pt x="9468" y="2286"/>
                  </a:lnTo>
                  <a:lnTo>
                    <a:pt x="9468" y="2234"/>
                  </a:lnTo>
                  <a:lnTo>
                    <a:pt x="9468" y="2234"/>
                  </a:lnTo>
                  <a:lnTo>
                    <a:pt x="8893" y="236"/>
                  </a:lnTo>
                  <a:lnTo>
                    <a:pt x="8893" y="236"/>
                  </a:lnTo>
                  <a:lnTo>
                    <a:pt x="8867" y="184"/>
                  </a:lnTo>
                  <a:lnTo>
                    <a:pt x="8815" y="145"/>
                  </a:lnTo>
                  <a:lnTo>
                    <a:pt x="8736" y="105"/>
                  </a:lnTo>
                  <a:lnTo>
                    <a:pt x="8632" y="66"/>
                  </a:lnTo>
                  <a:lnTo>
                    <a:pt x="8514" y="40"/>
                  </a:lnTo>
                  <a:lnTo>
                    <a:pt x="8384" y="14"/>
                  </a:lnTo>
                  <a:lnTo>
                    <a:pt x="8240" y="1"/>
                  </a:lnTo>
                  <a:lnTo>
                    <a:pt x="8097" y="1"/>
                  </a:lnTo>
                  <a:lnTo>
                    <a:pt x="8097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041;p41">
              <a:extLst>
                <a:ext uri="{FF2B5EF4-FFF2-40B4-BE49-F238E27FC236}">
                  <a16:creationId xmlns:a16="http://schemas.microsoft.com/office/drawing/2014/main" id="{45E89426-4DFD-9936-3024-91EDA384E4CC}"/>
                </a:ext>
              </a:extLst>
            </p:cNvPr>
            <p:cNvSpPr/>
            <p:nvPr/>
          </p:nvSpPr>
          <p:spPr>
            <a:xfrm>
              <a:off x="5155456" y="3871644"/>
              <a:ext cx="170352" cy="43522"/>
            </a:xfrm>
            <a:custGeom>
              <a:avLst/>
              <a:gdLst/>
              <a:ahLst/>
              <a:cxnLst/>
              <a:rect l="l" t="t" r="r" b="b"/>
              <a:pathLst>
                <a:path w="9664" h="2469" extrusionOk="0">
                  <a:moveTo>
                    <a:pt x="8084" y="1"/>
                  </a:moveTo>
                  <a:lnTo>
                    <a:pt x="8084" y="1"/>
                  </a:lnTo>
                  <a:lnTo>
                    <a:pt x="667" y="1"/>
                  </a:lnTo>
                  <a:lnTo>
                    <a:pt x="667" y="1"/>
                  </a:lnTo>
                  <a:lnTo>
                    <a:pt x="510" y="1"/>
                  </a:lnTo>
                  <a:lnTo>
                    <a:pt x="379" y="14"/>
                  </a:lnTo>
                  <a:lnTo>
                    <a:pt x="262" y="40"/>
                  </a:lnTo>
                  <a:lnTo>
                    <a:pt x="157" y="66"/>
                  </a:lnTo>
                  <a:lnTo>
                    <a:pt x="79" y="105"/>
                  </a:lnTo>
                  <a:lnTo>
                    <a:pt x="27" y="145"/>
                  </a:lnTo>
                  <a:lnTo>
                    <a:pt x="1" y="184"/>
                  </a:lnTo>
                  <a:lnTo>
                    <a:pt x="1" y="236"/>
                  </a:lnTo>
                  <a:lnTo>
                    <a:pt x="1" y="236"/>
                  </a:lnTo>
                  <a:lnTo>
                    <a:pt x="614" y="2234"/>
                  </a:lnTo>
                  <a:lnTo>
                    <a:pt x="614" y="2234"/>
                  </a:lnTo>
                  <a:lnTo>
                    <a:pt x="641" y="2286"/>
                  </a:lnTo>
                  <a:lnTo>
                    <a:pt x="706" y="2325"/>
                  </a:lnTo>
                  <a:lnTo>
                    <a:pt x="784" y="2364"/>
                  </a:lnTo>
                  <a:lnTo>
                    <a:pt x="889" y="2404"/>
                  </a:lnTo>
                  <a:lnTo>
                    <a:pt x="1006" y="2430"/>
                  </a:lnTo>
                  <a:lnTo>
                    <a:pt x="1137" y="2456"/>
                  </a:lnTo>
                  <a:lnTo>
                    <a:pt x="1293" y="2469"/>
                  </a:lnTo>
                  <a:lnTo>
                    <a:pt x="1437" y="2469"/>
                  </a:lnTo>
                  <a:lnTo>
                    <a:pt x="1437" y="2469"/>
                  </a:lnTo>
                  <a:lnTo>
                    <a:pt x="9024" y="2469"/>
                  </a:lnTo>
                  <a:lnTo>
                    <a:pt x="9024" y="2469"/>
                  </a:lnTo>
                  <a:lnTo>
                    <a:pt x="9167" y="2469"/>
                  </a:lnTo>
                  <a:lnTo>
                    <a:pt x="9298" y="2456"/>
                  </a:lnTo>
                  <a:lnTo>
                    <a:pt x="9416" y="2430"/>
                  </a:lnTo>
                  <a:lnTo>
                    <a:pt x="9507" y="2404"/>
                  </a:lnTo>
                  <a:lnTo>
                    <a:pt x="9585" y="2364"/>
                  </a:lnTo>
                  <a:lnTo>
                    <a:pt x="9638" y="2325"/>
                  </a:lnTo>
                  <a:lnTo>
                    <a:pt x="9664" y="2286"/>
                  </a:lnTo>
                  <a:lnTo>
                    <a:pt x="9664" y="2234"/>
                  </a:lnTo>
                  <a:lnTo>
                    <a:pt x="9664" y="2234"/>
                  </a:lnTo>
                  <a:lnTo>
                    <a:pt x="8893" y="236"/>
                  </a:lnTo>
                  <a:lnTo>
                    <a:pt x="8893" y="236"/>
                  </a:lnTo>
                  <a:lnTo>
                    <a:pt x="8854" y="184"/>
                  </a:lnTo>
                  <a:lnTo>
                    <a:pt x="8802" y="145"/>
                  </a:lnTo>
                  <a:lnTo>
                    <a:pt x="8723" y="105"/>
                  </a:lnTo>
                  <a:lnTo>
                    <a:pt x="8619" y="66"/>
                  </a:lnTo>
                  <a:lnTo>
                    <a:pt x="8501" y="40"/>
                  </a:lnTo>
                  <a:lnTo>
                    <a:pt x="8371" y="14"/>
                  </a:lnTo>
                  <a:lnTo>
                    <a:pt x="8227" y="1"/>
                  </a:lnTo>
                  <a:lnTo>
                    <a:pt x="8084" y="1"/>
                  </a:lnTo>
                  <a:lnTo>
                    <a:pt x="8084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042;p41">
              <a:extLst>
                <a:ext uri="{FF2B5EF4-FFF2-40B4-BE49-F238E27FC236}">
                  <a16:creationId xmlns:a16="http://schemas.microsoft.com/office/drawing/2014/main" id="{AAE5A0BE-84AA-DF7F-D94A-0BA3DAC5F8FA}"/>
                </a:ext>
              </a:extLst>
            </p:cNvPr>
            <p:cNvSpPr/>
            <p:nvPr/>
          </p:nvSpPr>
          <p:spPr>
            <a:xfrm>
              <a:off x="5361927" y="3871644"/>
              <a:ext cx="174036" cy="43522"/>
            </a:xfrm>
            <a:custGeom>
              <a:avLst/>
              <a:gdLst/>
              <a:ahLst/>
              <a:cxnLst/>
              <a:rect l="l" t="t" r="r" b="b"/>
              <a:pathLst>
                <a:path w="9873" h="2469" extrusionOk="0">
                  <a:moveTo>
                    <a:pt x="8058" y="1"/>
                  </a:moveTo>
                  <a:lnTo>
                    <a:pt x="8058" y="1"/>
                  </a:lnTo>
                  <a:lnTo>
                    <a:pt x="628" y="1"/>
                  </a:lnTo>
                  <a:lnTo>
                    <a:pt x="628" y="1"/>
                  </a:lnTo>
                  <a:lnTo>
                    <a:pt x="497" y="1"/>
                  </a:lnTo>
                  <a:lnTo>
                    <a:pt x="366" y="14"/>
                  </a:lnTo>
                  <a:lnTo>
                    <a:pt x="249" y="40"/>
                  </a:lnTo>
                  <a:lnTo>
                    <a:pt x="157" y="66"/>
                  </a:lnTo>
                  <a:lnTo>
                    <a:pt x="79" y="105"/>
                  </a:lnTo>
                  <a:lnTo>
                    <a:pt x="27" y="145"/>
                  </a:lnTo>
                  <a:lnTo>
                    <a:pt x="1" y="184"/>
                  </a:lnTo>
                  <a:lnTo>
                    <a:pt x="14" y="236"/>
                  </a:lnTo>
                  <a:lnTo>
                    <a:pt x="14" y="236"/>
                  </a:lnTo>
                  <a:lnTo>
                    <a:pt x="823" y="2234"/>
                  </a:lnTo>
                  <a:lnTo>
                    <a:pt x="823" y="2234"/>
                  </a:lnTo>
                  <a:lnTo>
                    <a:pt x="863" y="2286"/>
                  </a:lnTo>
                  <a:lnTo>
                    <a:pt x="928" y="2325"/>
                  </a:lnTo>
                  <a:lnTo>
                    <a:pt x="1006" y="2364"/>
                  </a:lnTo>
                  <a:lnTo>
                    <a:pt x="1111" y="2404"/>
                  </a:lnTo>
                  <a:lnTo>
                    <a:pt x="1241" y="2430"/>
                  </a:lnTo>
                  <a:lnTo>
                    <a:pt x="1372" y="2456"/>
                  </a:lnTo>
                  <a:lnTo>
                    <a:pt x="1515" y="2469"/>
                  </a:lnTo>
                  <a:lnTo>
                    <a:pt x="1659" y="2469"/>
                  </a:lnTo>
                  <a:lnTo>
                    <a:pt x="1659" y="2469"/>
                  </a:lnTo>
                  <a:lnTo>
                    <a:pt x="9233" y="2469"/>
                  </a:lnTo>
                  <a:lnTo>
                    <a:pt x="9233" y="2469"/>
                  </a:lnTo>
                  <a:lnTo>
                    <a:pt x="9390" y="2469"/>
                  </a:lnTo>
                  <a:lnTo>
                    <a:pt x="9520" y="2456"/>
                  </a:lnTo>
                  <a:lnTo>
                    <a:pt x="9638" y="2430"/>
                  </a:lnTo>
                  <a:lnTo>
                    <a:pt x="9729" y="2404"/>
                  </a:lnTo>
                  <a:lnTo>
                    <a:pt x="9807" y="2364"/>
                  </a:lnTo>
                  <a:lnTo>
                    <a:pt x="9847" y="2325"/>
                  </a:lnTo>
                  <a:lnTo>
                    <a:pt x="9873" y="2286"/>
                  </a:lnTo>
                  <a:lnTo>
                    <a:pt x="9860" y="2234"/>
                  </a:lnTo>
                  <a:lnTo>
                    <a:pt x="9860" y="2234"/>
                  </a:lnTo>
                  <a:lnTo>
                    <a:pt x="8893" y="236"/>
                  </a:lnTo>
                  <a:lnTo>
                    <a:pt x="8893" y="236"/>
                  </a:lnTo>
                  <a:lnTo>
                    <a:pt x="8854" y="184"/>
                  </a:lnTo>
                  <a:lnTo>
                    <a:pt x="8789" y="145"/>
                  </a:lnTo>
                  <a:lnTo>
                    <a:pt x="8710" y="105"/>
                  </a:lnTo>
                  <a:lnTo>
                    <a:pt x="8606" y="66"/>
                  </a:lnTo>
                  <a:lnTo>
                    <a:pt x="8475" y="40"/>
                  </a:lnTo>
                  <a:lnTo>
                    <a:pt x="8345" y="14"/>
                  </a:lnTo>
                  <a:lnTo>
                    <a:pt x="8201" y="1"/>
                  </a:lnTo>
                  <a:lnTo>
                    <a:pt x="8058" y="1"/>
                  </a:lnTo>
                  <a:lnTo>
                    <a:pt x="8058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043;p41">
              <a:extLst>
                <a:ext uri="{FF2B5EF4-FFF2-40B4-BE49-F238E27FC236}">
                  <a16:creationId xmlns:a16="http://schemas.microsoft.com/office/drawing/2014/main" id="{F266BE89-5CC1-C5F9-7B49-CFB2382086C7}"/>
                </a:ext>
              </a:extLst>
            </p:cNvPr>
            <p:cNvSpPr/>
            <p:nvPr/>
          </p:nvSpPr>
          <p:spPr>
            <a:xfrm>
              <a:off x="5568169" y="3871644"/>
              <a:ext cx="178179" cy="43522"/>
            </a:xfrm>
            <a:custGeom>
              <a:avLst/>
              <a:gdLst/>
              <a:ahLst/>
              <a:cxnLst/>
              <a:rect l="l" t="t" r="r" b="b"/>
              <a:pathLst>
                <a:path w="10108" h="2469" extrusionOk="0">
                  <a:moveTo>
                    <a:pt x="8018" y="1"/>
                  </a:moveTo>
                  <a:lnTo>
                    <a:pt x="8018" y="1"/>
                  </a:lnTo>
                  <a:lnTo>
                    <a:pt x="641" y="1"/>
                  </a:lnTo>
                  <a:lnTo>
                    <a:pt x="641" y="1"/>
                  </a:lnTo>
                  <a:lnTo>
                    <a:pt x="497" y="1"/>
                  </a:lnTo>
                  <a:lnTo>
                    <a:pt x="353" y="14"/>
                  </a:lnTo>
                  <a:lnTo>
                    <a:pt x="249" y="40"/>
                  </a:lnTo>
                  <a:lnTo>
                    <a:pt x="144" y="66"/>
                  </a:lnTo>
                  <a:lnTo>
                    <a:pt x="79" y="92"/>
                  </a:lnTo>
                  <a:lnTo>
                    <a:pt x="27" y="131"/>
                  </a:lnTo>
                  <a:lnTo>
                    <a:pt x="1" y="184"/>
                  </a:lnTo>
                  <a:lnTo>
                    <a:pt x="14" y="223"/>
                  </a:lnTo>
                  <a:lnTo>
                    <a:pt x="14" y="223"/>
                  </a:lnTo>
                  <a:lnTo>
                    <a:pt x="1045" y="2234"/>
                  </a:lnTo>
                  <a:lnTo>
                    <a:pt x="1045" y="2234"/>
                  </a:lnTo>
                  <a:lnTo>
                    <a:pt x="1085" y="2286"/>
                  </a:lnTo>
                  <a:lnTo>
                    <a:pt x="1150" y="2325"/>
                  </a:lnTo>
                  <a:lnTo>
                    <a:pt x="1241" y="2364"/>
                  </a:lnTo>
                  <a:lnTo>
                    <a:pt x="1346" y="2404"/>
                  </a:lnTo>
                  <a:lnTo>
                    <a:pt x="1476" y="2430"/>
                  </a:lnTo>
                  <a:lnTo>
                    <a:pt x="1607" y="2456"/>
                  </a:lnTo>
                  <a:lnTo>
                    <a:pt x="1764" y="2469"/>
                  </a:lnTo>
                  <a:lnTo>
                    <a:pt x="1907" y="2469"/>
                  </a:lnTo>
                  <a:lnTo>
                    <a:pt x="1907" y="2469"/>
                  </a:lnTo>
                  <a:lnTo>
                    <a:pt x="9455" y="2469"/>
                  </a:lnTo>
                  <a:lnTo>
                    <a:pt x="9455" y="2469"/>
                  </a:lnTo>
                  <a:lnTo>
                    <a:pt x="9612" y="2469"/>
                  </a:lnTo>
                  <a:lnTo>
                    <a:pt x="9742" y="2456"/>
                  </a:lnTo>
                  <a:lnTo>
                    <a:pt x="9860" y="2430"/>
                  </a:lnTo>
                  <a:lnTo>
                    <a:pt x="9964" y="2404"/>
                  </a:lnTo>
                  <a:lnTo>
                    <a:pt x="10029" y="2364"/>
                  </a:lnTo>
                  <a:lnTo>
                    <a:pt x="10082" y="2325"/>
                  </a:lnTo>
                  <a:lnTo>
                    <a:pt x="10108" y="2286"/>
                  </a:lnTo>
                  <a:lnTo>
                    <a:pt x="10095" y="2260"/>
                  </a:lnTo>
                  <a:lnTo>
                    <a:pt x="10095" y="2234"/>
                  </a:lnTo>
                  <a:lnTo>
                    <a:pt x="10095" y="2234"/>
                  </a:lnTo>
                  <a:lnTo>
                    <a:pt x="8919" y="223"/>
                  </a:lnTo>
                  <a:lnTo>
                    <a:pt x="8919" y="223"/>
                  </a:lnTo>
                  <a:lnTo>
                    <a:pt x="8867" y="184"/>
                  </a:lnTo>
                  <a:lnTo>
                    <a:pt x="8802" y="131"/>
                  </a:lnTo>
                  <a:lnTo>
                    <a:pt x="8711" y="92"/>
                  </a:lnTo>
                  <a:lnTo>
                    <a:pt x="8593" y="66"/>
                  </a:lnTo>
                  <a:lnTo>
                    <a:pt x="8462" y="40"/>
                  </a:lnTo>
                  <a:lnTo>
                    <a:pt x="8319" y="14"/>
                  </a:lnTo>
                  <a:lnTo>
                    <a:pt x="8175" y="1"/>
                  </a:lnTo>
                  <a:lnTo>
                    <a:pt x="8018" y="1"/>
                  </a:lnTo>
                  <a:lnTo>
                    <a:pt x="8018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044;p41">
              <a:extLst>
                <a:ext uri="{FF2B5EF4-FFF2-40B4-BE49-F238E27FC236}">
                  <a16:creationId xmlns:a16="http://schemas.microsoft.com/office/drawing/2014/main" id="{03F537A4-FCCB-DBD0-B646-ED1C741463FC}"/>
                </a:ext>
              </a:extLst>
            </p:cNvPr>
            <p:cNvSpPr/>
            <p:nvPr/>
          </p:nvSpPr>
          <p:spPr>
            <a:xfrm>
              <a:off x="3238272" y="3932423"/>
              <a:ext cx="396390" cy="46501"/>
            </a:xfrm>
            <a:custGeom>
              <a:avLst/>
              <a:gdLst/>
              <a:ahLst/>
              <a:cxnLst/>
              <a:rect l="l" t="t" r="r" b="b"/>
              <a:pathLst>
                <a:path w="22487" h="2638" extrusionOk="0">
                  <a:moveTo>
                    <a:pt x="21847" y="0"/>
                  </a:moveTo>
                  <a:lnTo>
                    <a:pt x="21847" y="0"/>
                  </a:lnTo>
                  <a:lnTo>
                    <a:pt x="9808" y="0"/>
                  </a:lnTo>
                  <a:lnTo>
                    <a:pt x="9808" y="0"/>
                  </a:lnTo>
                  <a:lnTo>
                    <a:pt x="8750" y="0"/>
                  </a:lnTo>
                  <a:lnTo>
                    <a:pt x="8750" y="0"/>
                  </a:lnTo>
                  <a:lnTo>
                    <a:pt x="2169" y="0"/>
                  </a:lnTo>
                  <a:lnTo>
                    <a:pt x="2169" y="0"/>
                  </a:lnTo>
                  <a:lnTo>
                    <a:pt x="2012" y="13"/>
                  </a:lnTo>
                  <a:lnTo>
                    <a:pt x="1868" y="26"/>
                  </a:lnTo>
                  <a:lnTo>
                    <a:pt x="1725" y="52"/>
                  </a:lnTo>
                  <a:lnTo>
                    <a:pt x="1594" y="79"/>
                  </a:lnTo>
                  <a:lnTo>
                    <a:pt x="1476" y="118"/>
                  </a:lnTo>
                  <a:lnTo>
                    <a:pt x="1385" y="157"/>
                  </a:lnTo>
                  <a:lnTo>
                    <a:pt x="1307" y="196"/>
                  </a:lnTo>
                  <a:lnTo>
                    <a:pt x="1268" y="248"/>
                  </a:lnTo>
                  <a:lnTo>
                    <a:pt x="1268" y="248"/>
                  </a:lnTo>
                  <a:lnTo>
                    <a:pt x="14" y="2377"/>
                  </a:lnTo>
                  <a:lnTo>
                    <a:pt x="14" y="2377"/>
                  </a:lnTo>
                  <a:lnTo>
                    <a:pt x="1" y="2429"/>
                  </a:lnTo>
                  <a:lnTo>
                    <a:pt x="14" y="2468"/>
                  </a:lnTo>
                  <a:lnTo>
                    <a:pt x="66" y="2520"/>
                  </a:lnTo>
                  <a:lnTo>
                    <a:pt x="131" y="2560"/>
                  </a:lnTo>
                  <a:lnTo>
                    <a:pt x="236" y="2586"/>
                  </a:lnTo>
                  <a:lnTo>
                    <a:pt x="353" y="2612"/>
                  </a:lnTo>
                  <a:lnTo>
                    <a:pt x="484" y="2625"/>
                  </a:lnTo>
                  <a:lnTo>
                    <a:pt x="641" y="2638"/>
                  </a:lnTo>
                  <a:lnTo>
                    <a:pt x="641" y="2638"/>
                  </a:lnTo>
                  <a:lnTo>
                    <a:pt x="7353" y="2638"/>
                  </a:lnTo>
                  <a:lnTo>
                    <a:pt x="7353" y="2638"/>
                  </a:lnTo>
                  <a:lnTo>
                    <a:pt x="8449" y="2638"/>
                  </a:lnTo>
                  <a:lnTo>
                    <a:pt x="8449" y="2638"/>
                  </a:lnTo>
                  <a:lnTo>
                    <a:pt x="20737" y="2638"/>
                  </a:lnTo>
                  <a:lnTo>
                    <a:pt x="20737" y="2638"/>
                  </a:lnTo>
                  <a:lnTo>
                    <a:pt x="20894" y="2625"/>
                  </a:lnTo>
                  <a:lnTo>
                    <a:pt x="21051" y="2612"/>
                  </a:lnTo>
                  <a:lnTo>
                    <a:pt x="21194" y="2586"/>
                  </a:lnTo>
                  <a:lnTo>
                    <a:pt x="21312" y="2560"/>
                  </a:lnTo>
                  <a:lnTo>
                    <a:pt x="21416" y="2520"/>
                  </a:lnTo>
                  <a:lnTo>
                    <a:pt x="21508" y="2468"/>
                  </a:lnTo>
                  <a:lnTo>
                    <a:pt x="21573" y="2429"/>
                  </a:lnTo>
                  <a:lnTo>
                    <a:pt x="21599" y="2377"/>
                  </a:lnTo>
                  <a:lnTo>
                    <a:pt x="21599" y="2377"/>
                  </a:lnTo>
                  <a:lnTo>
                    <a:pt x="22487" y="248"/>
                  </a:lnTo>
                  <a:lnTo>
                    <a:pt x="22487" y="248"/>
                  </a:lnTo>
                  <a:lnTo>
                    <a:pt x="22487" y="196"/>
                  </a:lnTo>
                  <a:lnTo>
                    <a:pt x="22474" y="157"/>
                  </a:lnTo>
                  <a:lnTo>
                    <a:pt x="22422" y="118"/>
                  </a:lnTo>
                  <a:lnTo>
                    <a:pt x="22343" y="79"/>
                  </a:lnTo>
                  <a:lnTo>
                    <a:pt x="22252" y="52"/>
                  </a:lnTo>
                  <a:lnTo>
                    <a:pt x="22134" y="26"/>
                  </a:lnTo>
                  <a:lnTo>
                    <a:pt x="21991" y="13"/>
                  </a:lnTo>
                  <a:lnTo>
                    <a:pt x="21847" y="0"/>
                  </a:lnTo>
                  <a:lnTo>
                    <a:pt x="21847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045;p41">
              <a:extLst>
                <a:ext uri="{FF2B5EF4-FFF2-40B4-BE49-F238E27FC236}">
                  <a16:creationId xmlns:a16="http://schemas.microsoft.com/office/drawing/2014/main" id="{B3BC78A6-A345-1F2F-A4D2-2E3D15AA836E}"/>
                </a:ext>
              </a:extLst>
            </p:cNvPr>
            <p:cNvSpPr/>
            <p:nvPr/>
          </p:nvSpPr>
          <p:spPr>
            <a:xfrm>
              <a:off x="3671256" y="3932423"/>
              <a:ext cx="176328" cy="46501"/>
            </a:xfrm>
            <a:custGeom>
              <a:avLst/>
              <a:gdLst/>
              <a:ahLst/>
              <a:cxnLst/>
              <a:rect l="l" t="t" r="r" b="b"/>
              <a:pathLst>
                <a:path w="10003" h="2638" extrusionOk="0">
                  <a:moveTo>
                    <a:pt x="9311" y="0"/>
                  </a:moveTo>
                  <a:lnTo>
                    <a:pt x="9311" y="0"/>
                  </a:lnTo>
                  <a:lnTo>
                    <a:pt x="1672" y="0"/>
                  </a:lnTo>
                  <a:lnTo>
                    <a:pt x="1672" y="0"/>
                  </a:lnTo>
                  <a:lnTo>
                    <a:pt x="1528" y="13"/>
                  </a:lnTo>
                  <a:lnTo>
                    <a:pt x="1384" y="26"/>
                  </a:lnTo>
                  <a:lnTo>
                    <a:pt x="1241" y="52"/>
                  </a:lnTo>
                  <a:lnTo>
                    <a:pt x="1123" y="79"/>
                  </a:lnTo>
                  <a:lnTo>
                    <a:pt x="1019" y="118"/>
                  </a:lnTo>
                  <a:lnTo>
                    <a:pt x="927" y="157"/>
                  </a:lnTo>
                  <a:lnTo>
                    <a:pt x="875" y="196"/>
                  </a:lnTo>
                  <a:lnTo>
                    <a:pt x="836" y="248"/>
                  </a:lnTo>
                  <a:lnTo>
                    <a:pt x="836" y="248"/>
                  </a:lnTo>
                  <a:lnTo>
                    <a:pt x="0" y="2377"/>
                  </a:lnTo>
                  <a:lnTo>
                    <a:pt x="0" y="2377"/>
                  </a:lnTo>
                  <a:lnTo>
                    <a:pt x="0" y="2403"/>
                  </a:lnTo>
                  <a:lnTo>
                    <a:pt x="0" y="2429"/>
                  </a:lnTo>
                  <a:lnTo>
                    <a:pt x="26" y="2468"/>
                  </a:lnTo>
                  <a:lnTo>
                    <a:pt x="78" y="2520"/>
                  </a:lnTo>
                  <a:lnTo>
                    <a:pt x="157" y="2560"/>
                  </a:lnTo>
                  <a:lnTo>
                    <a:pt x="261" y="2586"/>
                  </a:lnTo>
                  <a:lnTo>
                    <a:pt x="379" y="2612"/>
                  </a:lnTo>
                  <a:lnTo>
                    <a:pt x="522" y="2625"/>
                  </a:lnTo>
                  <a:lnTo>
                    <a:pt x="666" y="2638"/>
                  </a:lnTo>
                  <a:lnTo>
                    <a:pt x="666" y="2638"/>
                  </a:lnTo>
                  <a:lnTo>
                    <a:pt x="8475" y="2638"/>
                  </a:lnTo>
                  <a:lnTo>
                    <a:pt x="8475" y="2638"/>
                  </a:lnTo>
                  <a:lnTo>
                    <a:pt x="8632" y="2625"/>
                  </a:lnTo>
                  <a:lnTo>
                    <a:pt x="8775" y="2612"/>
                  </a:lnTo>
                  <a:lnTo>
                    <a:pt x="8919" y="2586"/>
                  </a:lnTo>
                  <a:lnTo>
                    <a:pt x="9049" y="2560"/>
                  </a:lnTo>
                  <a:lnTo>
                    <a:pt x="9154" y="2520"/>
                  </a:lnTo>
                  <a:lnTo>
                    <a:pt x="9232" y="2468"/>
                  </a:lnTo>
                  <a:lnTo>
                    <a:pt x="9297" y="2429"/>
                  </a:lnTo>
                  <a:lnTo>
                    <a:pt x="9324" y="2377"/>
                  </a:lnTo>
                  <a:lnTo>
                    <a:pt x="9324" y="2377"/>
                  </a:lnTo>
                  <a:lnTo>
                    <a:pt x="9990" y="248"/>
                  </a:lnTo>
                  <a:lnTo>
                    <a:pt x="9990" y="248"/>
                  </a:lnTo>
                  <a:lnTo>
                    <a:pt x="10003" y="222"/>
                  </a:lnTo>
                  <a:lnTo>
                    <a:pt x="10003" y="196"/>
                  </a:lnTo>
                  <a:lnTo>
                    <a:pt x="9963" y="157"/>
                  </a:lnTo>
                  <a:lnTo>
                    <a:pt x="9911" y="118"/>
                  </a:lnTo>
                  <a:lnTo>
                    <a:pt x="9833" y="79"/>
                  </a:lnTo>
                  <a:lnTo>
                    <a:pt x="9728" y="52"/>
                  </a:lnTo>
                  <a:lnTo>
                    <a:pt x="9598" y="26"/>
                  </a:lnTo>
                  <a:lnTo>
                    <a:pt x="9467" y="13"/>
                  </a:lnTo>
                  <a:lnTo>
                    <a:pt x="9311" y="0"/>
                  </a:lnTo>
                  <a:lnTo>
                    <a:pt x="9311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046;p41">
              <a:extLst>
                <a:ext uri="{FF2B5EF4-FFF2-40B4-BE49-F238E27FC236}">
                  <a16:creationId xmlns:a16="http://schemas.microsoft.com/office/drawing/2014/main" id="{30EAD00C-A553-0F2C-7CB2-67D711B562FF}"/>
                </a:ext>
              </a:extLst>
            </p:cNvPr>
            <p:cNvSpPr/>
            <p:nvPr/>
          </p:nvSpPr>
          <p:spPr>
            <a:xfrm>
              <a:off x="3887616" y="3932423"/>
              <a:ext cx="172432" cy="46501"/>
            </a:xfrm>
            <a:custGeom>
              <a:avLst/>
              <a:gdLst/>
              <a:ahLst/>
              <a:cxnLst/>
              <a:rect l="l" t="t" r="r" b="b"/>
              <a:pathLst>
                <a:path w="9782" h="2638" extrusionOk="0">
                  <a:moveTo>
                    <a:pt x="9089" y="0"/>
                  </a:moveTo>
                  <a:lnTo>
                    <a:pt x="9089" y="0"/>
                  </a:lnTo>
                  <a:lnTo>
                    <a:pt x="1450" y="0"/>
                  </a:lnTo>
                  <a:lnTo>
                    <a:pt x="1450" y="0"/>
                  </a:lnTo>
                  <a:lnTo>
                    <a:pt x="1293" y="13"/>
                  </a:lnTo>
                  <a:lnTo>
                    <a:pt x="1150" y="26"/>
                  </a:lnTo>
                  <a:lnTo>
                    <a:pt x="1006" y="52"/>
                  </a:lnTo>
                  <a:lnTo>
                    <a:pt x="889" y="79"/>
                  </a:lnTo>
                  <a:lnTo>
                    <a:pt x="784" y="118"/>
                  </a:lnTo>
                  <a:lnTo>
                    <a:pt x="706" y="157"/>
                  </a:lnTo>
                  <a:lnTo>
                    <a:pt x="654" y="196"/>
                  </a:lnTo>
                  <a:lnTo>
                    <a:pt x="614" y="248"/>
                  </a:lnTo>
                  <a:lnTo>
                    <a:pt x="614" y="248"/>
                  </a:lnTo>
                  <a:lnTo>
                    <a:pt x="1" y="2377"/>
                  </a:lnTo>
                  <a:lnTo>
                    <a:pt x="1" y="2377"/>
                  </a:lnTo>
                  <a:lnTo>
                    <a:pt x="1" y="2403"/>
                  </a:lnTo>
                  <a:lnTo>
                    <a:pt x="1" y="2429"/>
                  </a:lnTo>
                  <a:lnTo>
                    <a:pt x="27" y="2468"/>
                  </a:lnTo>
                  <a:lnTo>
                    <a:pt x="92" y="2520"/>
                  </a:lnTo>
                  <a:lnTo>
                    <a:pt x="170" y="2560"/>
                  </a:lnTo>
                  <a:lnTo>
                    <a:pt x="275" y="2586"/>
                  </a:lnTo>
                  <a:lnTo>
                    <a:pt x="406" y="2612"/>
                  </a:lnTo>
                  <a:lnTo>
                    <a:pt x="549" y="2625"/>
                  </a:lnTo>
                  <a:lnTo>
                    <a:pt x="706" y="2638"/>
                  </a:lnTo>
                  <a:lnTo>
                    <a:pt x="706" y="2638"/>
                  </a:lnTo>
                  <a:lnTo>
                    <a:pt x="8502" y="2638"/>
                  </a:lnTo>
                  <a:lnTo>
                    <a:pt x="8502" y="2638"/>
                  </a:lnTo>
                  <a:lnTo>
                    <a:pt x="8658" y="2625"/>
                  </a:lnTo>
                  <a:lnTo>
                    <a:pt x="8802" y="2612"/>
                  </a:lnTo>
                  <a:lnTo>
                    <a:pt x="8946" y="2586"/>
                  </a:lnTo>
                  <a:lnTo>
                    <a:pt x="9063" y="2560"/>
                  </a:lnTo>
                  <a:lnTo>
                    <a:pt x="9168" y="2520"/>
                  </a:lnTo>
                  <a:lnTo>
                    <a:pt x="9246" y="2468"/>
                  </a:lnTo>
                  <a:lnTo>
                    <a:pt x="9298" y="2429"/>
                  </a:lnTo>
                  <a:lnTo>
                    <a:pt x="9324" y="2377"/>
                  </a:lnTo>
                  <a:lnTo>
                    <a:pt x="9324" y="2377"/>
                  </a:lnTo>
                  <a:lnTo>
                    <a:pt x="9781" y="248"/>
                  </a:lnTo>
                  <a:lnTo>
                    <a:pt x="9781" y="248"/>
                  </a:lnTo>
                  <a:lnTo>
                    <a:pt x="9768" y="196"/>
                  </a:lnTo>
                  <a:lnTo>
                    <a:pt x="9742" y="157"/>
                  </a:lnTo>
                  <a:lnTo>
                    <a:pt x="9677" y="118"/>
                  </a:lnTo>
                  <a:lnTo>
                    <a:pt x="9598" y="79"/>
                  </a:lnTo>
                  <a:lnTo>
                    <a:pt x="9494" y="52"/>
                  </a:lnTo>
                  <a:lnTo>
                    <a:pt x="9376" y="26"/>
                  </a:lnTo>
                  <a:lnTo>
                    <a:pt x="9233" y="13"/>
                  </a:lnTo>
                  <a:lnTo>
                    <a:pt x="9089" y="0"/>
                  </a:lnTo>
                  <a:lnTo>
                    <a:pt x="9089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047;p41">
              <a:extLst>
                <a:ext uri="{FF2B5EF4-FFF2-40B4-BE49-F238E27FC236}">
                  <a16:creationId xmlns:a16="http://schemas.microsoft.com/office/drawing/2014/main" id="{EB735380-2591-6007-F90B-78DA3F68D999}"/>
                </a:ext>
              </a:extLst>
            </p:cNvPr>
            <p:cNvSpPr/>
            <p:nvPr/>
          </p:nvSpPr>
          <p:spPr>
            <a:xfrm>
              <a:off x="4104223" y="3932423"/>
              <a:ext cx="168272" cy="46501"/>
            </a:xfrm>
            <a:custGeom>
              <a:avLst/>
              <a:gdLst/>
              <a:ahLst/>
              <a:cxnLst/>
              <a:rect l="l" t="t" r="r" b="b"/>
              <a:pathLst>
                <a:path w="9546" h="2638" extrusionOk="0">
                  <a:moveTo>
                    <a:pt x="8828" y="0"/>
                  </a:moveTo>
                  <a:lnTo>
                    <a:pt x="8828" y="0"/>
                  </a:lnTo>
                  <a:lnTo>
                    <a:pt x="1189" y="0"/>
                  </a:lnTo>
                  <a:lnTo>
                    <a:pt x="1189" y="0"/>
                  </a:lnTo>
                  <a:lnTo>
                    <a:pt x="1045" y="13"/>
                  </a:lnTo>
                  <a:lnTo>
                    <a:pt x="901" y="26"/>
                  </a:lnTo>
                  <a:lnTo>
                    <a:pt x="771" y="52"/>
                  </a:lnTo>
                  <a:lnTo>
                    <a:pt x="653" y="79"/>
                  </a:lnTo>
                  <a:lnTo>
                    <a:pt x="562" y="118"/>
                  </a:lnTo>
                  <a:lnTo>
                    <a:pt x="484" y="157"/>
                  </a:lnTo>
                  <a:lnTo>
                    <a:pt x="431" y="196"/>
                  </a:lnTo>
                  <a:lnTo>
                    <a:pt x="405" y="248"/>
                  </a:lnTo>
                  <a:lnTo>
                    <a:pt x="405" y="248"/>
                  </a:lnTo>
                  <a:lnTo>
                    <a:pt x="0" y="2377"/>
                  </a:lnTo>
                  <a:lnTo>
                    <a:pt x="0" y="2377"/>
                  </a:lnTo>
                  <a:lnTo>
                    <a:pt x="0" y="2403"/>
                  </a:lnTo>
                  <a:lnTo>
                    <a:pt x="0" y="2429"/>
                  </a:lnTo>
                  <a:lnTo>
                    <a:pt x="40" y="2468"/>
                  </a:lnTo>
                  <a:lnTo>
                    <a:pt x="105" y="2520"/>
                  </a:lnTo>
                  <a:lnTo>
                    <a:pt x="183" y="2560"/>
                  </a:lnTo>
                  <a:lnTo>
                    <a:pt x="301" y="2586"/>
                  </a:lnTo>
                  <a:lnTo>
                    <a:pt x="418" y="2612"/>
                  </a:lnTo>
                  <a:lnTo>
                    <a:pt x="562" y="2625"/>
                  </a:lnTo>
                  <a:lnTo>
                    <a:pt x="706" y="2638"/>
                  </a:lnTo>
                  <a:lnTo>
                    <a:pt x="706" y="2638"/>
                  </a:lnTo>
                  <a:lnTo>
                    <a:pt x="8514" y="2638"/>
                  </a:lnTo>
                  <a:lnTo>
                    <a:pt x="8514" y="2638"/>
                  </a:lnTo>
                  <a:lnTo>
                    <a:pt x="8671" y="2625"/>
                  </a:lnTo>
                  <a:lnTo>
                    <a:pt x="8815" y="2612"/>
                  </a:lnTo>
                  <a:lnTo>
                    <a:pt x="8945" y="2586"/>
                  </a:lnTo>
                  <a:lnTo>
                    <a:pt x="9063" y="2560"/>
                  </a:lnTo>
                  <a:lnTo>
                    <a:pt x="9167" y="2520"/>
                  </a:lnTo>
                  <a:lnTo>
                    <a:pt x="9232" y="2468"/>
                  </a:lnTo>
                  <a:lnTo>
                    <a:pt x="9285" y="2429"/>
                  </a:lnTo>
                  <a:lnTo>
                    <a:pt x="9298" y="2377"/>
                  </a:lnTo>
                  <a:lnTo>
                    <a:pt x="9298" y="2377"/>
                  </a:lnTo>
                  <a:lnTo>
                    <a:pt x="9546" y="248"/>
                  </a:lnTo>
                  <a:lnTo>
                    <a:pt x="9546" y="248"/>
                  </a:lnTo>
                  <a:lnTo>
                    <a:pt x="9533" y="196"/>
                  </a:lnTo>
                  <a:lnTo>
                    <a:pt x="9507" y="157"/>
                  </a:lnTo>
                  <a:lnTo>
                    <a:pt x="9441" y="118"/>
                  </a:lnTo>
                  <a:lnTo>
                    <a:pt x="9350" y="79"/>
                  </a:lnTo>
                  <a:lnTo>
                    <a:pt x="9246" y="52"/>
                  </a:lnTo>
                  <a:lnTo>
                    <a:pt x="9128" y="26"/>
                  </a:lnTo>
                  <a:lnTo>
                    <a:pt x="8984" y="13"/>
                  </a:lnTo>
                  <a:lnTo>
                    <a:pt x="8828" y="0"/>
                  </a:lnTo>
                  <a:lnTo>
                    <a:pt x="8828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048;p41">
              <a:extLst>
                <a:ext uri="{FF2B5EF4-FFF2-40B4-BE49-F238E27FC236}">
                  <a16:creationId xmlns:a16="http://schemas.microsoft.com/office/drawing/2014/main" id="{7B79FC37-F66D-585E-8D3A-2BE14A09360B}"/>
                </a:ext>
              </a:extLst>
            </p:cNvPr>
            <p:cNvSpPr/>
            <p:nvPr/>
          </p:nvSpPr>
          <p:spPr>
            <a:xfrm>
              <a:off x="4320354" y="3932423"/>
              <a:ext cx="165064" cy="46501"/>
            </a:xfrm>
            <a:custGeom>
              <a:avLst/>
              <a:gdLst/>
              <a:ahLst/>
              <a:cxnLst/>
              <a:rect l="l" t="t" r="r" b="b"/>
              <a:pathLst>
                <a:path w="9364" h="2638" extrusionOk="0">
                  <a:moveTo>
                    <a:pt x="8606" y="0"/>
                  </a:moveTo>
                  <a:lnTo>
                    <a:pt x="8606" y="0"/>
                  </a:lnTo>
                  <a:lnTo>
                    <a:pt x="967" y="0"/>
                  </a:lnTo>
                  <a:lnTo>
                    <a:pt x="967" y="0"/>
                  </a:lnTo>
                  <a:lnTo>
                    <a:pt x="811" y="13"/>
                  </a:lnTo>
                  <a:lnTo>
                    <a:pt x="680" y="26"/>
                  </a:lnTo>
                  <a:lnTo>
                    <a:pt x="549" y="52"/>
                  </a:lnTo>
                  <a:lnTo>
                    <a:pt x="432" y="79"/>
                  </a:lnTo>
                  <a:lnTo>
                    <a:pt x="340" y="118"/>
                  </a:lnTo>
                  <a:lnTo>
                    <a:pt x="262" y="157"/>
                  </a:lnTo>
                  <a:lnTo>
                    <a:pt x="223" y="196"/>
                  </a:lnTo>
                  <a:lnTo>
                    <a:pt x="197" y="248"/>
                  </a:lnTo>
                  <a:lnTo>
                    <a:pt x="197" y="248"/>
                  </a:lnTo>
                  <a:lnTo>
                    <a:pt x="1" y="2377"/>
                  </a:lnTo>
                  <a:lnTo>
                    <a:pt x="1" y="2377"/>
                  </a:lnTo>
                  <a:lnTo>
                    <a:pt x="14" y="2429"/>
                  </a:lnTo>
                  <a:lnTo>
                    <a:pt x="53" y="2468"/>
                  </a:lnTo>
                  <a:lnTo>
                    <a:pt x="118" y="2520"/>
                  </a:lnTo>
                  <a:lnTo>
                    <a:pt x="210" y="2560"/>
                  </a:lnTo>
                  <a:lnTo>
                    <a:pt x="327" y="2586"/>
                  </a:lnTo>
                  <a:lnTo>
                    <a:pt x="445" y="2612"/>
                  </a:lnTo>
                  <a:lnTo>
                    <a:pt x="589" y="2625"/>
                  </a:lnTo>
                  <a:lnTo>
                    <a:pt x="745" y="2638"/>
                  </a:lnTo>
                  <a:lnTo>
                    <a:pt x="745" y="2638"/>
                  </a:lnTo>
                  <a:lnTo>
                    <a:pt x="8554" y="2638"/>
                  </a:lnTo>
                  <a:lnTo>
                    <a:pt x="8554" y="2638"/>
                  </a:lnTo>
                  <a:lnTo>
                    <a:pt x="8711" y="2625"/>
                  </a:lnTo>
                  <a:lnTo>
                    <a:pt x="8854" y="2612"/>
                  </a:lnTo>
                  <a:lnTo>
                    <a:pt x="8985" y="2586"/>
                  </a:lnTo>
                  <a:lnTo>
                    <a:pt x="9102" y="2560"/>
                  </a:lnTo>
                  <a:lnTo>
                    <a:pt x="9194" y="2520"/>
                  </a:lnTo>
                  <a:lnTo>
                    <a:pt x="9272" y="2468"/>
                  </a:lnTo>
                  <a:lnTo>
                    <a:pt x="9311" y="2429"/>
                  </a:lnTo>
                  <a:lnTo>
                    <a:pt x="9324" y="2377"/>
                  </a:lnTo>
                  <a:lnTo>
                    <a:pt x="9324" y="2377"/>
                  </a:lnTo>
                  <a:lnTo>
                    <a:pt x="9364" y="248"/>
                  </a:lnTo>
                  <a:lnTo>
                    <a:pt x="9364" y="248"/>
                  </a:lnTo>
                  <a:lnTo>
                    <a:pt x="9351" y="196"/>
                  </a:lnTo>
                  <a:lnTo>
                    <a:pt x="9298" y="157"/>
                  </a:lnTo>
                  <a:lnTo>
                    <a:pt x="9233" y="118"/>
                  </a:lnTo>
                  <a:lnTo>
                    <a:pt x="9142" y="79"/>
                  </a:lnTo>
                  <a:lnTo>
                    <a:pt x="9024" y="52"/>
                  </a:lnTo>
                  <a:lnTo>
                    <a:pt x="8893" y="26"/>
                  </a:lnTo>
                  <a:lnTo>
                    <a:pt x="8750" y="13"/>
                  </a:lnTo>
                  <a:lnTo>
                    <a:pt x="8606" y="0"/>
                  </a:lnTo>
                  <a:lnTo>
                    <a:pt x="8606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049;p41">
              <a:extLst>
                <a:ext uri="{FF2B5EF4-FFF2-40B4-BE49-F238E27FC236}">
                  <a16:creationId xmlns:a16="http://schemas.microsoft.com/office/drawing/2014/main" id="{349DD2C9-5449-354A-4A45-7508BDE65BBE}"/>
                </a:ext>
              </a:extLst>
            </p:cNvPr>
            <p:cNvSpPr/>
            <p:nvPr/>
          </p:nvSpPr>
          <p:spPr>
            <a:xfrm>
              <a:off x="4536273" y="3932423"/>
              <a:ext cx="164817" cy="46501"/>
            </a:xfrm>
            <a:custGeom>
              <a:avLst/>
              <a:gdLst/>
              <a:ahLst/>
              <a:cxnLst/>
              <a:rect l="l" t="t" r="r" b="b"/>
              <a:pathLst>
                <a:path w="9350" h="2638" extrusionOk="0">
                  <a:moveTo>
                    <a:pt x="8410" y="0"/>
                  </a:moveTo>
                  <a:lnTo>
                    <a:pt x="8410" y="0"/>
                  </a:lnTo>
                  <a:lnTo>
                    <a:pt x="771" y="0"/>
                  </a:lnTo>
                  <a:lnTo>
                    <a:pt x="771" y="0"/>
                  </a:lnTo>
                  <a:lnTo>
                    <a:pt x="614" y="13"/>
                  </a:lnTo>
                  <a:lnTo>
                    <a:pt x="471" y="26"/>
                  </a:lnTo>
                  <a:lnTo>
                    <a:pt x="340" y="52"/>
                  </a:lnTo>
                  <a:lnTo>
                    <a:pt x="222" y="79"/>
                  </a:lnTo>
                  <a:lnTo>
                    <a:pt x="131" y="118"/>
                  </a:lnTo>
                  <a:lnTo>
                    <a:pt x="66" y="157"/>
                  </a:lnTo>
                  <a:lnTo>
                    <a:pt x="27" y="196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7" y="2377"/>
                  </a:lnTo>
                  <a:lnTo>
                    <a:pt x="27" y="2377"/>
                  </a:lnTo>
                  <a:lnTo>
                    <a:pt x="40" y="2429"/>
                  </a:lnTo>
                  <a:lnTo>
                    <a:pt x="92" y="2468"/>
                  </a:lnTo>
                  <a:lnTo>
                    <a:pt x="157" y="2520"/>
                  </a:lnTo>
                  <a:lnTo>
                    <a:pt x="249" y="2560"/>
                  </a:lnTo>
                  <a:lnTo>
                    <a:pt x="366" y="2586"/>
                  </a:lnTo>
                  <a:lnTo>
                    <a:pt x="497" y="2612"/>
                  </a:lnTo>
                  <a:lnTo>
                    <a:pt x="653" y="2625"/>
                  </a:lnTo>
                  <a:lnTo>
                    <a:pt x="810" y="2638"/>
                  </a:lnTo>
                  <a:lnTo>
                    <a:pt x="810" y="2638"/>
                  </a:lnTo>
                  <a:lnTo>
                    <a:pt x="8606" y="2638"/>
                  </a:lnTo>
                  <a:lnTo>
                    <a:pt x="8606" y="2638"/>
                  </a:lnTo>
                  <a:lnTo>
                    <a:pt x="8762" y="2625"/>
                  </a:lnTo>
                  <a:lnTo>
                    <a:pt x="8906" y="2612"/>
                  </a:lnTo>
                  <a:lnTo>
                    <a:pt x="9024" y="2586"/>
                  </a:lnTo>
                  <a:lnTo>
                    <a:pt x="9141" y="2560"/>
                  </a:lnTo>
                  <a:lnTo>
                    <a:pt x="9232" y="2520"/>
                  </a:lnTo>
                  <a:lnTo>
                    <a:pt x="9298" y="2468"/>
                  </a:lnTo>
                  <a:lnTo>
                    <a:pt x="9337" y="2429"/>
                  </a:lnTo>
                  <a:lnTo>
                    <a:pt x="9350" y="2377"/>
                  </a:lnTo>
                  <a:lnTo>
                    <a:pt x="9350" y="2377"/>
                  </a:lnTo>
                  <a:lnTo>
                    <a:pt x="9167" y="248"/>
                  </a:lnTo>
                  <a:lnTo>
                    <a:pt x="9167" y="248"/>
                  </a:lnTo>
                  <a:lnTo>
                    <a:pt x="9141" y="196"/>
                  </a:lnTo>
                  <a:lnTo>
                    <a:pt x="9102" y="157"/>
                  </a:lnTo>
                  <a:lnTo>
                    <a:pt x="9024" y="118"/>
                  </a:lnTo>
                  <a:lnTo>
                    <a:pt x="8932" y="79"/>
                  </a:lnTo>
                  <a:lnTo>
                    <a:pt x="8815" y="52"/>
                  </a:lnTo>
                  <a:lnTo>
                    <a:pt x="8697" y="26"/>
                  </a:lnTo>
                  <a:lnTo>
                    <a:pt x="8553" y="13"/>
                  </a:lnTo>
                  <a:lnTo>
                    <a:pt x="8410" y="0"/>
                  </a:lnTo>
                  <a:lnTo>
                    <a:pt x="8410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050;p41">
              <a:extLst>
                <a:ext uri="{FF2B5EF4-FFF2-40B4-BE49-F238E27FC236}">
                  <a16:creationId xmlns:a16="http://schemas.microsoft.com/office/drawing/2014/main" id="{92C31F9D-D62E-248C-82C9-641B331A6A97}"/>
                </a:ext>
              </a:extLst>
            </p:cNvPr>
            <p:cNvSpPr/>
            <p:nvPr/>
          </p:nvSpPr>
          <p:spPr>
            <a:xfrm>
              <a:off x="4749195" y="3932423"/>
              <a:ext cx="168043" cy="46501"/>
            </a:xfrm>
            <a:custGeom>
              <a:avLst/>
              <a:gdLst/>
              <a:ahLst/>
              <a:cxnLst/>
              <a:rect l="l" t="t" r="r" b="b"/>
              <a:pathLst>
                <a:path w="9533" h="2638" extrusionOk="0">
                  <a:moveTo>
                    <a:pt x="8357" y="0"/>
                  </a:moveTo>
                  <a:lnTo>
                    <a:pt x="8357" y="0"/>
                  </a:lnTo>
                  <a:lnTo>
                    <a:pt x="718" y="0"/>
                  </a:lnTo>
                  <a:lnTo>
                    <a:pt x="718" y="0"/>
                  </a:lnTo>
                  <a:lnTo>
                    <a:pt x="562" y="13"/>
                  </a:lnTo>
                  <a:lnTo>
                    <a:pt x="418" y="26"/>
                  </a:lnTo>
                  <a:lnTo>
                    <a:pt x="300" y="52"/>
                  </a:lnTo>
                  <a:lnTo>
                    <a:pt x="196" y="79"/>
                  </a:lnTo>
                  <a:lnTo>
                    <a:pt x="105" y="118"/>
                  </a:lnTo>
                  <a:lnTo>
                    <a:pt x="52" y="157"/>
                  </a:lnTo>
                  <a:lnTo>
                    <a:pt x="13" y="196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235" y="2377"/>
                  </a:lnTo>
                  <a:lnTo>
                    <a:pt x="235" y="2377"/>
                  </a:lnTo>
                  <a:lnTo>
                    <a:pt x="248" y="2429"/>
                  </a:lnTo>
                  <a:lnTo>
                    <a:pt x="300" y="2468"/>
                  </a:lnTo>
                  <a:lnTo>
                    <a:pt x="379" y="2520"/>
                  </a:lnTo>
                  <a:lnTo>
                    <a:pt x="470" y="2560"/>
                  </a:lnTo>
                  <a:lnTo>
                    <a:pt x="588" y="2586"/>
                  </a:lnTo>
                  <a:lnTo>
                    <a:pt x="718" y="2612"/>
                  </a:lnTo>
                  <a:lnTo>
                    <a:pt x="862" y="2625"/>
                  </a:lnTo>
                  <a:lnTo>
                    <a:pt x="1019" y="2638"/>
                  </a:lnTo>
                  <a:lnTo>
                    <a:pt x="1019" y="2638"/>
                  </a:lnTo>
                  <a:lnTo>
                    <a:pt x="8827" y="2638"/>
                  </a:lnTo>
                  <a:lnTo>
                    <a:pt x="8827" y="2638"/>
                  </a:lnTo>
                  <a:lnTo>
                    <a:pt x="8971" y="2625"/>
                  </a:lnTo>
                  <a:lnTo>
                    <a:pt x="9115" y="2612"/>
                  </a:lnTo>
                  <a:lnTo>
                    <a:pt x="9245" y="2586"/>
                  </a:lnTo>
                  <a:lnTo>
                    <a:pt x="9350" y="2560"/>
                  </a:lnTo>
                  <a:lnTo>
                    <a:pt x="9428" y="2520"/>
                  </a:lnTo>
                  <a:lnTo>
                    <a:pt x="9493" y="2468"/>
                  </a:lnTo>
                  <a:lnTo>
                    <a:pt x="9533" y="2429"/>
                  </a:lnTo>
                  <a:lnTo>
                    <a:pt x="9533" y="2403"/>
                  </a:lnTo>
                  <a:lnTo>
                    <a:pt x="9533" y="2377"/>
                  </a:lnTo>
                  <a:lnTo>
                    <a:pt x="9533" y="2377"/>
                  </a:lnTo>
                  <a:lnTo>
                    <a:pt x="9141" y="248"/>
                  </a:lnTo>
                  <a:lnTo>
                    <a:pt x="9141" y="248"/>
                  </a:lnTo>
                  <a:lnTo>
                    <a:pt x="9115" y="196"/>
                  </a:lnTo>
                  <a:lnTo>
                    <a:pt x="9062" y="157"/>
                  </a:lnTo>
                  <a:lnTo>
                    <a:pt x="8997" y="118"/>
                  </a:lnTo>
                  <a:lnTo>
                    <a:pt x="8893" y="79"/>
                  </a:lnTo>
                  <a:lnTo>
                    <a:pt x="8775" y="52"/>
                  </a:lnTo>
                  <a:lnTo>
                    <a:pt x="8645" y="26"/>
                  </a:lnTo>
                  <a:lnTo>
                    <a:pt x="8501" y="13"/>
                  </a:lnTo>
                  <a:lnTo>
                    <a:pt x="8357" y="0"/>
                  </a:lnTo>
                  <a:lnTo>
                    <a:pt x="8357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051;p41">
              <a:extLst>
                <a:ext uri="{FF2B5EF4-FFF2-40B4-BE49-F238E27FC236}">
                  <a16:creationId xmlns:a16="http://schemas.microsoft.com/office/drawing/2014/main" id="{916A4224-15D2-DAA7-F3FC-2ABA317AE6D2}"/>
                </a:ext>
              </a:extLst>
            </p:cNvPr>
            <p:cNvSpPr/>
            <p:nvPr/>
          </p:nvSpPr>
          <p:spPr>
            <a:xfrm>
              <a:off x="4961642" y="3932423"/>
              <a:ext cx="172203" cy="46501"/>
            </a:xfrm>
            <a:custGeom>
              <a:avLst/>
              <a:gdLst/>
              <a:ahLst/>
              <a:cxnLst/>
              <a:rect l="l" t="t" r="r" b="b"/>
              <a:pathLst>
                <a:path w="9769" h="2638" extrusionOk="0">
                  <a:moveTo>
                    <a:pt x="8332" y="0"/>
                  </a:moveTo>
                  <a:lnTo>
                    <a:pt x="8332" y="0"/>
                  </a:lnTo>
                  <a:lnTo>
                    <a:pt x="693" y="0"/>
                  </a:lnTo>
                  <a:lnTo>
                    <a:pt x="693" y="0"/>
                  </a:lnTo>
                  <a:lnTo>
                    <a:pt x="549" y="13"/>
                  </a:lnTo>
                  <a:lnTo>
                    <a:pt x="419" y="26"/>
                  </a:lnTo>
                  <a:lnTo>
                    <a:pt x="288" y="52"/>
                  </a:lnTo>
                  <a:lnTo>
                    <a:pt x="184" y="79"/>
                  </a:lnTo>
                  <a:lnTo>
                    <a:pt x="105" y="118"/>
                  </a:lnTo>
                  <a:lnTo>
                    <a:pt x="40" y="157"/>
                  </a:lnTo>
                  <a:lnTo>
                    <a:pt x="14" y="196"/>
                  </a:lnTo>
                  <a:lnTo>
                    <a:pt x="1" y="222"/>
                  </a:lnTo>
                  <a:lnTo>
                    <a:pt x="1" y="248"/>
                  </a:lnTo>
                  <a:lnTo>
                    <a:pt x="1" y="248"/>
                  </a:lnTo>
                  <a:lnTo>
                    <a:pt x="445" y="2377"/>
                  </a:lnTo>
                  <a:lnTo>
                    <a:pt x="445" y="2377"/>
                  </a:lnTo>
                  <a:lnTo>
                    <a:pt x="471" y="2429"/>
                  </a:lnTo>
                  <a:lnTo>
                    <a:pt x="536" y="2468"/>
                  </a:lnTo>
                  <a:lnTo>
                    <a:pt x="614" y="2520"/>
                  </a:lnTo>
                  <a:lnTo>
                    <a:pt x="706" y="2560"/>
                  </a:lnTo>
                  <a:lnTo>
                    <a:pt x="836" y="2586"/>
                  </a:lnTo>
                  <a:lnTo>
                    <a:pt x="967" y="2612"/>
                  </a:lnTo>
                  <a:lnTo>
                    <a:pt x="1111" y="2625"/>
                  </a:lnTo>
                  <a:lnTo>
                    <a:pt x="1267" y="2638"/>
                  </a:lnTo>
                  <a:lnTo>
                    <a:pt x="1267" y="2638"/>
                  </a:lnTo>
                  <a:lnTo>
                    <a:pt x="9063" y="2638"/>
                  </a:lnTo>
                  <a:lnTo>
                    <a:pt x="9063" y="2638"/>
                  </a:lnTo>
                  <a:lnTo>
                    <a:pt x="9220" y="2625"/>
                  </a:lnTo>
                  <a:lnTo>
                    <a:pt x="9363" y="2612"/>
                  </a:lnTo>
                  <a:lnTo>
                    <a:pt x="9494" y="2586"/>
                  </a:lnTo>
                  <a:lnTo>
                    <a:pt x="9598" y="2560"/>
                  </a:lnTo>
                  <a:lnTo>
                    <a:pt x="9677" y="2520"/>
                  </a:lnTo>
                  <a:lnTo>
                    <a:pt x="9742" y="2468"/>
                  </a:lnTo>
                  <a:lnTo>
                    <a:pt x="9768" y="2429"/>
                  </a:lnTo>
                  <a:lnTo>
                    <a:pt x="9768" y="2403"/>
                  </a:lnTo>
                  <a:lnTo>
                    <a:pt x="9768" y="2377"/>
                  </a:lnTo>
                  <a:lnTo>
                    <a:pt x="9768" y="2377"/>
                  </a:lnTo>
                  <a:lnTo>
                    <a:pt x="9168" y="248"/>
                  </a:lnTo>
                  <a:lnTo>
                    <a:pt x="9168" y="248"/>
                  </a:lnTo>
                  <a:lnTo>
                    <a:pt x="9141" y="196"/>
                  </a:lnTo>
                  <a:lnTo>
                    <a:pt x="9076" y="157"/>
                  </a:lnTo>
                  <a:lnTo>
                    <a:pt x="8998" y="118"/>
                  </a:lnTo>
                  <a:lnTo>
                    <a:pt x="8893" y="79"/>
                  </a:lnTo>
                  <a:lnTo>
                    <a:pt x="8776" y="52"/>
                  </a:lnTo>
                  <a:lnTo>
                    <a:pt x="8632" y="26"/>
                  </a:lnTo>
                  <a:lnTo>
                    <a:pt x="8489" y="13"/>
                  </a:lnTo>
                  <a:lnTo>
                    <a:pt x="8332" y="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052;p41">
              <a:extLst>
                <a:ext uri="{FF2B5EF4-FFF2-40B4-BE49-F238E27FC236}">
                  <a16:creationId xmlns:a16="http://schemas.microsoft.com/office/drawing/2014/main" id="{31C4D0FA-894E-4185-32D5-65433FA9CF62}"/>
                </a:ext>
              </a:extLst>
            </p:cNvPr>
            <p:cNvSpPr/>
            <p:nvPr/>
          </p:nvSpPr>
          <p:spPr>
            <a:xfrm>
              <a:off x="5174106" y="3932423"/>
              <a:ext cx="176099" cy="46501"/>
            </a:xfrm>
            <a:custGeom>
              <a:avLst/>
              <a:gdLst/>
              <a:ahLst/>
              <a:cxnLst/>
              <a:rect l="l" t="t" r="r" b="b"/>
              <a:pathLst>
                <a:path w="9990" h="2638" extrusionOk="0">
                  <a:moveTo>
                    <a:pt x="8331" y="0"/>
                  </a:moveTo>
                  <a:lnTo>
                    <a:pt x="8331" y="0"/>
                  </a:lnTo>
                  <a:lnTo>
                    <a:pt x="692" y="0"/>
                  </a:lnTo>
                  <a:lnTo>
                    <a:pt x="692" y="0"/>
                  </a:lnTo>
                  <a:lnTo>
                    <a:pt x="536" y="13"/>
                  </a:lnTo>
                  <a:lnTo>
                    <a:pt x="405" y="26"/>
                  </a:lnTo>
                  <a:lnTo>
                    <a:pt x="275" y="52"/>
                  </a:lnTo>
                  <a:lnTo>
                    <a:pt x="170" y="79"/>
                  </a:lnTo>
                  <a:lnTo>
                    <a:pt x="92" y="118"/>
                  </a:lnTo>
                  <a:lnTo>
                    <a:pt x="40" y="157"/>
                  </a:lnTo>
                  <a:lnTo>
                    <a:pt x="13" y="196"/>
                  </a:lnTo>
                  <a:lnTo>
                    <a:pt x="0" y="222"/>
                  </a:lnTo>
                  <a:lnTo>
                    <a:pt x="13" y="248"/>
                  </a:lnTo>
                  <a:lnTo>
                    <a:pt x="13" y="248"/>
                  </a:lnTo>
                  <a:lnTo>
                    <a:pt x="666" y="2377"/>
                  </a:lnTo>
                  <a:lnTo>
                    <a:pt x="666" y="2377"/>
                  </a:lnTo>
                  <a:lnTo>
                    <a:pt x="692" y="2429"/>
                  </a:lnTo>
                  <a:lnTo>
                    <a:pt x="758" y="2468"/>
                  </a:lnTo>
                  <a:lnTo>
                    <a:pt x="836" y="2520"/>
                  </a:lnTo>
                  <a:lnTo>
                    <a:pt x="954" y="2560"/>
                  </a:lnTo>
                  <a:lnTo>
                    <a:pt x="1071" y="2586"/>
                  </a:lnTo>
                  <a:lnTo>
                    <a:pt x="1215" y="2612"/>
                  </a:lnTo>
                  <a:lnTo>
                    <a:pt x="1358" y="2625"/>
                  </a:lnTo>
                  <a:lnTo>
                    <a:pt x="1515" y="2638"/>
                  </a:lnTo>
                  <a:lnTo>
                    <a:pt x="1515" y="2638"/>
                  </a:lnTo>
                  <a:lnTo>
                    <a:pt x="9324" y="2638"/>
                  </a:lnTo>
                  <a:lnTo>
                    <a:pt x="9324" y="2638"/>
                  </a:lnTo>
                  <a:lnTo>
                    <a:pt x="9481" y="2625"/>
                  </a:lnTo>
                  <a:lnTo>
                    <a:pt x="9611" y="2612"/>
                  </a:lnTo>
                  <a:lnTo>
                    <a:pt x="9729" y="2586"/>
                  </a:lnTo>
                  <a:lnTo>
                    <a:pt x="9833" y="2560"/>
                  </a:lnTo>
                  <a:lnTo>
                    <a:pt x="9911" y="2520"/>
                  </a:lnTo>
                  <a:lnTo>
                    <a:pt x="9964" y="2468"/>
                  </a:lnTo>
                  <a:lnTo>
                    <a:pt x="9990" y="2429"/>
                  </a:lnTo>
                  <a:lnTo>
                    <a:pt x="9990" y="2403"/>
                  </a:lnTo>
                  <a:lnTo>
                    <a:pt x="9990" y="2377"/>
                  </a:lnTo>
                  <a:lnTo>
                    <a:pt x="9990" y="2377"/>
                  </a:lnTo>
                  <a:lnTo>
                    <a:pt x="9167" y="248"/>
                  </a:lnTo>
                  <a:lnTo>
                    <a:pt x="9167" y="248"/>
                  </a:lnTo>
                  <a:lnTo>
                    <a:pt x="9141" y="196"/>
                  </a:lnTo>
                  <a:lnTo>
                    <a:pt x="9076" y="157"/>
                  </a:lnTo>
                  <a:lnTo>
                    <a:pt x="8984" y="118"/>
                  </a:lnTo>
                  <a:lnTo>
                    <a:pt x="8880" y="79"/>
                  </a:lnTo>
                  <a:lnTo>
                    <a:pt x="8762" y="52"/>
                  </a:lnTo>
                  <a:lnTo>
                    <a:pt x="8632" y="26"/>
                  </a:lnTo>
                  <a:lnTo>
                    <a:pt x="8488" y="13"/>
                  </a:lnTo>
                  <a:lnTo>
                    <a:pt x="8331" y="0"/>
                  </a:lnTo>
                  <a:lnTo>
                    <a:pt x="8331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053;p41">
              <a:extLst>
                <a:ext uri="{FF2B5EF4-FFF2-40B4-BE49-F238E27FC236}">
                  <a16:creationId xmlns:a16="http://schemas.microsoft.com/office/drawing/2014/main" id="{995CA5B2-38B6-6942-F9FB-B949C3998222}"/>
                </a:ext>
              </a:extLst>
            </p:cNvPr>
            <p:cNvSpPr/>
            <p:nvPr/>
          </p:nvSpPr>
          <p:spPr>
            <a:xfrm>
              <a:off x="5387029" y="3932423"/>
              <a:ext cx="396160" cy="46501"/>
            </a:xfrm>
            <a:custGeom>
              <a:avLst/>
              <a:gdLst/>
              <a:ahLst/>
              <a:cxnLst/>
              <a:rect l="l" t="t" r="r" b="b"/>
              <a:pathLst>
                <a:path w="22474" h="2638" extrusionOk="0">
                  <a:moveTo>
                    <a:pt x="20318" y="0"/>
                  </a:moveTo>
                  <a:lnTo>
                    <a:pt x="20318" y="0"/>
                  </a:lnTo>
                  <a:lnTo>
                    <a:pt x="8279" y="0"/>
                  </a:lnTo>
                  <a:lnTo>
                    <a:pt x="8279" y="0"/>
                  </a:lnTo>
                  <a:lnTo>
                    <a:pt x="6190" y="0"/>
                  </a:lnTo>
                  <a:lnTo>
                    <a:pt x="6190" y="0"/>
                  </a:lnTo>
                  <a:lnTo>
                    <a:pt x="640" y="0"/>
                  </a:lnTo>
                  <a:lnTo>
                    <a:pt x="640" y="0"/>
                  </a:lnTo>
                  <a:lnTo>
                    <a:pt x="496" y="13"/>
                  </a:lnTo>
                  <a:lnTo>
                    <a:pt x="366" y="26"/>
                  </a:lnTo>
                  <a:lnTo>
                    <a:pt x="248" y="52"/>
                  </a:lnTo>
                  <a:lnTo>
                    <a:pt x="157" y="79"/>
                  </a:lnTo>
                  <a:lnTo>
                    <a:pt x="78" y="118"/>
                  </a:lnTo>
                  <a:lnTo>
                    <a:pt x="26" y="157"/>
                  </a:lnTo>
                  <a:lnTo>
                    <a:pt x="0" y="196"/>
                  </a:lnTo>
                  <a:lnTo>
                    <a:pt x="0" y="222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875" y="2377"/>
                  </a:lnTo>
                  <a:lnTo>
                    <a:pt x="875" y="2377"/>
                  </a:lnTo>
                  <a:lnTo>
                    <a:pt x="914" y="2429"/>
                  </a:lnTo>
                  <a:lnTo>
                    <a:pt x="966" y="2468"/>
                  </a:lnTo>
                  <a:lnTo>
                    <a:pt x="1058" y="2520"/>
                  </a:lnTo>
                  <a:lnTo>
                    <a:pt x="1175" y="2560"/>
                  </a:lnTo>
                  <a:lnTo>
                    <a:pt x="1293" y="2586"/>
                  </a:lnTo>
                  <a:lnTo>
                    <a:pt x="1436" y="2612"/>
                  </a:lnTo>
                  <a:lnTo>
                    <a:pt x="1580" y="2625"/>
                  </a:lnTo>
                  <a:lnTo>
                    <a:pt x="1737" y="2638"/>
                  </a:lnTo>
                  <a:lnTo>
                    <a:pt x="1737" y="2638"/>
                  </a:lnTo>
                  <a:lnTo>
                    <a:pt x="7404" y="2638"/>
                  </a:lnTo>
                  <a:lnTo>
                    <a:pt x="7404" y="2638"/>
                  </a:lnTo>
                  <a:lnTo>
                    <a:pt x="9546" y="2638"/>
                  </a:lnTo>
                  <a:lnTo>
                    <a:pt x="9546" y="2638"/>
                  </a:lnTo>
                  <a:lnTo>
                    <a:pt x="21833" y="2638"/>
                  </a:lnTo>
                  <a:lnTo>
                    <a:pt x="21833" y="2638"/>
                  </a:lnTo>
                  <a:lnTo>
                    <a:pt x="21990" y="2625"/>
                  </a:lnTo>
                  <a:lnTo>
                    <a:pt x="22120" y="2612"/>
                  </a:lnTo>
                  <a:lnTo>
                    <a:pt x="22238" y="2586"/>
                  </a:lnTo>
                  <a:lnTo>
                    <a:pt x="22342" y="2560"/>
                  </a:lnTo>
                  <a:lnTo>
                    <a:pt x="22408" y="2520"/>
                  </a:lnTo>
                  <a:lnTo>
                    <a:pt x="22460" y="2468"/>
                  </a:lnTo>
                  <a:lnTo>
                    <a:pt x="22473" y="2429"/>
                  </a:lnTo>
                  <a:lnTo>
                    <a:pt x="22460" y="2377"/>
                  </a:lnTo>
                  <a:lnTo>
                    <a:pt x="22460" y="2377"/>
                  </a:lnTo>
                  <a:lnTo>
                    <a:pt x="21219" y="248"/>
                  </a:lnTo>
                  <a:lnTo>
                    <a:pt x="21219" y="248"/>
                  </a:lnTo>
                  <a:lnTo>
                    <a:pt x="21180" y="196"/>
                  </a:lnTo>
                  <a:lnTo>
                    <a:pt x="21102" y="157"/>
                  </a:lnTo>
                  <a:lnTo>
                    <a:pt x="21011" y="118"/>
                  </a:lnTo>
                  <a:lnTo>
                    <a:pt x="20893" y="79"/>
                  </a:lnTo>
                  <a:lnTo>
                    <a:pt x="20762" y="52"/>
                  </a:lnTo>
                  <a:lnTo>
                    <a:pt x="20619" y="26"/>
                  </a:lnTo>
                  <a:lnTo>
                    <a:pt x="20475" y="13"/>
                  </a:lnTo>
                  <a:lnTo>
                    <a:pt x="20318" y="0"/>
                  </a:lnTo>
                  <a:lnTo>
                    <a:pt x="20318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054;p41">
              <a:extLst>
                <a:ext uri="{FF2B5EF4-FFF2-40B4-BE49-F238E27FC236}">
                  <a16:creationId xmlns:a16="http://schemas.microsoft.com/office/drawing/2014/main" id="{93FAB1DC-43A8-090E-41A4-333361D4343A}"/>
                </a:ext>
              </a:extLst>
            </p:cNvPr>
            <p:cNvSpPr/>
            <p:nvPr/>
          </p:nvSpPr>
          <p:spPr>
            <a:xfrm>
              <a:off x="3755498" y="3996640"/>
              <a:ext cx="180012" cy="49040"/>
            </a:xfrm>
            <a:custGeom>
              <a:avLst/>
              <a:gdLst/>
              <a:ahLst/>
              <a:cxnLst/>
              <a:rect l="l" t="t" r="r" b="b"/>
              <a:pathLst>
                <a:path w="10212" h="2782" extrusionOk="0">
                  <a:moveTo>
                    <a:pt x="9494" y="0"/>
                  </a:moveTo>
                  <a:lnTo>
                    <a:pt x="9494" y="0"/>
                  </a:lnTo>
                  <a:lnTo>
                    <a:pt x="1633" y="0"/>
                  </a:lnTo>
                  <a:lnTo>
                    <a:pt x="1633" y="0"/>
                  </a:lnTo>
                  <a:lnTo>
                    <a:pt x="1476" y="0"/>
                  </a:lnTo>
                  <a:lnTo>
                    <a:pt x="1319" y="14"/>
                  </a:lnTo>
                  <a:lnTo>
                    <a:pt x="1189" y="40"/>
                  </a:lnTo>
                  <a:lnTo>
                    <a:pt x="1058" y="79"/>
                  </a:lnTo>
                  <a:lnTo>
                    <a:pt x="954" y="105"/>
                  </a:lnTo>
                  <a:lnTo>
                    <a:pt x="875" y="157"/>
                  </a:lnTo>
                  <a:lnTo>
                    <a:pt x="810" y="209"/>
                  </a:lnTo>
                  <a:lnTo>
                    <a:pt x="771" y="262"/>
                  </a:lnTo>
                  <a:lnTo>
                    <a:pt x="771" y="262"/>
                  </a:lnTo>
                  <a:lnTo>
                    <a:pt x="0" y="2508"/>
                  </a:lnTo>
                  <a:lnTo>
                    <a:pt x="0" y="2508"/>
                  </a:lnTo>
                  <a:lnTo>
                    <a:pt x="0" y="2534"/>
                  </a:lnTo>
                  <a:lnTo>
                    <a:pt x="0" y="2573"/>
                  </a:lnTo>
                  <a:lnTo>
                    <a:pt x="27" y="2625"/>
                  </a:lnTo>
                  <a:lnTo>
                    <a:pt x="92" y="2664"/>
                  </a:lnTo>
                  <a:lnTo>
                    <a:pt x="170" y="2703"/>
                  </a:lnTo>
                  <a:lnTo>
                    <a:pt x="275" y="2743"/>
                  </a:lnTo>
                  <a:lnTo>
                    <a:pt x="392" y="2769"/>
                  </a:lnTo>
                  <a:lnTo>
                    <a:pt x="536" y="2782"/>
                  </a:lnTo>
                  <a:lnTo>
                    <a:pt x="692" y="2782"/>
                  </a:lnTo>
                  <a:lnTo>
                    <a:pt x="692" y="2782"/>
                  </a:lnTo>
                  <a:lnTo>
                    <a:pt x="8736" y="2782"/>
                  </a:lnTo>
                  <a:lnTo>
                    <a:pt x="8736" y="2782"/>
                  </a:lnTo>
                  <a:lnTo>
                    <a:pt x="8906" y="2782"/>
                  </a:lnTo>
                  <a:lnTo>
                    <a:pt x="9063" y="2769"/>
                  </a:lnTo>
                  <a:lnTo>
                    <a:pt x="9206" y="2743"/>
                  </a:lnTo>
                  <a:lnTo>
                    <a:pt x="9324" y="2703"/>
                  </a:lnTo>
                  <a:lnTo>
                    <a:pt x="9441" y="2664"/>
                  </a:lnTo>
                  <a:lnTo>
                    <a:pt x="9520" y="2625"/>
                  </a:lnTo>
                  <a:lnTo>
                    <a:pt x="9585" y="2573"/>
                  </a:lnTo>
                  <a:lnTo>
                    <a:pt x="9611" y="2508"/>
                  </a:lnTo>
                  <a:lnTo>
                    <a:pt x="9611" y="2508"/>
                  </a:lnTo>
                  <a:lnTo>
                    <a:pt x="10212" y="262"/>
                  </a:lnTo>
                  <a:lnTo>
                    <a:pt x="10212" y="262"/>
                  </a:lnTo>
                  <a:lnTo>
                    <a:pt x="10212" y="235"/>
                  </a:lnTo>
                  <a:lnTo>
                    <a:pt x="10212" y="209"/>
                  </a:lnTo>
                  <a:lnTo>
                    <a:pt x="10173" y="157"/>
                  </a:lnTo>
                  <a:lnTo>
                    <a:pt x="10120" y="105"/>
                  </a:lnTo>
                  <a:lnTo>
                    <a:pt x="10029" y="79"/>
                  </a:lnTo>
                  <a:lnTo>
                    <a:pt x="9925" y="40"/>
                  </a:lnTo>
                  <a:lnTo>
                    <a:pt x="9794" y="14"/>
                  </a:lnTo>
                  <a:lnTo>
                    <a:pt x="9650" y="0"/>
                  </a:lnTo>
                  <a:lnTo>
                    <a:pt x="9494" y="0"/>
                  </a:lnTo>
                  <a:lnTo>
                    <a:pt x="9494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055;p41">
              <a:extLst>
                <a:ext uri="{FF2B5EF4-FFF2-40B4-BE49-F238E27FC236}">
                  <a16:creationId xmlns:a16="http://schemas.microsoft.com/office/drawing/2014/main" id="{7F179BF6-D689-F8A9-5B6C-374120C7C080}"/>
                </a:ext>
              </a:extLst>
            </p:cNvPr>
            <p:cNvSpPr/>
            <p:nvPr/>
          </p:nvSpPr>
          <p:spPr>
            <a:xfrm>
              <a:off x="3978539" y="3996640"/>
              <a:ext cx="175887" cy="49040"/>
            </a:xfrm>
            <a:custGeom>
              <a:avLst/>
              <a:gdLst/>
              <a:ahLst/>
              <a:cxnLst/>
              <a:rect l="l" t="t" r="r" b="b"/>
              <a:pathLst>
                <a:path w="9978" h="2782" extrusionOk="0">
                  <a:moveTo>
                    <a:pt x="9233" y="0"/>
                  </a:moveTo>
                  <a:lnTo>
                    <a:pt x="9233" y="0"/>
                  </a:lnTo>
                  <a:lnTo>
                    <a:pt x="1385" y="0"/>
                  </a:lnTo>
                  <a:lnTo>
                    <a:pt x="1385" y="0"/>
                  </a:lnTo>
                  <a:lnTo>
                    <a:pt x="1228" y="0"/>
                  </a:lnTo>
                  <a:lnTo>
                    <a:pt x="1071" y="14"/>
                  </a:lnTo>
                  <a:lnTo>
                    <a:pt x="941" y="40"/>
                  </a:lnTo>
                  <a:lnTo>
                    <a:pt x="810" y="79"/>
                  </a:lnTo>
                  <a:lnTo>
                    <a:pt x="706" y="105"/>
                  </a:lnTo>
                  <a:lnTo>
                    <a:pt x="627" y="157"/>
                  </a:lnTo>
                  <a:lnTo>
                    <a:pt x="575" y="209"/>
                  </a:lnTo>
                  <a:lnTo>
                    <a:pt x="536" y="262"/>
                  </a:lnTo>
                  <a:lnTo>
                    <a:pt x="536" y="262"/>
                  </a:lnTo>
                  <a:lnTo>
                    <a:pt x="1" y="2508"/>
                  </a:lnTo>
                  <a:lnTo>
                    <a:pt x="1" y="2508"/>
                  </a:lnTo>
                  <a:lnTo>
                    <a:pt x="1" y="2534"/>
                  </a:lnTo>
                  <a:lnTo>
                    <a:pt x="1" y="2573"/>
                  </a:lnTo>
                  <a:lnTo>
                    <a:pt x="40" y="2625"/>
                  </a:lnTo>
                  <a:lnTo>
                    <a:pt x="92" y="2664"/>
                  </a:lnTo>
                  <a:lnTo>
                    <a:pt x="183" y="2703"/>
                  </a:lnTo>
                  <a:lnTo>
                    <a:pt x="288" y="2743"/>
                  </a:lnTo>
                  <a:lnTo>
                    <a:pt x="419" y="2769"/>
                  </a:lnTo>
                  <a:lnTo>
                    <a:pt x="575" y="2782"/>
                  </a:lnTo>
                  <a:lnTo>
                    <a:pt x="732" y="2782"/>
                  </a:lnTo>
                  <a:lnTo>
                    <a:pt x="732" y="2782"/>
                  </a:lnTo>
                  <a:lnTo>
                    <a:pt x="8763" y="2782"/>
                  </a:lnTo>
                  <a:lnTo>
                    <a:pt x="8763" y="2782"/>
                  </a:lnTo>
                  <a:lnTo>
                    <a:pt x="8919" y="2782"/>
                  </a:lnTo>
                  <a:lnTo>
                    <a:pt x="9076" y="2769"/>
                  </a:lnTo>
                  <a:lnTo>
                    <a:pt x="9220" y="2743"/>
                  </a:lnTo>
                  <a:lnTo>
                    <a:pt x="9337" y="2703"/>
                  </a:lnTo>
                  <a:lnTo>
                    <a:pt x="9442" y="2664"/>
                  </a:lnTo>
                  <a:lnTo>
                    <a:pt x="9520" y="2625"/>
                  </a:lnTo>
                  <a:lnTo>
                    <a:pt x="9585" y="2573"/>
                  </a:lnTo>
                  <a:lnTo>
                    <a:pt x="9611" y="2508"/>
                  </a:lnTo>
                  <a:lnTo>
                    <a:pt x="9611" y="2508"/>
                  </a:lnTo>
                  <a:lnTo>
                    <a:pt x="9977" y="262"/>
                  </a:lnTo>
                  <a:lnTo>
                    <a:pt x="9977" y="262"/>
                  </a:lnTo>
                  <a:lnTo>
                    <a:pt x="9977" y="235"/>
                  </a:lnTo>
                  <a:lnTo>
                    <a:pt x="9977" y="209"/>
                  </a:lnTo>
                  <a:lnTo>
                    <a:pt x="9938" y="157"/>
                  </a:lnTo>
                  <a:lnTo>
                    <a:pt x="9873" y="105"/>
                  </a:lnTo>
                  <a:lnTo>
                    <a:pt x="9781" y="79"/>
                  </a:lnTo>
                  <a:lnTo>
                    <a:pt x="9677" y="40"/>
                  </a:lnTo>
                  <a:lnTo>
                    <a:pt x="9546" y="14"/>
                  </a:lnTo>
                  <a:lnTo>
                    <a:pt x="9403" y="0"/>
                  </a:lnTo>
                  <a:lnTo>
                    <a:pt x="9233" y="0"/>
                  </a:lnTo>
                  <a:lnTo>
                    <a:pt x="9233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056;p41">
              <a:extLst>
                <a:ext uri="{FF2B5EF4-FFF2-40B4-BE49-F238E27FC236}">
                  <a16:creationId xmlns:a16="http://schemas.microsoft.com/office/drawing/2014/main" id="{87C46779-812E-144B-8E38-C32DBD22E10A}"/>
                </a:ext>
              </a:extLst>
            </p:cNvPr>
            <p:cNvSpPr/>
            <p:nvPr/>
          </p:nvSpPr>
          <p:spPr>
            <a:xfrm>
              <a:off x="4201350" y="3996640"/>
              <a:ext cx="171974" cy="49040"/>
            </a:xfrm>
            <a:custGeom>
              <a:avLst/>
              <a:gdLst/>
              <a:ahLst/>
              <a:cxnLst/>
              <a:rect l="l" t="t" r="r" b="b"/>
              <a:pathLst>
                <a:path w="9756" h="2782" extrusionOk="0">
                  <a:moveTo>
                    <a:pt x="9011" y="0"/>
                  </a:moveTo>
                  <a:lnTo>
                    <a:pt x="9011" y="0"/>
                  </a:lnTo>
                  <a:lnTo>
                    <a:pt x="1137" y="0"/>
                  </a:lnTo>
                  <a:lnTo>
                    <a:pt x="1137" y="0"/>
                  </a:lnTo>
                  <a:lnTo>
                    <a:pt x="980" y="0"/>
                  </a:lnTo>
                  <a:lnTo>
                    <a:pt x="837" y="14"/>
                  </a:lnTo>
                  <a:lnTo>
                    <a:pt x="693" y="40"/>
                  </a:lnTo>
                  <a:lnTo>
                    <a:pt x="575" y="79"/>
                  </a:lnTo>
                  <a:lnTo>
                    <a:pt x="471" y="118"/>
                  </a:lnTo>
                  <a:lnTo>
                    <a:pt x="393" y="157"/>
                  </a:lnTo>
                  <a:lnTo>
                    <a:pt x="340" y="209"/>
                  </a:lnTo>
                  <a:lnTo>
                    <a:pt x="314" y="262"/>
                  </a:lnTo>
                  <a:lnTo>
                    <a:pt x="314" y="262"/>
                  </a:lnTo>
                  <a:lnTo>
                    <a:pt x="1" y="2508"/>
                  </a:lnTo>
                  <a:lnTo>
                    <a:pt x="1" y="2508"/>
                  </a:lnTo>
                  <a:lnTo>
                    <a:pt x="1" y="2534"/>
                  </a:lnTo>
                  <a:lnTo>
                    <a:pt x="14" y="2573"/>
                  </a:lnTo>
                  <a:lnTo>
                    <a:pt x="53" y="2625"/>
                  </a:lnTo>
                  <a:lnTo>
                    <a:pt x="118" y="2664"/>
                  </a:lnTo>
                  <a:lnTo>
                    <a:pt x="210" y="2703"/>
                  </a:lnTo>
                  <a:lnTo>
                    <a:pt x="327" y="2743"/>
                  </a:lnTo>
                  <a:lnTo>
                    <a:pt x="458" y="2769"/>
                  </a:lnTo>
                  <a:lnTo>
                    <a:pt x="602" y="2782"/>
                  </a:lnTo>
                  <a:lnTo>
                    <a:pt x="771" y="2782"/>
                  </a:lnTo>
                  <a:lnTo>
                    <a:pt x="771" y="2782"/>
                  </a:lnTo>
                  <a:lnTo>
                    <a:pt x="8815" y="2782"/>
                  </a:lnTo>
                  <a:lnTo>
                    <a:pt x="8815" y="2782"/>
                  </a:lnTo>
                  <a:lnTo>
                    <a:pt x="8972" y="2782"/>
                  </a:lnTo>
                  <a:lnTo>
                    <a:pt x="9115" y="2769"/>
                  </a:lnTo>
                  <a:lnTo>
                    <a:pt x="9246" y="2743"/>
                  </a:lnTo>
                  <a:lnTo>
                    <a:pt x="9364" y="2703"/>
                  </a:lnTo>
                  <a:lnTo>
                    <a:pt x="9468" y="2664"/>
                  </a:lnTo>
                  <a:lnTo>
                    <a:pt x="9546" y="2625"/>
                  </a:lnTo>
                  <a:lnTo>
                    <a:pt x="9586" y="2573"/>
                  </a:lnTo>
                  <a:lnTo>
                    <a:pt x="9612" y="2508"/>
                  </a:lnTo>
                  <a:lnTo>
                    <a:pt x="9612" y="2508"/>
                  </a:lnTo>
                  <a:lnTo>
                    <a:pt x="9755" y="262"/>
                  </a:lnTo>
                  <a:lnTo>
                    <a:pt x="9755" y="262"/>
                  </a:lnTo>
                  <a:lnTo>
                    <a:pt x="9755" y="235"/>
                  </a:lnTo>
                  <a:lnTo>
                    <a:pt x="9742" y="209"/>
                  </a:lnTo>
                  <a:lnTo>
                    <a:pt x="9703" y="157"/>
                  </a:lnTo>
                  <a:lnTo>
                    <a:pt x="9638" y="118"/>
                  </a:lnTo>
                  <a:lnTo>
                    <a:pt x="9546" y="79"/>
                  </a:lnTo>
                  <a:lnTo>
                    <a:pt x="9429" y="40"/>
                  </a:lnTo>
                  <a:lnTo>
                    <a:pt x="9298" y="14"/>
                  </a:lnTo>
                  <a:lnTo>
                    <a:pt x="9168" y="0"/>
                  </a:lnTo>
                  <a:lnTo>
                    <a:pt x="9011" y="0"/>
                  </a:lnTo>
                  <a:lnTo>
                    <a:pt x="9011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057;p41">
              <a:extLst>
                <a:ext uri="{FF2B5EF4-FFF2-40B4-BE49-F238E27FC236}">
                  <a16:creationId xmlns:a16="http://schemas.microsoft.com/office/drawing/2014/main" id="{CB0DFDDB-7214-56BC-1835-F5E3754BFEA1}"/>
                </a:ext>
              </a:extLst>
            </p:cNvPr>
            <p:cNvSpPr/>
            <p:nvPr/>
          </p:nvSpPr>
          <p:spPr>
            <a:xfrm>
              <a:off x="4424638" y="3996640"/>
              <a:ext cx="169418" cy="49040"/>
            </a:xfrm>
            <a:custGeom>
              <a:avLst/>
              <a:gdLst/>
              <a:ahLst/>
              <a:cxnLst/>
              <a:rect l="l" t="t" r="r" b="b"/>
              <a:pathLst>
                <a:path w="9611" h="2782" extrusionOk="0">
                  <a:moveTo>
                    <a:pt x="8736" y="0"/>
                  </a:moveTo>
                  <a:lnTo>
                    <a:pt x="8736" y="0"/>
                  </a:lnTo>
                  <a:lnTo>
                    <a:pt x="875" y="0"/>
                  </a:lnTo>
                  <a:lnTo>
                    <a:pt x="875" y="0"/>
                  </a:lnTo>
                  <a:lnTo>
                    <a:pt x="718" y="0"/>
                  </a:lnTo>
                  <a:lnTo>
                    <a:pt x="575" y="14"/>
                  </a:lnTo>
                  <a:lnTo>
                    <a:pt x="444" y="40"/>
                  </a:lnTo>
                  <a:lnTo>
                    <a:pt x="327" y="79"/>
                  </a:lnTo>
                  <a:lnTo>
                    <a:pt x="235" y="118"/>
                  </a:lnTo>
                  <a:lnTo>
                    <a:pt x="157" y="157"/>
                  </a:lnTo>
                  <a:lnTo>
                    <a:pt x="105" y="209"/>
                  </a:lnTo>
                  <a:lnTo>
                    <a:pt x="92" y="262"/>
                  </a:lnTo>
                  <a:lnTo>
                    <a:pt x="92" y="262"/>
                  </a:lnTo>
                  <a:lnTo>
                    <a:pt x="0" y="2508"/>
                  </a:lnTo>
                  <a:lnTo>
                    <a:pt x="0" y="2508"/>
                  </a:lnTo>
                  <a:lnTo>
                    <a:pt x="0" y="2534"/>
                  </a:lnTo>
                  <a:lnTo>
                    <a:pt x="13" y="2573"/>
                  </a:lnTo>
                  <a:lnTo>
                    <a:pt x="52" y="2625"/>
                  </a:lnTo>
                  <a:lnTo>
                    <a:pt x="131" y="2664"/>
                  </a:lnTo>
                  <a:lnTo>
                    <a:pt x="222" y="2703"/>
                  </a:lnTo>
                  <a:lnTo>
                    <a:pt x="340" y="2743"/>
                  </a:lnTo>
                  <a:lnTo>
                    <a:pt x="470" y="2769"/>
                  </a:lnTo>
                  <a:lnTo>
                    <a:pt x="614" y="2782"/>
                  </a:lnTo>
                  <a:lnTo>
                    <a:pt x="771" y="2782"/>
                  </a:lnTo>
                  <a:lnTo>
                    <a:pt x="771" y="2782"/>
                  </a:lnTo>
                  <a:lnTo>
                    <a:pt x="8814" y="2782"/>
                  </a:lnTo>
                  <a:lnTo>
                    <a:pt x="8814" y="2782"/>
                  </a:lnTo>
                  <a:lnTo>
                    <a:pt x="8984" y="2782"/>
                  </a:lnTo>
                  <a:lnTo>
                    <a:pt x="9128" y="2769"/>
                  </a:lnTo>
                  <a:lnTo>
                    <a:pt x="9258" y="2743"/>
                  </a:lnTo>
                  <a:lnTo>
                    <a:pt x="9376" y="2703"/>
                  </a:lnTo>
                  <a:lnTo>
                    <a:pt x="9480" y="2664"/>
                  </a:lnTo>
                  <a:lnTo>
                    <a:pt x="9546" y="2625"/>
                  </a:lnTo>
                  <a:lnTo>
                    <a:pt x="9598" y="2573"/>
                  </a:lnTo>
                  <a:lnTo>
                    <a:pt x="9611" y="2534"/>
                  </a:lnTo>
                  <a:lnTo>
                    <a:pt x="9611" y="2508"/>
                  </a:lnTo>
                  <a:lnTo>
                    <a:pt x="9611" y="2508"/>
                  </a:lnTo>
                  <a:lnTo>
                    <a:pt x="9533" y="262"/>
                  </a:lnTo>
                  <a:lnTo>
                    <a:pt x="9533" y="262"/>
                  </a:lnTo>
                  <a:lnTo>
                    <a:pt x="9507" y="209"/>
                  </a:lnTo>
                  <a:lnTo>
                    <a:pt x="9467" y="157"/>
                  </a:lnTo>
                  <a:lnTo>
                    <a:pt x="9389" y="118"/>
                  </a:lnTo>
                  <a:lnTo>
                    <a:pt x="9298" y="79"/>
                  </a:lnTo>
                  <a:lnTo>
                    <a:pt x="9180" y="40"/>
                  </a:lnTo>
                  <a:lnTo>
                    <a:pt x="9049" y="14"/>
                  </a:lnTo>
                  <a:lnTo>
                    <a:pt x="8893" y="0"/>
                  </a:lnTo>
                  <a:lnTo>
                    <a:pt x="8736" y="0"/>
                  </a:lnTo>
                  <a:lnTo>
                    <a:pt x="8736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058;p41">
              <a:extLst>
                <a:ext uri="{FF2B5EF4-FFF2-40B4-BE49-F238E27FC236}">
                  <a16:creationId xmlns:a16="http://schemas.microsoft.com/office/drawing/2014/main" id="{0CD7F0BD-C2DF-1D89-86F5-97120B2DFDD6}"/>
                </a:ext>
              </a:extLst>
            </p:cNvPr>
            <p:cNvSpPr/>
            <p:nvPr/>
          </p:nvSpPr>
          <p:spPr>
            <a:xfrm>
              <a:off x="4645140" y="3996640"/>
              <a:ext cx="171745" cy="49040"/>
            </a:xfrm>
            <a:custGeom>
              <a:avLst/>
              <a:gdLst/>
              <a:ahLst/>
              <a:cxnLst/>
              <a:rect l="l" t="t" r="r" b="b"/>
              <a:pathLst>
                <a:path w="9743" h="2782" extrusionOk="0">
                  <a:moveTo>
                    <a:pt x="8619" y="0"/>
                  </a:moveTo>
                  <a:lnTo>
                    <a:pt x="8619" y="0"/>
                  </a:lnTo>
                  <a:lnTo>
                    <a:pt x="758" y="0"/>
                  </a:lnTo>
                  <a:lnTo>
                    <a:pt x="758" y="0"/>
                  </a:lnTo>
                  <a:lnTo>
                    <a:pt x="602" y="0"/>
                  </a:lnTo>
                  <a:lnTo>
                    <a:pt x="458" y="14"/>
                  </a:lnTo>
                  <a:lnTo>
                    <a:pt x="327" y="40"/>
                  </a:lnTo>
                  <a:lnTo>
                    <a:pt x="223" y="79"/>
                  </a:lnTo>
                  <a:lnTo>
                    <a:pt x="131" y="118"/>
                  </a:lnTo>
                  <a:lnTo>
                    <a:pt x="53" y="157"/>
                  </a:lnTo>
                  <a:lnTo>
                    <a:pt x="14" y="209"/>
                  </a:lnTo>
                  <a:lnTo>
                    <a:pt x="1" y="235"/>
                  </a:lnTo>
                  <a:lnTo>
                    <a:pt x="1" y="262"/>
                  </a:lnTo>
                  <a:lnTo>
                    <a:pt x="1" y="262"/>
                  </a:lnTo>
                  <a:lnTo>
                    <a:pt x="131" y="2508"/>
                  </a:lnTo>
                  <a:lnTo>
                    <a:pt x="131" y="2508"/>
                  </a:lnTo>
                  <a:lnTo>
                    <a:pt x="158" y="2573"/>
                  </a:lnTo>
                  <a:lnTo>
                    <a:pt x="210" y="2625"/>
                  </a:lnTo>
                  <a:lnTo>
                    <a:pt x="275" y="2664"/>
                  </a:lnTo>
                  <a:lnTo>
                    <a:pt x="380" y="2703"/>
                  </a:lnTo>
                  <a:lnTo>
                    <a:pt x="497" y="2743"/>
                  </a:lnTo>
                  <a:lnTo>
                    <a:pt x="628" y="2769"/>
                  </a:lnTo>
                  <a:lnTo>
                    <a:pt x="784" y="2782"/>
                  </a:lnTo>
                  <a:lnTo>
                    <a:pt x="941" y="2782"/>
                  </a:lnTo>
                  <a:lnTo>
                    <a:pt x="941" y="2782"/>
                  </a:lnTo>
                  <a:lnTo>
                    <a:pt x="8985" y="2782"/>
                  </a:lnTo>
                  <a:lnTo>
                    <a:pt x="8985" y="2782"/>
                  </a:lnTo>
                  <a:lnTo>
                    <a:pt x="9142" y="2782"/>
                  </a:lnTo>
                  <a:lnTo>
                    <a:pt x="9285" y="2769"/>
                  </a:lnTo>
                  <a:lnTo>
                    <a:pt x="9429" y="2743"/>
                  </a:lnTo>
                  <a:lnTo>
                    <a:pt x="9533" y="2703"/>
                  </a:lnTo>
                  <a:lnTo>
                    <a:pt x="9625" y="2664"/>
                  </a:lnTo>
                  <a:lnTo>
                    <a:pt x="9703" y="2625"/>
                  </a:lnTo>
                  <a:lnTo>
                    <a:pt x="9742" y="2573"/>
                  </a:lnTo>
                  <a:lnTo>
                    <a:pt x="9742" y="2534"/>
                  </a:lnTo>
                  <a:lnTo>
                    <a:pt x="9742" y="2508"/>
                  </a:lnTo>
                  <a:lnTo>
                    <a:pt x="9742" y="2508"/>
                  </a:lnTo>
                  <a:lnTo>
                    <a:pt x="9442" y="262"/>
                  </a:lnTo>
                  <a:lnTo>
                    <a:pt x="9442" y="262"/>
                  </a:lnTo>
                  <a:lnTo>
                    <a:pt x="9416" y="209"/>
                  </a:lnTo>
                  <a:lnTo>
                    <a:pt x="9364" y="157"/>
                  </a:lnTo>
                  <a:lnTo>
                    <a:pt x="9285" y="118"/>
                  </a:lnTo>
                  <a:lnTo>
                    <a:pt x="9194" y="79"/>
                  </a:lnTo>
                  <a:lnTo>
                    <a:pt x="9063" y="40"/>
                  </a:lnTo>
                  <a:lnTo>
                    <a:pt x="8933" y="14"/>
                  </a:lnTo>
                  <a:lnTo>
                    <a:pt x="8789" y="0"/>
                  </a:lnTo>
                  <a:lnTo>
                    <a:pt x="8619" y="0"/>
                  </a:lnTo>
                  <a:lnTo>
                    <a:pt x="8619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059;p41">
              <a:extLst>
                <a:ext uri="{FF2B5EF4-FFF2-40B4-BE49-F238E27FC236}">
                  <a16:creationId xmlns:a16="http://schemas.microsoft.com/office/drawing/2014/main" id="{2CE868EE-41C1-F9CA-BAA2-FBAE49BF9166}"/>
                </a:ext>
              </a:extLst>
            </p:cNvPr>
            <p:cNvSpPr/>
            <p:nvPr/>
          </p:nvSpPr>
          <p:spPr>
            <a:xfrm>
              <a:off x="4864285" y="3996640"/>
              <a:ext cx="175640" cy="49040"/>
            </a:xfrm>
            <a:custGeom>
              <a:avLst/>
              <a:gdLst/>
              <a:ahLst/>
              <a:cxnLst/>
              <a:rect l="l" t="t" r="r" b="b"/>
              <a:pathLst>
                <a:path w="9964" h="2782" extrusionOk="0">
                  <a:moveTo>
                    <a:pt x="8605" y="0"/>
                  </a:moveTo>
                  <a:lnTo>
                    <a:pt x="8605" y="0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575" y="0"/>
                  </a:lnTo>
                  <a:lnTo>
                    <a:pt x="431" y="14"/>
                  </a:lnTo>
                  <a:lnTo>
                    <a:pt x="301" y="40"/>
                  </a:lnTo>
                  <a:lnTo>
                    <a:pt x="196" y="79"/>
                  </a:lnTo>
                  <a:lnTo>
                    <a:pt x="105" y="118"/>
                  </a:lnTo>
                  <a:lnTo>
                    <a:pt x="39" y="157"/>
                  </a:lnTo>
                  <a:lnTo>
                    <a:pt x="0" y="209"/>
                  </a:lnTo>
                  <a:lnTo>
                    <a:pt x="0" y="235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353" y="2508"/>
                  </a:lnTo>
                  <a:lnTo>
                    <a:pt x="353" y="2508"/>
                  </a:lnTo>
                  <a:lnTo>
                    <a:pt x="379" y="2573"/>
                  </a:lnTo>
                  <a:lnTo>
                    <a:pt x="431" y="2625"/>
                  </a:lnTo>
                  <a:lnTo>
                    <a:pt x="509" y="2664"/>
                  </a:lnTo>
                  <a:lnTo>
                    <a:pt x="614" y="2703"/>
                  </a:lnTo>
                  <a:lnTo>
                    <a:pt x="744" y="2743"/>
                  </a:lnTo>
                  <a:lnTo>
                    <a:pt x="875" y="2769"/>
                  </a:lnTo>
                  <a:lnTo>
                    <a:pt x="1032" y="2782"/>
                  </a:lnTo>
                  <a:lnTo>
                    <a:pt x="1188" y="2782"/>
                  </a:lnTo>
                  <a:lnTo>
                    <a:pt x="1188" y="2782"/>
                  </a:lnTo>
                  <a:lnTo>
                    <a:pt x="9245" y="2782"/>
                  </a:lnTo>
                  <a:lnTo>
                    <a:pt x="9245" y="2782"/>
                  </a:lnTo>
                  <a:lnTo>
                    <a:pt x="9389" y="2782"/>
                  </a:lnTo>
                  <a:lnTo>
                    <a:pt x="9533" y="2769"/>
                  </a:lnTo>
                  <a:lnTo>
                    <a:pt x="9663" y="2743"/>
                  </a:lnTo>
                  <a:lnTo>
                    <a:pt x="9768" y="2703"/>
                  </a:lnTo>
                  <a:lnTo>
                    <a:pt x="9859" y="2664"/>
                  </a:lnTo>
                  <a:lnTo>
                    <a:pt x="9924" y="2625"/>
                  </a:lnTo>
                  <a:lnTo>
                    <a:pt x="9950" y="2573"/>
                  </a:lnTo>
                  <a:lnTo>
                    <a:pt x="9964" y="2534"/>
                  </a:lnTo>
                  <a:lnTo>
                    <a:pt x="9964" y="2508"/>
                  </a:lnTo>
                  <a:lnTo>
                    <a:pt x="9964" y="2508"/>
                  </a:lnTo>
                  <a:lnTo>
                    <a:pt x="9428" y="262"/>
                  </a:lnTo>
                  <a:lnTo>
                    <a:pt x="9428" y="262"/>
                  </a:lnTo>
                  <a:lnTo>
                    <a:pt x="9402" y="209"/>
                  </a:lnTo>
                  <a:lnTo>
                    <a:pt x="9350" y="157"/>
                  </a:lnTo>
                  <a:lnTo>
                    <a:pt x="9258" y="118"/>
                  </a:lnTo>
                  <a:lnTo>
                    <a:pt x="9167" y="79"/>
                  </a:lnTo>
                  <a:lnTo>
                    <a:pt x="9036" y="40"/>
                  </a:lnTo>
                  <a:lnTo>
                    <a:pt x="8906" y="14"/>
                  </a:lnTo>
                  <a:lnTo>
                    <a:pt x="8762" y="0"/>
                  </a:lnTo>
                  <a:lnTo>
                    <a:pt x="8605" y="0"/>
                  </a:lnTo>
                  <a:lnTo>
                    <a:pt x="8605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060;p41">
              <a:extLst>
                <a:ext uri="{FF2B5EF4-FFF2-40B4-BE49-F238E27FC236}">
                  <a16:creationId xmlns:a16="http://schemas.microsoft.com/office/drawing/2014/main" id="{45DB5061-AC6B-A8E0-3BEA-4EE8FE54E98C}"/>
                </a:ext>
              </a:extLst>
            </p:cNvPr>
            <p:cNvSpPr/>
            <p:nvPr/>
          </p:nvSpPr>
          <p:spPr>
            <a:xfrm>
              <a:off x="5083642" y="3996640"/>
              <a:ext cx="179783" cy="49040"/>
            </a:xfrm>
            <a:custGeom>
              <a:avLst/>
              <a:gdLst/>
              <a:ahLst/>
              <a:cxnLst/>
              <a:rect l="l" t="t" r="r" b="b"/>
              <a:pathLst>
                <a:path w="10199" h="2782" extrusionOk="0">
                  <a:moveTo>
                    <a:pt x="8593" y="0"/>
                  </a:moveTo>
                  <a:lnTo>
                    <a:pt x="8593" y="0"/>
                  </a:lnTo>
                  <a:lnTo>
                    <a:pt x="719" y="0"/>
                  </a:lnTo>
                  <a:lnTo>
                    <a:pt x="719" y="0"/>
                  </a:lnTo>
                  <a:lnTo>
                    <a:pt x="562" y="0"/>
                  </a:lnTo>
                  <a:lnTo>
                    <a:pt x="418" y="14"/>
                  </a:lnTo>
                  <a:lnTo>
                    <a:pt x="288" y="40"/>
                  </a:lnTo>
                  <a:lnTo>
                    <a:pt x="183" y="79"/>
                  </a:lnTo>
                  <a:lnTo>
                    <a:pt x="105" y="118"/>
                  </a:lnTo>
                  <a:lnTo>
                    <a:pt x="40" y="157"/>
                  </a:lnTo>
                  <a:lnTo>
                    <a:pt x="1" y="209"/>
                  </a:lnTo>
                  <a:lnTo>
                    <a:pt x="1" y="235"/>
                  </a:lnTo>
                  <a:lnTo>
                    <a:pt x="1" y="262"/>
                  </a:lnTo>
                  <a:lnTo>
                    <a:pt x="1" y="262"/>
                  </a:lnTo>
                  <a:lnTo>
                    <a:pt x="588" y="2508"/>
                  </a:lnTo>
                  <a:lnTo>
                    <a:pt x="588" y="2508"/>
                  </a:lnTo>
                  <a:lnTo>
                    <a:pt x="614" y="2573"/>
                  </a:lnTo>
                  <a:lnTo>
                    <a:pt x="680" y="2625"/>
                  </a:lnTo>
                  <a:lnTo>
                    <a:pt x="758" y="2664"/>
                  </a:lnTo>
                  <a:lnTo>
                    <a:pt x="875" y="2703"/>
                  </a:lnTo>
                  <a:lnTo>
                    <a:pt x="993" y="2743"/>
                  </a:lnTo>
                  <a:lnTo>
                    <a:pt x="1137" y="2769"/>
                  </a:lnTo>
                  <a:lnTo>
                    <a:pt x="1293" y="2782"/>
                  </a:lnTo>
                  <a:lnTo>
                    <a:pt x="1463" y="2782"/>
                  </a:lnTo>
                  <a:lnTo>
                    <a:pt x="1463" y="2782"/>
                  </a:lnTo>
                  <a:lnTo>
                    <a:pt x="9507" y="2782"/>
                  </a:lnTo>
                  <a:lnTo>
                    <a:pt x="9507" y="2782"/>
                  </a:lnTo>
                  <a:lnTo>
                    <a:pt x="9664" y="2782"/>
                  </a:lnTo>
                  <a:lnTo>
                    <a:pt x="9794" y="2769"/>
                  </a:lnTo>
                  <a:lnTo>
                    <a:pt x="9925" y="2743"/>
                  </a:lnTo>
                  <a:lnTo>
                    <a:pt x="10029" y="2703"/>
                  </a:lnTo>
                  <a:lnTo>
                    <a:pt x="10107" y="2664"/>
                  </a:lnTo>
                  <a:lnTo>
                    <a:pt x="10173" y="2625"/>
                  </a:lnTo>
                  <a:lnTo>
                    <a:pt x="10199" y="2573"/>
                  </a:lnTo>
                  <a:lnTo>
                    <a:pt x="10199" y="2534"/>
                  </a:lnTo>
                  <a:lnTo>
                    <a:pt x="10199" y="2508"/>
                  </a:lnTo>
                  <a:lnTo>
                    <a:pt x="10199" y="2508"/>
                  </a:lnTo>
                  <a:lnTo>
                    <a:pt x="9442" y="262"/>
                  </a:lnTo>
                  <a:lnTo>
                    <a:pt x="9442" y="262"/>
                  </a:lnTo>
                  <a:lnTo>
                    <a:pt x="9415" y="209"/>
                  </a:lnTo>
                  <a:lnTo>
                    <a:pt x="9350" y="157"/>
                  </a:lnTo>
                  <a:lnTo>
                    <a:pt x="9259" y="118"/>
                  </a:lnTo>
                  <a:lnTo>
                    <a:pt x="9154" y="79"/>
                  </a:lnTo>
                  <a:lnTo>
                    <a:pt x="9024" y="40"/>
                  </a:lnTo>
                  <a:lnTo>
                    <a:pt x="8893" y="14"/>
                  </a:lnTo>
                  <a:lnTo>
                    <a:pt x="8749" y="0"/>
                  </a:lnTo>
                  <a:lnTo>
                    <a:pt x="8593" y="0"/>
                  </a:lnTo>
                  <a:lnTo>
                    <a:pt x="8593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061;p41">
              <a:extLst>
                <a:ext uri="{FF2B5EF4-FFF2-40B4-BE49-F238E27FC236}">
                  <a16:creationId xmlns:a16="http://schemas.microsoft.com/office/drawing/2014/main" id="{2C44AEF9-6FAF-DE6C-5FD7-B7938434BCEF}"/>
                </a:ext>
              </a:extLst>
            </p:cNvPr>
            <p:cNvSpPr/>
            <p:nvPr/>
          </p:nvSpPr>
          <p:spPr>
            <a:xfrm>
              <a:off x="5314280" y="3996640"/>
              <a:ext cx="508025" cy="49040"/>
            </a:xfrm>
            <a:custGeom>
              <a:avLst/>
              <a:gdLst/>
              <a:ahLst/>
              <a:cxnLst/>
              <a:rect l="l" t="t" r="r" b="b"/>
              <a:pathLst>
                <a:path w="28820" h="2782" extrusionOk="0">
                  <a:moveTo>
                    <a:pt x="26548" y="0"/>
                  </a:moveTo>
                  <a:lnTo>
                    <a:pt x="26548" y="0"/>
                  </a:lnTo>
                  <a:lnTo>
                    <a:pt x="575" y="0"/>
                  </a:lnTo>
                  <a:lnTo>
                    <a:pt x="575" y="0"/>
                  </a:lnTo>
                  <a:lnTo>
                    <a:pt x="445" y="0"/>
                  </a:lnTo>
                  <a:lnTo>
                    <a:pt x="327" y="14"/>
                  </a:lnTo>
                  <a:lnTo>
                    <a:pt x="223" y="40"/>
                  </a:lnTo>
                  <a:lnTo>
                    <a:pt x="131" y="66"/>
                  </a:lnTo>
                  <a:lnTo>
                    <a:pt x="66" y="92"/>
                  </a:lnTo>
                  <a:lnTo>
                    <a:pt x="27" y="131"/>
                  </a:lnTo>
                  <a:lnTo>
                    <a:pt x="1" y="170"/>
                  </a:lnTo>
                  <a:lnTo>
                    <a:pt x="1" y="209"/>
                  </a:lnTo>
                  <a:lnTo>
                    <a:pt x="1" y="209"/>
                  </a:lnTo>
                  <a:lnTo>
                    <a:pt x="863" y="2560"/>
                  </a:lnTo>
                  <a:lnTo>
                    <a:pt x="863" y="2560"/>
                  </a:lnTo>
                  <a:lnTo>
                    <a:pt x="889" y="2599"/>
                  </a:lnTo>
                  <a:lnTo>
                    <a:pt x="941" y="2651"/>
                  </a:lnTo>
                  <a:lnTo>
                    <a:pt x="1019" y="2690"/>
                  </a:lnTo>
                  <a:lnTo>
                    <a:pt x="1111" y="2717"/>
                  </a:lnTo>
                  <a:lnTo>
                    <a:pt x="1215" y="2743"/>
                  </a:lnTo>
                  <a:lnTo>
                    <a:pt x="1333" y="2769"/>
                  </a:lnTo>
                  <a:lnTo>
                    <a:pt x="1463" y="2782"/>
                  </a:lnTo>
                  <a:lnTo>
                    <a:pt x="1594" y="2782"/>
                  </a:lnTo>
                  <a:lnTo>
                    <a:pt x="1594" y="2782"/>
                  </a:lnTo>
                  <a:lnTo>
                    <a:pt x="28154" y="2782"/>
                  </a:lnTo>
                  <a:lnTo>
                    <a:pt x="28154" y="2782"/>
                  </a:lnTo>
                  <a:lnTo>
                    <a:pt x="28311" y="2782"/>
                  </a:lnTo>
                  <a:lnTo>
                    <a:pt x="28454" y="2769"/>
                  </a:lnTo>
                  <a:lnTo>
                    <a:pt x="28585" y="2743"/>
                  </a:lnTo>
                  <a:lnTo>
                    <a:pt x="28676" y="2703"/>
                  </a:lnTo>
                  <a:lnTo>
                    <a:pt x="28755" y="2664"/>
                  </a:lnTo>
                  <a:lnTo>
                    <a:pt x="28794" y="2625"/>
                  </a:lnTo>
                  <a:lnTo>
                    <a:pt x="28807" y="2599"/>
                  </a:lnTo>
                  <a:lnTo>
                    <a:pt x="28820" y="2573"/>
                  </a:lnTo>
                  <a:lnTo>
                    <a:pt x="28807" y="2534"/>
                  </a:lnTo>
                  <a:lnTo>
                    <a:pt x="28794" y="2508"/>
                  </a:lnTo>
                  <a:lnTo>
                    <a:pt x="28794" y="2508"/>
                  </a:lnTo>
                  <a:lnTo>
                    <a:pt x="27475" y="262"/>
                  </a:lnTo>
                  <a:lnTo>
                    <a:pt x="27475" y="262"/>
                  </a:lnTo>
                  <a:lnTo>
                    <a:pt x="27436" y="209"/>
                  </a:lnTo>
                  <a:lnTo>
                    <a:pt x="27357" y="157"/>
                  </a:lnTo>
                  <a:lnTo>
                    <a:pt x="27266" y="118"/>
                  </a:lnTo>
                  <a:lnTo>
                    <a:pt x="27148" y="79"/>
                  </a:lnTo>
                  <a:lnTo>
                    <a:pt x="27005" y="40"/>
                  </a:lnTo>
                  <a:lnTo>
                    <a:pt x="26861" y="14"/>
                  </a:lnTo>
                  <a:lnTo>
                    <a:pt x="26705" y="0"/>
                  </a:lnTo>
                  <a:lnTo>
                    <a:pt x="26548" y="0"/>
                  </a:lnTo>
                  <a:lnTo>
                    <a:pt x="26548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062;p41">
              <a:extLst>
                <a:ext uri="{FF2B5EF4-FFF2-40B4-BE49-F238E27FC236}">
                  <a16:creationId xmlns:a16="http://schemas.microsoft.com/office/drawing/2014/main" id="{4B1580FC-0396-130F-0430-3D19BAFC575B}"/>
                </a:ext>
              </a:extLst>
            </p:cNvPr>
            <p:cNvSpPr/>
            <p:nvPr/>
          </p:nvSpPr>
          <p:spPr>
            <a:xfrm>
              <a:off x="3198451" y="3996640"/>
              <a:ext cx="508271" cy="49040"/>
            </a:xfrm>
            <a:custGeom>
              <a:avLst/>
              <a:gdLst/>
              <a:ahLst/>
              <a:cxnLst/>
              <a:rect l="l" t="t" r="r" b="b"/>
              <a:pathLst>
                <a:path w="28834" h="2782" extrusionOk="0">
                  <a:moveTo>
                    <a:pt x="28167" y="0"/>
                  </a:moveTo>
                  <a:lnTo>
                    <a:pt x="28167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038" y="0"/>
                  </a:lnTo>
                  <a:lnTo>
                    <a:pt x="1920" y="14"/>
                  </a:lnTo>
                  <a:lnTo>
                    <a:pt x="1790" y="27"/>
                  </a:lnTo>
                  <a:lnTo>
                    <a:pt x="1685" y="53"/>
                  </a:lnTo>
                  <a:lnTo>
                    <a:pt x="1581" y="92"/>
                  </a:lnTo>
                  <a:lnTo>
                    <a:pt x="1503" y="131"/>
                  </a:lnTo>
                  <a:lnTo>
                    <a:pt x="1437" y="170"/>
                  </a:lnTo>
                  <a:lnTo>
                    <a:pt x="1398" y="209"/>
                  </a:lnTo>
                  <a:lnTo>
                    <a:pt x="1398" y="209"/>
                  </a:lnTo>
                  <a:lnTo>
                    <a:pt x="14" y="2560"/>
                  </a:lnTo>
                  <a:lnTo>
                    <a:pt x="14" y="2560"/>
                  </a:lnTo>
                  <a:lnTo>
                    <a:pt x="1" y="2599"/>
                  </a:lnTo>
                  <a:lnTo>
                    <a:pt x="14" y="2651"/>
                  </a:lnTo>
                  <a:lnTo>
                    <a:pt x="53" y="2690"/>
                  </a:lnTo>
                  <a:lnTo>
                    <a:pt x="118" y="2717"/>
                  </a:lnTo>
                  <a:lnTo>
                    <a:pt x="197" y="2743"/>
                  </a:lnTo>
                  <a:lnTo>
                    <a:pt x="301" y="2769"/>
                  </a:lnTo>
                  <a:lnTo>
                    <a:pt x="419" y="2782"/>
                  </a:lnTo>
                  <a:lnTo>
                    <a:pt x="536" y="2782"/>
                  </a:lnTo>
                  <a:lnTo>
                    <a:pt x="536" y="2782"/>
                  </a:lnTo>
                  <a:lnTo>
                    <a:pt x="27109" y="2782"/>
                  </a:lnTo>
                  <a:lnTo>
                    <a:pt x="27109" y="2782"/>
                  </a:lnTo>
                  <a:lnTo>
                    <a:pt x="27279" y="2782"/>
                  </a:lnTo>
                  <a:lnTo>
                    <a:pt x="27423" y="2769"/>
                  </a:lnTo>
                  <a:lnTo>
                    <a:pt x="27566" y="2743"/>
                  </a:lnTo>
                  <a:lnTo>
                    <a:pt x="27697" y="2703"/>
                  </a:lnTo>
                  <a:lnTo>
                    <a:pt x="27801" y="2664"/>
                  </a:lnTo>
                  <a:lnTo>
                    <a:pt x="27893" y="2625"/>
                  </a:lnTo>
                  <a:lnTo>
                    <a:pt x="27958" y="2573"/>
                  </a:lnTo>
                  <a:lnTo>
                    <a:pt x="27997" y="2508"/>
                  </a:lnTo>
                  <a:lnTo>
                    <a:pt x="27997" y="2508"/>
                  </a:lnTo>
                  <a:lnTo>
                    <a:pt x="28833" y="262"/>
                  </a:lnTo>
                  <a:lnTo>
                    <a:pt x="28833" y="262"/>
                  </a:lnTo>
                  <a:lnTo>
                    <a:pt x="28833" y="235"/>
                  </a:lnTo>
                  <a:lnTo>
                    <a:pt x="28833" y="209"/>
                  </a:lnTo>
                  <a:lnTo>
                    <a:pt x="28807" y="157"/>
                  </a:lnTo>
                  <a:lnTo>
                    <a:pt x="28755" y="105"/>
                  </a:lnTo>
                  <a:lnTo>
                    <a:pt x="28676" y="79"/>
                  </a:lnTo>
                  <a:lnTo>
                    <a:pt x="28572" y="40"/>
                  </a:lnTo>
                  <a:lnTo>
                    <a:pt x="28454" y="14"/>
                  </a:lnTo>
                  <a:lnTo>
                    <a:pt x="28311" y="0"/>
                  </a:lnTo>
                  <a:lnTo>
                    <a:pt x="28167" y="0"/>
                  </a:lnTo>
                  <a:lnTo>
                    <a:pt x="28167" y="0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063;p41">
              <a:extLst>
                <a:ext uri="{FF2B5EF4-FFF2-40B4-BE49-F238E27FC236}">
                  <a16:creationId xmlns:a16="http://schemas.microsoft.com/office/drawing/2014/main" id="{5C37D53B-BE8F-F288-10F8-7930047DA3E3}"/>
                </a:ext>
              </a:extLst>
            </p:cNvPr>
            <p:cNvSpPr/>
            <p:nvPr/>
          </p:nvSpPr>
          <p:spPr>
            <a:xfrm>
              <a:off x="3150804" y="4065000"/>
              <a:ext cx="203280" cy="62401"/>
            </a:xfrm>
            <a:custGeom>
              <a:avLst/>
              <a:gdLst/>
              <a:ahLst/>
              <a:cxnLst/>
              <a:rect l="l" t="t" r="r" b="b"/>
              <a:pathLst>
                <a:path w="11532" h="3540" extrusionOk="0">
                  <a:moveTo>
                    <a:pt x="10865" y="1"/>
                  </a:moveTo>
                  <a:lnTo>
                    <a:pt x="10865" y="1"/>
                  </a:lnTo>
                  <a:lnTo>
                    <a:pt x="2756" y="1"/>
                  </a:lnTo>
                  <a:lnTo>
                    <a:pt x="2756" y="1"/>
                  </a:lnTo>
                  <a:lnTo>
                    <a:pt x="2586" y="1"/>
                  </a:lnTo>
                  <a:lnTo>
                    <a:pt x="2417" y="14"/>
                  </a:lnTo>
                  <a:lnTo>
                    <a:pt x="2273" y="40"/>
                  </a:lnTo>
                  <a:lnTo>
                    <a:pt x="2129" y="79"/>
                  </a:lnTo>
                  <a:lnTo>
                    <a:pt x="2012" y="118"/>
                  </a:lnTo>
                  <a:lnTo>
                    <a:pt x="1907" y="170"/>
                  </a:lnTo>
                  <a:lnTo>
                    <a:pt x="1829" y="223"/>
                  </a:lnTo>
                  <a:lnTo>
                    <a:pt x="1777" y="275"/>
                  </a:lnTo>
                  <a:lnTo>
                    <a:pt x="1777" y="275"/>
                  </a:lnTo>
                  <a:lnTo>
                    <a:pt x="27" y="3252"/>
                  </a:lnTo>
                  <a:lnTo>
                    <a:pt x="27" y="3252"/>
                  </a:lnTo>
                  <a:lnTo>
                    <a:pt x="14" y="3278"/>
                  </a:lnTo>
                  <a:lnTo>
                    <a:pt x="1" y="3304"/>
                  </a:lnTo>
                  <a:lnTo>
                    <a:pt x="14" y="3331"/>
                  </a:lnTo>
                  <a:lnTo>
                    <a:pt x="14" y="3357"/>
                  </a:lnTo>
                  <a:lnTo>
                    <a:pt x="66" y="3409"/>
                  </a:lnTo>
                  <a:lnTo>
                    <a:pt x="144" y="3461"/>
                  </a:lnTo>
                  <a:lnTo>
                    <a:pt x="249" y="3487"/>
                  </a:lnTo>
                  <a:lnTo>
                    <a:pt x="366" y="3513"/>
                  </a:lnTo>
                  <a:lnTo>
                    <a:pt x="510" y="3539"/>
                  </a:lnTo>
                  <a:lnTo>
                    <a:pt x="680" y="3539"/>
                  </a:lnTo>
                  <a:lnTo>
                    <a:pt x="680" y="3539"/>
                  </a:lnTo>
                  <a:lnTo>
                    <a:pt x="9024" y="3539"/>
                  </a:lnTo>
                  <a:lnTo>
                    <a:pt x="9024" y="3539"/>
                  </a:lnTo>
                  <a:lnTo>
                    <a:pt x="9181" y="3539"/>
                  </a:lnTo>
                  <a:lnTo>
                    <a:pt x="9337" y="3513"/>
                  </a:lnTo>
                  <a:lnTo>
                    <a:pt x="9494" y="3487"/>
                  </a:lnTo>
                  <a:lnTo>
                    <a:pt x="9638" y="3461"/>
                  </a:lnTo>
                  <a:lnTo>
                    <a:pt x="9755" y="3409"/>
                  </a:lnTo>
                  <a:lnTo>
                    <a:pt x="9860" y="3357"/>
                  </a:lnTo>
                  <a:lnTo>
                    <a:pt x="9938" y="3304"/>
                  </a:lnTo>
                  <a:lnTo>
                    <a:pt x="9977" y="3252"/>
                  </a:lnTo>
                  <a:lnTo>
                    <a:pt x="9977" y="3252"/>
                  </a:lnTo>
                  <a:lnTo>
                    <a:pt x="11518" y="275"/>
                  </a:lnTo>
                  <a:lnTo>
                    <a:pt x="11518" y="275"/>
                  </a:lnTo>
                  <a:lnTo>
                    <a:pt x="11518" y="249"/>
                  </a:lnTo>
                  <a:lnTo>
                    <a:pt x="11531" y="223"/>
                  </a:lnTo>
                  <a:lnTo>
                    <a:pt x="11505" y="170"/>
                  </a:lnTo>
                  <a:lnTo>
                    <a:pt x="11453" y="118"/>
                  </a:lnTo>
                  <a:lnTo>
                    <a:pt x="11374" y="79"/>
                  </a:lnTo>
                  <a:lnTo>
                    <a:pt x="11283" y="40"/>
                  </a:lnTo>
                  <a:lnTo>
                    <a:pt x="11165" y="14"/>
                  </a:lnTo>
                  <a:lnTo>
                    <a:pt x="11022" y="1"/>
                  </a:lnTo>
                  <a:lnTo>
                    <a:pt x="10865" y="1"/>
                  </a:lnTo>
                  <a:lnTo>
                    <a:pt x="10865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064;p41">
              <a:extLst>
                <a:ext uri="{FF2B5EF4-FFF2-40B4-BE49-F238E27FC236}">
                  <a16:creationId xmlns:a16="http://schemas.microsoft.com/office/drawing/2014/main" id="{F8EBE931-3722-7B9A-75DD-C18668648947}"/>
                </a:ext>
              </a:extLst>
            </p:cNvPr>
            <p:cNvSpPr/>
            <p:nvPr/>
          </p:nvSpPr>
          <p:spPr>
            <a:xfrm>
              <a:off x="3382377" y="4065000"/>
              <a:ext cx="197287" cy="62401"/>
            </a:xfrm>
            <a:custGeom>
              <a:avLst/>
              <a:gdLst/>
              <a:ahLst/>
              <a:cxnLst/>
              <a:rect l="l" t="t" r="r" b="b"/>
              <a:pathLst>
                <a:path w="11192" h="3540" extrusionOk="0">
                  <a:moveTo>
                    <a:pt x="10512" y="1"/>
                  </a:moveTo>
                  <a:lnTo>
                    <a:pt x="10512" y="1"/>
                  </a:lnTo>
                  <a:lnTo>
                    <a:pt x="2390" y="1"/>
                  </a:lnTo>
                  <a:lnTo>
                    <a:pt x="2390" y="1"/>
                  </a:lnTo>
                  <a:lnTo>
                    <a:pt x="2233" y="1"/>
                  </a:lnTo>
                  <a:lnTo>
                    <a:pt x="2076" y="14"/>
                  </a:lnTo>
                  <a:lnTo>
                    <a:pt x="1933" y="40"/>
                  </a:lnTo>
                  <a:lnTo>
                    <a:pt x="1802" y="79"/>
                  </a:lnTo>
                  <a:lnTo>
                    <a:pt x="1685" y="118"/>
                  </a:lnTo>
                  <a:lnTo>
                    <a:pt x="1580" y="170"/>
                  </a:lnTo>
                  <a:lnTo>
                    <a:pt x="1515" y="223"/>
                  </a:lnTo>
                  <a:lnTo>
                    <a:pt x="1476" y="275"/>
                  </a:lnTo>
                  <a:lnTo>
                    <a:pt x="1476" y="275"/>
                  </a:lnTo>
                  <a:lnTo>
                    <a:pt x="13" y="3252"/>
                  </a:lnTo>
                  <a:lnTo>
                    <a:pt x="13" y="3252"/>
                  </a:lnTo>
                  <a:lnTo>
                    <a:pt x="0" y="3278"/>
                  </a:lnTo>
                  <a:lnTo>
                    <a:pt x="0" y="3304"/>
                  </a:lnTo>
                  <a:lnTo>
                    <a:pt x="13" y="3357"/>
                  </a:lnTo>
                  <a:lnTo>
                    <a:pt x="66" y="3409"/>
                  </a:lnTo>
                  <a:lnTo>
                    <a:pt x="144" y="3461"/>
                  </a:lnTo>
                  <a:lnTo>
                    <a:pt x="248" y="3487"/>
                  </a:lnTo>
                  <a:lnTo>
                    <a:pt x="379" y="3513"/>
                  </a:lnTo>
                  <a:lnTo>
                    <a:pt x="523" y="3539"/>
                  </a:lnTo>
                  <a:lnTo>
                    <a:pt x="679" y="3539"/>
                  </a:lnTo>
                  <a:lnTo>
                    <a:pt x="679" y="3539"/>
                  </a:lnTo>
                  <a:lnTo>
                    <a:pt x="9023" y="3539"/>
                  </a:lnTo>
                  <a:lnTo>
                    <a:pt x="9023" y="3539"/>
                  </a:lnTo>
                  <a:lnTo>
                    <a:pt x="9193" y="3539"/>
                  </a:lnTo>
                  <a:lnTo>
                    <a:pt x="9350" y="3513"/>
                  </a:lnTo>
                  <a:lnTo>
                    <a:pt x="9493" y="3487"/>
                  </a:lnTo>
                  <a:lnTo>
                    <a:pt x="9637" y="3461"/>
                  </a:lnTo>
                  <a:lnTo>
                    <a:pt x="9742" y="3409"/>
                  </a:lnTo>
                  <a:lnTo>
                    <a:pt x="9846" y="3357"/>
                  </a:lnTo>
                  <a:lnTo>
                    <a:pt x="9911" y="3304"/>
                  </a:lnTo>
                  <a:lnTo>
                    <a:pt x="9951" y="3252"/>
                  </a:lnTo>
                  <a:lnTo>
                    <a:pt x="9951" y="3252"/>
                  </a:lnTo>
                  <a:lnTo>
                    <a:pt x="11178" y="275"/>
                  </a:lnTo>
                  <a:lnTo>
                    <a:pt x="11178" y="275"/>
                  </a:lnTo>
                  <a:lnTo>
                    <a:pt x="11191" y="249"/>
                  </a:lnTo>
                  <a:lnTo>
                    <a:pt x="11191" y="223"/>
                  </a:lnTo>
                  <a:lnTo>
                    <a:pt x="11165" y="170"/>
                  </a:lnTo>
                  <a:lnTo>
                    <a:pt x="11113" y="118"/>
                  </a:lnTo>
                  <a:lnTo>
                    <a:pt x="11034" y="79"/>
                  </a:lnTo>
                  <a:lnTo>
                    <a:pt x="10943" y="40"/>
                  </a:lnTo>
                  <a:lnTo>
                    <a:pt x="10812" y="14"/>
                  </a:lnTo>
                  <a:lnTo>
                    <a:pt x="10669" y="1"/>
                  </a:lnTo>
                  <a:lnTo>
                    <a:pt x="10512" y="1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065;p41">
              <a:extLst>
                <a:ext uri="{FF2B5EF4-FFF2-40B4-BE49-F238E27FC236}">
                  <a16:creationId xmlns:a16="http://schemas.microsoft.com/office/drawing/2014/main" id="{FCF851BC-20FA-DF94-F3E4-9A2348800C33}"/>
                </a:ext>
              </a:extLst>
            </p:cNvPr>
            <p:cNvSpPr/>
            <p:nvPr/>
          </p:nvSpPr>
          <p:spPr>
            <a:xfrm>
              <a:off x="3613473" y="4065000"/>
              <a:ext cx="192228" cy="62401"/>
            </a:xfrm>
            <a:custGeom>
              <a:avLst/>
              <a:gdLst/>
              <a:ahLst/>
              <a:cxnLst/>
              <a:rect l="l" t="t" r="r" b="b"/>
              <a:pathLst>
                <a:path w="10905" h="3540" extrusionOk="0">
                  <a:moveTo>
                    <a:pt x="10186" y="1"/>
                  </a:moveTo>
                  <a:lnTo>
                    <a:pt x="10186" y="1"/>
                  </a:lnTo>
                  <a:lnTo>
                    <a:pt x="2064" y="1"/>
                  </a:lnTo>
                  <a:lnTo>
                    <a:pt x="2064" y="1"/>
                  </a:lnTo>
                  <a:lnTo>
                    <a:pt x="1907" y="1"/>
                  </a:lnTo>
                  <a:lnTo>
                    <a:pt x="1750" y="14"/>
                  </a:lnTo>
                  <a:lnTo>
                    <a:pt x="1607" y="40"/>
                  </a:lnTo>
                  <a:lnTo>
                    <a:pt x="1476" y="79"/>
                  </a:lnTo>
                  <a:lnTo>
                    <a:pt x="1372" y="118"/>
                  </a:lnTo>
                  <a:lnTo>
                    <a:pt x="1280" y="170"/>
                  </a:lnTo>
                  <a:lnTo>
                    <a:pt x="1202" y="223"/>
                  </a:lnTo>
                  <a:lnTo>
                    <a:pt x="1176" y="275"/>
                  </a:lnTo>
                  <a:lnTo>
                    <a:pt x="1176" y="275"/>
                  </a:lnTo>
                  <a:lnTo>
                    <a:pt x="1" y="3252"/>
                  </a:lnTo>
                  <a:lnTo>
                    <a:pt x="1" y="3252"/>
                  </a:lnTo>
                  <a:lnTo>
                    <a:pt x="1" y="3278"/>
                  </a:lnTo>
                  <a:lnTo>
                    <a:pt x="1" y="3304"/>
                  </a:lnTo>
                  <a:lnTo>
                    <a:pt x="27" y="3357"/>
                  </a:lnTo>
                  <a:lnTo>
                    <a:pt x="79" y="3409"/>
                  </a:lnTo>
                  <a:lnTo>
                    <a:pt x="170" y="3461"/>
                  </a:lnTo>
                  <a:lnTo>
                    <a:pt x="275" y="3487"/>
                  </a:lnTo>
                  <a:lnTo>
                    <a:pt x="405" y="3513"/>
                  </a:lnTo>
                  <a:lnTo>
                    <a:pt x="549" y="3539"/>
                  </a:lnTo>
                  <a:lnTo>
                    <a:pt x="706" y="3539"/>
                  </a:lnTo>
                  <a:lnTo>
                    <a:pt x="706" y="3539"/>
                  </a:lnTo>
                  <a:lnTo>
                    <a:pt x="9037" y="3539"/>
                  </a:lnTo>
                  <a:lnTo>
                    <a:pt x="9037" y="3539"/>
                  </a:lnTo>
                  <a:lnTo>
                    <a:pt x="9207" y="3539"/>
                  </a:lnTo>
                  <a:lnTo>
                    <a:pt x="9376" y="3513"/>
                  </a:lnTo>
                  <a:lnTo>
                    <a:pt x="9520" y="3487"/>
                  </a:lnTo>
                  <a:lnTo>
                    <a:pt x="9664" y="3461"/>
                  </a:lnTo>
                  <a:lnTo>
                    <a:pt x="9768" y="3409"/>
                  </a:lnTo>
                  <a:lnTo>
                    <a:pt x="9859" y="3357"/>
                  </a:lnTo>
                  <a:lnTo>
                    <a:pt x="9925" y="3304"/>
                  </a:lnTo>
                  <a:lnTo>
                    <a:pt x="9964" y="3252"/>
                  </a:lnTo>
                  <a:lnTo>
                    <a:pt x="9964" y="3252"/>
                  </a:lnTo>
                  <a:lnTo>
                    <a:pt x="10904" y="275"/>
                  </a:lnTo>
                  <a:lnTo>
                    <a:pt x="10904" y="275"/>
                  </a:lnTo>
                  <a:lnTo>
                    <a:pt x="10904" y="249"/>
                  </a:lnTo>
                  <a:lnTo>
                    <a:pt x="10904" y="223"/>
                  </a:lnTo>
                  <a:lnTo>
                    <a:pt x="10878" y="170"/>
                  </a:lnTo>
                  <a:lnTo>
                    <a:pt x="10813" y="118"/>
                  </a:lnTo>
                  <a:lnTo>
                    <a:pt x="10734" y="79"/>
                  </a:lnTo>
                  <a:lnTo>
                    <a:pt x="10617" y="40"/>
                  </a:lnTo>
                  <a:lnTo>
                    <a:pt x="10486" y="14"/>
                  </a:lnTo>
                  <a:lnTo>
                    <a:pt x="10343" y="1"/>
                  </a:lnTo>
                  <a:lnTo>
                    <a:pt x="10186" y="1"/>
                  </a:lnTo>
                  <a:lnTo>
                    <a:pt x="10186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066;p41">
              <a:extLst>
                <a:ext uri="{FF2B5EF4-FFF2-40B4-BE49-F238E27FC236}">
                  <a16:creationId xmlns:a16="http://schemas.microsoft.com/office/drawing/2014/main" id="{664086D7-C03C-FFEB-1B77-6E1A6C03EA4E}"/>
                </a:ext>
              </a:extLst>
            </p:cNvPr>
            <p:cNvSpPr/>
            <p:nvPr/>
          </p:nvSpPr>
          <p:spPr>
            <a:xfrm>
              <a:off x="3844570" y="4065000"/>
              <a:ext cx="186940" cy="62401"/>
            </a:xfrm>
            <a:custGeom>
              <a:avLst/>
              <a:gdLst/>
              <a:ahLst/>
              <a:cxnLst/>
              <a:rect l="l" t="t" r="r" b="b"/>
              <a:pathLst>
                <a:path w="10605" h="3540" extrusionOk="0">
                  <a:moveTo>
                    <a:pt x="9873" y="1"/>
                  </a:moveTo>
                  <a:lnTo>
                    <a:pt x="9873" y="1"/>
                  </a:lnTo>
                  <a:lnTo>
                    <a:pt x="1751" y="1"/>
                  </a:lnTo>
                  <a:lnTo>
                    <a:pt x="1751" y="1"/>
                  </a:lnTo>
                  <a:lnTo>
                    <a:pt x="1594" y="1"/>
                  </a:lnTo>
                  <a:lnTo>
                    <a:pt x="1437" y="14"/>
                  </a:lnTo>
                  <a:lnTo>
                    <a:pt x="1294" y="40"/>
                  </a:lnTo>
                  <a:lnTo>
                    <a:pt x="1163" y="79"/>
                  </a:lnTo>
                  <a:lnTo>
                    <a:pt x="1046" y="118"/>
                  </a:lnTo>
                  <a:lnTo>
                    <a:pt x="967" y="170"/>
                  </a:lnTo>
                  <a:lnTo>
                    <a:pt x="902" y="223"/>
                  </a:lnTo>
                  <a:lnTo>
                    <a:pt x="863" y="275"/>
                  </a:lnTo>
                  <a:lnTo>
                    <a:pt x="863" y="275"/>
                  </a:lnTo>
                  <a:lnTo>
                    <a:pt x="1" y="3252"/>
                  </a:lnTo>
                  <a:lnTo>
                    <a:pt x="1" y="3252"/>
                  </a:lnTo>
                  <a:lnTo>
                    <a:pt x="1" y="3278"/>
                  </a:lnTo>
                  <a:lnTo>
                    <a:pt x="1" y="3304"/>
                  </a:lnTo>
                  <a:lnTo>
                    <a:pt x="40" y="3357"/>
                  </a:lnTo>
                  <a:lnTo>
                    <a:pt x="92" y="3409"/>
                  </a:lnTo>
                  <a:lnTo>
                    <a:pt x="184" y="3461"/>
                  </a:lnTo>
                  <a:lnTo>
                    <a:pt x="301" y="3487"/>
                  </a:lnTo>
                  <a:lnTo>
                    <a:pt x="432" y="3513"/>
                  </a:lnTo>
                  <a:lnTo>
                    <a:pt x="575" y="3539"/>
                  </a:lnTo>
                  <a:lnTo>
                    <a:pt x="745" y="3539"/>
                  </a:lnTo>
                  <a:lnTo>
                    <a:pt x="745" y="3539"/>
                  </a:lnTo>
                  <a:lnTo>
                    <a:pt x="9089" y="3539"/>
                  </a:lnTo>
                  <a:lnTo>
                    <a:pt x="9089" y="3539"/>
                  </a:lnTo>
                  <a:lnTo>
                    <a:pt x="9246" y="3539"/>
                  </a:lnTo>
                  <a:lnTo>
                    <a:pt x="9403" y="3513"/>
                  </a:lnTo>
                  <a:lnTo>
                    <a:pt x="9546" y="3487"/>
                  </a:lnTo>
                  <a:lnTo>
                    <a:pt x="9677" y="3461"/>
                  </a:lnTo>
                  <a:lnTo>
                    <a:pt x="9781" y="3409"/>
                  </a:lnTo>
                  <a:lnTo>
                    <a:pt x="9873" y="3357"/>
                  </a:lnTo>
                  <a:lnTo>
                    <a:pt x="9938" y="3304"/>
                  </a:lnTo>
                  <a:lnTo>
                    <a:pt x="9964" y="3252"/>
                  </a:lnTo>
                  <a:lnTo>
                    <a:pt x="9964" y="3252"/>
                  </a:lnTo>
                  <a:lnTo>
                    <a:pt x="10604" y="275"/>
                  </a:lnTo>
                  <a:lnTo>
                    <a:pt x="10604" y="275"/>
                  </a:lnTo>
                  <a:lnTo>
                    <a:pt x="10604" y="249"/>
                  </a:lnTo>
                  <a:lnTo>
                    <a:pt x="10604" y="223"/>
                  </a:lnTo>
                  <a:lnTo>
                    <a:pt x="10565" y="170"/>
                  </a:lnTo>
                  <a:lnTo>
                    <a:pt x="10500" y="118"/>
                  </a:lnTo>
                  <a:lnTo>
                    <a:pt x="10408" y="79"/>
                  </a:lnTo>
                  <a:lnTo>
                    <a:pt x="10304" y="40"/>
                  </a:lnTo>
                  <a:lnTo>
                    <a:pt x="10173" y="14"/>
                  </a:lnTo>
                  <a:lnTo>
                    <a:pt x="10029" y="1"/>
                  </a:lnTo>
                  <a:lnTo>
                    <a:pt x="9873" y="1"/>
                  </a:lnTo>
                  <a:lnTo>
                    <a:pt x="9873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067;p41">
              <a:extLst>
                <a:ext uri="{FF2B5EF4-FFF2-40B4-BE49-F238E27FC236}">
                  <a16:creationId xmlns:a16="http://schemas.microsoft.com/office/drawing/2014/main" id="{31B7CCC3-0DF9-FDC1-2E51-783F30558AB2}"/>
                </a:ext>
              </a:extLst>
            </p:cNvPr>
            <p:cNvSpPr/>
            <p:nvPr/>
          </p:nvSpPr>
          <p:spPr>
            <a:xfrm>
              <a:off x="4075913" y="4065000"/>
              <a:ext cx="868718" cy="62401"/>
            </a:xfrm>
            <a:custGeom>
              <a:avLst/>
              <a:gdLst/>
              <a:ahLst/>
              <a:cxnLst/>
              <a:rect l="l" t="t" r="r" b="b"/>
              <a:pathLst>
                <a:path w="49282" h="3540" extrusionOk="0">
                  <a:moveTo>
                    <a:pt x="47897" y="1"/>
                  </a:moveTo>
                  <a:lnTo>
                    <a:pt x="47897" y="1"/>
                  </a:lnTo>
                  <a:lnTo>
                    <a:pt x="44698" y="1"/>
                  </a:lnTo>
                  <a:lnTo>
                    <a:pt x="44698" y="1"/>
                  </a:lnTo>
                  <a:lnTo>
                    <a:pt x="39775" y="1"/>
                  </a:lnTo>
                  <a:lnTo>
                    <a:pt x="39775" y="1"/>
                  </a:lnTo>
                  <a:lnTo>
                    <a:pt x="35113" y="1"/>
                  </a:lnTo>
                  <a:lnTo>
                    <a:pt x="35113" y="1"/>
                  </a:lnTo>
                  <a:lnTo>
                    <a:pt x="26991" y="1"/>
                  </a:lnTo>
                  <a:lnTo>
                    <a:pt x="26991" y="1"/>
                  </a:lnTo>
                  <a:lnTo>
                    <a:pt x="22317" y="1"/>
                  </a:lnTo>
                  <a:lnTo>
                    <a:pt x="22317" y="1"/>
                  </a:lnTo>
                  <a:lnTo>
                    <a:pt x="14194" y="1"/>
                  </a:lnTo>
                  <a:lnTo>
                    <a:pt x="14194" y="1"/>
                  </a:lnTo>
                  <a:lnTo>
                    <a:pt x="1411" y="1"/>
                  </a:lnTo>
                  <a:lnTo>
                    <a:pt x="1411" y="1"/>
                  </a:lnTo>
                  <a:lnTo>
                    <a:pt x="1254" y="1"/>
                  </a:lnTo>
                  <a:lnTo>
                    <a:pt x="1110" y="14"/>
                  </a:lnTo>
                  <a:lnTo>
                    <a:pt x="967" y="40"/>
                  </a:lnTo>
                  <a:lnTo>
                    <a:pt x="849" y="79"/>
                  </a:lnTo>
                  <a:lnTo>
                    <a:pt x="732" y="118"/>
                  </a:lnTo>
                  <a:lnTo>
                    <a:pt x="653" y="170"/>
                  </a:lnTo>
                  <a:lnTo>
                    <a:pt x="601" y="223"/>
                  </a:lnTo>
                  <a:lnTo>
                    <a:pt x="575" y="275"/>
                  </a:lnTo>
                  <a:lnTo>
                    <a:pt x="575" y="275"/>
                  </a:lnTo>
                  <a:lnTo>
                    <a:pt x="0" y="3252"/>
                  </a:lnTo>
                  <a:lnTo>
                    <a:pt x="0" y="3252"/>
                  </a:lnTo>
                  <a:lnTo>
                    <a:pt x="0" y="3278"/>
                  </a:lnTo>
                  <a:lnTo>
                    <a:pt x="13" y="3304"/>
                  </a:lnTo>
                  <a:lnTo>
                    <a:pt x="52" y="3357"/>
                  </a:lnTo>
                  <a:lnTo>
                    <a:pt x="118" y="3409"/>
                  </a:lnTo>
                  <a:lnTo>
                    <a:pt x="209" y="3461"/>
                  </a:lnTo>
                  <a:lnTo>
                    <a:pt x="314" y="3487"/>
                  </a:lnTo>
                  <a:lnTo>
                    <a:pt x="457" y="3513"/>
                  </a:lnTo>
                  <a:lnTo>
                    <a:pt x="601" y="3539"/>
                  </a:lnTo>
                  <a:lnTo>
                    <a:pt x="758" y="3539"/>
                  </a:lnTo>
                  <a:lnTo>
                    <a:pt x="758" y="3539"/>
                  </a:lnTo>
                  <a:lnTo>
                    <a:pt x="13894" y="3539"/>
                  </a:lnTo>
                  <a:lnTo>
                    <a:pt x="13894" y="3539"/>
                  </a:lnTo>
                  <a:lnTo>
                    <a:pt x="22238" y="3539"/>
                  </a:lnTo>
                  <a:lnTo>
                    <a:pt x="22238" y="3539"/>
                  </a:lnTo>
                  <a:lnTo>
                    <a:pt x="27057" y="3539"/>
                  </a:lnTo>
                  <a:lnTo>
                    <a:pt x="27057" y="3539"/>
                  </a:lnTo>
                  <a:lnTo>
                    <a:pt x="35388" y="3539"/>
                  </a:lnTo>
                  <a:lnTo>
                    <a:pt x="35388" y="3539"/>
                  </a:lnTo>
                  <a:lnTo>
                    <a:pt x="40193" y="3539"/>
                  </a:lnTo>
                  <a:lnTo>
                    <a:pt x="40193" y="3539"/>
                  </a:lnTo>
                  <a:lnTo>
                    <a:pt x="45247" y="3539"/>
                  </a:lnTo>
                  <a:lnTo>
                    <a:pt x="45247" y="3539"/>
                  </a:lnTo>
                  <a:lnTo>
                    <a:pt x="48524" y="3539"/>
                  </a:lnTo>
                  <a:lnTo>
                    <a:pt x="48524" y="3539"/>
                  </a:lnTo>
                  <a:lnTo>
                    <a:pt x="48681" y="3539"/>
                  </a:lnTo>
                  <a:lnTo>
                    <a:pt x="48837" y="3513"/>
                  </a:lnTo>
                  <a:lnTo>
                    <a:pt x="48968" y="3487"/>
                  </a:lnTo>
                  <a:lnTo>
                    <a:pt x="49086" y="3461"/>
                  </a:lnTo>
                  <a:lnTo>
                    <a:pt x="49177" y="3409"/>
                  </a:lnTo>
                  <a:lnTo>
                    <a:pt x="49242" y="3357"/>
                  </a:lnTo>
                  <a:lnTo>
                    <a:pt x="49281" y="3304"/>
                  </a:lnTo>
                  <a:lnTo>
                    <a:pt x="49281" y="3278"/>
                  </a:lnTo>
                  <a:lnTo>
                    <a:pt x="49281" y="3252"/>
                  </a:lnTo>
                  <a:lnTo>
                    <a:pt x="49281" y="3252"/>
                  </a:lnTo>
                  <a:lnTo>
                    <a:pt x="48733" y="275"/>
                  </a:lnTo>
                  <a:lnTo>
                    <a:pt x="48733" y="275"/>
                  </a:lnTo>
                  <a:lnTo>
                    <a:pt x="48707" y="223"/>
                  </a:lnTo>
                  <a:lnTo>
                    <a:pt x="48655" y="170"/>
                  </a:lnTo>
                  <a:lnTo>
                    <a:pt x="48563" y="118"/>
                  </a:lnTo>
                  <a:lnTo>
                    <a:pt x="48459" y="79"/>
                  </a:lnTo>
                  <a:lnTo>
                    <a:pt x="48341" y="40"/>
                  </a:lnTo>
                  <a:lnTo>
                    <a:pt x="48198" y="14"/>
                  </a:lnTo>
                  <a:lnTo>
                    <a:pt x="48054" y="1"/>
                  </a:lnTo>
                  <a:lnTo>
                    <a:pt x="47897" y="1"/>
                  </a:lnTo>
                  <a:lnTo>
                    <a:pt x="47897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068;p41">
              <a:extLst>
                <a:ext uri="{FF2B5EF4-FFF2-40B4-BE49-F238E27FC236}">
                  <a16:creationId xmlns:a16="http://schemas.microsoft.com/office/drawing/2014/main" id="{17B25603-19F7-688E-053A-082678C17DEF}"/>
                </a:ext>
              </a:extLst>
            </p:cNvPr>
            <p:cNvSpPr/>
            <p:nvPr/>
          </p:nvSpPr>
          <p:spPr>
            <a:xfrm>
              <a:off x="4989494" y="4065000"/>
              <a:ext cx="186693" cy="62401"/>
            </a:xfrm>
            <a:custGeom>
              <a:avLst/>
              <a:gdLst/>
              <a:ahLst/>
              <a:cxnLst/>
              <a:rect l="l" t="t" r="r" b="b"/>
              <a:pathLst>
                <a:path w="10591" h="3540" extrusionOk="0">
                  <a:moveTo>
                    <a:pt x="8841" y="1"/>
                  </a:moveTo>
                  <a:lnTo>
                    <a:pt x="8841" y="1"/>
                  </a:lnTo>
                  <a:lnTo>
                    <a:pt x="732" y="1"/>
                  </a:lnTo>
                  <a:lnTo>
                    <a:pt x="732" y="1"/>
                  </a:lnTo>
                  <a:lnTo>
                    <a:pt x="575" y="1"/>
                  </a:lnTo>
                  <a:lnTo>
                    <a:pt x="432" y="14"/>
                  </a:lnTo>
                  <a:lnTo>
                    <a:pt x="301" y="40"/>
                  </a:lnTo>
                  <a:lnTo>
                    <a:pt x="197" y="79"/>
                  </a:lnTo>
                  <a:lnTo>
                    <a:pt x="105" y="118"/>
                  </a:lnTo>
                  <a:lnTo>
                    <a:pt x="40" y="170"/>
                  </a:lnTo>
                  <a:lnTo>
                    <a:pt x="1" y="223"/>
                  </a:lnTo>
                  <a:lnTo>
                    <a:pt x="1" y="249"/>
                  </a:lnTo>
                  <a:lnTo>
                    <a:pt x="1" y="275"/>
                  </a:lnTo>
                  <a:lnTo>
                    <a:pt x="1" y="275"/>
                  </a:lnTo>
                  <a:lnTo>
                    <a:pt x="628" y="3252"/>
                  </a:lnTo>
                  <a:lnTo>
                    <a:pt x="628" y="3252"/>
                  </a:lnTo>
                  <a:lnTo>
                    <a:pt x="654" y="3304"/>
                  </a:lnTo>
                  <a:lnTo>
                    <a:pt x="706" y="3357"/>
                  </a:lnTo>
                  <a:lnTo>
                    <a:pt x="797" y="3409"/>
                  </a:lnTo>
                  <a:lnTo>
                    <a:pt x="902" y="3461"/>
                  </a:lnTo>
                  <a:lnTo>
                    <a:pt x="1032" y="3487"/>
                  </a:lnTo>
                  <a:lnTo>
                    <a:pt x="1176" y="3513"/>
                  </a:lnTo>
                  <a:lnTo>
                    <a:pt x="1333" y="3539"/>
                  </a:lnTo>
                  <a:lnTo>
                    <a:pt x="1502" y="3539"/>
                  </a:lnTo>
                  <a:lnTo>
                    <a:pt x="1502" y="3539"/>
                  </a:lnTo>
                  <a:lnTo>
                    <a:pt x="9834" y="3539"/>
                  </a:lnTo>
                  <a:lnTo>
                    <a:pt x="9834" y="3539"/>
                  </a:lnTo>
                  <a:lnTo>
                    <a:pt x="10003" y="3539"/>
                  </a:lnTo>
                  <a:lnTo>
                    <a:pt x="10147" y="3526"/>
                  </a:lnTo>
                  <a:lnTo>
                    <a:pt x="10291" y="3487"/>
                  </a:lnTo>
                  <a:lnTo>
                    <a:pt x="10395" y="3461"/>
                  </a:lnTo>
                  <a:lnTo>
                    <a:pt x="10486" y="3409"/>
                  </a:lnTo>
                  <a:lnTo>
                    <a:pt x="10552" y="3370"/>
                  </a:lnTo>
                  <a:lnTo>
                    <a:pt x="10578" y="3304"/>
                  </a:lnTo>
                  <a:lnTo>
                    <a:pt x="10591" y="3278"/>
                  </a:lnTo>
                  <a:lnTo>
                    <a:pt x="10578" y="3252"/>
                  </a:lnTo>
                  <a:lnTo>
                    <a:pt x="10578" y="3252"/>
                  </a:lnTo>
                  <a:lnTo>
                    <a:pt x="9729" y="275"/>
                  </a:lnTo>
                  <a:lnTo>
                    <a:pt x="9729" y="275"/>
                  </a:lnTo>
                  <a:lnTo>
                    <a:pt x="9703" y="223"/>
                  </a:lnTo>
                  <a:lnTo>
                    <a:pt x="9638" y="170"/>
                  </a:lnTo>
                  <a:lnTo>
                    <a:pt x="9546" y="118"/>
                  </a:lnTo>
                  <a:lnTo>
                    <a:pt x="9442" y="79"/>
                  </a:lnTo>
                  <a:lnTo>
                    <a:pt x="9311" y="40"/>
                  </a:lnTo>
                  <a:lnTo>
                    <a:pt x="9168" y="14"/>
                  </a:lnTo>
                  <a:lnTo>
                    <a:pt x="9011" y="1"/>
                  </a:lnTo>
                  <a:lnTo>
                    <a:pt x="8841" y="1"/>
                  </a:lnTo>
                  <a:lnTo>
                    <a:pt x="8841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069;p41">
              <a:extLst>
                <a:ext uri="{FF2B5EF4-FFF2-40B4-BE49-F238E27FC236}">
                  <a16:creationId xmlns:a16="http://schemas.microsoft.com/office/drawing/2014/main" id="{86905CBF-45BF-0D87-01DF-7F8B277BA31A}"/>
                </a:ext>
              </a:extLst>
            </p:cNvPr>
            <p:cNvSpPr/>
            <p:nvPr/>
          </p:nvSpPr>
          <p:spPr>
            <a:xfrm>
              <a:off x="5215302" y="4065000"/>
              <a:ext cx="191999" cy="62401"/>
            </a:xfrm>
            <a:custGeom>
              <a:avLst/>
              <a:gdLst/>
              <a:ahLst/>
              <a:cxnLst/>
              <a:rect l="l" t="t" r="r" b="b"/>
              <a:pathLst>
                <a:path w="10892" h="3540" extrusionOk="0">
                  <a:moveTo>
                    <a:pt x="8841" y="1"/>
                  </a:moveTo>
                  <a:lnTo>
                    <a:pt x="8841" y="1"/>
                  </a:lnTo>
                  <a:lnTo>
                    <a:pt x="719" y="1"/>
                  </a:lnTo>
                  <a:lnTo>
                    <a:pt x="719" y="1"/>
                  </a:lnTo>
                  <a:lnTo>
                    <a:pt x="562" y="1"/>
                  </a:lnTo>
                  <a:lnTo>
                    <a:pt x="419" y="14"/>
                  </a:lnTo>
                  <a:lnTo>
                    <a:pt x="288" y="40"/>
                  </a:lnTo>
                  <a:lnTo>
                    <a:pt x="171" y="79"/>
                  </a:lnTo>
                  <a:lnTo>
                    <a:pt x="92" y="118"/>
                  </a:lnTo>
                  <a:lnTo>
                    <a:pt x="27" y="170"/>
                  </a:lnTo>
                  <a:lnTo>
                    <a:pt x="1" y="223"/>
                  </a:lnTo>
                  <a:lnTo>
                    <a:pt x="1" y="249"/>
                  </a:lnTo>
                  <a:lnTo>
                    <a:pt x="1" y="275"/>
                  </a:lnTo>
                  <a:lnTo>
                    <a:pt x="1" y="275"/>
                  </a:lnTo>
                  <a:lnTo>
                    <a:pt x="915" y="3252"/>
                  </a:lnTo>
                  <a:lnTo>
                    <a:pt x="915" y="3252"/>
                  </a:lnTo>
                  <a:lnTo>
                    <a:pt x="954" y="3304"/>
                  </a:lnTo>
                  <a:lnTo>
                    <a:pt x="1019" y="3370"/>
                  </a:lnTo>
                  <a:lnTo>
                    <a:pt x="1111" y="3409"/>
                  </a:lnTo>
                  <a:lnTo>
                    <a:pt x="1228" y="3461"/>
                  </a:lnTo>
                  <a:lnTo>
                    <a:pt x="1359" y="3487"/>
                  </a:lnTo>
                  <a:lnTo>
                    <a:pt x="1502" y="3526"/>
                  </a:lnTo>
                  <a:lnTo>
                    <a:pt x="1672" y="3539"/>
                  </a:lnTo>
                  <a:lnTo>
                    <a:pt x="1842" y="3539"/>
                  </a:lnTo>
                  <a:lnTo>
                    <a:pt x="1842" y="3539"/>
                  </a:lnTo>
                  <a:lnTo>
                    <a:pt x="10173" y="3539"/>
                  </a:lnTo>
                  <a:lnTo>
                    <a:pt x="10173" y="3539"/>
                  </a:lnTo>
                  <a:lnTo>
                    <a:pt x="10343" y="3539"/>
                  </a:lnTo>
                  <a:lnTo>
                    <a:pt x="10486" y="3526"/>
                  </a:lnTo>
                  <a:lnTo>
                    <a:pt x="10617" y="3487"/>
                  </a:lnTo>
                  <a:lnTo>
                    <a:pt x="10721" y="3461"/>
                  </a:lnTo>
                  <a:lnTo>
                    <a:pt x="10800" y="3409"/>
                  </a:lnTo>
                  <a:lnTo>
                    <a:pt x="10852" y="3370"/>
                  </a:lnTo>
                  <a:lnTo>
                    <a:pt x="10878" y="3304"/>
                  </a:lnTo>
                  <a:lnTo>
                    <a:pt x="10891" y="3278"/>
                  </a:lnTo>
                  <a:lnTo>
                    <a:pt x="10878" y="3252"/>
                  </a:lnTo>
                  <a:lnTo>
                    <a:pt x="10878" y="3252"/>
                  </a:lnTo>
                  <a:lnTo>
                    <a:pt x="9729" y="275"/>
                  </a:lnTo>
                  <a:lnTo>
                    <a:pt x="9729" y="275"/>
                  </a:lnTo>
                  <a:lnTo>
                    <a:pt x="9690" y="223"/>
                  </a:lnTo>
                  <a:lnTo>
                    <a:pt x="9625" y="170"/>
                  </a:lnTo>
                  <a:lnTo>
                    <a:pt x="9533" y="118"/>
                  </a:lnTo>
                  <a:lnTo>
                    <a:pt x="9429" y="79"/>
                  </a:lnTo>
                  <a:lnTo>
                    <a:pt x="9298" y="40"/>
                  </a:lnTo>
                  <a:lnTo>
                    <a:pt x="9154" y="14"/>
                  </a:lnTo>
                  <a:lnTo>
                    <a:pt x="8998" y="1"/>
                  </a:lnTo>
                  <a:lnTo>
                    <a:pt x="8841" y="1"/>
                  </a:lnTo>
                  <a:lnTo>
                    <a:pt x="8841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070;p41">
              <a:extLst>
                <a:ext uri="{FF2B5EF4-FFF2-40B4-BE49-F238E27FC236}">
                  <a16:creationId xmlns:a16="http://schemas.microsoft.com/office/drawing/2014/main" id="{8C1E52B5-244F-307A-3EEB-B11F6F944A44}"/>
                </a:ext>
              </a:extLst>
            </p:cNvPr>
            <p:cNvSpPr/>
            <p:nvPr/>
          </p:nvSpPr>
          <p:spPr>
            <a:xfrm>
              <a:off x="5441339" y="4065000"/>
              <a:ext cx="197058" cy="62401"/>
            </a:xfrm>
            <a:custGeom>
              <a:avLst/>
              <a:gdLst/>
              <a:ahLst/>
              <a:cxnLst/>
              <a:rect l="l" t="t" r="r" b="b"/>
              <a:pathLst>
                <a:path w="11179" h="3540" extrusionOk="0">
                  <a:moveTo>
                    <a:pt x="8802" y="1"/>
                  </a:moveTo>
                  <a:lnTo>
                    <a:pt x="8802" y="1"/>
                  </a:lnTo>
                  <a:lnTo>
                    <a:pt x="680" y="1"/>
                  </a:lnTo>
                  <a:lnTo>
                    <a:pt x="680" y="1"/>
                  </a:lnTo>
                  <a:lnTo>
                    <a:pt x="523" y="1"/>
                  </a:lnTo>
                  <a:lnTo>
                    <a:pt x="379" y="14"/>
                  </a:lnTo>
                  <a:lnTo>
                    <a:pt x="262" y="40"/>
                  </a:lnTo>
                  <a:lnTo>
                    <a:pt x="157" y="79"/>
                  </a:lnTo>
                  <a:lnTo>
                    <a:pt x="79" y="118"/>
                  </a:lnTo>
                  <a:lnTo>
                    <a:pt x="27" y="170"/>
                  </a:lnTo>
                  <a:lnTo>
                    <a:pt x="1" y="223"/>
                  </a:lnTo>
                  <a:lnTo>
                    <a:pt x="1" y="249"/>
                  </a:lnTo>
                  <a:lnTo>
                    <a:pt x="1" y="275"/>
                  </a:lnTo>
                  <a:lnTo>
                    <a:pt x="1" y="275"/>
                  </a:lnTo>
                  <a:lnTo>
                    <a:pt x="1215" y="3252"/>
                  </a:lnTo>
                  <a:lnTo>
                    <a:pt x="1215" y="3252"/>
                  </a:lnTo>
                  <a:lnTo>
                    <a:pt x="1267" y="3304"/>
                  </a:lnTo>
                  <a:lnTo>
                    <a:pt x="1333" y="3370"/>
                  </a:lnTo>
                  <a:lnTo>
                    <a:pt x="1424" y="3409"/>
                  </a:lnTo>
                  <a:lnTo>
                    <a:pt x="1542" y="3461"/>
                  </a:lnTo>
                  <a:lnTo>
                    <a:pt x="1685" y="3487"/>
                  </a:lnTo>
                  <a:lnTo>
                    <a:pt x="1829" y="3526"/>
                  </a:lnTo>
                  <a:lnTo>
                    <a:pt x="1986" y="3539"/>
                  </a:lnTo>
                  <a:lnTo>
                    <a:pt x="2155" y="3539"/>
                  </a:lnTo>
                  <a:lnTo>
                    <a:pt x="2155" y="3539"/>
                  </a:lnTo>
                  <a:lnTo>
                    <a:pt x="10486" y="3539"/>
                  </a:lnTo>
                  <a:lnTo>
                    <a:pt x="10486" y="3539"/>
                  </a:lnTo>
                  <a:lnTo>
                    <a:pt x="10656" y="3539"/>
                  </a:lnTo>
                  <a:lnTo>
                    <a:pt x="10800" y="3526"/>
                  </a:lnTo>
                  <a:lnTo>
                    <a:pt x="10930" y="3487"/>
                  </a:lnTo>
                  <a:lnTo>
                    <a:pt x="11035" y="3461"/>
                  </a:lnTo>
                  <a:lnTo>
                    <a:pt x="11100" y="3409"/>
                  </a:lnTo>
                  <a:lnTo>
                    <a:pt x="11152" y="3370"/>
                  </a:lnTo>
                  <a:lnTo>
                    <a:pt x="11179" y="3304"/>
                  </a:lnTo>
                  <a:lnTo>
                    <a:pt x="11165" y="3278"/>
                  </a:lnTo>
                  <a:lnTo>
                    <a:pt x="11165" y="3252"/>
                  </a:lnTo>
                  <a:lnTo>
                    <a:pt x="11165" y="3252"/>
                  </a:lnTo>
                  <a:lnTo>
                    <a:pt x="9716" y="275"/>
                  </a:lnTo>
                  <a:lnTo>
                    <a:pt x="9716" y="275"/>
                  </a:lnTo>
                  <a:lnTo>
                    <a:pt x="9677" y="223"/>
                  </a:lnTo>
                  <a:lnTo>
                    <a:pt x="9612" y="170"/>
                  </a:lnTo>
                  <a:lnTo>
                    <a:pt x="9507" y="118"/>
                  </a:lnTo>
                  <a:lnTo>
                    <a:pt x="9403" y="79"/>
                  </a:lnTo>
                  <a:lnTo>
                    <a:pt x="9259" y="40"/>
                  </a:lnTo>
                  <a:lnTo>
                    <a:pt x="9115" y="14"/>
                  </a:lnTo>
                  <a:lnTo>
                    <a:pt x="8959" y="1"/>
                  </a:lnTo>
                  <a:lnTo>
                    <a:pt x="8802" y="1"/>
                  </a:lnTo>
                  <a:lnTo>
                    <a:pt x="8802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071;p41">
              <a:extLst>
                <a:ext uri="{FF2B5EF4-FFF2-40B4-BE49-F238E27FC236}">
                  <a16:creationId xmlns:a16="http://schemas.microsoft.com/office/drawing/2014/main" id="{9791BA28-FF00-67B7-D6A2-B157FA86D0D6}"/>
                </a:ext>
              </a:extLst>
            </p:cNvPr>
            <p:cNvSpPr/>
            <p:nvPr/>
          </p:nvSpPr>
          <p:spPr>
            <a:xfrm>
              <a:off x="5666918" y="4065000"/>
              <a:ext cx="202804" cy="62401"/>
            </a:xfrm>
            <a:custGeom>
              <a:avLst/>
              <a:gdLst/>
              <a:ahLst/>
              <a:cxnLst/>
              <a:rect l="l" t="t" r="r" b="b"/>
              <a:pathLst>
                <a:path w="11505" h="3540" extrusionOk="0">
                  <a:moveTo>
                    <a:pt x="8776" y="1"/>
                  </a:moveTo>
                  <a:lnTo>
                    <a:pt x="8776" y="1"/>
                  </a:lnTo>
                  <a:lnTo>
                    <a:pt x="667" y="1"/>
                  </a:lnTo>
                  <a:lnTo>
                    <a:pt x="667" y="1"/>
                  </a:lnTo>
                  <a:lnTo>
                    <a:pt x="510" y="1"/>
                  </a:lnTo>
                  <a:lnTo>
                    <a:pt x="366" y="14"/>
                  </a:lnTo>
                  <a:lnTo>
                    <a:pt x="249" y="40"/>
                  </a:lnTo>
                  <a:lnTo>
                    <a:pt x="144" y="79"/>
                  </a:lnTo>
                  <a:lnTo>
                    <a:pt x="79" y="118"/>
                  </a:lnTo>
                  <a:lnTo>
                    <a:pt x="27" y="170"/>
                  </a:lnTo>
                  <a:lnTo>
                    <a:pt x="1" y="223"/>
                  </a:lnTo>
                  <a:lnTo>
                    <a:pt x="1" y="249"/>
                  </a:lnTo>
                  <a:lnTo>
                    <a:pt x="14" y="275"/>
                  </a:lnTo>
                  <a:lnTo>
                    <a:pt x="14" y="275"/>
                  </a:lnTo>
                  <a:lnTo>
                    <a:pt x="1529" y="3252"/>
                  </a:lnTo>
                  <a:lnTo>
                    <a:pt x="1529" y="3252"/>
                  </a:lnTo>
                  <a:lnTo>
                    <a:pt x="1581" y="3304"/>
                  </a:lnTo>
                  <a:lnTo>
                    <a:pt x="1659" y="3370"/>
                  </a:lnTo>
                  <a:lnTo>
                    <a:pt x="1750" y="3409"/>
                  </a:lnTo>
                  <a:lnTo>
                    <a:pt x="1881" y="3461"/>
                  </a:lnTo>
                  <a:lnTo>
                    <a:pt x="2012" y="3487"/>
                  </a:lnTo>
                  <a:lnTo>
                    <a:pt x="2168" y="3526"/>
                  </a:lnTo>
                  <a:lnTo>
                    <a:pt x="2325" y="3539"/>
                  </a:lnTo>
                  <a:lnTo>
                    <a:pt x="2495" y="3539"/>
                  </a:lnTo>
                  <a:lnTo>
                    <a:pt x="2495" y="3539"/>
                  </a:lnTo>
                  <a:lnTo>
                    <a:pt x="10826" y="3539"/>
                  </a:lnTo>
                  <a:lnTo>
                    <a:pt x="10826" y="3539"/>
                  </a:lnTo>
                  <a:lnTo>
                    <a:pt x="10996" y="3539"/>
                  </a:lnTo>
                  <a:lnTo>
                    <a:pt x="11139" y="3526"/>
                  </a:lnTo>
                  <a:lnTo>
                    <a:pt x="11270" y="3487"/>
                  </a:lnTo>
                  <a:lnTo>
                    <a:pt x="11374" y="3461"/>
                  </a:lnTo>
                  <a:lnTo>
                    <a:pt x="11440" y="3409"/>
                  </a:lnTo>
                  <a:lnTo>
                    <a:pt x="11492" y="3370"/>
                  </a:lnTo>
                  <a:lnTo>
                    <a:pt x="11505" y="3344"/>
                  </a:lnTo>
                  <a:lnTo>
                    <a:pt x="11505" y="3304"/>
                  </a:lnTo>
                  <a:lnTo>
                    <a:pt x="11505" y="3278"/>
                  </a:lnTo>
                  <a:lnTo>
                    <a:pt x="11492" y="3252"/>
                  </a:lnTo>
                  <a:lnTo>
                    <a:pt x="11492" y="3252"/>
                  </a:lnTo>
                  <a:lnTo>
                    <a:pt x="9755" y="275"/>
                  </a:lnTo>
                  <a:lnTo>
                    <a:pt x="9755" y="275"/>
                  </a:lnTo>
                  <a:lnTo>
                    <a:pt x="9703" y="223"/>
                  </a:lnTo>
                  <a:lnTo>
                    <a:pt x="9625" y="170"/>
                  </a:lnTo>
                  <a:lnTo>
                    <a:pt x="9520" y="118"/>
                  </a:lnTo>
                  <a:lnTo>
                    <a:pt x="9403" y="79"/>
                  </a:lnTo>
                  <a:lnTo>
                    <a:pt x="9259" y="40"/>
                  </a:lnTo>
                  <a:lnTo>
                    <a:pt x="9115" y="14"/>
                  </a:lnTo>
                  <a:lnTo>
                    <a:pt x="8946" y="1"/>
                  </a:lnTo>
                  <a:lnTo>
                    <a:pt x="8776" y="1"/>
                  </a:lnTo>
                  <a:lnTo>
                    <a:pt x="8776" y="1"/>
                  </a:ln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072;p41">
              <a:extLst>
                <a:ext uri="{FF2B5EF4-FFF2-40B4-BE49-F238E27FC236}">
                  <a16:creationId xmlns:a16="http://schemas.microsoft.com/office/drawing/2014/main" id="{468D5AC5-4C55-07BB-8F05-65014A220702}"/>
                </a:ext>
              </a:extLst>
            </p:cNvPr>
            <p:cNvSpPr/>
            <p:nvPr/>
          </p:nvSpPr>
          <p:spPr>
            <a:xfrm>
              <a:off x="3926291" y="4189996"/>
              <a:ext cx="1166112" cy="273931"/>
            </a:xfrm>
            <a:custGeom>
              <a:avLst/>
              <a:gdLst/>
              <a:ahLst/>
              <a:cxnLst/>
              <a:rect l="l" t="t" r="r" b="b"/>
              <a:pathLst>
                <a:path w="66153" h="15540" extrusionOk="0">
                  <a:moveTo>
                    <a:pt x="59101" y="0"/>
                  </a:moveTo>
                  <a:lnTo>
                    <a:pt x="59101" y="0"/>
                  </a:lnTo>
                  <a:lnTo>
                    <a:pt x="33103" y="0"/>
                  </a:lnTo>
                  <a:lnTo>
                    <a:pt x="33103" y="0"/>
                  </a:lnTo>
                  <a:lnTo>
                    <a:pt x="7130" y="0"/>
                  </a:lnTo>
                  <a:lnTo>
                    <a:pt x="7130" y="0"/>
                  </a:lnTo>
                  <a:lnTo>
                    <a:pt x="6765" y="13"/>
                  </a:lnTo>
                  <a:lnTo>
                    <a:pt x="6399" y="26"/>
                  </a:lnTo>
                  <a:lnTo>
                    <a:pt x="6033" y="52"/>
                  </a:lnTo>
                  <a:lnTo>
                    <a:pt x="5694" y="105"/>
                  </a:lnTo>
                  <a:lnTo>
                    <a:pt x="5367" y="157"/>
                  </a:lnTo>
                  <a:lnTo>
                    <a:pt x="5041" y="222"/>
                  </a:lnTo>
                  <a:lnTo>
                    <a:pt x="4741" y="288"/>
                  </a:lnTo>
                  <a:lnTo>
                    <a:pt x="4466" y="379"/>
                  </a:lnTo>
                  <a:lnTo>
                    <a:pt x="4205" y="470"/>
                  </a:lnTo>
                  <a:lnTo>
                    <a:pt x="3970" y="562"/>
                  </a:lnTo>
                  <a:lnTo>
                    <a:pt x="3761" y="666"/>
                  </a:lnTo>
                  <a:lnTo>
                    <a:pt x="3578" y="784"/>
                  </a:lnTo>
                  <a:lnTo>
                    <a:pt x="3435" y="901"/>
                  </a:lnTo>
                  <a:lnTo>
                    <a:pt x="3317" y="1032"/>
                  </a:lnTo>
                  <a:lnTo>
                    <a:pt x="3226" y="1162"/>
                  </a:lnTo>
                  <a:lnTo>
                    <a:pt x="3200" y="1228"/>
                  </a:lnTo>
                  <a:lnTo>
                    <a:pt x="3174" y="1293"/>
                  </a:lnTo>
                  <a:lnTo>
                    <a:pt x="3174" y="1293"/>
                  </a:lnTo>
                  <a:lnTo>
                    <a:pt x="1672" y="7300"/>
                  </a:lnTo>
                  <a:lnTo>
                    <a:pt x="1672" y="7300"/>
                  </a:lnTo>
                  <a:lnTo>
                    <a:pt x="14" y="13920"/>
                  </a:lnTo>
                  <a:lnTo>
                    <a:pt x="14" y="13920"/>
                  </a:lnTo>
                  <a:lnTo>
                    <a:pt x="0" y="14012"/>
                  </a:lnTo>
                  <a:lnTo>
                    <a:pt x="0" y="14090"/>
                  </a:lnTo>
                  <a:lnTo>
                    <a:pt x="0" y="14168"/>
                  </a:lnTo>
                  <a:lnTo>
                    <a:pt x="27" y="14247"/>
                  </a:lnTo>
                  <a:lnTo>
                    <a:pt x="53" y="14325"/>
                  </a:lnTo>
                  <a:lnTo>
                    <a:pt x="92" y="14403"/>
                  </a:lnTo>
                  <a:lnTo>
                    <a:pt x="131" y="14482"/>
                  </a:lnTo>
                  <a:lnTo>
                    <a:pt x="183" y="14547"/>
                  </a:lnTo>
                  <a:lnTo>
                    <a:pt x="327" y="14691"/>
                  </a:lnTo>
                  <a:lnTo>
                    <a:pt x="497" y="14821"/>
                  </a:lnTo>
                  <a:lnTo>
                    <a:pt x="706" y="14952"/>
                  </a:lnTo>
                  <a:lnTo>
                    <a:pt x="941" y="15056"/>
                  </a:lnTo>
                  <a:lnTo>
                    <a:pt x="1202" y="15161"/>
                  </a:lnTo>
                  <a:lnTo>
                    <a:pt x="1502" y="15265"/>
                  </a:lnTo>
                  <a:lnTo>
                    <a:pt x="1816" y="15343"/>
                  </a:lnTo>
                  <a:lnTo>
                    <a:pt x="2155" y="15409"/>
                  </a:lnTo>
                  <a:lnTo>
                    <a:pt x="2521" y="15461"/>
                  </a:lnTo>
                  <a:lnTo>
                    <a:pt x="2912" y="15500"/>
                  </a:lnTo>
                  <a:lnTo>
                    <a:pt x="3304" y="15526"/>
                  </a:lnTo>
                  <a:lnTo>
                    <a:pt x="3722" y="15539"/>
                  </a:lnTo>
                  <a:lnTo>
                    <a:pt x="3722" y="15539"/>
                  </a:lnTo>
                  <a:lnTo>
                    <a:pt x="33064" y="15539"/>
                  </a:lnTo>
                  <a:lnTo>
                    <a:pt x="33064" y="15539"/>
                  </a:lnTo>
                  <a:lnTo>
                    <a:pt x="62418" y="15539"/>
                  </a:lnTo>
                  <a:lnTo>
                    <a:pt x="62418" y="15539"/>
                  </a:lnTo>
                  <a:lnTo>
                    <a:pt x="62836" y="15526"/>
                  </a:lnTo>
                  <a:lnTo>
                    <a:pt x="63241" y="15500"/>
                  </a:lnTo>
                  <a:lnTo>
                    <a:pt x="63619" y="15461"/>
                  </a:lnTo>
                  <a:lnTo>
                    <a:pt x="63985" y="15409"/>
                  </a:lnTo>
                  <a:lnTo>
                    <a:pt x="64325" y="15343"/>
                  </a:lnTo>
                  <a:lnTo>
                    <a:pt x="64638" y="15265"/>
                  </a:lnTo>
                  <a:lnTo>
                    <a:pt x="64938" y="15161"/>
                  </a:lnTo>
                  <a:lnTo>
                    <a:pt x="65200" y="15056"/>
                  </a:lnTo>
                  <a:lnTo>
                    <a:pt x="65448" y="14952"/>
                  </a:lnTo>
                  <a:lnTo>
                    <a:pt x="65643" y="14821"/>
                  </a:lnTo>
                  <a:lnTo>
                    <a:pt x="65826" y="14691"/>
                  </a:lnTo>
                  <a:lnTo>
                    <a:pt x="65957" y="14547"/>
                  </a:lnTo>
                  <a:lnTo>
                    <a:pt x="66022" y="14482"/>
                  </a:lnTo>
                  <a:lnTo>
                    <a:pt x="66061" y="14403"/>
                  </a:lnTo>
                  <a:lnTo>
                    <a:pt x="66101" y="14325"/>
                  </a:lnTo>
                  <a:lnTo>
                    <a:pt x="66127" y="14247"/>
                  </a:lnTo>
                  <a:lnTo>
                    <a:pt x="66140" y="14168"/>
                  </a:lnTo>
                  <a:lnTo>
                    <a:pt x="66153" y="14090"/>
                  </a:lnTo>
                  <a:lnTo>
                    <a:pt x="66153" y="14012"/>
                  </a:lnTo>
                  <a:lnTo>
                    <a:pt x="66127" y="13920"/>
                  </a:lnTo>
                  <a:lnTo>
                    <a:pt x="66127" y="13920"/>
                  </a:lnTo>
                  <a:lnTo>
                    <a:pt x="64520" y="7300"/>
                  </a:lnTo>
                  <a:lnTo>
                    <a:pt x="64520" y="7300"/>
                  </a:lnTo>
                  <a:lnTo>
                    <a:pt x="63058" y="1293"/>
                  </a:lnTo>
                  <a:lnTo>
                    <a:pt x="63058" y="1293"/>
                  </a:lnTo>
                  <a:lnTo>
                    <a:pt x="63032" y="1228"/>
                  </a:lnTo>
                  <a:lnTo>
                    <a:pt x="63006" y="1162"/>
                  </a:lnTo>
                  <a:lnTo>
                    <a:pt x="62914" y="1032"/>
                  </a:lnTo>
                  <a:lnTo>
                    <a:pt x="62797" y="901"/>
                  </a:lnTo>
                  <a:lnTo>
                    <a:pt x="62640" y="784"/>
                  </a:lnTo>
                  <a:lnTo>
                    <a:pt x="62457" y="666"/>
                  </a:lnTo>
                  <a:lnTo>
                    <a:pt x="62248" y="562"/>
                  </a:lnTo>
                  <a:lnTo>
                    <a:pt x="62026" y="470"/>
                  </a:lnTo>
                  <a:lnTo>
                    <a:pt x="61765" y="379"/>
                  </a:lnTo>
                  <a:lnTo>
                    <a:pt x="61491" y="288"/>
                  </a:lnTo>
                  <a:lnTo>
                    <a:pt x="61191" y="222"/>
                  </a:lnTo>
                  <a:lnTo>
                    <a:pt x="60864" y="157"/>
                  </a:lnTo>
                  <a:lnTo>
                    <a:pt x="60538" y="105"/>
                  </a:lnTo>
                  <a:lnTo>
                    <a:pt x="60198" y="52"/>
                  </a:lnTo>
                  <a:lnTo>
                    <a:pt x="59833" y="26"/>
                  </a:lnTo>
                  <a:lnTo>
                    <a:pt x="59467" y="13"/>
                  </a:lnTo>
                  <a:lnTo>
                    <a:pt x="59101" y="0"/>
                  </a:lnTo>
                  <a:lnTo>
                    <a:pt x="59101" y="0"/>
                  </a:lnTo>
                  <a:close/>
                </a:path>
              </a:pathLst>
            </a:custGeom>
            <a:solidFill>
              <a:srgbClr val="3D3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073;p41">
              <a:extLst>
                <a:ext uri="{FF2B5EF4-FFF2-40B4-BE49-F238E27FC236}">
                  <a16:creationId xmlns:a16="http://schemas.microsoft.com/office/drawing/2014/main" id="{0E59AD8B-FDC7-9F02-E9DA-8A9F33C4EA05}"/>
                </a:ext>
              </a:extLst>
            </p:cNvPr>
            <p:cNvSpPr/>
            <p:nvPr/>
          </p:nvSpPr>
          <p:spPr>
            <a:xfrm>
              <a:off x="3140915" y="2025146"/>
              <a:ext cx="2737798" cy="1740874"/>
            </a:xfrm>
            <a:custGeom>
              <a:avLst/>
              <a:gdLst/>
              <a:ahLst/>
              <a:cxnLst/>
              <a:rect l="l" t="t" r="r" b="b"/>
              <a:pathLst>
                <a:path w="155314" h="98759" extrusionOk="0">
                  <a:moveTo>
                    <a:pt x="4910" y="0"/>
                  </a:moveTo>
                  <a:lnTo>
                    <a:pt x="150403" y="0"/>
                  </a:lnTo>
                  <a:lnTo>
                    <a:pt x="150403" y="0"/>
                  </a:lnTo>
                  <a:lnTo>
                    <a:pt x="150651" y="13"/>
                  </a:lnTo>
                  <a:lnTo>
                    <a:pt x="150900" y="26"/>
                  </a:lnTo>
                  <a:lnTo>
                    <a:pt x="151148" y="65"/>
                  </a:lnTo>
                  <a:lnTo>
                    <a:pt x="151396" y="104"/>
                  </a:lnTo>
                  <a:lnTo>
                    <a:pt x="151631" y="157"/>
                  </a:lnTo>
                  <a:lnTo>
                    <a:pt x="151866" y="222"/>
                  </a:lnTo>
                  <a:lnTo>
                    <a:pt x="152088" y="300"/>
                  </a:lnTo>
                  <a:lnTo>
                    <a:pt x="152310" y="392"/>
                  </a:lnTo>
                  <a:lnTo>
                    <a:pt x="152532" y="496"/>
                  </a:lnTo>
                  <a:lnTo>
                    <a:pt x="152741" y="601"/>
                  </a:lnTo>
                  <a:lnTo>
                    <a:pt x="152950" y="718"/>
                  </a:lnTo>
                  <a:lnTo>
                    <a:pt x="153146" y="849"/>
                  </a:lnTo>
                  <a:lnTo>
                    <a:pt x="153341" y="979"/>
                  </a:lnTo>
                  <a:lnTo>
                    <a:pt x="153524" y="1136"/>
                  </a:lnTo>
                  <a:lnTo>
                    <a:pt x="153707" y="1293"/>
                  </a:lnTo>
                  <a:lnTo>
                    <a:pt x="153877" y="1449"/>
                  </a:lnTo>
                  <a:lnTo>
                    <a:pt x="154033" y="1619"/>
                  </a:lnTo>
                  <a:lnTo>
                    <a:pt x="154190" y="1802"/>
                  </a:lnTo>
                  <a:lnTo>
                    <a:pt x="154334" y="1985"/>
                  </a:lnTo>
                  <a:lnTo>
                    <a:pt x="154477" y="2181"/>
                  </a:lnTo>
                  <a:lnTo>
                    <a:pt x="154608" y="2377"/>
                  </a:lnTo>
                  <a:lnTo>
                    <a:pt x="154726" y="2586"/>
                  </a:lnTo>
                  <a:lnTo>
                    <a:pt x="154830" y="2794"/>
                  </a:lnTo>
                  <a:lnTo>
                    <a:pt x="154934" y="3016"/>
                  </a:lnTo>
                  <a:lnTo>
                    <a:pt x="155013" y="3238"/>
                  </a:lnTo>
                  <a:lnTo>
                    <a:pt x="155091" y="3460"/>
                  </a:lnTo>
                  <a:lnTo>
                    <a:pt x="155156" y="3695"/>
                  </a:lnTo>
                  <a:lnTo>
                    <a:pt x="155222" y="3930"/>
                  </a:lnTo>
                  <a:lnTo>
                    <a:pt x="155261" y="4179"/>
                  </a:lnTo>
                  <a:lnTo>
                    <a:pt x="155287" y="4414"/>
                  </a:lnTo>
                  <a:lnTo>
                    <a:pt x="155313" y="4662"/>
                  </a:lnTo>
                  <a:lnTo>
                    <a:pt x="155313" y="4923"/>
                  </a:lnTo>
                  <a:lnTo>
                    <a:pt x="155313" y="93848"/>
                  </a:lnTo>
                  <a:lnTo>
                    <a:pt x="155313" y="93848"/>
                  </a:lnTo>
                  <a:lnTo>
                    <a:pt x="155313" y="94097"/>
                  </a:lnTo>
                  <a:lnTo>
                    <a:pt x="155287" y="94345"/>
                  </a:lnTo>
                  <a:lnTo>
                    <a:pt x="155261" y="94593"/>
                  </a:lnTo>
                  <a:lnTo>
                    <a:pt x="155222" y="94841"/>
                  </a:lnTo>
                  <a:lnTo>
                    <a:pt x="155156" y="95076"/>
                  </a:lnTo>
                  <a:lnTo>
                    <a:pt x="155091" y="95311"/>
                  </a:lnTo>
                  <a:lnTo>
                    <a:pt x="155013" y="95533"/>
                  </a:lnTo>
                  <a:lnTo>
                    <a:pt x="154934" y="95755"/>
                  </a:lnTo>
                  <a:lnTo>
                    <a:pt x="154830" y="95977"/>
                  </a:lnTo>
                  <a:lnTo>
                    <a:pt x="154726" y="96186"/>
                  </a:lnTo>
                  <a:lnTo>
                    <a:pt x="154608" y="96395"/>
                  </a:lnTo>
                  <a:lnTo>
                    <a:pt x="154477" y="96591"/>
                  </a:lnTo>
                  <a:lnTo>
                    <a:pt x="154334" y="96786"/>
                  </a:lnTo>
                  <a:lnTo>
                    <a:pt x="154190" y="96969"/>
                  </a:lnTo>
                  <a:lnTo>
                    <a:pt x="154033" y="97152"/>
                  </a:lnTo>
                  <a:lnTo>
                    <a:pt x="153877" y="97322"/>
                  </a:lnTo>
                  <a:lnTo>
                    <a:pt x="153707" y="97479"/>
                  </a:lnTo>
                  <a:lnTo>
                    <a:pt x="153524" y="97635"/>
                  </a:lnTo>
                  <a:lnTo>
                    <a:pt x="153341" y="97779"/>
                  </a:lnTo>
                  <a:lnTo>
                    <a:pt x="153146" y="97923"/>
                  </a:lnTo>
                  <a:lnTo>
                    <a:pt x="152950" y="98053"/>
                  </a:lnTo>
                  <a:lnTo>
                    <a:pt x="152741" y="98171"/>
                  </a:lnTo>
                  <a:lnTo>
                    <a:pt x="152532" y="98275"/>
                  </a:lnTo>
                  <a:lnTo>
                    <a:pt x="152310" y="98380"/>
                  </a:lnTo>
                  <a:lnTo>
                    <a:pt x="152088" y="98471"/>
                  </a:lnTo>
                  <a:lnTo>
                    <a:pt x="151866" y="98536"/>
                  </a:lnTo>
                  <a:lnTo>
                    <a:pt x="151631" y="98615"/>
                  </a:lnTo>
                  <a:lnTo>
                    <a:pt x="151396" y="98667"/>
                  </a:lnTo>
                  <a:lnTo>
                    <a:pt x="151148" y="98706"/>
                  </a:lnTo>
                  <a:lnTo>
                    <a:pt x="150900" y="98732"/>
                  </a:lnTo>
                  <a:lnTo>
                    <a:pt x="150651" y="98758"/>
                  </a:lnTo>
                  <a:lnTo>
                    <a:pt x="150403" y="98758"/>
                  </a:lnTo>
                  <a:lnTo>
                    <a:pt x="4910" y="98758"/>
                  </a:lnTo>
                  <a:lnTo>
                    <a:pt x="4910" y="98758"/>
                  </a:lnTo>
                  <a:lnTo>
                    <a:pt x="4662" y="98758"/>
                  </a:lnTo>
                  <a:lnTo>
                    <a:pt x="4414" y="98732"/>
                  </a:lnTo>
                  <a:lnTo>
                    <a:pt x="4166" y="98706"/>
                  </a:lnTo>
                  <a:lnTo>
                    <a:pt x="3931" y="98667"/>
                  </a:lnTo>
                  <a:lnTo>
                    <a:pt x="3683" y="98615"/>
                  </a:lnTo>
                  <a:lnTo>
                    <a:pt x="3461" y="98536"/>
                  </a:lnTo>
                  <a:lnTo>
                    <a:pt x="3226" y="98471"/>
                  </a:lnTo>
                  <a:lnTo>
                    <a:pt x="3004" y="98380"/>
                  </a:lnTo>
                  <a:lnTo>
                    <a:pt x="2782" y="98275"/>
                  </a:lnTo>
                  <a:lnTo>
                    <a:pt x="2573" y="98171"/>
                  </a:lnTo>
                  <a:lnTo>
                    <a:pt x="2364" y="98053"/>
                  </a:lnTo>
                  <a:lnTo>
                    <a:pt x="2168" y="97923"/>
                  </a:lnTo>
                  <a:lnTo>
                    <a:pt x="1972" y="97779"/>
                  </a:lnTo>
                  <a:lnTo>
                    <a:pt x="1789" y="97635"/>
                  </a:lnTo>
                  <a:lnTo>
                    <a:pt x="1620" y="97479"/>
                  </a:lnTo>
                  <a:lnTo>
                    <a:pt x="1437" y="97322"/>
                  </a:lnTo>
                  <a:lnTo>
                    <a:pt x="1280" y="97152"/>
                  </a:lnTo>
                  <a:lnTo>
                    <a:pt x="1123" y="96969"/>
                  </a:lnTo>
                  <a:lnTo>
                    <a:pt x="980" y="96786"/>
                  </a:lnTo>
                  <a:lnTo>
                    <a:pt x="836" y="96591"/>
                  </a:lnTo>
                  <a:lnTo>
                    <a:pt x="719" y="96395"/>
                  </a:lnTo>
                  <a:lnTo>
                    <a:pt x="601" y="96186"/>
                  </a:lnTo>
                  <a:lnTo>
                    <a:pt x="483" y="95977"/>
                  </a:lnTo>
                  <a:lnTo>
                    <a:pt x="392" y="95755"/>
                  </a:lnTo>
                  <a:lnTo>
                    <a:pt x="301" y="95533"/>
                  </a:lnTo>
                  <a:lnTo>
                    <a:pt x="222" y="95311"/>
                  </a:lnTo>
                  <a:lnTo>
                    <a:pt x="157" y="95076"/>
                  </a:lnTo>
                  <a:lnTo>
                    <a:pt x="105" y="94841"/>
                  </a:lnTo>
                  <a:lnTo>
                    <a:pt x="53" y="94593"/>
                  </a:lnTo>
                  <a:lnTo>
                    <a:pt x="26" y="94345"/>
                  </a:lnTo>
                  <a:lnTo>
                    <a:pt x="0" y="94097"/>
                  </a:lnTo>
                  <a:lnTo>
                    <a:pt x="0" y="93848"/>
                  </a:lnTo>
                  <a:lnTo>
                    <a:pt x="0" y="4923"/>
                  </a:lnTo>
                  <a:lnTo>
                    <a:pt x="0" y="4923"/>
                  </a:lnTo>
                  <a:lnTo>
                    <a:pt x="0" y="4662"/>
                  </a:lnTo>
                  <a:lnTo>
                    <a:pt x="26" y="4414"/>
                  </a:lnTo>
                  <a:lnTo>
                    <a:pt x="53" y="4179"/>
                  </a:lnTo>
                  <a:lnTo>
                    <a:pt x="105" y="3930"/>
                  </a:lnTo>
                  <a:lnTo>
                    <a:pt x="157" y="3695"/>
                  </a:lnTo>
                  <a:lnTo>
                    <a:pt x="222" y="3460"/>
                  </a:lnTo>
                  <a:lnTo>
                    <a:pt x="301" y="3238"/>
                  </a:lnTo>
                  <a:lnTo>
                    <a:pt x="392" y="3016"/>
                  </a:lnTo>
                  <a:lnTo>
                    <a:pt x="483" y="2794"/>
                  </a:lnTo>
                  <a:lnTo>
                    <a:pt x="601" y="2586"/>
                  </a:lnTo>
                  <a:lnTo>
                    <a:pt x="719" y="2377"/>
                  </a:lnTo>
                  <a:lnTo>
                    <a:pt x="836" y="2181"/>
                  </a:lnTo>
                  <a:lnTo>
                    <a:pt x="980" y="1985"/>
                  </a:lnTo>
                  <a:lnTo>
                    <a:pt x="1123" y="1802"/>
                  </a:lnTo>
                  <a:lnTo>
                    <a:pt x="1280" y="1619"/>
                  </a:lnTo>
                  <a:lnTo>
                    <a:pt x="1437" y="1449"/>
                  </a:lnTo>
                  <a:lnTo>
                    <a:pt x="1620" y="1293"/>
                  </a:lnTo>
                  <a:lnTo>
                    <a:pt x="1789" y="1136"/>
                  </a:lnTo>
                  <a:lnTo>
                    <a:pt x="1972" y="979"/>
                  </a:lnTo>
                  <a:lnTo>
                    <a:pt x="2168" y="849"/>
                  </a:lnTo>
                  <a:lnTo>
                    <a:pt x="2364" y="718"/>
                  </a:lnTo>
                  <a:lnTo>
                    <a:pt x="2573" y="601"/>
                  </a:lnTo>
                  <a:lnTo>
                    <a:pt x="2782" y="496"/>
                  </a:lnTo>
                  <a:lnTo>
                    <a:pt x="3004" y="392"/>
                  </a:lnTo>
                  <a:lnTo>
                    <a:pt x="3226" y="300"/>
                  </a:lnTo>
                  <a:lnTo>
                    <a:pt x="3461" y="222"/>
                  </a:lnTo>
                  <a:lnTo>
                    <a:pt x="3683" y="157"/>
                  </a:lnTo>
                  <a:lnTo>
                    <a:pt x="3931" y="104"/>
                  </a:lnTo>
                  <a:lnTo>
                    <a:pt x="4166" y="65"/>
                  </a:lnTo>
                  <a:lnTo>
                    <a:pt x="4414" y="26"/>
                  </a:lnTo>
                  <a:lnTo>
                    <a:pt x="4662" y="13"/>
                  </a:lnTo>
                  <a:lnTo>
                    <a:pt x="4910" y="0"/>
                  </a:lnTo>
                  <a:lnTo>
                    <a:pt x="4910" y="0"/>
                  </a:lnTo>
                  <a:close/>
                </a:path>
              </a:pathLst>
            </a:custGeom>
            <a:solidFill>
              <a:srgbClr val="6D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074;p41">
              <a:extLst>
                <a:ext uri="{FF2B5EF4-FFF2-40B4-BE49-F238E27FC236}">
                  <a16:creationId xmlns:a16="http://schemas.microsoft.com/office/drawing/2014/main" id="{B9F455D8-D368-94F8-E0C4-160730BEE28E}"/>
                </a:ext>
              </a:extLst>
            </p:cNvPr>
            <p:cNvSpPr/>
            <p:nvPr/>
          </p:nvSpPr>
          <p:spPr>
            <a:xfrm>
              <a:off x="3249324" y="2133784"/>
              <a:ext cx="2520962" cy="1523809"/>
            </a:xfrm>
            <a:custGeom>
              <a:avLst/>
              <a:gdLst/>
              <a:ahLst/>
              <a:cxnLst/>
              <a:rect l="l" t="t" r="r" b="b"/>
              <a:pathLst>
                <a:path w="143013" h="86445" extrusionOk="0">
                  <a:moveTo>
                    <a:pt x="1" y="86445"/>
                  </a:moveTo>
                  <a:lnTo>
                    <a:pt x="143013" y="86445"/>
                  </a:lnTo>
                  <a:lnTo>
                    <a:pt x="143013" y="0"/>
                  </a:lnTo>
                  <a:lnTo>
                    <a:pt x="1" y="0"/>
                  </a:lnTo>
                  <a:lnTo>
                    <a:pt x="1" y="864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075;p41">
              <a:extLst>
                <a:ext uri="{FF2B5EF4-FFF2-40B4-BE49-F238E27FC236}">
                  <a16:creationId xmlns:a16="http://schemas.microsoft.com/office/drawing/2014/main" id="{F2E78A63-9637-3F83-99EA-314403FA56E9}"/>
                </a:ext>
              </a:extLst>
            </p:cNvPr>
            <p:cNvSpPr/>
            <p:nvPr/>
          </p:nvSpPr>
          <p:spPr>
            <a:xfrm>
              <a:off x="3660204" y="3734925"/>
              <a:ext cx="1699220" cy="61238"/>
            </a:xfrm>
            <a:custGeom>
              <a:avLst/>
              <a:gdLst/>
              <a:ahLst/>
              <a:cxnLst/>
              <a:rect l="l" t="t" r="r" b="b"/>
              <a:pathLst>
                <a:path w="96396" h="3474" extrusionOk="0">
                  <a:moveTo>
                    <a:pt x="1737" y="0"/>
                  </a:moveTo>
                  <a:lnTo>
                    <a:pt x="94658" y="0"/>
                  </a:lnTo>
                  <a:lnTo>
                    <a:pt x="94658" y="0"/>
                  </a:lnTo>
                  <a:lnTo>
                    <a:pt x="94841" y="13"/>
                  </a:lnTo>
                  <a:lnTo>
                    <a:pt x="95011" y="40"/>
                  </a:lnTo>
                  <a:lnTo>
                    <a:pt x="95181" y="79"/>
                  </a:lnTo>
                  <a:lnTo>
                    <a:pt x="95337" y="144"/>
                  </a:lnTo>
                  <a:lnTo>
                    <a:pt x="95481" y="209"/>
                  </a:lnTo>
                  <a:lnTo>
                    <a:pt x="95625" y="301"/>
                  </a:lnTo>
                  <a:lnTo>
                    <a:pt x="95768" y="405"/>
                  </a:lnTo>
                  <a:lnTo>
                    <a:pt x="95886" y="510"/>
                  </a:lnTo>
                  <a:lnTo>
                    <a:pt x="96003" y="640"/>
                  </a:lnTo>
                  <a:lnTo>
                    <a:pt x="96095" y="771"/>
                  </a:lnTo>
                  <a:lnTo>
                    <a:pt x="96186" y="914"/>
                  </a:lnTo>
                  <a:lnTo>
                    <a:pt x="96265" y="1071"/>
                  </a:lnTo>
                  <a:lnTo>
                    <a:pt x="96317" y="1228"/>
                  </a:lnTo>
                  <a:lnTo>
                    <a:pt x="96369" y="1398"/>
                  </a:lnTo>
                  <a:lnTo>
                    <a:pt x="96395" y="1567"/>
                  </a:lnTo>
                  <a:lnTo>
                    <a:pt x="96395" y="1737"/>
                  </a:lnTo>
                  <a:lnTo>
                    <a:pt x="96395" y="1737"/>
                  </a:lnTo>
                  <a:lnTo>
                    <a:pt x="96395" y="1737"/>
                  </a:lnTo>
                  <a:lnTo>
                    <a:pt x="96395" y="1920"/>
                  </a:lnTo>
                  <a:lnTo>
                    <a:pt x="96369" y="2090"/>
                  </a:lnTo>
                  <a:lnTo>
                    <a:pt x="96317" y="2259"/>
                  </a:lnTo>
                  <a:lnTo>
                    <a:pt x="96265" y="2416"/>
                  </a:lnTo>
                  <a:lnTo>
                    <a:pt x="96186" y="2573"/>
                  </a:lnTo>
                  <a:lnTo>
                    <a:pt x="96095" y="2716"/>
                  </a:lnTo>
                  <a:lnTo>
                    <a:pt x="96003" y="2847"/>
                  </a:lnTo>
                  <a:lnTo>
                    <a:pt x="95886" y="2965"/>
                  </a:lnTo>
                  <a:lnTo>
                    <a:pt x="95768" y="3082"/>
                  </a:lnTo>
                  <a:lnTo>
                    <a:pt x="95625" y="3187"/>
                  </a:lnTo>
                  <a:lnTo>
                    <a:pt x="95481" y="3265"/>
                  </a:lnTo>
                  <a:lnTo>
                    <a:pt x="95337" y="3343"/>
                  </a:lnTo>
                  <a:lnTo>
                    <a:pt x="95181" y="3396"/>
                  </a:lnTo>
                  <a:lnTo>
                    <a:pt x="95011" y="3448"/>
                  </a:lnTo>
                  <a:lnTo>
                    <a:pt x="94841" y="3474"/>
                  </a:lnTo>
                  <a:lnTo>
                    <a:pt x="94658" y="3474"/>
                  </a:lnTo>
                  <a:lnTo>
                    <a:pt x="1737" y="3474"/>
                  </a:lnTo>
                  <a:lnTo>
                    <a:pt x="1737" y="3474"/>
                  </a:lnTo>
                  <a:lnTo>
                    <a:pt x="1554" y="3474"/>
                  </a:lnTo>
                  <a:lnTo>
                    <a:pt x="1385" y="3448"/>
                  </a:lnTo>
                  <a:lnTo>
                    <a:pt x="1228" y="3396"/>
                  </a:lnTo>
                  <a:lnTo>
                    <a:pt x="1058" y="3343"/>
                  </a:lnTo>
                  <a:lnTo>
                    <a:pt x="914" y="3265"/>
                  </a:lnTo>
                  <a:lnTo>
                    <a:pt x="771" y="3187"/>
                  </a:lnTo>
                  <a:lnTo>
                    <a:pt x="627" y="3082"/>
                  </a:lnTo>
                  <a:lnTo>
                    <a:pt x="510" y="2965"/>
                  </a:lnTo>
                  <a:lnTo>
                    <a:pt x="392" y="2847"/>
                  </a:lnTo>
                  <a:lnTo>
                    <a:pt x="301" y="2716"/>
                  </a:lnTo>
                  <a:lnTo>
                    <a:pt x="209" y="2573"/>
                  </a:lnTo>
                  <a:lnTo>
                    <a:pt x="131" y="2416"/>
                  </a:lnTo>
                  <a:lnTo>
                    <a:pt x="79" y="2259"/>
                  </a:lnTo>
                  <a:lnTo>
                    <a:pt x="40" y="2090"/>
                  </a:lnTo>
                  <a:lnTo>
                    <a:pt x="13" y="1920"/>
                  </a:lnTo>
                  <a:lnTo>
                    <a:pt x="0" y="1737"/>
                  </a:lnTo>
                  <a:lnTo>
                    <a:pt x="0" y="1737"/>
                  </a:lnTo>
                  <a:lnTo>
                    <a:pt x="0" y="1737"/>
                  </a:lnTo>
                  <a:lnTo>
                    <a:pt x="13" y="1567"/>
                  </a:lnTo>
                  <a:lnTo>
                    <a:pt x="40" y="1398"/>
                  </a:lnTo>
                  <a:lnTo>
                    <a:pt x="79" y="1228"/>
                  </a:lnTo>
                  <a:lnTo>
                    <a:pt x="131" y="1071"/>
                  </a:lnTo>
                  <a:lnTo>
                    <a:pt x="209" y="914"/>
                  </a:lnTo>
                  <a:lnTo>
                    <a:pt x="301" y="771"/>
                  </a:lnTo>
                  <a:lnTo>
                    <a:pt x="392" y="640"/>
                  </a:lnTo>
                  <a:lnTo>
                    <a:pt x="510" y="510"/>
                  </a:lnTo>
                  <a:lnTo>
                    <a:pt x="627" y="405"/>
                  </a:lnTo>
                  <a:lnTo>
                    <a:pt x="771" y="301"/>
                  </a:lnTo>
                  <a:lnTo>
                    <a:pt x="914" y="209"/>
                  </a:lnTo>
                  <a:lnTo>
                    <a:pt x="1058" y="144"/>
                  </a:lnTo>
                  <a:lnTo>
                    <a:pt x="1228" y="79"/>
                  </a:lnTo>
                  <a:lnTo>
                    <a:pt x="1385" y="40"/>
                  </a:lnTo>
                  <a:lnTo>
                    <a:pt x="1554" y="13"/>
                  </a:lnTo>
                  <a:lnTo>
                    <a:pt x="1737" y="0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3D3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076;p41">
              <a:extLst>
                <a:ext uri="{FF2B5EF4-FFF2-40B4-BE49-F238E27FC236}">
                  <a16:creationId xmlns:a16="http://schemas.microsoft.com/office/drawing/2014/main" id="{9CF89E1B-FC54-20DF-F052-A82A54D0210F}"/>
                </a:ext>
              </a:extLst>
            </p:cNvPr>
            <p:cNvSpPr/>
            <p:nvPr/>
          </p:nvSpPr>
          <p:spPr>
            <a:xfrm>
              <a:off x="4178576" y="2564338"/>
              <a:ext cx="662477" cy="662477"/>
            </a:xfrm>
            <a:custGeom>
              <a:avLst/>
              <a:gdLst/>
              <a:ahLst/>
              <a:cxnLst/>
              <a:rect l="l" t="t" r="r" b="b"/>
              <a:pathLst>
                <a:path w="37582" h="37582" extrusionOk="0">
                  <a:moveTo>
                    <a:pt x="18791" y="0"/>
                  </a:moveTo>
                  <a:lnTo>
                    <a:pt x="18791" y="0"/>
                  </a:lnTo>
                  <a:lnTo>
                    <a:pt x="19274" y="0"/>
                  </a:lnTo>
                  <a:lnTo>
                    <a:pt x="19757" y="14"/>
                  </a:lnTo>
                  <a:lnTo>
                    <a:pt x="20240" y="53"/>
                  </a:lnTo>
                  <a:lnTo>
                    <a:pt x="20710" y="92"/>
                  </a:lnTo>
                  <a:lnTo>
                    <a:pt x="21180" y="144"/>
                  </a:lnTo>
                  <a:lnTo>
                    <a:pt x="21650" y="209"/>
                  </a:lnTo>
                  <a:lnTo>
                    <a:pt x="22121" y="288"/>
                  </a:lnTo>
                  <a:lnTo>
                    <a:pt x="22578" y="379"/>
                  </a:lnTo>
                  <a:lnTo>
                    <a:pt x="23035" y="471"/>
                  </a:lnTo>
                  <a:lnTo>
                    <a:pt x="23492" y="588"/>
                  </a:lnTo>
                  <a:lnTo>
                    <a:pt x="23936" y="706"/>
                  </a:lnTo>
                  <a:lnTo>
                    <a:pt x="24380" y="836"/>
                  </a:lnTo>
                  <a:lnTo>
                    <a:pt x="24824" y="980"/>
                  </a:lnTo>
                  <a:lnTo>
                    <a:pt x="25254" y="1137"/>
                  </a:lnTo>
                  <a:lnTo>
                    <a:pt x="25685" y="1293"/>
                  </a:lnTo>
                  <a:lnTo>
                    <a:pt x="26103" y="1476"/>
                  </a:lnTo>
                  <a:lnTo>
                    <a:pt x="26521" y="1659"/>
                  </a:lnTo>
                  <a:lnTo>
                    <a:pt x="26939" y="1842"/>
                  </a:lnTo>
                  <a:lnTo>
                    <a:pt x="27344" y="2051"/>
                  </a:lnTo>
                  <a:lnTo>
                    <a:pt x="27749" y="2260"/>
                  </a:lnTo>
                  <a:lnTo>
                    <a:pt x="28140" y="2481"/>
                  </a:lnTo>
                  <a:lnTo>
                    <a:pt x="28532" y="2717"/>
                  </a:lnTo>
                  <a:lnTo>
                    <a:pt x="28924" y="2952"/>
                  </a:lnTo>
                  <a:lnTo>
                    <a:pt x="29302" y="3200"/>
                  </a:lnTo>
                  <a:lnTo>
                    <a:pt x="29668" y="3461"/>
                  </a:lnTo>
                  <a:lnTo>
                    <a:pt x="30034" y="3722"/>
                  </a:lnTo>
                  <a:lnTo>
                    <a:pt x="30399" y="3996"/>
                  </a:lnTo>
                  <a:lnTo>
                    <a:pt x="30739" y="4284"/>
                  </a:lnTo>
                  <a:lnTo>
                    <a:pt x="31091" y="4571"/>
                  </a:lnTo>
                  <a:lnTo>
                    <a:pt x="31431" y="4871"/>
                  </a:lnTo>
                  <a:lnTo>
                    <a:pt x="31757" y="5185"/>
                  </a:lnTo>
                  <a:lnTo>
                    <a:pt x="32084" y="5498"/>
                  </a:lnTo>
                  <a:lnTo>
                    <a:pt x="32084" y="5498"/>
                  </a:lnTo>
                  <a:lnTo>
                    <a:pt x="32397" y="5824"/>
                  </a:lnTo>
                  <a:lnTo>
                    <a:pt x="32698" y="6151"/>
                  </a:lnTo>
                  <a:lnTo>
                    <a:pt x="32998" y="6490"/>
                  </a:lnTo>
                  <a:lnTo>
                    <a:pt x="33298" y="6830"/>
                  </a:lnTo>
                  <a:lnTo>
                    <a:pt x="33572" y="7182"/>
                  </a:lnTo>
                  <a:lnTo>
                    <a:pt x="33847" y="7548"/>
                  </a:lnTo>
                  <a:lnTo>
                    <a:pt x="34121" y="7914"/>
                  </a:lnTo>
                  <a:lnTo>
                    <a:pt x="34369" y="8279"/>
                  </a:lnTo>
                  <a:lnTo>
                    <a:pt x="34617" y="8658"/>
                  </a:lnTo>
                  <a:lnTo>
                    <a:pt x="34865" y="9037"/>
                  </a:lnTo>
                  <a:lnTo>
                    <a:pt x="35100" y="9428"/>
                  </a:lnTo>
                  <a:lnTo>
                    <a:pt x="35309" y="9833"/>
                  </a:lnTo>
                  <a:lnTo>
                    <a:pt x="35531" y="10225"/>
                  </a:lnTo>
                  <a:lnTo>
                    <a:pt x="35727" y="10643"/>
                  </a:lnTo>
                  <a:lnTo>
                    <a:pt x="35923" y="11048"/>
                  </a:lnTo>
                  <a:lnTo>
                    <a:pt x="36106" y="11465"/>
                  </a:lnTo>
                  <a:lnTo>
                    <a:pt x="36276" y="11896"/>
                  </a:lnTo>
                  <a:lnTo>
                    <a:pt x="36445" y="12327"/>
                  </a:lnTo>
                  <a:lnTo>
                    <a:pt x="36602" y="12758"/>
                  </a:lnTo>
                  <a:lnTo>
                    <a:pt x="36733" y="13202"/>
                  </a:lnTo>
                  <a:lnTo>
                    <a:pt x="36876" y="13646"/>
                  </a:lnTo>
                  <a:lnTo>
                    <a:pt x="36994" y="14090"/>
                  </a:lnTo>
                  <a:lnTo>
                    <a:pt x="37098" y="14547"/>
                  </a:lnTo>
                  <a:lnTo>
                    <a:pt x="37203" y="15004"/>
                  </a:lnTo>
                  <a:lnTo>
                    <a:pt x="37294" y="15461"/>
                  </a:lnTo>
                  <a:lnTo>
                    <a:pt x="37372" y="15918"/>
                  </a:lnTo>
                  <a:lnTo>
                    <a:pt x="37438" y="16388"/>
                  </a:lnTo>
                  <a:lnTo>
                    <a:pt x="37490" y="16858"/>
                  </a:lnTo>
                  <a:lnTo>
                    <a:pt x="37529" y="17342"/>
                  </a:lnTo>
                  <a:lnTo>
                    <a:pt x="37555" y="17812"/>
                  </a:lnTo>
                  <a:lnTo>
                    <a:pt x="37581" y="18295"/>
                  </a:lnTo>
                  <a:lnTo>
                    <a:pt x="37581" y="18791"/>
                  </a:lnTo>
                  <a:lnTo>
                    <a:pt x="37581" y="18791"/>
                  </a:lnTo>
                  <a:lnTo>
                    <a:pt x="37581" y="19274"/>
                  </a:lnTo>
                  <a:lnTo>
                    <a:pt x="37555" y="19757"/>
                  </a:lnTo>
                  <a:lnTo>
                    <a:pt x="37529" y="20227"/>
                  </a:lnTo>
                  <a:lnTo>
                    <a:pt x="37490" y="20711"/>
                  </a:lnTo>
                  <a:lnTo>
                    <a:pt x="37438" y="21181"/>
                  </a:lnTo>
                  <a:lnTo>
                    <a:pt x="37372" y="21651"/>
                  </a:lnTo>
                  <a:lnTo>
                    <a:pt x="37294" y="22108"/>
                  </a:lnTo>
                  <a:lnTo>
                    <a:pt x="37203" y="22578"/>
                  </a:lnTo>
                  <a:lnTo>
                    <a:pt x="37098" y="23035"/>
                  </a:lnTo>
                  <a:lnTo>
                    <a:pt x="36994" y="23479"/>
                  </a:lnTo>
                  <a:lnTo>
                    <a:pt x="36876" y="23936"/>
                  </a:lnTo>
                  <a:lnTo>
                    <a:pt x="36733" y="24367"/>
                  </a:lnTo>
                  <a:lnTo>
                    <a:pt x="36602" y="24811"/>
                  </a:lnTo>
                  <a:lnTo>
                    <a:pt x="36445" y="25242"/>
                  </a:lnTo>
                  <a:lnTo>
                    <a:pt x="36276" y="25673"/>
                  </a:lnTo>
                  <a:lnTo>
                    <a:pt x="36106" y="26104"/>
                  </a:lnTo>
                  <a:lnTo>
                    <a:pt x="35923" y="26521"/>
                  </a:lnTo>
                  <a:lnTo>
                    <a:pt x="35727" y="26926"/>
                  </a:lnTo>
                  <a:lnTo>
                    <a:pt x="35531" y="27344"/>
                  </a:lnTo>
                  <a:lnTo>
                    <a:pt x="35309" y="27749"/>
                  </a:lnTo>
                  <a:lnTo>
                    <a:pt x="35100" y="28141"/>
                  </a:lnTo>
                  <a:lnTo>
                    <a:pt x="34865" y="28532"/>
                  </a:lnTo>
                  <a:lnTo>
                    <a:pt x="34617" y="28911"/>
                  </a:lnTo>
                  <a:lnTo>
                    <a:pt x="34369" y="29290"/>
                  </a:lnTo>
                  <a:lnTo>
                    <a:pt x="34121" y="29668"/>
                  </a:lnTo>
                  <a:lnTo>
                    <a:pt x="33847" y="30034"/>
                  </a:lnTo>
                  <a:lnTo>
                    <a:pt x="33572" y="30387"/>
                  </a:lnTo>
                  <a:lnTo>
                    <a:pt x="33298" y="30739"/>
                  </a:lnTo>
                  <a:lnTo>
                    <a:pt x="32998" y="31079"/>
                  </a:lnTo>
                  <a:lnTo>
                    <a:pt x="32698" y="31418"/>
                  </a:lnTo>
                  <a:lnTo>
                    <a:pt x="32397" y="31745"/>
                  </a:lnTo>
                  <a:lnTo>
                    <a:pt x="32084" y="32071"/>
                  </a:lnTo>
                  <a:lnTo>
                    <a:pt x="32084" y="32071"/>
                  </a:lnTo>
                  <a:lnTo>
                    <a:pt x="31757" y="32384"/>
                  </a:lnTo>
                  <a:lnTo>
                    <a:pt x="31431" y="32698"/>
                  </a:lnTo>
                  <a:lnTo>
                    <a:pt x="31091" y="32998"/>
                  </a:lnTo>
                  <a:lnTo>
                    <a:pt x="30739" y="33286"/>
                  </a:lnTo>
                  <a:lnTo>
                    <a:pt x="30399" y="33573"/>
                  </a:lnTo>
                  <a:lnTo>
                    <a:pt x="30034" y="33847"/>
                  </a:lnTo>
                  <a:lnTo>
                    <a:pt x="29668" y="34108"/>
                  </a:lnTo>
                  <a:lnTo>
                    <a:pt x="29302" y="34369"/>
                  </a:lnTo>
                  <a:lnTo>
                    <a:pt x="28924" y="34617"/>
                  </a:lnTo>
                  <a:lnTo>
                    <a:pt x="28532" y="34852"/>
                  </a:lnTo>
                  <a:lnTo>
                    <a:pt x="28140" y="35088"/>
                  </a:lnTo>
                  <a:lnTo>
                    <a:pt x="27749" y="35310"/>
                  </a:lnTo>
                  <a:lnTo>
                    <a:pt x="27344" y="35518"/>
                  </a:lnTo>
                  <a:lnTo>
                    <a:pt x="26939" y="35727"/>
                  </a:lnTo>
                  <a:lnTo>
                    <a:pt x="26521" y="35910"/>
                  </a:lnTo>
                  <a:lnTo>
                    <a:pt x="26103" y="36106"/>
                  </a:lnTo>
                  <a:lnTo>
                    <a:pt x="25685" y="36276"/>
                  </a:lnTo>
                  <a:lnTo>
                    <a:pt x="25254" y="36433"/>
                  </a:lnTo>
                  <a:lnTo>
                    <a:pt x="24824" y="36589"/>
                  </a:lnTo>
                  <a:lnTo>
                    <a:pt x="24380" y="36733"/>
                  </a:lnTo>
                  <a:lnTo>
                    <a:pt x="23936" y="36863"/>
                  </a:lnTo>
                  <a:lnTo>
                    <a:pt x="23492" y="36981"/>
                  </a:lnTo>
                  <a:lnTo>
                    <a:pt x="23035" y="37098"/>
                  </a:lnTo>
                  <a:lnTo>
                    <a:pt x="22578" y="37190"/>
                  </a:lnTo>
                  <a:lnTo>
                    <a:pt x="22121" y="37281"/>
                  </a:lnTo>
                  <a:lnTo>
                    <a:pt x="21650" y="37360"/>
                  </a:lnTo>
                  <a:lnTo>
                    <a:pt x="21180" y="37425"/>
                  </a:lnTo>
                  <a:lnTo>
                    <a:pt x="20710" y="37477"/>
                  </a:lnTo>
                  <a:lnTo>
                    <a:pt x="20240" y="37516"/>
                  </a:lnTo>
                  <a:lnTo>
                    <a:pt x="19757" y="37555"/>
                  </a:lnTo>
                  <a:lnTo>
                    <a:pt x="19274" y="37569"/>
                  </a:lnTo>
                  <a:lnTo>
                    <a:pt x="18791" y="37582"/>
                  </a:lnTo>
                  <a:lnTo>
                    <a:pt x="18791" y="37582"/>
                  </a:lnTo>
                  <a:lnTo>
                    <a:pt x="18308" y="37569"/>
                  </a:lnTo>
                  <a:lnTo>
                    <a:pt x="17824" y="37555"/>
                  </a:lnTo>
                  <a:lnTo>
                    <a:pt x="17341" y="37516"/>
                  </a:lnTo>
                  <a:lnTo>
                    <a:pt x="16871" y="37477"/>
                  </a:lnTo>
                  <a:lnTo>
                    <a:pt x="16401" y="37425"/>
                  </a:lnTo>
                  <a:lnTo>
                    <a:pt x="15931" y="37360"/>
                  </a:lnTo>
                  <a:lnTo>
                    <a:pt x="15461" y="37281"/>
                  </a:lnTo>
                  <a:lnTo>
                    <a:pt x="15004" y="37190"/>
                  </a:lnTo>
                  <a:lnTo>
                    <a:pt x="14547" y="37098"/>
                  </a:lnTo>
                  <a:lnTo>
                    <a:pt x="14090" y="36981"/>
                  </a:lnTo>
                  <a:lnTo>
                    <a:pt x="13646" y="36863"/>
                  </a:lnTo>
                  <a:lnTo>
                    <a:pt x="13202" y="36733"/>
                  </a:lnTo>
                  <a:lnTo>
                    <a:pt x="12771" y="36589"/>
                  </a:lnTo>
                  <a:lnTo>
                    <a:pt x="12327" y="36433"/>
                  </a:lnTo>
                  <a:lnTo>
                    <a:pt x="11896" y="36276"/>
                  </a:lnTo>
                  <a:lnTo>
                    <a:pt x="11478" y="36106"/>
                  </a:lnTo>
                  <a:lnTo>
                    <a:pt x="11060" y="35910"/>
                  </a:lnTo>
                  <a:lnTo>
                    <a:pt x="10642" y="35727"/>
                  </a:lnTo>
                  <a:lnTo>
                    <a:pt x="10238" y="35518"/>
                  </a:lnTo>
                  <a:lnTo>
                    <a:pt x="9833" y="35310"/>
                  </a:lnTo>
                  <a:lnTo>
                    <a:pt x="9441" y="35088"/>
                  </a:lnTo>
                  <a:lnTo>
                    <a:pt x="9049" y="34852"/>
                  </a:lnTo>
                  <a:lnTo>
                    <a:pt x="8658" y="34617"/>
                  </a:lnTo>
                  <a:lnTo>
                    <a:pt x="8279" y="34369"/>
                  </a:lnTo>
                  <a:lnTo>
                    <a:pt x="7913" y="34108"/>
                  </a:lnTo>
                  <a:lnTo>
                    <a:pt x="7548" y="33847"/>
                  </a:lnTo>
                  <a:lnTo>
                    <a:pt x="7195" y="33573"/>
                  </a:lnTo>
                  <a:lnTo>
                    <a:pt x="6843" y="33286"/>
                  </a:lnTo>
                  <a:lnTo>
                    <a:pt x="6490" y="32998"/>
                  </a:lnTo>
                  <a:lnTo>
                    <a:pt x="6151" y="32698"/>
                  </a:lnTo>
                  <a:lnTo>
                    <a:pt x="5824" y="32384"/>
                  </a:lnTo>
                  <a:lnTo>
                    <a:pt x="5511" y="32071"/>
                  </a:lnTo>
                  <a:lnTo>
                    <a:pt x="5511" y="32071"/>
                  </a:lnTo>
                  <a:lnTo>
                    <a:pt x="5184" y="31745"/>
                  </a:lnTo>
                  <a:lnTo>
                    <a:pt x="4884" y="31418"/>
                  </a:lnTo>
                  <a:lnTo>
                    <a:pt x="4584" y="31079"/>
                  </a:lnTo>
                  <a:lnTo>
                    <a:pt x="4296" y="30739"/>
                  </a:lnTo>
                  <a:lnTo>
                    <a:pt x="4009" y="30387"/>
                  </a:lnTo>
                  <a:lnTo>
                    <a:pt x="3735" y="30034"/>
                  </a:lnTo>
                  <a:lnTo>
                    <a:pt x="3474" y="29668"/>
                  </a:lnTo>
                  <a:lnTo>
                    <a:pt x="3212" y="29290"/>
                  </a:lnTo>
                  <a:lnTo>
                    <a:pt x="2964" y="28911"/>
                  </a:lnTo>
                  <a:lnTo>
                    <a:pt x="2716" y="28532"/>
                  </a:lnTo>
                  <a:lnTo>
                    <a:pt x="2494" y="28141"/>
                  </a:lnTo>
                  <a:lnTo>
                    <a:pt x="2272" y="27749"/>
                  </a:lnTo>
                  <a:lnTo>
                    <a:pt x="2050" y="27344"/>
                  </a:lnTo>
                  <a:lnTo>
                    <a:pt x="1854" y="26926"/>
                  </a:lnTo>
                  <a:lnTo>
                    <a:pt x="1659" y="26521"/>
                  </a:lnTo>
                  <a:lnTo>
                    <a:pt x="1476" y="26104"/>
                  </a:lnTo>
                  <a:lnTo>
                    <a:pt x="1306" y="25673"/>
                  </a:lnTo>
                  <a:lnTo>
                    <a:pt x="1136" y="25242"/>
                  </a:lnTo>
                  <a:lnTo>
                    <a:pt x="993" y="24811"/>
                  </a:lnTo>
                  <a:lnTo>
                    <a:pt x="849" y="24367"/>
                  </a:lnTo>
                  <a:lnTo>
                    <a:pt x="718" y="23936"/>
                  </a:lnTo>
                  <a:lnTo>
                    <a:pt x="588" y="23479"/>
                  </a:lnTo>
                  <a:lnTo>
                    <a:pt x="483" y="23035"/>
                  </a:lnTo>
                  <a:lnTo>
                    <a:pt x="379" y="22578"/>
                  </a:lnTo>
                  <a:lnTo>
                    <a:pt x="300" y="22108"/>
                  </a:lnTo>
                  <a:lnTo>
                    <a:pt x="222" y="21651"/>
                  </a:lnTo>
                  <a:lnTo>
                    <a:pt x="157" y="21181"/>
                  </a:lnTo>
                  <a:lnTo>
                    <a:pt x="92" y="20711"/>
                  </a:lnTo>
                  <a:lnTo>
                    <a:pt x="52" y="20227"/>
                  </a:lnTo>
                  <a:lnTo>
                    <a:pt x="26" y="19757"/>
                  </a:lnTo>
                  <a:lnTo>
                    <a:pt x="13" y="19274"/>
                  </a:lnTo>
                  <a:lnTo>
                    <a:pt x="0" y="18791"/>
                  </a:lnTo>
                  <a:lnTo>
                    <a:pt x="0" y="18791"/>
                  </a:lnTo>
                  <a:lnTo>
                    <a:pt x="13" y="18295"/>
                  </a:lnTo>
                  <a:lnTo>
                    <a:pt x="26" y="17812"/>
                  </a:lnTo>
                  <a:lnTo>
                    <a:pt x="52" y="17342"/>
                  </a:lnTo>
                  <a:lnTo>
                    <a:pt x="92" y="16858"/>
                  </a:lnTo>
                  <a:lnTo>
                    <a:pt x="157" y="16388"/>
                  </a:lnTo>
                  <a:lnTo>
                    <a:pt x="222" y="15918"/>
                  </a:lnTo>
                  <a:lnTo>
                    <a:pt x="300" y="15461"/>
                  </a:lnTo>
                  <a:lnTo>
                    <a:pt x="379" y="15004"/>
                  </a:lnTo>
                  <a:lnTo>
                    <a:pt x="483" y="14547"/>
                  </a:lnTo>
                  <a:lnTo>
                    <a:pt x="588" y="14090"/>
                  </a:lnTo>
                  <a:lnTo>
                    <a:pt x="718" y="13646"/>
                  </a:lnTo>
                  <a:lnTo>
                    <a:pt x="849" y="13202"/>
                  </a:lnTo>
                  <a:lnTo>
                    <a:pt x="993" y="12758"/>
                  </a:lnTo>
                  <a:lnTo>
                    <a:pt x="1136" y="12327"/>
                  </a:lnTo>
                  <a:lnTo>
                    <a:pt x="1306" y="11896"/>
                  </a:lnTo>
                  <a:lnTo>
                    <a:pt x="1476" y="11465"/>
                  </a:lnTo>
                  <a:lnTo>
                    <a:pt x="1659" y="11048"/>
                  </a:lnTo>
                  <a:lnTo>
                    <a:pt x="1854" y="10643"/>
                  </a:lnTo>
                  <a:lnTo>
                    <a:pt x="2050" y="10225"/>
                  </a:lnTo>
                  <a:lnTo>
                    <a:pt x="2272" y="9833"/>
                  </a:lnTo>
                  <a:lnTo>
                    <a:pt x="2494" y="9428"/>
                  </a:lnTo>
                  <a:lnTo>
                    <a:pt x="2716" y="9037"/>
                  </a:lnTo>
                  <a:lnTo>
                    <a:pt x="2964" y="8658"/>
                  </a:lnTo>
                  <a:lnTo>
                    <a:pt x="3212" y="8279"/>
                  </a:lnTo>
                  <a:lnTo>
                    <a:pt x="3474" y="7914"/>
                  </a:lnTo>
                  <a:lnTo>
                    <a:pt x="3735" y="7548"/>
                  </a:lnTo>
                  <a:lnTo>
                    <a:pt x="4009" y="7182"/>
                  </a:lnTo>
                  <a:lnTo>
                    <a:pt x="4296" y="6830"/>
                  </a:lnTo>
                  <a:lnTo>
                    <a:pt x="4584" y="6490"/>
                  </a:lnTo>
                  <a:lnTo>
                    <a:pt x="4884" y="6151"/>
                  </a:lnTo>
                  <a:lnTo>
                    <a:pt x="5184" y="5824"/>
                  </a:lnTo>
                  <a:lnTo>
                    <a:pt x="5511" y="5498"/>
                  </a:lnTo>
                  <a:lnTo>
                    <a:pt x="5511" y="5498"/>
                  </a:lnTo>
                  <a:lnTo>
                    <a:pt x="5824" y="5185"/>
                  </a:lnTo>
                  <a:lnTo>
                    <a:pt x="6151" y="4871"/>
                  </a:lnTo>
                  <a:lnTo>
                    <a:pt x="6490" y="4571"/>
                  </a:lnTo>
                  <a:lnTo>
                    <a:pt x="6843" y="4284"/>
                  </a:lnTo>
                  <a:lnTo>
                    <a:pt x="7195" y="3996"/>
                  </a:lnTo>
                  <a:lnTo>
                    <a:pt x="7548" y="3722"/>
                  </a:lnTo>
                  <a:lnTo>
                    <a:pt x="7913" y="3461"/>
                  </a:lnTo>
                  <a:lnTo>
                    <a:pt x="8279" y="3200"/>
                  </a:lnTo>
                  <a:lnTo>
                    <a:pt x="8658" y="2952"/>
                  </a:lnTo>
                  <a:lnTo>
                    <a:pt x="9049" y="2717"/>
                  </a:lnTo>
                  <a:lnTo>
                    <a:pt x="9441" y="2481"/>
                  </a:lnTo>
                  <a:lnTo>
                    <a:pt x="9833" y="2260"/>
                  </a:lnTo>
                  <a:lnTo>
                    <a:pt x="10238" y="2051"/>
                  </a:lnTo>
                  <a:lnTo>
                    <a:pt x="10642" y="1842"/>
                  </a:lnTo>
                  <a:lnTo>
                    <a:pt x="11060" y="1659"/>
                  </a:lnTo>
                  <a:lnTo>
                    <a:pt x="11478" y="1476"/>
                  </a:lnTo>
                  <a:lnTo>
                    <a:pt x="11896" y="1293"/>
                  </a:lnTo>
                  <a:lnTo>
                    <a:pt x="12327" y="1137"/>
                  </a:lnTo>
                  <a:lnTo>
                    <a:pt x="12771" y="980"/>
                  </a:lnTo>
                  <a:lnTo>
                    <a:pt x="13202" y="836"/>
                  </a:lnTo>
                  <a:lnTo>
                    <a:pt x="13646" y="706"/>
                  </a:lnTo>
                  <a:lnTo>
                    <a:pt x="14090" y="588"/>
                  </a:lnTo>
                  <a:lnTo>
                    <a:pt x="14547" y="471"/>
                  </a:lnTo>
                  <a:lnTo>
                    <a:pt x="15004" y="379"/>
                  </a:lnTo>
                  <a:lnTo>
                    <a:pt x="15461" y="288"/>
                  </a:lnTo>
                  <a:lnTo>
                    <a:pt x="15931" y="209"/>
                  </a:lnTo>
                  <a:lnTo>
                    <a:pt x="16401" y="144"/>
                  </a:lnTo>
                  <a:lnTo>
                    <a:pt x="16871" y="92"/>
                  </a:lnTo>
                  <a:lnTo>
                    <a:pt x="17341" y="53"/>
                  </a:lnTo>
                  <a:lnTo>
                    <a:pt x="17824" y="14"/>
                  </a:lnTo>
                  <a:lnTo>
                    <a:pt x="18308" y="0"/>
                  </a:lnTo>
                  <a:lnTo>
                    <a:pt x="18791" y="0"/>
                  </a:lnTo>
                  <a:lnTo>
                    <a:pt x="18791" y="0"/>
                  </a:lnTo>
                  <a:close/>
                  <a:moveTo>
                    <a:pt x="30765" y="6817"/>
                  </a:moveTo>
                  <a:lnTo>
                    <a:pt x="30765" y="6817"/>
                  </a:lnTo>
                  <a:lnTo>
                    <a:pt x="30478" y="6530"/>
                  </a:lnTo>
                  <a:lnTo>
                    <a:pt x="30177" y="6255"/>
                  </a:lnTo>
                  <a:lnTo>
                    <a:pt x="29877" y="5981"/>
                  </a:lnTo>
                  <a:lnTo>
                    <a:pt x="29564" y="5720"/>
                  </a:lnTo>
                  <a:lnTo>
                    <a:pt x="29250" y="5459"/>
                  </a:lnTo>
                  <a:lnTo>
                    <a:pt x="28924" y="5211"/>
                  </a:lnTo>
                  <a:lnTo>
                    <a:pt x="28597" y="4976"/>
                  </a:lnTo>
                  <a:lnTo>
                    <a:pt x="28258" y="4741"/>
                  </a:lnTo>
                  <a:lnTo>
                    <a:pt x="27918" y="4519"/>
                  </a:lnTo>
                  <a:lnTo>
                    <a:pt x="27579" y="4297"/>
                  </a:lnTo>
                  <a:lnTo>
                    <a:pt x="27226" y="4101"/>
                  </a:lnTo>
                  <a:lnTo>
                    <a:pt x="26861" y="3892"/>
                  </a:lnTo>
                  <a:lnTo>
                    <a:pt x="26495" y="3709"/>
                  </a:lnTo>
                  <a:lnTo>
                    <a:pt x="26129" y="3526"/>
                  </a:lnTo>
                  <a:lnTo>
                    <a:pt x="25764" y="3343"/>
                  </a:lnTo>
                  <a:lnTo>
                    <a:pt x="25385" y="3187"/>
                  </a:lnTo>
                  <a:lnTo>
                    <a:pt x="25006" y="3030"/>
                  </a:lnTo>
                  <a:lnTo>
                    <a:pt x="24615" y="2873"/>
                  </a:lnTo>
                  <a:lnTo>
                    <a:pt x="24223" y="2743"/>
                  </a:lnTo>
                  <a:lnTo>
                    <a:pt x="23831" y="2612"/>
                  </a:lnTo>
                  <a:lnTo>
                    <a:pt x="23426" y="2495"/>
                  </a:lnTo>
                  <a:lnTo>
                    <a:pt x="23022" y="2390"/>
                  </a:lnTo>
                  <a:lnTo>
                    <a:pt x="22617" y="2286"/>
                  </a:lnTo>
                  <a:lnTo>
                    <a:pt x="22199" y="2194"/>
                  </a:lnTo>
                  <a:lnTo>
                    <a:pt x="21794" y="2116"/>
                  </a:lnTo>
                  <a:lnTo>
                    <a:pt x="21376" y="2051"/>
                  </a:lnTo>
                  <a:lnTo>
                    <a:pt x="20945" y="1985"/>
                  </a:lnTo>
                  <a:lnTo>
                    <a:pt x="20527" y="1933"/>
                  </a:lnTo>
                  <a:lnTo>
                    <a:pt x="20097" y="1894"/>
                  </a:lnTo>
                  <a:lnTo>
                    <a:pt x="19666" y="1868"/>
                  </a:lnTo>
                  <a:lnTo>
                    <a:pt x="19235" y="1855"/>
                  </a:lnTo>
                  <a:lnTo>
                    <a:pt x="18791" y="1855"/>
                  </a:lnTo>
                  <a:lnTo>
                    <a:pt x="18791" y="1855"/>
                  </a:lnTo>
                  <a:lnTo>
                    <a:pt x="18360" y="1855"/>
                  </a:lnTo>
                  <a:lnTo>
                    <a:pt x="17916" y="1868"/>
                  </a:lnTo>
                  <a:lnTo>
                    <a:pt x="17485" y="1894"/>
                  </a:lnTo>
                  <a:lnTo>
                    <a:pt x="17054" y="1933"/>
                  </a:lnTo>
                  <a:lnTo>
                    <a:pt x="16636" y="1985"/>
                  </a:lnTo>
                  <a:lnTo>
                    <a:pt x="16218" y="2051"/>
                  </a:lnTo>
                  <a:lnTo>
                    <a:pt x="15800" y="2116"/>
                  </a:lnTo>
                  <a:lnTo>
                    <a:pt x="15383" y="2194"/>
                  </a:lnTo>
                  <a:lnTo>
                    <a:pt x="14965" y="2286"/>
                  </a:lnTo>
                  <a:lnTo>
                    <a:pt x="14560" y="2390"/>
                  </a:lnTo>
                  <a:lnTo>
                    <a:pt x="14155" y="2495"/>
                  </a:lnTo>
                  <a:lnTo>
                    <a:pt x="13750" y="2612"/>
                  </a:lnTo>
                  <a:lnTo>
                    <a:pt x="13359" y="2743"/>
                  </a:lnTo>
                  <a:lnTo>
                    <a:pt x="12967" y="2873"/>
                  </a:lnTo>
                  <a:lnTo>
                    <a:pt x="12588" y="3030"/>
                  </a:lnTo>
                  <a:lnTo>
                    <a:pt x="12196" y="3187"/>
                  </a:lnTo>
                  <a:lnTo>
                    <a:pt x="11818" y="3343"/>
                  </a:lnTo>
                  <a:lnTo>
                    <a:pt x="11452" y="3526"/>
                  </a:lnTo>
                  <a:lnTo>
                    <a:pt x="11086" y="3709"/>
                  </a:lnTo>
                  <a:lnTo>
                    <a:pt x="10721" y="3892"/>
                  </a:lnTo>
                  <a:lnTo>
                    <a:pt x="10368" y="4101"/>
                  </a:lnTo>
                  <a:lnTo>
                    <a:pt x="10016" y="4297"/>
                  </a:lnTo>
                  <a:lnTo>
                    <a:pt x="9663" y="4519"/>
                  </a:lnTo>
                  <a:lnTo>
                    <a:pt x="9324" y="4741"/>
                  </a:lnTo>
                  <a:lnTo>
                    <a:pt x="8984" y="4976"/>
                  </a:lnTo>
                  <a:lnTo>
                    <a:pt x="8658" y="5211"/>
                  </a:lnTo>
                  <a:lnTo>
                    <a:pt x="8331" y="5459"/>
                  </a:lnTo>
                  <a:lnTo>
                    <a:pt x="8018" y="5720"/>
                  </a:lnTo>
                  <a:lnTo>
                    <a:pt x="7704" y="5981"/>
                  </a:lnTo>
                  <a:lnTo>
                    <a:pt x="7404" y="6255"/>
                  </a:lnTo>
                  <a:lnTo>
                    <a:pt x="7104" y="6530"/>
                  </a:lnTo>
                  <a:lnTo>
                    <a:pt x="6816" y="6817"/>
                  </a:lnTo>
                  <a:lnTo>
                    <a:pt x="6816" y="6817"/>
                  </a:lnTo>
                  <a:lnTo>
                    <a:pt x="6529" y="7104"/>
                  </a:lnTo>
                  <a:lnTo>
                    <a:pt x="6255" y="7404"/>
                  </a:lnTo>
                  <a:lnTo>
                    <a:pt x="5981" y="7705"/>
                  </a:lnTo>
                  <a:lnTo>
                    <a:pt x="5720" y="8018"/>
                  </a:lnTo>
                  <a:lnTo>
                    <a:pt x="5471" y="8332"/>
                  </a:lnTo>
                  <a:lnTo>
                    <a:pt x="5223" y="8658"/>
                  </a:lnTo>
                  <a:lnTo>
                    <a:pt x="4988" y="8984"/>
                  </a:lnTo>
                  <a:lnTo>
                    <a:pt x="4753" y="9311"/>
                  </a:lnTo>
                  <a:lnTo>
                    <a:pt x="4531" y="9663"/>
                  </a:lnTo>
                  <a:lnTo>
                    <a:pt x="4309" y="10003"/>
                  </a:lnTo>
                  <a:lnTo>
                    <a:pt x="4100" y="10356"/>
                  </a:lnTo>
                  <a:lnTo>
                    <a:pt x="3905" y="10708"/>
                  </a:lnTo>
                  <a:lnTo>
                    <a:pt x="3709" y="11074"/>
                  </a:lnTo>
                  <a:lnTo>
                    <a:pt x="3526" y="11439"/>
                  </a:lnTo>
                  <a:lnTo>
                    <a:pt x="3356" y="11818"/>
                  </a:lnTo>
                  <a:lnTo>
                    <a:pt x="3186" y="12197"/>
                  </a:lnTo>
                  <a:lnTo>
                    <a:pt x="3030" y="12575"/>
                  </a:lnTo>
                  <a:lnTo>
                    <a:pt x="2886" y="12967"/>
                  </a:lnTo>
                  <a:lnTo>
                    <a:pt x="2742" y="13359"/>
                  </a:lnTo>
                  <a:lnTo>
                    <a:pt x="2625" y="13751"/>
                  </a:lnTo>
                  <a:lnTo>
                    <a:pt x="2494" y="14155"/>
                  </a:lnTo>
                  <a:lnTo>
                    <a:pt x="2390" y="14547"/>
                  </a:lnTo>
                  <a:lnTo>
                    <a:pt x="2285" y="14965"/>
                  </a:lnTo>
                  <a:lnTo>
                    <a:pt x="2207" y="15370"/>
                  </a:lnTo>
                  <a:lnTo>
                    <a:pt x="2116" y="15788"/>
                  </a:lnTo>
                  <a:lnTo>
                    <a:pt x="2050" y="16206"/>
                  </a:lnTo>
                  <a:lnTo>
                    <a:pt x="1998" y="16623"/>
                  </a:lnTo>
                  <a:lnTo>
                    <a:pt x="1946" y="17054"/>
                  </a:lnTo>
                  <a:lnTo>
                    <a:pt x="1907" y="17485"/>
                  </a:lnTo>
                  <a:lnTo>
                    <a:pt x="1881" y="17916"/>
                  </a:lnTo>
                  <a:lnTo>
                    <a:pt x="1867" y="18347"/>
                  </a:lnTo>
                  <a:lnTo>
                    <a:pt x="1854" y="18791"/>
                  </a:lnTo>
                  <a:lnTo>
                    <a:pt x="1854" y="18791"/>
                  </a:lnTo>
                  <a:lnTo>
                    <a:pt x="1867" y="19222"/>
                  </a:lnTo>
                  <a:lnTo>
                    <a:pt x="1881" y="19653"/>
                  </a:lnTo>
                  <a:lnTo>
                    <a:pt x="1907" y="20084"/>
                  </a:lnTo>
                  <a:lnTo>
                    <a:pt x="1946" y="20515"/>
                  </a:lnTo>
                  <a:lnTo>
                    <a:pt x="1998" y="20946"/>
                  </a:lnTo>
                  <a:lnTo>
                    <a:pt x="2050" y="21363"/>
                  </a:lnTo>
                  <a:lnTo>
                    <a:pt x="2116" y="21781"/>
                  </a:lnTo>
                  <a:lnTo>
                    <a:pt x="2207" y="22199"/>
                  </a:lnTo>
                  <a:lnTo>
                    <a:pt x="2285" y="22604"/>
                  </a:lnTo>
                  <a:lnTo>
                    <a:pt x="2390" y="23022"/>
                  </a:lnTo>
                  <a:lnTo>
                    <a:pt x="2494" y="23427"/>
                  </a:lnTo>
                  <a:lnTo>
                    <a:pt x="2625" y="23818"/>
                  </a:lnTo>
                  <a:lnTo>
                    <a:pt x="2742" y="24210"/>
                  </a:lnTo>
                  <a:lnTo>
                    <a:pt x="2886" y="24602"/>
                  </a:lnTo>
                  <a:lnTo>
                    <a:pt x="3030" y="24994"/>
                  </a:lnTo>
                  <a:lnTo>
                    <a:pt x="3186" y="25372"/>
                  </a:lnTo>
                  <a:lnTo>
                    <a:pt x="3356" y="25751"/>
                  </a:lnTo>
                  <a:lnTo>
                    <a:pt x="3526" y="26130"/>
                  </a:lnTo>
                  <a:lnTo>
                    <a:pt x="3709" y="26495"/>
                  </a:lnTo>
                  <a:lnTo>
                    <a:pt x="3905" y="26861"/>
                  </a:lnTo>
                  <a:lnTo>
                    <a:pt x="4100" y="27213"/>
                  </a:lnTo>
                  <a:lnTo>
                    <a:pt x="4309" y="27566"/>
                  </a:lnTo>
                  <a:lnTo>
                    <a:pt x="4531" y="27919"/>
                  </a:lnTo>
                  <a:lnTo>
                    <a:pt x="4753" y="28258"/>
                  </a:lnTo>
                  <a:lnTo>
                    <a:pt x="4988" y="28585"/>
                  </a:lnTo>
                  <a:lnTo>
                    <a:pt x="5223" y="28924"/>
                  </a:lnTo>
                  <a:lnTo>
                    <a:pt x="5471" y="29238"/>
                  </a:lnTo>
                  <a:lnTo>
                    <a:pt x="5720" y="29551"/>
                  </a:lnTo>
                  <a:lnTo>
                    <a:pt x="5981" y="29864"/>
                  </a:lnTo>
                  <a:lnTo>
                    <a:pt x="6255" y="30178"/>
                  </a:lnTo>
                  <a:lnTo>
                    <a:pt x="6529" y="30465"/>
                  </a:lnTo>
                  <a:lnTo>
                    <a:pt x="6816" y="30765"/>
                  </a:lnTo>
                  <a:lnTo>
                    <a:pt x="6816" y="30765"/>
                  </a:lnTo>
                  <a:lnTo>
                    <a:pt x="7104" y="31040"/>
                  </a:lnTo>
                  <a:lnTo>
                    <a:pt x="7404" y="31327"/>
                  </a:lnTo>
                  <a:lnTo>
                    <a:pt x="7704" y="31588"/>
                  </a:lnTo>
                  <a:lnTo>
                    <a:pt x="8018" y="31849"/>
                  </a:lnTo>
                  <a:lnTo>
                    <a:pt x="8331" y="32110"/>
                  </a:lnTo>
                  <a:lnTo>
                    <a:pt x="8658" y="32358"/>
                  </a:lnTo>
                  <a:lnTo>
                    <a:pt x="8984" y="32593"/>
                  </a:lnTo>
                  <a:lnTo>
                    <a:pt x="9324" y="32828"/>
                  </a:lnTo>
                  <a:lnTo>
                    <a:pt x="9663" y="33050"/>
                  </a:lnTo>
                  <a:lnTo>
                    <a:pt x="10016" y="33272"/>
                  </a:lnTo>
                  <a:lnTo>
                    <a:pt x="10368" y="33481"/>
                  </a:lnTo>
                  <a:lnTo>
                    <a:pt x="10721" y="33677"/>
                  </a:lnTo>
                  <a:lnTo>
                    <a:pt x="11086" y="33873"/>
                  </a:lnTo>
                  <a:lnTo>
                    <a:pt x="11452" y="34056"/>
                  </a:lnTo>
                  <a:lnTo>
                    <a:pt x="11818" y="34226"/>
                  </a:lnTo>
                  <a:lnTo>
                    <a:pt x="12196" y="34382"/>
                  </a:lnTo>
                  <a:lnTo>
                    <a:pt x="12588" y="34539"/>
                  </a:lnTo>
                  <a:lnTo>
                    <a:pt x="12967" y="34696"/>
                  </a:lnTo>
                  <a:lnTo>
                    <a:pt x="13359" y="34826"/>
                  </a:lnTo>
                  <a:lnTo>
                    <a:pt x="13750" y="34957"/>
                  </a:lnTo>
                  <a:lnTo>
                    <a:pt x="14155" y="35074"/>
                  </a:lnTo>
                  <a:lnTo>
                    <a:pt x="14560" y="35192"/>
                  </a:lnTo>
                  <a:lnTo>
                    <a:pt x="14965" y="35283"/>
                  </a:lnTo>
                  <a:lnTo>
                    <a:pt x="15383" y="35375"/>
                  </a:lnTo>
                  <a:lnTo>
                    <a:pt x="15800" y="35453"/>
                  </a:lnTo>
                  <a:lnTo>
                    <a:pt x="16218" y="35518"/>
                  </a:lnTo>
                  <a:lnTo>
                    <a:pt x="16636" y="35584"/>
                  </a:lnTo>
                  <a:lnTo>
                    <a:pt x="17054" y="35636"/>
                  </a:lnTo>
                  <a:lnTo>
                    <a:pt x="17485" y="35675"/>
                  </a:lnTo>
                  <a:lnTo>
                    <a:pt x="17916" y="35701"/>
                  </a:lnTo>
                  <a:lnTo>
                    <a:pt x="18360" y="35714"/>
                  </a:lnTo>
                  <a:lnTo>
                    <a:pt x="18791" y="35714"/>
                  </a:lnTo>
                  <a:lnTo>
                    <a:pt x="18791" y="35714"/>
                  </a:lnTo>
                  <a:lnTo>
                    <a:pt x="19235" y="35714"/>
                  </a:lnTo>
                  <a:lnTo>
                    <a:pt x="19666" y="35701"/>
                  </a:lnTo>
                  <a:lnTo>
                    <a:pt x="20097" y="35675"/>
                  </a:lnTo>
                  <a:lnTo>
                    <a:pt x="20527" y="35636"/>
                  </a:lnTo>
                  <a:lnTo>
                    <a:pt x="20945" y="35584"/>
                  </a:lnTo>
                  <a:lnTo>
                    <a:pt x="21376" y="35518"/>
                  </a:lnTo>
                  <a:lnTo>
                    <a:pt x="21794" y="35453"/>
                  </a:lnTo>
                  <a:lnTo>
                    <a:pt x="22199" y="35375"/>
                  </a:lnTo>
                  <a:lnTo>
                    <a:pt x="22617" y="35283"/>
                  </a:lnTo>
                  <a:lnTo>
                    <a:pt x="23022" y="35192"/>
                  </a:lnTo>
                  <a:lnTo>
                    <a:pt x="23426" y="35074"/>
                  </a:lnTo>
                  <a:lnTo>
                    <a:pt x="23831" y="34957"/>
                  </a:lnTo>
                  <a:lnTo>
                    <a:pt x="24223" y="34826"/>
                  </a:lnTo>
                  <a:lnTo>
                    <a:pt x="24615" y="34696"/>
                  </a:lnTo>
                  <a:lnTo>
                    <a:pt x="25006" y="34539"/>
                  </a:lnTo>
                  <a:lnTo>
                    <a:pt x="25385" y="34382"/>
                  </a:lnTo>
                  <a:lnTo>
                    <a:pt x="25764" y="34226"/>
                  </a:lnTo>
                  <a:lnTo>
                    <a:pt x="26129" y="34056"/>
                  </a:lnTo>
                  <a:lnTo>
                    <a:pt x="26495" y="33873"/>
                  </a:lnTo>
                  <a:lnTo>
                    <a:pt x="26861" y="33677"/>
                  </a:lnTo>
                  <a:lnTo>
                    <a:pt x="27226" y="33481"/>
                  </a:lnTo>
                  <a:lnTo>
                    <a:pt x="27579" y="33272"/>
                  </a:lnTo>
                  <a:lnTo>
                    <a:pt x="27918" y="33050"/>
                  </a:lnTo>
                  <a:lnTo>
                    <a:pt x="28258" y="32828"/>
                  </a:lnTo>
                  <a:lnTo>
                    <a:pt x="28597" y="32593"/>
                  </a:lnTo>
                  <a:lnTo>
                    <a:pt x="28924" y="32358"/>
                  </a:lnTo>
                  <a:lnTo>
                    <a:pt x="29250" y="32110"/>
                  </a:lnTo>
                  <a:lnTo>
                    <a:pt x="29564" y="31849"/>
                  </a:lnTo>
                  <a:lnTo>
                    <a:pt x="29877" y="31588"/>
                  </a:lnTo>
                  <a:lnTo>
                    <a:pt x="30177" y="31327"/>
                  </a:lnTo>
                  <a:lnTo>
                    <a:pt x="30478" y="31040"/>
                  </a:lnTo>
                  <a:lnTo>
                    <a:pt x="30765" y="30765"/>
                  </a:lnTo>
                  <a:lnTo>
                    <a:pt x="30765" y="30765"/>
                  </a:lnTo>
                  <a:lnTo>
                    <a:pt x="31052" y="30465"/>
                  </a:lnTo>
                  <a:lnTo>
                    <a:pt x="31326" y="30178"/>
                  </a:lnTo>
                  <a:lnTo>
                    <a:pt x="31601" y="29864"/>
                  </a:lnTo>
                  <a:lnTo>
                    <a:pt x="31862" y="29551"/>
                  </a:lnTo>
                  <a:lnTo>
                    <a:pt x="32110" y="29238"/>
                  </a:lnTo>
                  <a:lnTo>
                    <a:pt x="32358" y="28924"/>
                  </a:lnTo>
                  <a:lnTo>
                    <a:pt x="32606" y="28585"/>
                  </a:lnTo>
                  <a:lnTo>
                    <a:pt x="32828" y="28258"/>
                  </a:lnTo>
                  <a:lnTo>
                    <a:pt x="33063" y="27919"/>
                  </a:lnTo>
                  <a:lnTo>
                    <a:pt x="33272" y="27566"/>
                  </a:lnTo>
                  <a:lnTo>
                    <a:pt x="33481" y="27213"/>
                  </a:lnTo>
                  <a:lnTo>
                    <a:pt x="33677" y="26861"/>
                  </a:lnTo>
                  <a:lnTo>
                    <a:pt x="33873" y="26495"/>
                  </a:lnTo>
                  <a:lnTo>
                    <a:pt x="34056" y="26130"/>
                  </a:lnTo>
                  <a:lnTo>
                    <a:pt x="34225" y="25751"/>
                  </a:lnTo>
                  <a:lnTo>
                    <a:pt x="34395" y="25372"/>
                  </a:lnTo>
                  <a:lnTo>
                    <a:pt x="34552" y="24994"/>
                  </a:lnTo>
                  <a:lnTo>
                    <a:pt x="34695" y="24602"/>
                  </a:lnTo>
                  <a:lnTo>
                    <a:pt x="34839" y="24210"/>
                  </a:lnTo>
                  <a:lnTo>
                    <a:pt x="34970" y="23818"/>
                  </a:lnTo>
                  <a:lnTo>
                    <a:pt x="35087" y="23427"/>
                  </a:lnTo>
                  <a:lnTo>
                    <a:pt x="35192" y="23022"/>
                  </a:lnTo>
                  <a:lnTo>
                    <a:pt x="35296" y="22604"/>
                  </a:lnTo>
                  <a:lnTo>
                    <a:pt x="35388" y="22199"/>
                  </a:lnTo>
                  <a:lnTo>
                    <a:pt x="35466" y="21781"/>
                  </a:lnTo>
                  <a:lnTo>
                    <a:pt x="35531" y="21363"/>
                  </a:lnTo>
                  <a:lnTo>
                    <a:pt x="35583" y="20946"/>
                  </a:lnTo>
                  <a:lnTo>
                    <a:pt x="35636" y="20515"/>
                  </a:lnTo>
                  <a:lnTo>
                    <a:pt x="35675" y="20084"/>
                  </a:lnTo>
                  <a:lnTo>
                    <a:pt x="35701" y="19653"/>
                  </a:lnTo>
                  <a:lnTo>
                    <a:pt x="35714" y="19222"/>
                  </a:lnTo>
                  <a:lnTo>
                    <a:pt x="35727" y="18791"/>
                  </a:lnTo>
                  <a:lnTo>
                    <a:pt x="35727" y="18791"/>
                  </a:lnTo>
                  <a:lnTo>
                    <a:pt x="35714" y="18347"/>
                  </a:lnTo>
                  <a:lnTo>
                    <a:pt x="35701" y="17916"/>
                  </a:lnTo>
                  <a:lnTo>
                    <a:pt x="35675" y="17485"/>
                  </a:lnTo>
                  <a:lnTo>
                    <a:pt x="35636" y="17054"/>
                  </a:lnTo>
                  <a:lnTo>
                    <a:pt x="35583" y="16623"/>
                  </a:lnTo>
                  <a:lnTo>
                    <a:pt x="35531" y="16206"/>
                  </a:lnTo>
                  <a:lnTo>
                    <a:pt x="35466" y="15788"/>
                  </a:lnTo>
                  <a:lnTo>
                    <a:pt x="35388" y="15370"/>
                  </a:lnTo>
                  <a:lnTo>
                    <a:pt x="35296" y="14965"/>
                  </a:lnTo>
                  <a:lnTo>
                    <a:pt x="35192" y="14547"/>
                  </a:lnTo>
                  <a:lnTo>
                    <a:pt x="35087" y="14155"/>
                  </a:lnTo>
                  <a:lnTo>
                    <a:pt x="34970" y="13751"/>
                  </a:lnTo>
                  <a:lnTo>
                    <a:pt x="34839" y="13359"/>
                  </a:lnTo>
                  <a:lnTo>
                    <a:pt x="34695" y="12967"/>
                  </a:lnTo>
                  <a:lnTo>
                    <a:pt x="34552" y="12575"/>
                  </a:lnTo>
                  <a:lnTo>
                    <a:pt x="34395" y="12197"/>
                  </a:lnTo>
                  <a:lnTo>
                    <a:pt x="34225" y="11818"/>
                  </a:lnTo>
                  <a:lnTo>
                    <a:pt x="34056" y="11439"/>
                  </a:lnTo>
                  <a:lnTo>
                    <a:pt x="33873" y="11074"/>
                  </a:lnTo>
                  <a:lnTo>
                    <a:pt x="33677" y="10708"/>
                  </a:lnTo>
                  <a:lnTo>
                    <a:pt x="33481" y="10356"/>
                  </a:lnTo>
                  <a:lnTo>
                    <a:pt x="33272" y="10003"/>
                  </a:lnTo>
                  <a:lnTo>
                    <a:pt x="33063" y="9663"/>
                  </a:lnTo>
                  <a:lnTo>
                    <a:pt x="32828" y="9311"/>
                  </a:lnTo>
                  <a:lnTo>
                    <a:pt x="32606" y="8984"/>
                  </a:lnTo>
                  <a:lnTo>
                    <a:pt x="32358" y="8658"/>
                  </a:lnTo>
                  <a:lnTo>
                    <a:pt x="32110" y="8332"/>
                  </a:lnTo>
                  <a:lnTo>
                    <a:pt x="31862" y="8018"/>
                  </a:lnTo>
                  <a:lnTo>
                    <a:pt x="31601" y="7705"/>
                  </a:lnTo>
                  <a:lnTo>
                    <a:pt x="31326" y="7404"/>
                  </a:lnTo>
                  <a:lnTo>
                    <a:pt x="31052" y="7104"/>
                  </a:lnTo>
                  <a:lnTo>
                    <a:pt x="30765" y="6817"/>
                  </a:lnTo>
                  <a:lnTo>
                    <a:pt x="30765" y="681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077;p41">
              <a:extLst>
                <a:ext uri="{FF2B5EF4-FFF2-40B4-BE49-F238E27FC236}">
                  <a16:creationId xmlns:a16="http://schemas.microsoft.com/office/drawing/2014/main" id="{3EACC1C1-2C04-D44F-286E-0F653E5911A7}"/>
                </a:ext>
              </a:extLst>
            </p:cNvPr>
            <p:cNvSpPr/>
            <p:nvPr/>
          </p:nvSpPr>
          <p:spPr>
            <a:xfrm>
              <a:off x="4439357" y="2716481"/>
              <a:ext cx="224680" cy="357962"/>
            </a:xfrm>
            <a:custGeom>
              <a:avLst/>
              <a:gdLst/>
              <a:ahLst/>
              <a:cxnLst/>
              <a:rect l="l" t="t" r="r" b="b"/>
              <a:pathLst>
                <a:path w="12746" h="20307" extrusionOk="0">
                  <a:moveTo>
                    <a:pt x="1" y="19301"/>
                  </a:moveTo>
                  <a:lnTo>
                    <a:pt x="1" y="1006"/>
                  </a:lnTo>
                  <a:lnTo>
                    <a:pt x="1" y="1006"/>
                  </a:lnTo>
                  <a:lnTo>
                    <a:pt x="14" y="850"/>
                  </a:lnTo>
                  <a:lnTo>
                    <a:pt x="40" y="706"/>
                  </a:lnTo>
                  <a:lnTo>
                    <a:pt x="105" y="575"/>
                  </a:lnTo>
                  <a:lnTo>
                    <a:pt x="184" y="445"/>
                  </a:lnTo>
                  <a:lnTo>
                    <a:pt x="288" y="340"/>
                  </a:lnTo>
                  <a:lnTo>
                    <a:pt x="406" y="236"/>
                  </a:lnTo>
                  <a:lnTo>
                    <a:pt x="549" y="144"/>
                  </a:lnTo>
                  <a:lnTo>
                    <a:pt x="706" y="79"/>
                  </a:lnTo>
                  <a:lnTo>
                    <a:pt x="706" y="79"/>
                  </a:lnTo>
                  <a:lnTo>
                    <a:pt x="876" y="27"/>
                  </a:lnTo>
                  <a:lnTo>
                    <a:pt x="1033" y="1"/>
                  </a:lnTo>
                  <a:lnTo>
                    <a:pt x="1202" y="1"/>
                  </a:lnTo>
                  <a:lnTo>
                    <a:pt x="1372" y="14"/>
                  </a:lnTo>
                  <a:lnTo>
                    <a:pt x="1529" y="53"/>
                  </a:lnTo>
                  <a:lnTo>
                    <a:pt x="1685" y="118"/>
                  </a:lnTo>
                  <a:lnTo>
                    <a:pt x="1829" y="197"/>
                  </a:lnTo>
                  <a:lnTo>
                    <a:pt x="1960" y="301"/>
                  </a:lnTo>
                  <a:lnTo>
                    <a:pt x="12406" y="9442"/>
                  </a:lnTo>
                  <a:lnTo>
                    <a:pt x="12406" y="9442"/>
                  </a:lnTo>
                  <a:lnTo>
                    <a:pt x="12484" y="9520"/>
                  </a:lnTo>
                  <a:lnTo>
                    <a:pt x="12550" y="9599"/>
                  </a:lnTo>
                  <a:lnTo>
                    <a:pt x="12615" y="9690"/>
                  </a:lnTo>
                  <a:lnTo>
                    <a:pt x="12654" y="9781"/>
                  </a:lnTo>
                  <a:lnTo>
                    <a:pt x="12693" y="9873"/>
                  </a:lnTo>
                  <a:lnTo>
                    <a:pt x="12720" y="9964"/>
                  </a:lnTo>
                  <a:lnTo>
                    <a:pt x="12733" y="10056"/>
                  </a:lnTo>
                  <a:lnTo>
                    <a:pt x="12746" y="10160"/>
                  </a:lnTo>
                  <a:lnTo>
                    <a:pt x="12733" y="10251"/>
                  </a:lnTo>
                  <a:lnTo>
                    <a:pt x="12720" y="10343"/>
                  </a:lnTo>
                  <a:lnTo>
                    <a:pt x="12693" y="10434"/>
                  </a:lnTo>
                  <a:lnTo>
                    <a:pt x="12654" y="10539"/>
                  </a:lnTo>
                  <a:lnTo>
                    <a:pt x="12615" y="10617"/>
                  </a:lnTo>
                  <a:lnTo>
                    <a:pt x="12550" y="10708"/>
                  </a:lnTo>
                  <a:lnTo>
                    <a:pt x="12484" y="10787"/>
                  </a:lnTo>
                  <a:lnTo>
                    <a:pt x="12406" y="10865"/>
                  </a:lnTo>
                  <a:lnTo>
                    <a:pt x="1960" y="20006"/>
                  </a:lnTo>
                  <a:lnTo>
                    <a:pt x="1960" y="20006"/>
                  </a:lnTo>
                  <a:lnTo>
                    <a:pt x="1829" y="20110"/>
                  </a:lnTo>
                  <a:lnTo>
                    <a:pt x="1685" y="20189"/>
                  </a:lnTo>
                  <a:lnTo>
                    <a:pt x="1529" y="20254"/>
                  </a:lnTo>
                  <a:lnTo>
                    <a:pt x="1372" y="20293"/>
                  </a:lnTo>
                  <a:lnTo>
                    <a:pt x="1202" y="20306"/>
                  </a:lnTo>
                  <a:lnTo>
                    <a:pt x="1033" y="20306"/>
                  </a:lnTo>
                  <a:lnTo>
                    <a:pt x="876" y="20280"/>
                  </a:lnTo>
                  <a:lnTo>
                    <a:pt x="706" y="20228"/>
                  </a:lnTo>
                  <a:lnTo>
                    <a:pt x="706" y="20228"/>
                  </a:lnTo>
                  <a:lnTo>
                    <a:pt x="549" y="20163"/>
                  </a:lnTo>
                  <a:lnTo>
                    <a:pt x="406" y="20071"/>
                  </a:lnTo>
                  <a:lnTo>
                    <a:pt x="288" y="19980"/>
                  </a:lnTo>
                  <a:lnTo>
                    <a:pt x="184" y="19862"/>
                  </a:lnTo>
                  <a:lnTo>
                    <a:pt x="105" y="19732"/>
                  </a:lnTo>
                  <a:lnTo>
                    <a:pt x="40" y="19601"/>
                  </a:lnTo>
                  <a:lnTo>
                    <a:pt x="14" y="19457"/>
                  </a:lnTo>
                  <a:lnTo>
                    <a:pt x="1" y="19301"/>
                  </a:lnTo>
                  <a:lnTo>
                    <a:pt x="1" y="1930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FFF87289-5BD9-EBFB-8079-2C1DDFE82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684" y="3333212"/>
            <a:ext cx="4618120" cy="3231514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988ED76-A5E6-4AD9-D039-FEA5C69D1EC2}"/>
              </a:ext>
            </a:extLst>
          </p:cNvPr>
          <p:cNvSpPr txBox="1"/>
          <p:nvPr/>
        </p:nvSpPr>
        <p:spPr>
          <a:xfrm>
            <a:off x="3553284" y="6232345"/>
            <a:ext cx="6097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Figure 7: Pseudocode of KMP method</a:t>
            </a:r>
            <a:endParaRPr lang="en-US" sz="12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204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29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b="1" dirty="0"/>
              <a:t>Experiment Design</a:t>
            </a:r>
            <a:endParaRPr dirty="0"/>
          </a:p>
        </p:txBody>
      </p:sp>
      <p:sp>
        <p:nvSpPr>
          <p:cNvPr id="1316" name="Google Shape;1316;p29"/>
          <p:cNvSpPr/>
          <p:nvPr/>
        </p:nvSpPr>
        <p:spPr>
          <a:xfrm>
            <a:off x="6737867" y="3421633"/>
            <a:ext cx="56000" cy="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317" name="Google Shape;1317;p29"/>
          <p:cNvGrpSpPr/>
          <p:nvPr/>
        </p:nvGrpSpPr>
        <p:grpSpPr>
          <a:xfrm>
            <a:off x="2881921" y="1647013"/>
            <a:ext cx="5017599" cy="5414772"/>
            <a:chOff x="2161440" y="1235259"/>
            <a:chExt cx="3763199" cy="4061079"/>
          </a:xfrm>
        </p:grpSpPr>
        <p:grpSp>
          <p:nvGrpSpPr>
            <p:cNvPr id="1318" name="Google Shape;1318;p29"/>
            <p:cNvGrpSpPr/>
            <p:nvPr/>
          </p:nvGrpSpPr>
          <p:grpSpPr>
            <a:xfrm flipH="1">
              <a:off x="2161440" y="3389492"/>
              <a:ext cx="1751739" cy="1137916"/>
              <a:chOff x="104240" y="3237217"/>
              <a:chExt cx="1751739" cy="1137916"/>
            </a:xfrm>
          </p:grpSpPr>
          <p:sp>
            <p:nvSpPr>
              <p:cNvPr id="1319" name="Google Shape;1319;p29"/>
              <p:cNvSpPr/>
              <p:nvPr/>
            </p:nvSpPr>
            <p:spPr>
              <a:xfrm>
                <a:off x="1214016" y="3809199"/>
                <a:ext cx="162986" cy="565935"/>
              </a:xfrm>
              <a:custGeom>
                <a:avLst/>
                <a:gdLst/>
                <a:ahLst/>
                <a:cxnLst/>
                <a:rect l="l" t="t" r="r" b="b"/>
                <a:pathLst>
                  <a:path w="8410" h="29202" extrusionOk="0">
                    <a:moveTo>
                      <a:pt x="6299" y="0"/>
                    </a:moveTo>
                    <a:lnTo>
                      <a:pt x="5969" y="33"/>
                    </a:lnTo>
                    <a:lnTo>
                      <a:pt x="5639" y="66"/>
                    </a:lnTo>
                    <a:lnTo>
                      <a:pt x="5309" y="132"/>
                    </a:lnTo>
                    <a:lnTo>
                      <a:pt x="4980" y="198"/>
                    </a:lnTo>
                    <a:lnTo>
                      <a:pt x="4666" y="297"/>
                    </a:lnTo>
                    <a:lnTo>
                      <a:pt x="4353" y="396"/>
                    </a:lnTo>
                    <a:lnTo>
                      <a:pt x="4056" y="511"/>
                    </a:lnTo>
                    <a:lnTo>
                      <a:pt x="3759" y="643"/>
                    </a:lnTo>
                    <a:lnTo>
                      <a:pt x="3479" y="792"/>
                    </a:lnTo>
                    <a:lnTo>
                      <a:pt x="3199" y="957"/>
                    </a:lnTo>
                    <a:lnTo>
                      <a:pt x="2935" y="1138"/>
                    </a:lnTo>
                    <a:lnTo>
                      <a:pt x="2671" y="1319"/>
                    </a:lnTo>
                    <a:lnTo>
                      <a:pt x="2424" y="1517"/>
                    </a:lnTo>
                    <a:lnTo>
                      <a:pt x="2177" y="1715"/>
                    </a:lnTo>
                    <a:lnTo>
                      <a:pt x="1946" y="1946"/>
                    </a:lnTo>
                    <a:lnTo>
                      <a:pt x="1731" y="2177"/>
                    </a:lnTo>
                    <a:lnTo>
                      <a:pt x="1517" y="2408"/>
                    </a:lnTo>
                    <a:lnTo>
                      <a:pt x="1319" y="2655"/>
                    </a:lnTo>
                    <a:lnTo>
                      <a:pt x="1138" y="2919"/>
                    </a:lnTo>
                    <a:lnTo>
                      <a:pt x="973" y="3199"/>
                    </a:lnTo>
                    <a:lnTo>
                      <a:pt x="808" y="3463"/>
                    </a:lnTo>
                    <a:lnTo>
                      <a:pt x="660" y="3760"/>
                    </a:lnTo>
                    <a:lnTo>
                      <a:pt x="528" y="4056"/>
                    </a:lnTo>
                    <a:lnTo>
                      <a:pt x="412" y="4353"/>
                    </a:lnTo>
                    <a:lnTo>
                      <a:pt x="297" y="4667"/>
                    </a:lnTo>
                    <a:lnTo>
                      <a:pt x="214" y="4980"/>
                    </a:lnTo>
                    <a:lnTo>
                      <a:pt x="132" y="5293"/>
                    </a:lnTo>
                    <a:lnTo>
                      <a:pt x="83" y="5623"/>
                    </a:lnTo>
                    <a:lnTo>
                      <a:pt x="33" y="5953"/>
                    </a:lnTo>
                    <a:lnTo>
                      <a:pt x="17" y="6299"/>
                    </a:lnTo>
                    <a:lnTo>
                      <a:pt x="0" y="6629"/>
                    </a:lnTo>
                    <a:lnTo>
                      <a:pt x="0" y="22556"/>
                    </a:lnTo>
                    <a:lnTo>
                      <a:pt x="17" y="22903"/>
                    </a:lnTo>
                    <a:lnTo>
                      <a:pt x="33" y="23232"/>
                    </a:lnTo>
                    <a:lnTo>
                      <a:pt x="83" y="23579"/>
                    </a:lnTo>
                    <a:lnTo>
                      <a:pt x="132" y="23892"/>
                    </a:lnTo>
                    <a:lnTo>
                      <a:pt x="214" y="24222"/>
                    </a:lnTo>
                    <a:lnTo>
                      <a:pt x="297" y="24535"/>
                    </a:lnTo>
                    <a:lnTo>
                      <a:pt x="412" y="24848"/>
                    </a:lnTo>
                    <a:lnTo>
                      <a:pt x="528" y="25145"/>
                    </a:lnTo>
                    <a:lnTo>
                      <a:pt x="660" y="25442"/>
                    </a:lnTo>
                    <a:lnTo>
                      <a:pt x="808" y="25722"/>
                    </a:lnTo>
                    <a:lnTo>
                      <a:pt x="973" y="26002"/>
                    </a:lnTo>
                    <a:lnTo>
                      <a:pt x="1138" y="26266"/>
                    </a:lnTo>
                    <a:lnTo>
                      <a:pt x="1319" y="26530"/>
                    </a:lnTo>
                    <a:lnTo>
                      <a:pt x="1517" y="26777"/>
                    </a:lnTo>
                    <a:lnTo>
                      <a:pt x="1731" y="27025"/>
                    </a:lnTo>
                    <a:lnTo>
                      <a:pt x="1946" y="27255"/>
                    </a:lnTo>
                    <a:lnTo>
                      <a:pt x="2177" y="27470"/>
                    </a:lnTo>
                    <a:lnTo>
                      <a:pt x="2424" y="27684"/>
                    </a:lnTo>
                    <a:lnTo>
                      <a:pt x="2671" y="27882"/>
                    </a:lnTo>
                    <a:lnTo>
                      <a:pt x="2935" y="28063"/>
                    </a:lnTo>
                    <a:lnTo>
                      <a:pt x="3199" y="28228"/>
                    </a:lnTo>
                    <a:lnTo>
                      <a:pt x="3479" y="28393"/>
                    </a:lnTo>
                    <a:lnTo>
                      <a:pt x="3759" y="28542"/>
                    </a:lnTo>
                    <a:lnTo>
                      <a:pt x="4056" y="28673"/>
                    </a:lnTo>
                    <a:lnTo>
                      <a:pt x="4353" y="28789"/>
                    </a:lnTo>
                    <a:lnTo>
                      <a:pt x="4666" y="28904"/>
                    </a:lnTo>
                    <a:lnTo>
                      <a:pt x="4980" y="28987"/>
                    </a:lnTo>
                    <a:lnTo>
                      <a:pt x="5309" y="29069"/>
                    </a:lnTo>
                    <a:lnTo>
                      <a:pt x="5639" y="29119"/>
                    </a:lnTo>
                    <a:lnTo>
                      <a:pt x="5969" y="29168"/>
                    </a:lnTo>
                    <a:lnTo>
                      <a:pt x="6299" y="29185"/>
                    </a:lnTo>
                    <a:lnTo>
                      <a:pt x="6645" y="29201"/>
                    </a:lnTo>
                    <a:lnTo>
                      <a:pt x="8409" y="29201"/>
                    </a:lnTo>
                    <a:lnTo>
                      <a:pt x="8409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0" name="Google Shape;1320;p29"/>
              <p:cNvSpPr/>
              <p:nvPr/>
            </p:nvSpPr>
            <p:spPr>
              <a:xfrm>
                <a:off x="1376983" y="3809199"/>
                <a:ext cx="162986" cy="565935"/>
              </a:xfrm>
              <a:custGeom>
                <a:avLst/>
                <a:gdLst/>
                <a:ahLst/>
                <a:cxnLst/>
                <a:rect l="l" t="t" r="r" b="b"/>
                <a:pathLst>
                  <a:path w="8410" h="29202" extrusionOk="0">
                    <a:moveTo>
                      <a:pt x="0" y="0"/>
                    </a:moveTo>
                    <a:lnTo>
                      <a:pt x="0" y="29201"/>
                    </a:lnTo>
                    <a:lnTo>
                      <a:pt x="1764" y="29201"/>
                    </a:lnTo>
                    <a:lnTo>
                      <a:pt x="2111" y="29185"/>
                    </a:lnTo>
                    <a:lnTo>
                      <a:pt x="2440" y="29168"/>
                    </a:lnTo>
                    <a:lnTo>
                      <a:pt x="2787" y="29119"/>
                    </a:lnTo>
                    <a:lnTo>
                      <a:pt x="3100" y="29069"/>
                    </a:lnTo>
                    <a:lnTo>
                      <a:pt x="3430" y="28987"/>
                    </a:lnTo>
                    <a:lnTo>
                      <a:pt x="3743" y="28904"/>
                    </a:lnTo>
                    <a:lnTo>
                      <a:pt x="4056" y="28789"/>
                    </a:lnTo>
                    <a:lnTo>
                      <a:pt x="4353" y="28673"/>
                    </a:lnTo>
                    <a:lnTo>
                      <a:pt x="4650" y="28542"/>
                    </a:lnTo>
                    <a:lnTo>
                      <a:pt x="4930" y="28393"/>
                    </a:lnTo>
                    <a:lnTo>
                      <a:pt x="5210" y="28228"/>
                    </a:lnTo>
                    <a:lnTo>
                      <a:pt x="5474" y="28063"/>
                    </a:lnTo>
                    <a:lnTo>
                      <a:pt x="5738" y="27882"/>
                    </a:lnTo>
                    <a:lnTo>
                      <a:pt x="5985" y="27684"/>
                    </a:lnTo>
                    <a:lnTo>
                      <a:pt x="6233" y="27470"/>
                    </a:lnTo>
                    <a:lnTo>
                      <a:pt x="6464" y="27255"/>
                    </a:lnTo>
                    <a:lnTo>
                      <a:pt x="6678" y="27025"/>
                    </a:lnTo>
                    <a:lnTo>
                      <a:pt x="6892" y="26777"/>
                    </a:lnTo>
                    <a:lnTo>
                      <a:pt x="7090" y="26530"/>
                    </a:lnTo>
                    <a:lnTo>
                      <a:pt x="7271" y="26266"/>
                    </a:lnTo>
                    <a:lnTo>
                      <a:pt x="7453" y="26002"/>
                    </a:lnTo>
                    <a:lnTo>
                      <a:pt x="7601" y="25722"/>
                    </a:lnTo>
                    <a:lnTo>
                      <a:pt x="7750" y="25442"/>
                    </a:lnTo>
                    <a:lnTo>
                      <a:pt x="7882" y="25145"/>
                    </a:lnTo>
                    <a:lnTo>
                      <a:pt x="8013" y="24848"/>
                    </a:lnTo>
                    <a:lnTo>
                      <a:pt x="8112" y="24535"/>
                    </a:lnTo>
                    <a:lnTo>
                      <a:pt x="8195" y="24222"/>
                    </a:lnTo>
                    <a:lnTo>
                      <a:pt x="8277" y="23892"/>
                    </a:lnTo>
                    <a:lnTo>
                      <a:pt x="8327" y="23579"/>
                    </a:lnTo>
                    <a:lnTo>
                      <a:pt x="8376" y="23232"/>
                    </a:lnTo>
                    <a:lnTo>
                      <a:pt x="8393" y="22903"/>
                    </a:lnTo>
                    <a:lnTo>
                      <a:pt x="8409" y="22556"/>
                    </a:lnTo>
                    <a:lnTo>
                      <a:pt x="8409" y="6629"/>
                    </a:lnTo>
                    <a:lnTo>
                      <a:pt x="8393" y="6299"/>
                    </a:lnTo>
                    <a:lnTo>
                      <a:pt x="8376" y="5953"/>
                    </a:lnTo>
                    <a:lnTo>
                      <a:pt x="8327" y="5623"/>
                    </a:lnTo>
                    <a:lnTo>
                      <a:pt x="8277" y="5293"/>
                    </a:lnTo>
                    <a:lnTo>
                      <a:pt x="8195" y="4980"/>
                    </a:lnTo>
                    <a:lnTo>
                      <a:pt x="8112" y="4667"/>
                    </a:lnTo>
                    <a:lnTo>
                      <a:pt x="8013" y="4353"/>
                    </a:lnTo>
                    <a:lnTo>
                      <a:pt x="7882" y="4056"/>
                    </a:lnTo>
                    <a:lnTo>
                      <a:pt x="7750" y="3760"/>
                    </a:lnTo>
                    <a:lnTo>
                      <a:pt x="7601" y="3463"/>
                    </a:lnTo>
                    <a:lnTo>
                      <a:pt x="7453" y="3199"/>
                    </a:lnTo>
                    <a:lnTo>
                      <a:pt x="7271" y="2919"/>
                    </a:lnTo>
                    <a:lnTo>
                      <a:pt x="7090" y="2655"/>
                    </a:lnTo>
                    <a:lnTo>
                      <a:pt x="6892" y="2408"/>
                    </a:lnTo>
                    <a:lnTo>
                      <a:pt x="6678" y="2177"/>
                    </a:lnTo>
                    <a:lnTo>
                      <a:pt x="6464" y="1946"/>
                    </a:lnTo>
                    <a:lnTo>
                      <a:pt x="6233" y="1715"/>
                    </a:lnTo>
                    <a:lnTo>
                      <a:pt x="5985" y="1517"/>
                    </a:lnTo>
                    <a:lnTo>
                      <a:pt x="5738" y="1319"/>
                    </a:lnTo>
                    <a:lnTo>
                      <a:pt x="5474" y="1138"/>
                    </a:lnTo>
                    <a:lnTo>
                      <a:pt x="5210" y="957"/>
                    </a:lnTo>
                    <a:lnTo>
                      <a:pt x="4930" y="792"/>
                    </a:lnTo>
                    <a:lnTo>
                      <a:pt x="4650" y="643"/>
                    </a:lnTo>
                    <a:lnTo>
                      <a:pt x="4353" y="511"/>
                    </a:lnTo>
                    <a:lnTo>
                      <a:pt x="4056" y="396"/>
                    </a:lnTo>
                    <a:lnTo>
                      <a:pt x="3743" y="297"/>
                    </a:lnTo>
                    <a:lnTo>
                      <a:pt x="3430" y="198"/>
                    </a:lnTo>
                    <a:lnTo>
                      <a:pt x="3100" y="132"/>
                    </a:lnTo>
                    <a:lnTo>
                      <a:pt x="2787" y="66"/>
                    </a:lnTo>
                    <a:lnTo>
                      <a:pt x="2440" y="33"/>
                    </a:lnTo>
                    <a:lnTo>
                      <a:pt x="21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1" name="Google Shape;1321;p29"/>
              <p:cNvSpPr/>
              <p:nvPr/>
            </p:nvSpPr>
            <p:spPr>
              <a:xfrm>
                <a:off x="104240" y="3237217"/>
                <a:ext cx="1751739" cy="596923"/>
              </a:xfrm>
              <a:custGeom>
                <a:avLst/>
                <a:gdLst/>
                <a:ahLst/>
                <a:cxnLst/>
                <a:rect l="l" t="t" r="r" b="b"/>
                <a:pathLst>
                  <a:path w="90389" h="30801" extrusionOk="0">
                    <a:moveTo>
                      <a:pt x="0" y="0"/>
                    </a:moveTo>
                    <a:lnTo>
                      <a:pt x="0" y="1451"/>
                    </a:lnTo>
                    <a:lnTo>
                      <a:pt x="85591" y="1451"/>
                    </a:lnTo>
                    <a:lnTo>
                      <a:pt x="85937" y="1468"/>
                    </a:lnTo>
                    <a:lnTo>
                      <a:pt x="86267" y="1517"/>
                    </a:lnTo>
                    <a:lnTo>
                      <a:pt x="86597" y="1600"/>
                    </a:lnTo>
                    <a:lnTo>
                      <a:pt x="86894" y="1715"/>
                    </a:lnTo>
                    <a:lnTo>
                      <a:pt x="87190" y="1847"/>
                    </a:lnTo>
                    <a:lnTo>
                      <a:pt x="87471" y="2012"/>
                    </a:lnTo>
                    <a:lnTo>
                      <a:pt x="87718" y="2210"/>
                    </a:lnTo>
                    <a:lnTo>
                      <a:pt x="87965" y="2424"/>
                    </a:lnTo>
                    <a:lnTo>
                      <a:pt x="88180" y="2671"/>
                    </a:lnTo>
                    <a:lnTo>
                      <a:pt x="88377" y="2919"/>
                    </a:lnTo>
                    <a:lnTo>
                      <a:pt x="88542" y="3199"/>
                    </a:lnTo>
                    <a:lnTo>
                      <a:pt x="88674" y="3496"/>
                    </a:lnTo>
                    <a:lnTo>
                      <a:pt x="88790" y="3793"/>
                    </a:lnTo>
                    <a:lnTo>
                      <a:pt x="88872" y="4122"/>
                    </a:lnTo>
                    <a:lnTo>
                      <a:pt x="88922" y="4452"/>
                    </a:lnTo>
                    <a:lnTo>
                      <a:pt x="88938" y="4798"/>
                    </a:lnTo>
                    <a:lnTo>
                      <a:pt x="88922" y="5145"/>
                    </a:lnTo>
                    <a:lnTo>
                      <a:pt x="88872" y="5474"/>
                    </a:lnTo>
                    <a:lnTo>
                      <a:pt x="88790" y="5788"/>
                    </a:lnTo>
                    <a:lnTo>
                      <a:pt x="88674" y="6101"/>
                    </a:lnTo>
                    <a:lnTo>
                      <a:pt x="88542" y="6398"/>
                    </a:lnTo>
                    <a:lnTo>
                      <a:pt x="88377" y="6662"/>
                    </a:lnTo>
                    <a:lnTo>
                      <a:pt x="88180" y="6925"/>
                    </a:lnTo>
                    <a:lnTo>
                      <a:pt x="87965" y="7156"/>
                    </a:lnTo>
                    <a:lnTo>
                      <a:pt x="87718" y="7387"/>
                    </a:lnTo>
                    <a:lnTo>
                      <a:pt x="87471" y="7568"/>
                    </a:lnTo>
                    <a:lnTo>
                      <a:pt x="87190" y="7733"/>
                    </a:lnTo>
                    <a:lnTo>
                      <a:pt x="86894" y="7882"/>
                    </a:lnTo>
                    <a:lnTo>
                      <a:pt x="86597" y="7997"/>
                    </a:lnTo>
                    <a:lnTo>
                      <a:pt x="86267" y="8080"/>
                    </a:lnTo>
                    <a:lnTo>
                      <a:pt x="85937" y="8129"/>
                    </a:lnTo>
                    <a:lnTo>
                      <a:pt x="85591" y="8145"/>
                    </a:lnTo>
                    <a:lnTo>
                      <a:pt x="68394" y="8145"/>
                    </a:lnTo>
                    <a:lnTo>
                      <a:pt x="68064" y="8162"/>
                    </a:lnTo>
                    <a:lnTo>
                      <a:pt x="67734" y="8211"/>
                    </a:lnTo>
                    <a:lnTo>
                      <a:pt x="67404" y="8294"/>
                    </a:lnTo>
                    <a:lnTo>
                      <a:pt x="67108" y="8409"/>
                    </a:lnTo>
                    <a:lnTo>
                      <a:pt x="66811" y="8541"/>
                    </a:lnTo>
                    <a:lnTo>
                      <a:pt x="66531" y="8723"/>
                    </a:lnTo>
                    <a:lnTo>
                      <a:pt x="66283" y="8904"/>
                    </a:lnTo>
                    <a:lnTo>
                      <a:pt x="66036" y="9118"/>
                    </a:lnTo>
                    <a:lnTo>
                      <a:pt x="65822" y="9366"/>
                    </a:lnTo>
                    <a:lnTo>
                      <a:pt x="65640" y="9613"/>
                    </a:lnTo>
                    <a:lnTo>
                      <a:pt x="65459" y="9893"/>
                    </a:lnTo>
                    <a:lnTo>
                      <a:pt x="65327" y="10190"/>
                    </a:lnTo>
                    <a:lnTo>
                      <a:pt x="65211" y="10487"/>
                    </a:lnTo>
                    <a:lnTo>
                      <a:pt x="65129" y="10817"/>
                    </a:lnTo>
                    <a:lnTo>
                      <a:pt x="65080" y="11146"/>
                    </a:lnTo>
                    <a:lnTo>
                      <a:pt x="65063" y="11493"/>
                    </a:lnTo>
                    <a:lnTo>
                      <a:pt x="65063" y="30800"/>
                    </a:lnTo>
                    <a:lnTo>
                      <a:pt x="66514" y="30800"/>
                    </a:lnTo>
                    <a:lnTo>
                      <a:pt x="66514" y="11493"/>
                    </a:lnTo>
                    <a:lnTo>
                      <a:pt x="66514" y="11295"/>
                    </a:lnTo>
                    <a:lnTo>
                      <a:pt x="66547" y="11113"/>
                    </a:lnTo>
                    <a:lnTo>
                      <a:pt x="66596" y="10932"/>
                    </a:lnTo>
                    <a:lnTo>
                      <a:pt x="66662" y="10751"/>
                    </a:lnTo>
                    <a:lnTo>
                      <a:pt x="66745" y="10586"/>
                    </a:lnTo>
                    <a:lnTo>
                      <a:pt x="66827" y="10437"/>
                    </a:lnTo>
                    <a:lnTo>
                      <a:pt x="66943" y="10289"/>
                    </a:lnTo>
                    <a:lnTo>
                      <a:pt x="67058" y="10157"/>
                    </a:lnTo>
                    <a:lnTo>
                      <a:pt x="67207" y="10025"/>
                    </a:lnTo>
                    <a:lnTo>
                      <a:pt x="67338" y="9926"/>
                    </a:lnTo>
                    <a:lnTo>
                      <a:pt x="67503" y="9827"/>
                    </a:lnTo>
                    <a:lnTo>
                      <a:pt x="67668" y="9745"/>
                    </a:lnTo>
                    <a:lnTo>
                      <a:pt x="67833" y="9679"/>
                    </a:lnTo>
                    <a:lnTo>
                      <a:pt x="68014" y="9629"/>
                    </a:lnTo>
                    <a:lnTo>
                      <a:pt x="68212" y="9613"/>
                    </a:lnTo>
                    <a:lnTo>
                      <a:pt x="68394" y="9596"/>
                    </a:lnTo>
                    <a:lnTo>
                      <a:pt x="85838" y="9596"/>
                    </a:lnTo>
                    <a:lnTo>
                      <a:pt x="86086" y="9563"/>
                    </a:lnTo>
                    <a:lnTo>
                      <a:pt x="86333" y="9547"/>
                    </a:lnTo>
                    <a:lnTo>
                      <a:pt x="86564" y="9497"/>
                    </a:lnTo>
                    <a:lnTo>
                      <a:pt x="86795" y="9448"/>
                    </a:lnTo>
                    <a:lnTo>
                      <a:pt x="87025" y="9382"/>
                    </a:lnTo>
                    <a:lnTo>
                      <a:pt x="87240" y="9300"/>
                    </a:lnTo>
                    <a:lnTo>
                      <a:pt x="87454" y="9217"/>
                    </a:lnTo>
                    <a:lnTo>
                      <a:pt x="87668" y="9118"/>
                    </a:lnTo>
                    <a:lnTo>
                      <a:pt x="87883" y="9019"/>
                    </a:lnTo>
                    <a:lnTo>
                      <a:pt x="88081" y="8904"/>
                    </a:lnTo>
                    <a:lnTo>
                      <a:pt x="88279" y="8772"/>
                    </a:lnTo>
                    <a:lnTo>
                      <a:pt x="88460" y="8640"/>
                    </a:lnTo>
                    <a:lnTo>
                      <a:pt x="88641" y="8492"/>
                    </a:lnTo>
                    <a:lnTo>
                      <a:pt x="88823" y="8343"/>
                    </a:lnTo>
                    <a:lnTo>
                      <a:pt x="88988" y="8195"/>
                    </a:lnTo>
                    <a:lnTo>
                      <a:pt x="89152" y="8014"/>
                    </a:lnTo>
                    <a:lnTo>
                      <a:pt x="89301" y="7849"/>
                    </a:lnTo>
                    <a:lnTo>
                      <a:pt x="89433" y="7667"/>
                    </a:lnTo>
                    <a:lnTo>
                      <a:pt x="89565" y="7469"/>
                    </a:lnTo>
                    <a:lnTo>
                      <a:pt x="89697" y="7288"/>
                    </a:lnTo>
                    <a:lnTo>
                      <a:pt x="89812" y="7074"/>
                    </a:lnTo>
                    <a:lnTo>
                      <a:pt x="89911" y="6876"/>
                    </a:lnTo>
                    <a:lnTo>
                      <a:pt x="90010" y="6662"/>
                    </a:lnTo>
                    <a:lnTo>
                      <a:pt x="90109" y="6447"/>
                    </a:lnTo>
                    <a:lnTo>
                      <a:pt x="90175" y="6216"/>
                    </a:lnTo>
                    <a:lnTo>
                      <a:pt x="90241" y="5985"/>
                    </a:lnTo>
                    <a:lnTo>
                      <a:pt x="90290" y="5755"/>
                    </a:lnTo>
                    <a:lnTo>
                      <a:pt x="90340" y="5524"/>
                    </a:lnTo>
                    <a:lnTo>
                      <a:pt x="90373" y="5276"/>
                    </a:lnTo>
                    <a:lnTo>
                      <a:pt x="90389" y="5046"/>
                    </a:lnTo>
                    <a:lnTo>
                      <a:pt x="90389" y="4798"/>
                    </a:lnTo>
                    <a:lnTo>
                      <a:pt x="90389" y="4551"/>
                    </a:lnTo>
                    <a:lnTo>
                      <a:pt x="90373" y="4304"/>
                    </a:lnTo>
                    <a:lnTo>
                      <a:pt x="90340" y="4073"/>
                    </a:lnTo>
                    <a:lnTo>
                      <a:pt x="90290" y="3826"/>
                    </a:lnTo>
                    <a:lnTo>
                      <a:pt x="90241" y="3595"/>
                    </a:lnTo>
                    <a:lnTo>
                      <a:pt x="90175" y="3364"/>
                    </a:lnTo>
                    <a:lnTo>
                      <a:pt x="90109" y="3149"/>
                    </a:lnTo>
                    <a:lnTo>
                      <a:pt x="90010" y="2935"/>
                    </a:lnTo>
                    <a:lnTo>
                      <a:pt x="89911" y="2721"/>
                    </a:lnTo>
                    <a:lnTo>
                      <a:pt x="89812" y="2506"/>
                    </a:lnTo>
                    <a:lnTo>
                      <a:pt x="89697" y="2309"/>
                    </a:lnTo>
                    <a:lnTo>
                      <a:pt x="89565" y="2111"/>
                    </a:lnTo>
                    <a:lnTo>
                      <a:pt x="89433" y="1929"/>
                    </a:lnTo>
                    <a:lnTo>
                      <a:pt x="89301" y="1748"/>
                    </a:lnTo>
                    <a:lnTo>
                      <a:pt x="89152" y="1567"/>
                    </a:lnTo>
                    <a:lnTo>
                      <a:pt x="88988" y="1402"/>
                    </a:lnTo>
                    <a:lnTo>
                      <a:pt x="88823" y="1237"/>
                    </a:lnTo>
                    <a:lnTo>
                      <a:pt x="88641" y="1088"/>
                    </a:lnTo>
                    <a:lnTo>
                      <a:pt x="88460" y="957"/>
                    </a:lnTo>
                    <a:lnTo>
                      <a:pt x="88279" y="825"/>
                    </a:lnTo>
                    <a:lnTo>
                      <a:pt x="88081" y="693"/>
                    </a:lnTo>
                    <a:lnTo>
                      <a:pt x="87883" y="577"/>
                    </a:lnTo>
                    <a:lnTo>
                      <a:pt x="87668" y="478"/>
                    </a:lnTo>
                    <a:lnTo>
                      <a:pt x="87454" y="379"/>
                    </a:lnTo>
                    <a:lnTo>
                      <a:pt x="87240" y="297"/>
                    </a:lnTo>
                    <a:lnTo>
                      <a:pt x="87025" y="215"/>
                    </a:lnTo>
                    <a:lnTo>
                      <a:pt x="86795" y="149"/>
                    </a:lnTo>
                    <a:lnTo>
                      <a:pt x="86564" y="99"/>
                    </a:lnTo>
                    <a:lnTo>
                      <a:pt x="86333" y="50"/>
                    </a:lnTo>
                    <a:lnTo>
                      <a:pt x="86086" y="17"/>
                    </a:lnTo>
                    <a:lnTo>
                      <a:pt x="858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2" name="Google Shape;1322;p29"/>
              <p:cNvSpPr/>
              <p:nvPr/>
            </p:nvSpPr>
            <p:spPr>
              <a:xfrm>
                <a:off x="1376983" y="3902823"/>
                <a:ext cx="42830" cy="113451"/>
              </a:xfrm>
              <a:custGeom>
                <a:avLst/>
                <a:gdLst/>
                <a:ahLst/>
                <a:cxnLst/>
                <a:rect l="l" t="t" r="r" b="b"/>
                <a:pathLst>
                  <a:path w="2210" h="5854" extrusionOk="0">
                    <a:moveTo>
                      <a:pt x="0" y="0"/>
                    </a:moveTo>
                    <a:lnTo>
                      <a:pt x="0" y="5854"/>
                    </a:lnTo>
                    <a:lnTo>
                      <a:pt x="231" y="5837"/>
                    </a:lnTo>
                    <a:lnTo>
                      <a:pt x="445" y="5804"/>
                    </a:lnTo>
                    <a:lnTo>
                      <a:pt x="660" y="5755"/>
                    </a:lnTo>
                    <a:lnTo>
                      <a:pt x="858" y="5672"/>
                    </a:lnTo>
                    <a:lnTo>
                      <a:pt x="1055" y="5590"/>
                    </a:lnTo>
                    <a:lnTo>
                      <a:pt x="1237" y="5475"/>
                    </a:lnTo>
                    <a:lnTo>
                      <a:pt x="1402" y="5343"/>
                    </a:lnTo>
                    <a:lnTo>
                      <a:pt x="1567" y="5194"/>
                    </a:lnTo>
                    <a:lnTo>
                      <a:pt x="1715" y="5046"/>
                    </a:lnTo>
                    <a:lnTo>
                      <a:pt x="1830" y="4881"/>
                    </a:lnTo>
                    <a:lnTo>
                      <a:pt x="1946" y="4683"/>
                    </a:lnTo>
                    <a:lnTo>
                      <a:pt x="2045" y="4502"/>
                    </a:lnTo>
                    <a:lnTo>
                      <a:pt x="2111" y="4287"/>
                    </a:lnTo>
                    <a:lnTo>
                      <a:pt x="2177" y="4089"/>
                    </a:lnTo>
                    <a:lnTo>
                      <a:pt x="2210" y="3859"/>
                    </a:lnTo>
                    <a:lnTo>
                      <a:pt x="2210" y="3644"/>
                    </a:lnTo>
                    <a:lnTo>
                      <a:pt x="2210" y="2210"/>
                    </a:lnTo>
                    <a:lnTo>
                      <a:pt x="2210" y="1979"/>
                    </a:lnTo>
                    <a:lnTo>
                      <a:pt x="2177" y="1765"/>
                    </a:lnTo>
                    <a:lnTo>
                      <a:pt x="2111" y="1550"/>
                    </a:lnTo>
                    <a:lnTo>
                      <a:pt x="2045" y="1352"/>
                    </a:lnTo>
                    <a:lnTo>
                      <a:pt x="1946" y="1155"/>
                    </a:lnTo>
                    <a:lnTo>
                      <a:pt x="1830" y="973"/>
                    </a:lnTo>
                    <a:lnTo>
                      <a:pt x="1715" y="808"/>
                    </a:lnTo>
                    <a:lnTo>
                      <a:pt x="1567" y="643"/>
                    </a:lnTo>
                    <a:lnTo>
                      <a:pt x="1402" y="495"/>
                    </a:lnTo>
                    <a:lnTo>
                      <a:pt x="1237" y="380"/>
                    </a:lnTo>
                    <a:lnTo>
                      <a:pt x="1055" y="264"/>
                    </a:lnTo>
                    <a:lnTo>
                      <a:pt x="858" y="165"/>
                    </a:lnTo>
                    <a:lnTo>
                      <a:pt x="660" y="99"/>
                    </a:lnTo>
                    <a:lnTo>
                      <a:pt x="445" y="50"/>
                    </a:lnTo>
                    <a:lnTo>
                      <a:pt x="231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3" name="Google Shape;1323;p29"/>
              <p:cNvSpPr/>
              <p:nvPr/>
            </p:nvSpPr>
            <p:spPr>
              <a:xfrm>
                <a:off x="1334153" y="3902823"/>
                <a:ext cx="42849" cy="113451"/>
              </a:xfrm>
              <a:custGeom>
                <a:avLst/>
                <a:gdLst/>
                <a:ahLst/>
                <a:cxnLst/>
                <a:rect l="l" t="t" r="r" b="b"/>
                <a:pathLst>
                  <a:path w="2211" h="5854" extrusionOk="0">
                    <a:moveTo>
                      <a:pt x="2210" y="0"/>
                    </a:moveTo>
                    <a:lnTo>
                      <a:pt x="1979" y="17"/>
                    </a:lnTo>
                    <a:lnTo>
                      <a:pt x="1765" y="50"/>
                    </a:lnTo>
                    <a:lnTo>
                      <a:pt x="1551" y="99"/>
                    </a:lnTo>
                    <a:lnTo>
                      <a:pt x="1353" y="165"/>
                    </a:lnTo>
                    <a:lnTo>
                      <a:pt x="1155" y="264"/>
                    </a:lnTo>
                    <a:lnTo>
                      <a:pt x="974" y="380"/>
                    </a:lnTo>
                    <a:lnTo>
                      <a:pt x="809" y="495"/>
                    </a:lnTo>
                    <a:lnTo>
                      <a:pt x="644" y="643"/>
                    </a:lnTo>
                    <a:lnTo>
                      <a:pt x="512" y="808"/>
                    </a:lnTo>
                    <a:lnTo>
                      <a:pt x="380" y="973"/>
                    </a:lnTo>
                    <a:lnTo>
                      <a:pt x="265" y="1155"/>
                    </a:lnTo>
                    <a:lnTo>
                      <a:pt x="182" y="1352"/>
                    </a:lnTo>
                    <a:lnTo>
                      <a:pt x="100" y="1550"/>
                    </a:lnTo>
                    <a:lnTo>
                      <a:pt x="50" y="1765"/>
                    </a:lnTo>
                    <a:lnTo>
                      <a:pt x="17" y="1979"/>
                    </a:lnTo>
                    <a:lnTo>
                      <a:pt x="1" y="2210"/>
                    </a:lnTo>
                    <a:lnTo>
                      <a:pt x="1" y="3644"/>
                    </a:lnTo>
                    <a:lnTo>
                      <a:pt x="17" y="3859"/>
                    </a:lnTo>
                    <a:lnTo>
                      <a:pt x="50" y="4089"/>
                    </a:lnTo>
                    <a:lnTo>
                      <a:pt x="100" y="4287"/>
                    </a:lnTo>
                    <a:lnTo>
                      <a:pt x="182" y="4502"/>
                    </a:lnTo>
                    <a:lnTo>
                      <a:pt x="265" y="4683"/>
                    </a:lnTo>
                    <a:lnTo>
                      <a:pt x="380" y="4881"/>
                    </a:lnTo>
                    <a:lnTo>
                      <a:pt x="512" y="5046"/>
                    </a:lnTo>
                    <a:lnTo>
                      <a:pt x="644" y="5194"/>
                    </a:lnTo>
                    <a:lnTo>
                      <a:pt x="809" y="5343"/>
                    </a:lnTo>
                    <a:lnTo>
                      <a:pt x="974" y="5475"/>
                    </a:lnTo>
                    <a:lnTo>
                      <a:pt x="1155" y="5590"/>
                    </a:lnTo>
                    <a:lnTo>
                      <a:pt x="1353" y="5672"/>
                    </a:lnTo>
                    <a:lnTo>
                      <a:pt x="1551" y="5755"/>
                    </a:lnTo>
                    <a:lnTo>
                      <a:pt x="1765" y="5804"/>
                    </a:lnTo>
                    <a:lnTo>
                      <a:pt x="1979" y="5837"/>
                    </a:lnTo>
                    <a:lnTo>
                      <a:pt x="2210" y="5854"/>
                    </a:lnTo>
                    <a:lnTo>
                      <a:pt x="22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324" name="Google Shape;1324;p29"/>
            <p:cNvGrpSpPr/>
            <p:nvPr/>
          </p:nvGrpSpPr>
          <p:grpSpPr>
            <a:xfrm>
              <a:off x="2849672" y="1235259"/>
              <a:ext cx="3074966" cy="4061079"/>
              <a:chOff x="1391575" y="238125"/>
              <a:chExt cx="3966675" cy="5238750"/>
            </a:xfrm>
          </p:grpSpPr>
          <p:sp>
            <p:nvSpPr>
              <p:cNvPr id="1325" name="Google Shape;1325;p29"/>
              <p:cNvSpPr/>
              <p:nvPr/>
            </p:nvSpPr>
            <p:spPr>
              <a:xfrm>
                <a:off x="2872625" y="2544000"/>
                <a:ext cx="1003325" cy="439450"/>
              </a:xfrm>
              <a:custGeom>
                <a:avLst/>
                <a:gdLst/>
                <a:ahLst/>
                <a:cxnLst/>
                <a:rect l="l" t="t" r="r" b="b"/>
                <a:pathLst>
                  <a:path w="40133" h="17578" extrusionOk="0">
                    <a:moveTo>
                      <a:pt x="4304" y="1"/>
                    </a:moveTo>
                    <a:lnTo>
                      <a:pt x="0" y="17577"/>
                    </a:lnTo>
                    <a:lnTo>
                      <a:pt x="40133" y="17577"/>
                    </a:lnTo>
                    <a:lnTo>
                      <a:pt x="35829" y="1"/>
                    </a:lnTo>
                    <a:close/>
                  </a:path>
                </a:pathLst>
              </a:custGeom>
              <a:solidFill>
                <a:srgbClr val="90909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6" name="Google Shape;1326;p29"/>
              <p:cNvSpPr/>
              <p:nvPr/>
            </p:nvSpPr>
            <p:spPr>
              <a:xfrm>
                <a:off x="3368500" y="2544000"/>
                <a:ext cx="507450" cy="439450"/>
              </a:xfrm>
              <a:custGeom>
                <a:avLst/>
                <a:gdLst/>
                <a:ahLst/>
                <a:cxnLst/>
                <a:rect l="l" t="t" r="r" b="b"/>
                <a:pathLst>
                  <a:path w="20298" h="17578" extrusionOk="0">
                    <a:moveTo>
                      <a:pt x="1" y="1"/>
                    </a:moveTo>
                    <a:lnTo>
                      <a:pt x="1" y="17577"/>
                    </a:lnTo>
                    <a:lnTo>
                      <a:pt x="20298" y="17577"/>
                    </a:lnTo>
                    <a:lnTo>
                      <a:pt x="15994" y="1"/>
                    </a:lnTo>
                    <a:close/>
                  </a:path>
                </a:pathLst>
              </a:custGeom>
              <a:solidFill>
                <a:srgbClr val="95989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7" name="Google Shape;1327;p29"/>
              <p:cNvSpPr/>
              <p:nvPr/>
            </p:nvSpPr>
            <p:spPr>
              <a:xfrm>
                <a:off x="2758850" y="2975575"/>
                <a:ext cx="1230875" cy="83725"/>
              </a:xfrm>
              <a:custGeom>
                <a:avLst/>
                <a:gdLst/>
                <a:ahLst/>
                <a:cxnLst/>
                <a:rect l="l" t="t" r="r" b="b"/>
                <a:pathLst>
                  <a:path w="49235" h="3349" extrusionOk="0">
                    <a:moveTo>
                      <a:pt x="2062" y="1"/>
                    </a:moveTo>
                    <a:lnTo>
                      <a:pt x="1864" y="17"/>
                    </a:lnTo>
                    <a:lnTo>
                      <a:pt x="1649" y="50"/>
                    </a:lnTo>
                    <a:lnTo>
                      <a:pt x="1451" y="116"/>
                    </a:lnTo>
                    <a:lnTo>
                      <a:pt x="1270" y="199"/>
                    </a:lnTo>
                    <a:lnTo>
                      <a:pt x="1089" y="298"/>
                    </a:lnTo>
                    <a:lnTo>
                      <a:pt x="907" y="413"/>
                    </a:lnTo>
                    <a:lnTo>
                      <a:pt x="759" y="562"/>
                    </a:lnTo>
                    <a:lnTo>
                      <a:pt x="611" y="710"/>
                    </a:lnTo>
                    <a:lnTo>
                      <a:pt x="462" y="891"/>
                    </a:lnTo>
                    <a:lnTo>
                      <a:pt x="347" y="1073"/>
                    </a:lnTo>
                    <a:lnTo>
                      <a:pt x="248" y="1271"/>
                    </a:lnTo>
                    <a:lnTo>
                      <a:pt x="165" y="1485"/>
                    </a:lnTo>
                    <a:lnTo>
                      <a:pt x="83" y="1716"/>
                    </a:lnTo>
                    <a:lnTo>
                      <a:pt x="33" y="1947"/>
                    </a:lnTo>
                    <a:lnTo>
                      <a:pt x="0" y="2194"/>
                    </a:lnTo>
                    <a:lnTo>
                      <a:pt x="0" y="2441"/>
                    </a:lnTo>
                    <a:lnTo>
                      <a:pt x="0" y="3348"/>
                    </a:lnTo>
                    <a:lnTo>
                      <a:pt x="49234" y="3348"/>
                    </a:lnTo>
                    <a:lnTo>
                      <a:pt x="49234" y="2441"/>
                    </a:lnTo>
                    <a:lnTo>
                      <a:pt x="49218" y="2194"/>
                    </a:lnTo>
                    <a:lnTo>
                      <a:pt x="49185" y="1947"/>
                    </a:lnTo>
                    <a:lnTo>
                      <a:pt x="49135" y="1716"/>
                    </a:lnTo>
                    <a:lnTo>
                      <a:pt x="49069" y="1485"/>
                    </a:lnTo>
                    <a:lnTo>
                      <a:pt x="48987" y="1271"/>
                    </a:lnTo>
                    <a:lnTo>
                      <a:pt x="48872" y="1073"/>
                    </a:lnTo>
                    <a:lnTo>
                      <a:pt x="48756" y="891"/>
                    </a:lnTo>
                    <a:lnTo>
                      <a:pt x="48624" y="710"/>
                    </a:lnTo>
                    <a:lnTo>
                      <a:pt x="48476" y="562"/>
                    </a:lnTo>
                    <a:lnTo>
                      <a:pt x="48311" y="413"/>
                    </a:lnTo>
                    <a:lnTo>
                      <a:pt x="48146" y="298"/>
                    </a:lnTo>
                    <a:lnTo>
                      <a:pt x="47965" y="199"/>
                    </a:lnTo>
                    <a:lnTo>
                      <a:pt x="47767" y="116"/>
                    </a:lnTo>
                    <a:lnTo>
                      <a:pt x="47569" y="50"/>
                    </a:lnTo>
                    <a:lnTo>
                      <a:pt x="47371" y="17"/>
                    </a:lnTo>
                    <a:lnTo>
                      <a:pt x="4715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>
                <a:off x="1679275" y="2372925"/>
                <a:ext cx="3390025" cy="326500"/>
              </a:xfrm>
              <a:custGeom>
                <a:avLst/>
                <a:gdLst/>
                <a:ahLst/>
                <a:cxnLst/>
                <a:rect l="l" t="t" r="r" b="b"/>
                <a:pathLst>
                  <a:path w="135601" h="13060" extrusionOk="0">
                    <a:moveTo>
                      <a:pt x="1" y="1"/>
                    </a:moveTo>
                    <a:lnTo>
                      <a:pt x="1" y="9696"/>
                    </a:lnTo>
                    <a:lnTo>
                      <a:pt x="17" y="10042"/>
                    </a:lnTo>
                    <a:lnTo>
                      <a:pt x="67" y="10372"/>
                    </a:lnTo>
                    <a:lnTo>
                      <a:pt x="149" y="10685"/>
                    </a:lnTo>
                    <a:lnTo>
                      <a:pt x="265" y="10999"/>
                    </a:lnTo>
                    <a:lnTo>
                      <a:pt x="397" y="11295"/>
                    </a:lnTo>
                    <a:lnTo>
                      <a:pt x="578" y="11576"/>
                    </a:lnTo>
                    <a:lnTo>
                      <a:pt x="776" y="11840"/>
                    </a:lnTo>
                    <a:lnTo>
                      <a:pt x="990" y="12070"/>
                    </a:lnTo>
                    <a:lnTo>
                      <a:pt x="1221" y="12301"/>
                    </a:lnTo>
                    <a:lnTo>
                      <a:pt x="1485" y="12483"/>
                    </a:lnTo>
                    <a:lnTo>
                      <a:pt x="1765" y="12664"/>
                    </a:lnTo>
                    <a:lnTo>
                      <a:pt x="2062" y="12796"/>
                    </a:lnTo>
                    <a:lnTo>
                      <a:pt x="2375" y="12911"/>
                    </a:lnTo>
                    <a:lnTo>
                      <a:pt x="2688" y="12994"/>
                    </a:lnTo>
                    <a:lnTo>
                      <a:pt x="3035" y="13043"/>
                    </a:lnTo>
                    <a:lnTo>
                      <a:pt x="3381" y="13060"/>
                    </a:lnTo>
                    <a:lnTo>
                      <a:pt x="132220" y="13060"/>
                    </a:lnTo>
                    <a:lnTo>
                      <a:pt x="132566" y="13043"/>
                    </a:lnTo>
                    <a:lnTo>
                      <a:pt x="132896" y="12994"/>
                    </a:lnTo>
                    <a:lnTo>
                      <a:pt x="133226" y="12911"/>
                    </a:lnTo>
                    <a:lnTo>
                      <a:pt x="133523" y="12796"/>
                    </a:lnTo>
                    <a:lnTo>
                      <a:pt x="133819" y="12664"/>
                    </a:lnTo>
                    <a:lnTo>
                      <a:pt x="134100" y="12483"/>
                    </a:lnTo>
                    <a:lnTo>
                      <a:pt x="134363" y="12301"/>
                    </a:lnTo>
                    <a:lnTo>
                      <a:pt x="134611" y="12070"/>
                    </a:lnTo>
                    <a:lnTo>
                      <a:pt x="134825" y="11840"/>
                    </a:lnTo>
                    <a:lnTo>
                      <a:pt x="135023" y="11576"/>
                    </a:lnTo>
                    <a:lnTo>
                      <a:pt x="135188" y="11295"/>
                    </a:lnTo>
                    <a:lnTo>
                      <a:pt x="135320" y="10999"/>
                    </a:lnTo>
                    <a:lnTo>
                      <a:pt x="135435" y="10685"/>
                    </a:lnTo>
                    <a:lnTo>
                      <a:pt x="135518" y="10372"/>
                    </a:lnTo>
                    <a:lnTo>
                      <a:pt x="135567" y="10042"/>
                    </a:lnTo>
                    <a:lnTo>
                      <a:pt x="135600" y="9696"/>
                    </a:lnTo>
                    <a:lnTo>
                      <a:pt x="13560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9" name="Google Shape;1329;p29"/>
              <p:cNvSpPr/>
              <p:nvPr/>
            </p:nvSpPr>
            <p:spPr>
              <a:xfrm>
                <a:off x="1679275" y="238125"/>
                <a:ext cx="3390025" cy="2134825"/>
              </a:xfrm>
              <a:custGeom>
                <a:avLst/>
                <a:gdLst/>
                <a:ahLst/>
                <a:cxnLst/>
                <a:rect l="l" t="t" r="r" b="b"/>
                <a:pathLst>
                  <a:path w="135601" h="85393" extrusionOk="0">
                    <a:moveTo>
                      <a:pt x="3381" y="0"/>
                    </a:moveTo>
                    <a:lnTo>
                      <a:pt x="3035" y="16"/>
                    </a:lnTo>
                    <a:lnTo>
                      <a:pt x="2688" y="66"/>
                    </a:lnTo>
                    <a:lnTo>
                      <a:pt x="2375" y="148"/>
                    </a:lnTo>
                    <a:lnTo>
                      <a:pt x="2062" y="264"/>
                    </a:lnTo>
                    <a:lnTo>
                      <a:pt x="1765" y="396"/>
                    </a:lnTo>
                    <a:lnTo>
                      <a:pt x="1485" y="561"/>
                    </a:lnTo>
                    <a:lnTo>
                      <a:pt x="1221" y="758"/>
                    </a:lnTo>
                    <a:lnTo>
                      <a:pt x="990" y="973"/>
                    </a:lnTo>
                    <a:lnTo>
                      <a:pt x="776" y="1220"/>
                    </a:lnTo>
                    <a:lnTo>
                      <a:pt x="578" y="1484"/>
                    </a:lnTo>
                    <a:lnTo>
                      <a:pt x="397" y="1764"/>
                    </a:lnTo>
                    <a:lnTo>
                      <a:pt x="265" y="2061"/>
                    </a:lnTo>
                    <a:lnTo>
                      <a:pt x="149" y="2358"/>
                    </a:lnTo>
                    <a:lnTo>
                      <a:pt x="67" y="2688"/>
                    </a:lnTo>
                    <a:lnTo>
                      <a:pt x="17" y="3017"/>
                    </a:lnTo>
                    <a:lnTo>
                      <a:pt x="1" y="3364"/>
                    </a:lnTo>
                    <a:lnTo>
                      <a:pt x="1" y="85393"/>
                    </a:lnTo>
                    <a:lnTo>
                      <a:pt x="135600" y="85393"/>
                    </a:lnTo>
                    <a:lnTo>
                      <a:pt x="135600" y="3364"/>
                    </a:lnTo>
                    <a:lnTo>
                      <a:pt x="135567" y="3017"/>
                    </a:lnTo>
                    <a:lnTo>
                      <a:pt x="135518" y="2688"/>
                    </a:lnTo>
                    <a:lnTo>
                      <a:pt x="135435" y="2358"/>
                    </a:lnTo>
                    <a:lnTo>
                      <a:pt x="135320" y="2061"/>
                    </a:lnTo>
                    <a:lnTo>
                      <a:pt x="135188" y="1764"/>
                    </a:lnTo>
                    <a:lnTo>
                      <a:pt x="135023" y="1484"/>
                    </a:lnTo>
                    <a:lnTo>
                      <a:pt x="134825" y="1220"/>
                    </a:lnTo>
                    <a:lnTo>
                      <a:pt x="134611" y="973"/>
                    </a:lnTo>
                    <a:lnTo>
                      <a:pt x="134363" y="758"/>
                    </a:lnTo>
                    <a:lnTo>
                      <a:pt x="134100" y="561"/>
                    </a:lnTo>
                    <a:lnTo>
                      <a:pt x="133819" y="396"/>
                    </a:lnTo>
                    <a:lnTo>
                      <a:pt x="133523" y="264"/>
                    </a:lnTo>
                    <a:lnTo>
                      <a:pt x="133226" y="148"/>
                    </a:lnTo>
                    <a:lnTo>
                      <a:pt x="132896" y="66"/>
                    </a:lnTo>
                    <a:lnTo>
                      <a:pt x="132566" y="16"/>
                    </a:lnTo>
                    <a:lnTo>
                      <a:pt x="1322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0" name="Google Shape;1330;p29"/>
              <p:cNvSpPr/>
              <p:nvPr/>
            </p:nvSpPr>
            <p:spPr>
              <a:xfrm>
                <a:off x="1818200" y="369600"/>
                <a:ext cx="3112175" cy="1863200"/>
              </a:xfrm>
              <a:custGeom>
                <a:avLst/>
                <a:gdLst/>
                <a:ahLst/>
                <a:cxnLst/>
                <a:rect l="l" t="t" r="r" b="b"/>
                <a:pathLst>
                  <a:path w="124487" h="74528" extrusionOk="0">
                    <a:moveTo>
                      <a:pt x="0" y="1"/>
                    </a:moveTo>
                    <a:lnTo>
                      <a:pt x="0" y="74528"/>
                    </a:lnTo>
                    <a:lnTo>
                      <a:pt x="124487" y="74528"/>
                    </a:lnTo>
                    <a:lnTo>
                      <a:pt x="124487" y="1"/>
                    </a:lnTo>
                    <a:close/>
                  </a:path>
                </a:pathLst>
              </a:custGeom>
              <a:solidFill>
                <a:srgbClr val="E9E7E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1" name="Google Shape;1331;p29"/>
              <p:cNvSpPr/>
              <p:nvPr/>
            </p:nvSpPr>
            <p:spPr>
              <a:xfrm>
                <a:off x="1780275" y="3242275"/>
                <a:ext cx="3188025" cy="1218525"/>
              </a:xfrm>
              <a:custGeom>
                <a:avLst/>
                <a:gdLst/>
                <a:ahLst/>
                <a:cxnLst/>
                <a:rect l="l" t="t" r="r" b="b"/>
                <a:pathLst>
                  <a:path w="127521" h="48741" extrusionOk="0">
                    <a:moveTo>
                      <a:pt x="1468" y="1"/>
                    </a:moveTo>
                    <a:lnTo>
                      <a:pt x="1319" y="34"/>
                    </a:lnTo>
                    <a:lnTo>
                      <a:pt x="1155" y="67"/>
                    </a:lnTo>
                    <a:lnTo>
                      <a:pt x="1006" y="116"/>
                    </a:lnTo>
                    <a:lnTo>
                      <a:pt x="858" y="182"/>
                    </a:lnTo>
                    <a:lnTo>
                      <a:pt x="726" y="265"/>
                    </a:lnTo>
                    <a:lnTo>
                      <a:pt x="594" y="347"/>
                    </a:lnTo>
                    <a:lnTo>
                      <a:pt x="479" y="446"/>
                    </a:lnTo>
                    <a:lnTo>
                      <a:pt x="380" y="561"/>
                    </a:lnTo>
                    <a:lnTo>
                      <a:pt x="281" y="677"/>
                    </a:lnTo>
                    <a:lnTo>
                      <a:pt x="198" y="809"/>
                    </a:lnTo>
                    <a:lnTo>
                      <a:pt x="132" y="941"/>
                    </a:lnTo>
                    <a:lnTo>
                      <a:pt x="66" y="1089"/>
                    </a:lnTo>
                    <a:lnTo>
                      <a:pt x="33" y="1237"/>
                    </a:lnTo>
                    <a:lnTo>
                      <a:pt x="0" y="1386"/>
                    </a:lnTo>
                    <a:lnTo>
                      <a:pt x="0" y="1551"/>
                    </a:lnTo>
                    <a:lnTo>
                      <a:pt x="0" y="47190"/>
                    </a:lnTo>
                    <a:lnTo>
                      <a:pt x="0" y="47355"/>
                    </a:lnTo>
                    <a:lnTo>
                      <a:pt x="33" y="47504"/>
                    </a:lnTo>
                    <a:lnTo>
                      <a:pt x="66" y="47652"/>
                    </a:lnTo>
                    <a:lnTo>
                      <a:pt x="132" y="47784"/>
                    </a:lnTo>
                    <a:lnTo>
                      <a:pt x="198" y="47932"/>
                    </a:lnTo>
                    <a:lnTo>
                      <a:pt x="281" y="48048"/>
                    </a:lnTo>
                    <a:lnTo>
                      <a:pt x="380" y="48163"/>
                    </a:lnTo>
                    <a:lnTo>
                      <a:pt x="479" y="48279"/>
                    </a:lnTo>
                    <a:lnTo>
                      <a:pt x="594" y="48378"/>
                    </a:lnTo>
                    <a:lnTo>
                      <a:pt x="726" y="48476"/>
                    </a:lnTo>
                    <a:lnTo>
                      <a:pt x="858" y="48542"/>
                    </a:lnTo>
                    <a:lnTo>
                      <a:pt x="1006" y="48608"/>
                    </a:lnTo>
                    <a:lnTo>
                      <a:pt x="1155" y="48658"/>
                    </a:lnTo>
                    <a:lnTo>
                      <a:pt x="1319" y="48707"/>
                    </a:lnTo>
                    <a:lnTo>
                      <a:pt x="1468" y="48724"/>
                    </a:lnTo>
                    <a:lnTo>
                      <a:pt x="1649" y="48740"/>
                    </a:lnTo>
                    <a:lnTo>
                      <a:pt x="125872" y="48740"/>
                    </a:lnTo>
                    <a:lnTo>
                      <a:pt x="126037" y="48724"/>
                    </a:lnTo>
                    <a:lnTo>
                      <a:pt x="126201" y="48707"/>
                    </a:lnTo>
                    <a:lnTo>
                      <a:pt x="126350" y="48658"/>
                    </a:lnTo>
                    <a:lnTo>
                      <a:pt x="126498" y="48608"/>
                    </a:lnTo>
                    <a:lnTo>
                      <a:pt x="126647" y="48542"/>
                    </a:lnTo>
                    <a:lnTo>
                      <a:pt x="126778" y="48476"/>
                    </a:lnTo>
                    <a:lnTo>
                      <a:pt x="126910" y="48378"/>
                    </a:lnTo>
                    <a:lnTo>
                      <a:pt x="127026" y="48279"/>
                    </a:lnTo>
                    <a:lnTo>
                      <a:pt x="127141" y="48163"/>
                    </a:lnTo>
                    <a:lnTo>
                      <a:pt x="127224" y="48048"/>
                    </a:lnTo>
                    <a:lnTo>
                      <a:pt x="127306" y="47932"/>
                    </a:lnTo>
                    <a:lnTo>
                      <a:pt x="127389" y="47784"/>
                    </a:lnTo>
                    <a:lnTo>
                      <a:pt x="127438" y="47652"/>
                    </a:lnTo>
                    <a:lnTo>
                      <a:pt x="127487" y="47504"/>
                    </a:lnTo>
                    <a:lnTo>
                      <a:pt x="127504" y="47355"/>
                    </a:lnTo>
                    <a:lnTo>
                      <a:pt x="127520" y="47190"/>
                    </a:lnTo>
                    <a:lnTo>
                      <a:pt x="127520" y="1551"/>
                    </a:lnTo>
                    <a:lnTo>
                      <a:pt x="127504" y="1386"/>
                    </a:lnTo>
                    <a:lnTo>
                      <a:pt x="127487" y="1237"/>
                    </a:lnTo>
                    <a:lnTo>
                      <a:pt x="127438" y="1089"/>
                    </a:lnTo>
                    <a:lnTo>
                      <a:pt x="127389" y="941"/>
                    </a:lnTo>
                    <a:lnTo>
                      <a:pt x="127306" y="809"/>
                    </a:lnTo>
                    <a:lnTo>
                      <a:pt x="127224" y="677"/>
                    </a:lnTo>
                    <a:lnTo>
                      <a:pt x="127141" y="561"/>
                    </a:lnTo>
                    <a:lnTo>
                      <a:pt x="127026" y="446"/>
                    </a:lnTo>
                    <a:lnTo>
                      <a:pt x="126910" y="347"/>
                    </a:lnTo>
                    <a:lnTo>
                      <a:pt x="126778" y="265"/>
                    </a:lnTo>
                    <a:lnTo>
                      <a:pt x="126647" y="182"/>
                    </a:lnTo>
                    <a:lnTo>
                      <a:pt x="126498" y="116"/>
                    </a:lnTo>
                    <a:lnTo>
                      <a:pt x="126350" y="67"/>
                    </a:lnTo>
                    <a:lnTo>
                      <a:pt x="126201" y="34"/>
                    </a:lnTo>
                    <a:lnTo>
                      <a:pt x="126037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2" name="Google Shape;1332;p29"/>
              <p:cNvSpPr/>
              <p:nvPr/>
            </p:nvSpPr>
            <p:spPr>
              <a:xfrm>
                <a:off x="2694125" y="3242275"/>
                <a:ext cx="2274175" cy="1218525"/>
              </a:xfrm>
              <a:custGeom>
                <a:avLst/>
                <a:gdLst/>
                <a:ahLst/>
                <a:cxnLst/>
                <a:rect l="l" t="t" r="r" b="b"/>
                <a:pathLst>
                  <a:path w="90967" h="48741" extrusionOk="0">
                    <a:moveTo>
                      <a:pt x="1" y="1"/>
                    </a:moveTo>
                    <a:lnTo>
                      <a:pt x="64404" y="48740"/>
                    </a:lnTo>
                    <a:lnTo>
                      <a:pt x="89318" y="48740"/>
                    </a:lnTo>
                    <a:lnTo>
                      <a:pt x="89483" y="48724"/>
                    </a:lnTo>
                    <a:lnTo>
                      <a:pt x="89647" y="48707"/>
                    </a:lnTo>
                    <a:lnTo>
                      <a:pt x="89796" y="48658"/>
                    </a:lnTo>
                    <a:lnTo>
                      <a:pt x="89944" y="48608"/>
                    </a:lnTo>
                    <a:lnTo>
                      <a:pt x="90093" y="48542"/>
                    </a:lnTo>
                    <a:lnTo>
                      <a:pt x="90224" y="48476"/>
                    </a:lnTo>
                    <a:lnTo>
                      <a:pt x="90356" y="48378"/>
                    </a:lnTo>
                    <a:lnTo>
                      <a:pt x="90472" y="48279"/>
                    </a:lnTo>
                    <a:lnTo>
                      <a:pt x="90587" y="48163"/>
                    </a:lnTo>
                    <a:lnTo>
                      <a:pt x="90670" y="48048"/>
                    </a:lnTo>
                    <a:lnTo>
                      <a:pt x="90752" y="47932"/>
                    </a:lnTo>
                    <a:lnTo>
                      <a:pt x="90835" y="47784"/>
                    </a:lnTo>
                    <a:lnTo>
                      <a:pt x="90884" y="47652"/>
                    </a:lnTo>
                    <a:lnTo>
                      <a:pt x="90933" y="47504"/>
                    </a:lnTo>
                    <a:lnTo>
                      <a:pt x="90950" y="47355"/>
                    </a:lnTo>
                    <a:lnTo>
                      <a:pt x="90966" y="47190"/>
                    </a:lnTo>
                    <a:lnTo>
                      <a:pt x="90966" y="1551"/>
                    </a:lnTo>
                    <a:lnTo>
                      <a:pt x="90950" y="1386"/>
                    </a:lnTo>
                    <a:lnTo>
                      <a:pt x="90933" y="1237"/>
                    </a:lnTo>
                    <a:lnTo>
                      <a:pt x="90884" y="1089"/>
                    </a:lnTo>
                    <a:lnTo>
                      <a:pt x="90835" y="941"/>
                    </a:lnTo>
                    <a:lnTo>
                      <a:pt x="90752" y="809"/>
                    </a:lnTo>
                    <a:lnTo>
                      <a:pt x="90670" y="677"/>
                    </a:lnTo>
                    <a:lnTo>
                      <a:pt x="90587" y="561"/>
                    </a:lnTo>
                    <a:lnTo>
                      <a:pt x="90472" y="446"/>
                    </a:lnTo>
                    <a:lnTo>
                      <a:pt x="90356" y="347"/>
                    </a:lnTo>
                    <a:lnTo>
                      <a:pt x="90224" y="265"/>
                    </a:lnTo>
                    <a:lnTo>
                      <a:pt x="90093" y="182"/>
                    </a:lnTo>
                    <a:lnTo>
                      <a:pt x="89944" y="116"/>
                    </a:lnTo>
                    <a:lnTo>
                      <a:pt x="89796" y="67"/>
                    </a:lnTo>
                    <a:lnTo>
                      <a:pt x="89647" y="34"/>
                    </a:lnTo>
                    <a:lnTo>
                      <a:pt x="894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3" name="Google Shape;1333;p29"/>
              <p:cNvSpPr/>
              <p:nvPr/>
            </p:nvSpPr>
            <p:spPr>
              <a:xfrm>
                <a:off x="1859825" y="3342050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396" y="0"/>
                    </a:moveTo>
                    <a:lnTo>
                      <a:pt x="314" y="17"/>
                    </a:ln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" y="330"/>
                    </a:lnTo>
                    <a:lnTo>
                      <a:pt x="1" y="412"/>
                    </a:lnTo>
                    <a:lnTo>
                      <a:pt x="1" y="6546"/>
                    </a:lnTo>
                    <a:lnTo>
                      <a:pt x="1" y="6628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6612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26" y="6628"/>
                    </a:lnTo>
                    <a:lnTo>
                      <a:pt x="6942" y="6546"/>
                    </a:lnTo>
                    <a:lnTo>
                      <a:pt x="6942" y="412"/>
                    </a:lnTo>
                    <a:lnTo>
                      <a:pt x="6926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2" y="17"/>
                    </a:lnTo>
                    <a:lnTo>
                      <a:pt x="6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4" name="Google Shape;1334;p29"/>
              <p:cNvSpPr/>
              <p:nvPr/>
            </p:nvSpPr>
            <p:spPr>
              <a:xfrm>
                <a:off x="2178050" y="3553500"/>
                <a:ext cx="1731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3" extrusionOk="0">
                    <a:moveTo>
                      <a:pt x="314" y="1"/>
                    </a:moveTo>
                    <a:lnTo>
                      <a:pt x="231" y="34"/>
                    </a:lnTo>
                    <a:lnTo>
                      <a:pt x="165" y="66"/>
                    </a:lnTo>
                    <a:lnTo>
                      <a:pt x="116" y="116"/>
                    </a:lnTo>
                    <a:lnTo>
                      <a:pt x="67" y="182"/>
                    </a:lnTo>
                    <a:lnTo>
                      <a:pt x="17" y="248"/>
                    </a:lnTo>
                    <a:lnTo>
                      <a:pt x="1" y="314"/>
                    </a:lnTo>
                    <a:lnTo>
                      <a:pt x="1" y="396"/>
                    </a:lnTo>
                    <a:lnTo>
                      <a:pt x="1" y="6530"/>
                    </a:lnTo>
                    <a:lnTo>
                      <a:pt x="1" y="6612"/>
                    </a:lnTo>
                    <a:lnTo>
                      <a:pt x="17" y="6695"/>
                    </a:lnTo>
                    <a:lnTo>
                      <a:pt x="67" y="6761"/>
                    </a:lnTo>
                    <a:lnTo>
                      <a:pt x="116" y="6827"/>
                    </a:lnTo>
                    <a:lnTo>
                      <a:pt x="165" y="6876"/>
                    </a:lnTo>
                    <a:lnTo>
                      <a:pt x="231" y="6909"/>
                    </a:lnTo>
                    <a:lnTo>
                      <a:pt x="314" y="6926"/>
                    </a:lnTo>
                    <a:lnTo>
                      <a:pt x="396" y="6942"/>
                    </a:lnTo>
                    <a:lnTo>
                      <a:pt x="6530" y="6942"/>
                    </a:lnTo>
                    <a:lnTo>
                      <a:pt x="6612" y="6926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7"/>
                    </a:lnTo>
                    <a:lnTo>
                      <a:pt x="6860" y="6761"/>
                    </a:lnTo>
                    <a:lnTo>
                      <a:pt x="6909" y="6695"/>
                    </a:lnTo>
                    <a:lnTo>
                      <a:pt x="6926" y="6612"/>
                    </a:lnTo>
                    <a:lnTo>
                      <a:pt x="6926" y="6530"/>
                    </a:lnTo>
                    <a:lnTo>
                      <a:pt x="6926" y="396"/>
                    </a:lnTo>
                    <a:lnTo>
                      <a:pt x="6926" y="314"/>
                    </a:lnTo>
                    <a:lnTo>
                      <a:pt x="6909" y="248"/>
                    </a:lnTo>
                    <a:lnTo>
                      <a:pt x="6860" y="182"/>
                    </a:lnTo>
                    <a:lnTo>
                      <a:pt x="6810" y="116"/>
                    </a:lnTo>
                    <a:lnTo>
                      <a:pt x="6761" y="66"/>
                    </a:lnTo>
                    <a:lnTo>
                      <a:pt x="6695" y="34"/>
                    </a:lnTo>
                    <a:lnTo>
                      <a:pt x="66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5" name="Google Shape;1335;p29"/>
              <p:cNvSpPr/>
              <p:nvPr/>
            </p:nvSpPr>
            <p:spPr>
              <a:xfrm>
                <a:off x="2227925" y="3764550"/>
                <a:ext cx="173575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3" extrusionOk="0">
                    <a:moveTo>
                      <a:pt x="396" y="1"/>
                    </a:moveTo>
                    <a:lnTo>
                      <a:pt x="314" y="17"/>
                    </a:lnTo>
                    <a:lnTo>
                      <a:pt x="248" y="34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" y="330"/>
                    </a:lnTo>
                    <a:lnTo>
                      <a:pt x="1" y="413"/>
                    </a:lnTo>
                    <a:lnTo>
                      <a:pt x="1" y="6546"/>
                    </a:lnTo>
                    <a:lnTo>
                      <a:pt x="1" y="6629"/>
                    </a:lnTo>
                    <a:lnTo>
                      <a:pt x="34" y="6695"/>
                    </a:lnTo>
                    <a:lnTo>
                      <a:pt x="67" y="6777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6612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76" y="6777"/>
                    </a:lnTo>
                    <a:lnTo>
                      <a:pt x="6909" y="6695"/>
                    </a:lnTo>
                    <a:lnTo>
                      <a:pt x="6926" y="6629"/>
                    </a:lnTo>
                    <a:lnTo>
                      <a:pt x="6942" y="6546"/>
                    </a:lnTo>
                    <a:lnTo>
                      <a:pt x="6942" y="413"/>
                    </a:lnTo>
                    <a:lnTo>
                      <a:pt x="6926" y="330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7" y="132"/>
                    </a:lnTo>
                    <a:lnTo>
                      <a:pt x="6761" y="83"/>
                    </a:lnTo>
                    <a:lnTo>
                      <a:pt x="6695" y="34"/>
                    </a:lnTo>
                    <a:lnTo>
                      <a:pt x="6612" y="17"/>
                    </a:lnTo>
                    <a:lnTo>
                      <a:pt x="65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6" name="Google Shape;1336;p29"/>
              <p:cNvSpPr/>
              <p:nvPr/>
            </p:nvSpPr>
            <p:spPr>
              <a:xfrm>
                <a:off x="2124475" y="3976025"/>
                <a:ext cx="1735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2" extrusionOk="0">
                    <a:moveTo>
                      <a:pt x="313" y="0"/>
                    </a:moveTo>
                    <a:lnTo>
                      <a:pt x="247" y="33"/>
                    </a:lnTo>
                    <a:lnTo>
                      <a:pt x="181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17" y="313"/>
                    </a:lnTo>
                    <a:lnTo>
                      <a:pt x="0" y="396"/>
                    </a:lnTo>
                    <a:lnTo>
                      <a:pt x="0" y="6529"/>
                    </a:lnTo>
                    <a:lnTo>
                      <a:pt x="17" y="6612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81" y="6876"/>
                    </a:lnTo>
                    <a:lnTo>
                      <a:pt x="247" y="6909"/>
                    </a:lnTo>
                    <a:lnTo>
                      <a:pt x="313" y="6925"/>
                    </a:lnTo>
                    <a:lnTo>
                      <a:pt x="396" y="6942"/>
                    </a:lnTo>
                    <a:lnTo>
                      <a:pt x="6546" y="6942"/>
                    </a:lnTo>
                    <a:lnTo>
                      <a:pt x="6612" y="6925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26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25" y="6612"/>
                    </a:lnTo>
                    <a:lnTo>
                      <a:pt x="6942" y="6529"/>
                    </a:lnTo>
                    <a:lnTo>
                      <a:pt x="6942" y="396"/>
                    </a:lnTo>
                    <a:lnTo>
                      <a:pt x="6925" y="313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6" y="115"/>
                    </a:lnTo>
                    <a:lnTo>
                      <a:pt x="6760" y="66"/>
                    </a:lnTo>
                    <a:lnTo>
                      <a:pt x="6694" y="33"/>
                    </a:lnTo>
                    <a:lnTo>
                      <a:pt x="66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7" name="Google Shape;1337;p29"/>
              <p:cNvSpPr/>
              <p:nvPr/>
            </p:nvSpPr>
            <p:spPr>
              <a:xfrm>
                <a:off x="1859825" y="4187075"/>
                <a:ext cx="173575" cy="2003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8014" extrusionOk="0">
                    <a:moveTo>
                      <a:pt x="396" y="0"/>
                    </a:moveTo>
                    <a:lnTo>
                      <a:pt x="314" y="17"/>
                    </a:lnTo>
                    <a:lnTo>
                      <a:pt x="248" y="33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" y="330"/>
                    </a:lnTo>
                    <a:lnTo>
                      <a:pt x="1" y="412"/>
                    </a:lnTo>
                    <a:lnTo>
                      <a:pt x="1" y="7618"/>
                    </a:lnTo>
                    <a:lnTo>
                      <a:pt x="1" y="7700"/>
                    </a:lnTo>
                    <a:lnTo>
                      <a:pt x="34" y="7766"/>
                    </a:lnTo>
                    <a:lnTo>
                      <a:pt x="67" y="7832"/>
                    </a:lnTo>
                    <a:lnTo>
                      <a:pt x="116" y="7898"/>
                    </a:lnTo>
                    <a:lnTo>
                      <a:pt x="182" y="7947"/>
                    </a:lnTo>
                    <a:lnTo>
                      <a:pt x="248" y="7980"/>
                    </a:lnTo>
                    <a:lnTo>
                      <a:pt x="314" y="8013"/>
                    </a:lnTo>
                    <a:lnTo>
                      <a:pt x="6612" y="8013"/>
                    </a:lnTo>
                    <a:lnTo>
                      <a:pt x="6695" y="7980"/>
                    </a:lnTo>
                    <a:lnTo>
                      <a:pt x="6761" y="7947"/>
                    </a:lnTo>
                    <a:lnTo>
                      <a:pt x="6827" y="7898"/>
                    </a:lnTo>
                    <a:lnTo>
                      <a:pt x="6876" y="7832"/>
                    </a:lnTo>
                    <a:lnTo>
                      <a:pt x="6909" y="7766"/>
                    </a:lnTo>
                    <a:lnTo>
                      <a:pt x="6926" y="7700"/>
                    </a:lnTo>
                    <a:lnTo>
                      <a:pt x="6942" y="7618"/>
                    </a:lnTo>
                    <a:lnTo>
                      <a:pt x="6942" y="412"/>
                    </a:lnTo>
                    <a:lnTo>
                      <a:pt x="6926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32"/>
                    </a:lnTo>
                    <a:lnTo>
                      <a:pt x="6761" y="83"/>
                    </a:lnTo>
                    <a:lnTo>
                      <a:pt x="6695" y="33"/>
                    </a:lnTo>
                    <a:lnTo>
                      <a:pt x="6612" y="17"/>
                    </a:lnTo>
                    <a:lnTo>
                      <a:pt x="6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8" name="Google Shape;1338;p29"/>
              <p:cNvSpPr/>
              <p:nvPr/>
            </p:nvSpPr>
            <p:spPr>
              <a:xfrm>
                <a:off x="2070475" y="4187075"/>
                <a:ext cx="173550" cy="2003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8014" extrusionOk="0">
                    <a:moveTo>
                      <a:pt x="412" y="0"/>
                    </a:moveTo>
                    <a:lnTo>
                      <a:pt x="330" y="17"/>
                    </a:lnTo>
                    <a:lnTo>
                      <a:pt x="247" y="33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17" y="330"/>
                    </a:lnTo>
                    <a:lnTo>
                      <a:pt x="0" y="412"/>
                    </a:lnTo>
                    <a:lnTo>
                      <a:pt x="0" y="7618"/>
                    </a:lnTo>
                    <a:lnTo>
                      <a:pt x="17" y="7700"/>
                    </a:lnTo>
                    <a:lnTo>
                      <a:pt x="33" y="7766"/>
                    </a:lnTo>
                    <a:lnTo>
                      <a:pt x="66" y="7832"/>
                    </a:lnTo>
                    <a:lnTo>
                      <a:pt x="116" y="7898"/>
                    </a:lnTo>
                    <a:lnTo>
                      <a:pt x="182" y="7947"/>
                    </a:lnTo>
                    <a:lnTo>
                      <a:pt x="247" y="7980"/>
                    </a:lnTo>
                    <a:lnTo>
                      <a:pt x="330" y="8013"/>
                    </a:lnTo>
                    <a:lnTo>
                      <a:pt x="6628" y="8013"/>
                    </a:lnTo>
                    <a:lnTo>
                      <a:pt x="6694" y="7980"/>
                    </a:lnTo>
                    <a:lnTo>
                      <a:pt x="6760" y="7947"/>
                    </a:lnTo>
                    <a:lnTo>
                      <a:pt x="6826" y="7898"/>
                    </a:lnTo>
                    <a:lnTo>
                      <a:pt x="6876" y="7832"/>
                    </a:lnTo>
                    <a:lnTo>
                      <a:pt x="6909" y="7766"/>
                    </a:lnTo>
                    <a:lnTo>
                      <a:pt x="6925" y="7700"/>
                    </a:lnTo>
                    <a:lnTo>
                      <a:pt x="6942" y="7618"/>
                    </a:lnTo>
                    <a:lnTo>
                      <a:pt x="6942" y="412"/>
                    </a:lnTo>
                    <a:lnTo>
                      <a:pt x="6925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6" y="132"/>
                    </a:lnTo>
                    <a:lnTo>
                      <a:pt x="6760" y="83"/>
                    </a:lnTo>
                    <a:lnTo>
                      <a:pt x="6694" y="33"/>
                    </a:lnTo>
                    <a:lnTo>
                      <a:pt x="6628" y="17"/>
                    </a:lnTo>
                    <a:lnTo>
                      <a:pt x="6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9" name="Google Shape;1339;p29"/>
              <p:cNvSpPr/>
              <p:nvPr/>
            </p:nvSpPr>
            <p:spPr>
              <a:xfrm>
                <a:off x="2281100" y="4187075"/>
                <a:ext cx="173575" cy="2003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8014" extrusionOk="0">
                    <a:moveTo>
                      <a:pt x="413" y="0"/>
                    </a:moveTo>
                    <a:lnTo>
                      <a:pt x="330" y="17"/>
                    </a:lnTo>
                    <a:lnTo>
                      <a:pt x="248" y="33"/>
                    </a:lnTo>
                    <a:lnTo>
                      <a:pt x="182" y="83"/>
                    </a:lnTo>
                    <a:lnTo>
                      <a:pt x="133" y="132"/>
                    </a:lnTo>
                    <a:lnTo>
                      <a:pt x="83" y="181"/>
                    </a:lnTo>
                    <a:lnTo>
                      <a:pt x="34" y="247"/>
                    </a:lnTo>
                    <a:lnTo>
                      <a:pt x="17" y="330"/>
                    </a:lnTo>
                    <a:lnTo>
                      <a:pt x="1" y="412"/>
                    </a:lnTo>
                    <a:lnTo>
                      <a:pt x="1" y="7618"/>
                    </a:lnTo>
                    <a:lnTo>
                      <a:pt x="17" y="7700"/>
                    </a:lnTo>
                    <a:lnTo>
                      <a:pt x="34" y="7766"/>
                    </a:lnTo>
                    <a:lnTo>
                      <a:pt x="83" y="7832"/>
                    </a:lnTo>
                    <a:lnTo>
                      <a:pt x="133" y="7898"/>
                    </a:lnTo>
                    <a:lnTo>
                      <a:pt x="182" y="7947"/>
                    </a:lnTo>
                    <a:lnTo>
                      <a:pt x="248" y="7980"/>
                    </a:lnTo>
                    <a:lnTo>
                      <a:pt x="330" y="8013"/>
                    </a:lnTo>
                    <a:lnTo>
                      <a:pt x="6629" y="8013"/>
                    </a:lnTo>
                    <a:lnTo>
                      <a:pt x="6695" y="7980"/>
                    </a:lnTo>
                    <a:lnTo>
                      <a:pt x="6777" y="7947"/>
                    </a:lnTo>
                    <a:lnTo>
                      <a:pt x="6827" y="7898"/>
                    </a:lnTo>
                    <a:lnTo>
                      <a:pt x="6876" y="7832"/>
                    </a:lnTo>
                    <a:lnTo>
                      <a:pt x="6909" y="7766"/>
                    </a:lnTo>
                    <a:lnTo>
                      <a:pt x="6942" y="7700"/>
                    </a:lnTo>
                    <a:lnTo>
                      <a:pt x="6942" y="7618"/>
                    </a:lnTo>
                    <a:lnTo>
                      <a:pt x="6942" y="412"/>
                    </a:lnTo>
                    <a:lnTo>
                      <a:pt x="6942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32"/>
                    </a:lnTo>
                    <a:lnTo>
                      <a:pt x="6777" y="83"/>
                    </a:lnTo>
                    <a:lnTo>
                      <a:pt x="6695" y="33"/>
                    </a:lnTo>
                    <a:lnTo>
                      <a:pt x="6629" y="17"/>
                    </a:lnTo>
                    <a:lnTo>
                      <a:pt x="6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0" name="Google Shape;1340;p29"/>
              <p:cNvSpPr/>
              <p:nvPr/>
            </p:nvSpPr>
            <p:spPr>
              <a:xfrm>
                <a:off x="4081200" y="4187075"/>
                <a:ext cx="173575" cy="2003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8014" extrusionOk="0">
                    <a:moveTo>
                      <a:pt x="396" y="0"/>
                    </a:moveTo>
                    <a:lnTo>
                      <a:pt x="314" y="17"/>
                    </a:lnTo>
                    <a:lnTo>
                      <a:pt x="248" y="33"/>
                    </a:lnTo>
                    <a:lnTo>
                      <a:pt x="166" y="83"/>
                    </a:lnTo>
                    <a:lnTo>
                      <a:pt x="116" y="132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" y="330"/>
                    </a:lnTo>
                    <a:lnTo>
                      <a:pt x="1" y="412"/>
                    </a:lnTo>
                    <a:lnTo>
                      <a:pt x="1" y="7618"/>
                    </a:lnTo>
                    <a:lnTo>
                      <a:pt x="1" y="7700"/>
                    </a:lnTo>
                    <a:lnTo>
                      <a:pt x="34" y="7766"/>
                    </a:lnTo>
                    <a:lnTo>
                      <a:pt x="67" y="7832"/>
                    </a:lnTo>
                    <a:lnTo>
                      <a:pt x="116" y="7898"/>
                    </a:lnTo>
                    <a:lnTo>
                      <a:pt x="166" y="7947"/>
                    </a:lnTo>
                    <a:lnTo>
                      <a:pt x="248" y="7980"/>
                    </a:lnTo>
                    <a:lnTo>
                      <a:pt x="314" y="8013"/>
                    </a:lnTo>
                    <a:lnTo>
                      <a:pt x="6613" y="8013"/>
                    </a:lnTo>
                    <a:lnTo>
                      <a:pt x="6695" y="7980"/>
                    </a:lnTo>
                    <a:lnTo>
                      <a:pt x="6761" y="7947"/>
                    </a:lnTo>
                    <a:lnTo>
                      <a:pt x="6810" y="7898"/>
                    </a:lnTo>
                    <a:lnTo>
                      <a:pt x="6860" y="7832"/>
                    </a:lnTo>
                    <a:lnTo>
                      <a:pt x="6909" y="7766"/>
                    </a:lnTo>
                    <a:lnTo>
                      <a:pt x="6926" y="7700"/>
                    </a:lnTo>
                    <a:lnTo>
                      <a:pt x="6942" y="7618"/>
                    </a:lnTo>
                    <a:lnTo>
                      <a:pt x="6942" y="412"/>
                    </a:lnTo>
                    <a:lnTo>
                      <a:pt x="6926" y="330"/>
                    </a:lnTo>
                    <a:lnTo>
                      <a:pt x="6909" y="247"/>
                    </a:lnTo>
                    <a:lnTo>
                      <a:pt x="6860" y="181"/>
                    </a:lnTo>
                    <a:lnTo>
                      <a:pt x="6810" y="132"/>
                    </a:lnTo>
                    <a:lnTo>
                      <a:pt x="6761" y="83"/>
                    </a:lnTo>
                    <a:lnTo>
                      <a:pt x="6695" y="33"/>
                    </a:lnTo>
                    <a:lnTo>
                      <a:pt x="6613" y="17"/>
                    </a:lnTo>
                    <a:lnTo>
                      <a:pt x="65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1" name="Google Shape;1341;p29"/>
              <p:cNvSpPr/>
              <p:nvPr/>
            </p:nvSpPr>
            <p:spPr>
              <a:xfrm>
                <a:off x="4292250" y="4287225"/>
                <a:ext cx="173575" cy="10020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4008" extrusionOk="0">
                    <a:moveTo>
                      <a:pt x="413" y="1"/>
                    </a:moveTo>
                    <a:lnTo>
                      <a:pt x="331" y="17"/>
                    </a:lnTo>
                    <a:lnTo>
                      <a:pt x="248" y="34"/>
                    </a:lnTo>
                    <a:lnTo>
                      <a:pt x="182" y="67"/>
                    </a:lnTo>
                    <a:lnTo>
                      <a:pt x="116" y="116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7" y="330"/>
                    </a:lnTo>
                    <a:lnTo>
                      <a:pt x="1" y="413"/>
                    </a:lnTo>
                    <a:lnTo>
                      <a:pt x="1" y="3612"/>
                    </a:lnTo>
                    <a:lnTo>
                      <a:pt x="17" y="3694"/>
                    </a:lnTo>
                    <a:lnTo>
                      <a:pt x="34" y="3760"/>
                    </a:lnTo>
                    <a:lnTo>
                      <a:pt x="67" y="3826"/>
                    </a:lnTo>
                    <a:lnTo>
                      <a:pt x="116" y="3892"/>
                    </a:lnTo>
                    <a:lnTo>
                      <a:pt x="182" y="3941"/>
                    </a:lnTo>
                    <a:lnTo>
                      <a:pt x="248" y="3974"/>
                    </a:lnTo>
                    <a:lnTo>
                      <a:pt x="331" y="4007"/>
                    </a:lnTo>
                    <a:lnTo>
                      <a:pt x="6629" y="4007"/>
                    </a:lnTo>
                    <a:lnTo>
                      <a:pt x="6695" y="3974"/>
                    </a:lnTo>
                    <a:lnTo>
                      <a:pt x="6761" y="3941"/>
                    </a:lnTo>
                    <a:lnTo>
                      <a:pt x="6827" y="3892"/>
                    </a:lnTo>
                    <a:lnTo>
                      <a:pt x="6876" y="3826"/>
                    </a:lnTo>
                    <a:lnTo>
                      <a:pt x="6909" y="3760"/>
                    </a:lnTo>
                    <a:lnTo>
                      <a:pt x="6942" y="3694"/>
                    </a:lnTo>
                    <a:lnTo>
                      <a:pt x="6942" y="3612"/>
                    </a:lnTo>
                    <a:lnTo>
                      <a:pt x="6942" y="413"/>
                    </a:lnTo>
                    <a:lnTo>
                      <a:pt x="6942" y="330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7" y="116"/>
                    </a:lnTo>
                    <a:lnTo>
                      <a:pt x="6761" y="67"/>
                    </a:lnTo>
                    <a:lnTo>
                      <a:pt x="6695" y="34"/>
                    </a:lnTo>
                    <a:lnTo>
                      <a:pt x="6629" y="17"/>
                    </a:lnTo>
                    <a:lnTo>
                      <a:pt x="65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2" name="Google Shape;1342;p29"/>
              <p:cNvSpPr/>
              <p:nvPr/>
            </p:nvSpPr>
            <p:spPr>
              <a:xfrm>
                <a:off x="4714775" y="4287225"/>
                <a:ext cx="173550" cy="10020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4008" extrusionOk="0">
                    <a:moveTo>
                      <a:pt x="412" y="1"/>
                    </a:moveTo>
                    <a:lnTo>
                      <a:pt x="330" y="17"/>
                    </a:lnTo>
                    <a:lnTo>
                      <a:pt x="248" y="34"/>
                    </a:lnTo>
                    <a:lnTo>
                      <a:pt x="182" y="67"/>
                    </a:lnTo>
                    <a:lnTo>
                      <a:pt x="116" y="116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17" y="330"/>
                    </a:lnTo>
                    <a:lnTo>
                      <a:pt x="0" y="413"/>
                    </a:lnTo>
                    <a:lnTo>
                      <a:pt x="0" y="3612"/>
                    </a:lnTo>
                    <a:lnTo>
                      <a:pt x="17" y="3694"/>
                    </a:lnTo>
                    <a:lnTo>
                      <a:pt x="33" y="3760"/>
                    </a:lnTo>
                    <a:lnTo>
                      <a:pt x="66" y="3826"/>
                    </a:lnTo>
                    <a:lnTo>
                      <a:pt x="116" y="3892"/>
                    </a:lnTo>
                    <a:lnTo>
                      <a:pt x="182" y="3941"/>
                    </a:lnTo>
                    <a:lnTo>
                      <a:pt x="248" y="3974"/>
                    </a:lnTo>
                    <a:lnTo>
                      <a:pt x="330" y="4007"/>
                    </a:lnTo>
                    <a:lnTo>
                      <a:pt x="6628" y="4007"/>
                    </a:lnTo>
                    <a:lnTo>
                      <a:pt x="6694" y="3974"/>
                    </a:lnTo>
                    <a:lnTo>
                      <a:pt x="6760" y="3941"/>
                    </a:lnTo>
                    <a:lnTo>
                      <a:pt x="6826" y="3892"/>
                    </a:lnTo>
                    <a:lnTo>
                      <a:pt x="6876" y="3826"/>
                    </a:lnTo>
                    <a:lnTo>
                      <a:pt x="6909" y="3760"/>
                    </a:lnTo>
                    <a:lnTo>
                      <a:pt x="6942" y="3694"/>
                    </a:lnTo>
                    <a:lnTo>
                      <a:pt x="6942" y="3612"/>
                    </a:lnTo>
                    <a:lnTo>
                      <a:pt x="6942" y="413"/>
                    </a:lnTo>
                    <a:lnTo>
                      <a:pt x="6942" y="330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6" y="116"/>
                    </a:lnTo>
                    <a:lnTo>
                      <a:pt x="6760" y="67"/>
                    </a:lnTo>
                    <a:lnTo>
                      <a:pt x="6694" y="34"/>
                    </a:lnTo>
                    <a:lnTo>
                      <a:pt x="6628" y="17"/>
                    </a:lnTo>
                    <a:lnTo>
                      <a:pt x="65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3" name="Google Shape;1343;p29"/>
              <p:cNvSpPr/>
              <p:nvPr/>
            </p:nvSpPr>
            <p:spPr>
              <a:xfrm>
                <a:off x="2492150" y="4187075"/>
                <a:ext cx="228400" cy="200350"/>
              </a:xfrm>
              <a:custGeom>
                <a:avLst/>
                <a:gdLst/>
                <a:ahLst/>
                <a:cxnLst/>
                <a:rect l="l" t="t" r="r" b="b"/>
                <a:pathLst>
                  <a:path w="9136" h="8014" extrusionOk="0">
                    <a:moveTo>
                      <a:pt x="396" y="0"/>
                    </a:moveTo>
                    <a:lnTo>
                      <a:pt x="314" y="17"/>
                    </a:lnTo>
                    <a:lnTo>
                      <a:pt x="231" y="33"/>
                    </a:lnTo>
                    <a:lnTo>
                      <a:pt x="165" y="83"/>
                    </a:lnTo>
                    <a:lnTo>
                      <a:pt x="116" y="132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" y="330"/>
                    </a:lnTo>
                    <a:lnTo>
                      <a:pt x="1" y="412"/>
                    </a:lnTo>
                    <a:lnTo>
                      <a:pt x="1" y="7618"/>
                    </a:lnTo>
                    <a:lnTo>
                      <a:pt x="1" y="7700"/>
                    </a:lnTo>
                    <a:lnTo>
                      <a:pt x="34" y="7766"/>
                    </a:lnTo>
                    <a:lnTo>
                      <a:pt x="67" y="7832"/>
                    </a:lnTo>
                    <a:lnTo>
                      <a:pt x="116" y="7898"/>
                    </a:lnTo>
                    <a:lnTo>
                      <a:pt x="165" y="7947"/>
                    </a:lnTo>
                    <a:lnTo>
                      <a:pt x="231" y="7980"/>
                    </a:lnTo>
                    <a:lnTo>
                      <a:pt x="314" y="8013"/>
                    </a:lnTo>
                    <a:lnTo>
                      <a:pt x="8822" y="8013"/>
                    </a:lnTo>
                    <a:lnTo>
                      <a:pt x="8888" y="7980"/>
                    </a:lnTo>
                    <a:lnTo>
                      <a:pt x="8954" y="7947"/>
                    </a:lnTo>
                    <a:lnTo>
                      <a:pt x="9020" y="7898"/>
                    </a:lnTo>
                    <a:lnTo>
                      <a:pt x="9069" y="7832"/>
                    </a:lnTo>
                    <a:lnTo>
                      <a:pt x="9102" y="7766"/>
                    </a:lnTo>
                    <a:lnTo>
                      <a:pt x="9119" y="7700"/>
                    </a:lnTo>
                    <a:lnTo>
                      <a:pt x="9135" y="7618"/>
                    </a:lnTo>
                    <a:lnTo>
                      <a:pt x="9135" y="412"/>
                    </a:lnTo>
                    <a:lnTo>
                      <a:pt x="9119" y="330"/>
                    </a:lnTo>
                    <a:lnTo>
                      <a:pt x="9102" y="247"/>
                    </a:lnTo>
                    <a:lnTo>
                      <a:pt x="9069" y="181"/>
                    </a:lnTo>
                    <a:lnTo>
                      <a:pt x="9020" y="132"/>
                    </a:lnTo>
                    <a:lnTo>
                      <a:pt x="8954" y="83"/>
                    </a:lnTo>
                    <a:lnTo>
                      <a:pt x="8888" y="33"/>
                    </a:lnTo>
                    <a:lnTo>
                      <a:pt x="8822" y="17"/>
                    </a:lnTo>
                    <a:lnTo>
                      <a:pt x="87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4" name="Google Shape;1344;p29"/>
              <p:cNvSpPr/>
              <p:nvPr/>
            </p:nvSpPr>
            <p:spPr>
              <a:xfrm>
                <a:off x="3814500" y="4187075"/>
                <a:ext cx="228800" cy="200350"/>
              </a:xfrm>
              <a:custGeom>
                <a:avLst/>
                <a:gdLst/>
                <a:ahLst/>
                <a:cxnLst/>
                <a:rect l="l" t="t" r="r" b="b"/>
                <a:pathLst>
                  <a:path w="9152" h="8014" extrusionOk="0">
                    <a:moveTo>
                      <a:pt x="413" y="0"/>
                    </a:moveTo>
                    <a:lnTo>
                      <a:pt x="331" y="17"/>
                    </a:lnTo>
                    <a:lnTo>
                      <a:pt x="248" y="33"/>
                    </a:lnTo>
                    <a:lnTo>
                      <a:pt x="182" y="83"/>
                    </a:lnTo>
                    <a:lnTo>
                      <a:pt x="133" y="132"/>
                    </a:lnTo>
                    <a:lnTo>
                      <a:pt x="83" y="181"/>
                    </a:lnTo>
                    <a:lnTo>
                      <a:pt x="34" y="247"/>
                    </a:lnTo>
                    <a:lnTo>
                      <a:pt x="17" y="330"/>
                    </a:lnTo>
                    <a:lnTo>
                      <a:pt x="1" y="412"/>
                    </a:lnTo>
                    <a:lnTo>
                      <a:pt x="1" y="7618"/>
                    </a:lnTo>
                    <a:lnTo>
                      <a:pt x="17" y="7700"/>
                    </a:lnTo>
                    <a:lnTo>
                      <a:pt x="34" y="7766"/>
                    </a:lnTo>
                    <a:lnTo>
                      <a:pt x="83" y="7832"/>
                    </a:lnTo>
                    <a:lnTo>
                      <a:pt x="133" y="7898"/>
                    </a:lnTo>
                    <a:lnTo>
                      <a:pt x="182" y="7947"/>
                    </a:lnTo>
                    <a:lnTo>
                      <a:pt x="248" y="7980"/>
                    </a:lnTo>
                    <a:lnTo>
                      <a:pt x="331" y="8013"/>
                    </a:lnTo>
                    <a:lnTo>
                      <a:pt x="8839" y="8013"/>
                    </a:lnTo>
                    <a:lnTo>
                      <a:pt x="8905" y="7980"/>
                    </a:lnTo>
                    <a:lnTo>
                      <a:pt x="8970" y="7947"/>
                    </a:lnTo>
                    <a:lnTo>
                      <a:pt x="9036" y="7898"/>
                    </a:lnTo>
                    <a:lnTo>
                      <a:pt x="9086" y="7832"/>
                    </a:lnTo>
                    <a:lnTo>
                      <a:pt x="9119" y="7766"/>
                    </a:lnTo>
                    <a:lnTo>
                      <a:pt x="9135" y="7700"/>
                    </a:lnTo>
                    <a:lnTo>
                      <a:pt x="9152" y="7618"/>
                    </a:lnTo>
                    <a:lnTo>
                      <a:pt x="9152" y="412"/>
                    </a:lnTo>
                    <a:lnTo>
                      <a:pt x="9135" y="330"/>
                    </a:lnTo>
                    <a:lnTo>
                      <a:pt x="9119" y="247"/>
                    </a:lnTo>
                    <a:lnTo>
                      <a:pt x="9086" y="181"/>
                    </a:lnTo>
                    <a:lnTo>
                      <a:pt x="9036" y="132"/>
                    </a:lnTo>
                    <a:lnTo>
                      <a:pt x="8970" y="83"/>
                    </a:lnTo>
                    <a:lnTo>
                      <a:pt x="8905" y="33"/>
                    </a:lnTo>
                    <a:lnTo>
                      <a:pt x="8839" y="17"/>
                    </a:lnTo>
                    <a:lnTo>
                      <a:pt x="875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5" name="Google Shape;1345;p29"/>
              <p:cNvSpPr/>
              <p:nvPr/>
            </p:nvSpPr>
            <p:spPr>
              <a:xfrm>
                <a:off x="2758450" y="4187075"/>
                <a:ext cx="1018575" cy="200350"/>
              </a:xfrm>
              <a:custGeom>
                <a:avLst/>
                <a:gdLst/>
                <a:ahLst/>
                <a:cxnLst/>
                <a:rect l="l" t="t" r="r" b="b"/>
                <a:pathLst>
                  <a:path w="40743" h="8014" extrusionOk="0">
                    <a:moveTo>
                      <a:pt x="396" y="0"/>
                    </a:moveTo>
                    <a:lnTo>
                      <a:pt x="313" y="17"/>
                    </a:lnTo>
                    <a:lnTo>
                      <a:pt x="247" y="33"/>
                    </a:lnTo>
                    <a:lnTo>
                      <a:pt x="165" y="83"/>
                    </a:lnTo>
                    <a:lnTo>
                      <a:pt x="115" y="132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0" y="330"/>
                    </a:lnTo>
                    <a:lnTo>
                      <a:pt x="0" y="412"/>
                    </a:lnTo>
                    <a:lnTo>
                      <a:pt x="0" y="7618"/>
                    </a:lnTo>
                    <a:lnTo>
                      <a:pt x="0" y="7700"/>
                    </a:lnTo>
                    <a:lnTo>
                      <a:pt x="33" y="7766"/>
                    </a:lnTo>
                    <a:lnTo>
                      <a:pt x="66" y="7832"/>
                    </a:lnTo>
                    <a:lnTo>
                      <a:pt x="115" y="7898"/>
                    </a:lnTo>
                    <a:lnTo>
                      <a:pt x="165" y="7947"/>
                    </a:lnTo>
                    <a:lnTo>
                      <a:pt x="247" y="7980"/>
                    </a:lnTo>
                    <a:lnTo>
                      <a:pt x="313" y="8013"/>
                    </a:lnTo>
                    <a:lnTo>
                      <a:pt x="40413" y="8013"/>
                    </a:lnTo>
                    <a:lnTo>
                      <a:pt x="40495" y="7980"/>
                    </a:lnTo>
                    <a:lnTo>
                      <a:pt x="40561" y="7947"/>
                    </a:lnTo>
                    <a:lnTo>
                      <a:pt x="40627" y="7898"/>
                    </a:lnTo>
                    <a:lnTo>
                      <a:pt x="40676" y="7832"/>
                    </a:lnTo>
                    <a:lnTo>
                      <a:pt x="40709" y="7766"/>
                    </a:lnTo>
                    <a:lnTo>
                      <a:pt x="40726" y="7700"/>
                    </a:lnTo>
                    <a:lnTo>
                      <a:pt x="40742" y="7618"/>
                    </a:lnTo>
                    <a:lnTo>
                      <a:pt x="40742" y="412"/>
                    </a:lnTo>
                    <a:lnTo>
                      <a:pt x="40726" y="330"/>
                    </a:lnTo>
                    <a:lnTo>
                      <a:pt x="40709" y="247"/>
                    </a:lnTo>
                    <a:lnTo>
                      <a:pt x="40676" y="181"/>
                    </a:lnTo>
                    <a:lnTo>
                      <a:pt x="40627" y="132"/>
                    </a:lnTo>
                    <a:lnTo>
                      <a:pt x="40561" y="83"/>
                    </a:lnTo>
                    <a:lnTo>
                      <a:pt x="40495" y="33"/>
                    </a:lnTo>
                    <a:lnTo>
                      <a:pt x="40413" y="17"/>
                    </a:lnTo>
                    <a:lnTo>
                      <a:pt x="403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6" name="Google Shape;1346;p29"/>
              <p:cNvSpPr/>
              <p:nvPr/>
            </p:nvSpPr>
            <p:spPr>
              <a:xfrm>
                <a:off x="2335925" y="3976025"/>
                <a:ext cx="1731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2" extrusionOk="0">
                    <a:moveTo>
                      <a:pt x="314" y="0"/>
                    </a:moveTo>
                    <a:lnTo>
                      <a:pt x="248" y="33"/>
                    </a:lnTo>
                    <a:lnTo>
                      <a:pt x="165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" y="313"/>
                    </a:lnTo>
                    <a:lnTo>
                      <a:pt x="1" y="396"/>
                    </a:lnTo>
                    <a:lnTo>
                      <a:pt x="1" y="6529"/>
                    </a:lnTo>
                    <a:lnTo>
                      <a:pt x="1" y="6612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65" y="6876"/>
                    </a:lnTo>
                    <a:lnTo>
                      <a:pt x="248" y="6909"/>
                    </a:lnTo>
                    <a:lnTo>
                      <a:pt x="314" y="6925"/>
                    </a:lnTo>
                    <a:lnTo>
                      <a:pt x="396" y="6942"/>
                    </a:lnTo>
                    <a:lnTo>
                      <a:pt x="6530" y="6942"/>
                    </a:lnTo>
                    <a:lnTo>
                      <a:pt x="6612" y="6925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6"/>
                    </a:lnTo>
                    <a:lnTo>
                      <a:pt x="6860" y="6760"/>
                    </a:lnTo>
                    <a:lnTo>
                      <a:pt x="6893" y="6694"/>
                    </a:lnTo>
                    <a:lnTo>
                      <a:pt x="6926" y="6612"/>
                    </a:lnTo>
                    <a:lnTo>
                      <a:pt x="6926" y="6529"/>
                    </a:lnTo>
                    <a:lnTo>
                      <a:pt x="6926" y="396"/>
                    </a:lnTo>
                    <a:lnTo>
                      <a:pt x="6926" y="313"/>
                    </a:lnTo>
                    <a:lnTo>
                      <a:pt x="6893" y="247"/>
                    </a:lnTo>
                    <a:lnTo>
                      <a:pt x="6860" y="181"/>
                    </a:lnTo>
                    <a:lnTo>
                      <a:pt x="6810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7" name="Google Shape;1347;p29"/>
              <p:cNvSpPr/>
              <p:nvPr/>
            </p:nvSpPr>
            <p:spPr>
              <a:xfrm>
                <a:off x="2546975" y="3976025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330" y="0"/>
                    </a:move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4" y="247"/>
                    </a:lnTo>
                    <a:lnTo>
                      <a:pt x="17" y="313"/>
                    </a:lnTo>
                    <a:lnTo>
                      <a:pt x="1" y="396"/>
                    </a:lnTo>
                    <a:lnTo>
                      <a:pt x="1" y="6529"/>
                    </a:lnTo>
                    <a:lnTo>
                      <a:pt x="17" y="6612"/>
                    </a:lnTo>
                    <a:lnTo>
                      <a:pt x="34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25"/>
                    </a:lnTo>
                    <a:lnTo>
                      <a:pt x="413" y="6942"/>
                    </a:lnTo>
                    <a:lnTo>
                      <a:pt x="6546" y="6942"/>
                    </a:lnTo>
                    <a:lnTo>
                      <a:pt x="6629" y="6925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26" y="6612"/>
                    </a:lnTo>
                    <a:lnTo>
                      <a:pt x="6942" y="6529"/>
                    </a:lnTo>
                    <a:lnTo>
                      <a:pt x="6942" y="396"/>
                    </a:lnTo>
                    <a:lnTo>
                      <a:pt x="6926" y="313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8" name="Google Shape;1348;p29"/>
              <p:cNvSpPr/>
              <p:nvPr/>
            </p:nvSpPr>
            <p:spPr>
              <a:xfrm>
                <a:off x="2758450" y="3976025"/>
                <a:ext cx="1735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2" extrusionOk="0">
                    <a:moveTo>
                      <a:pt x="313" y="0"/>
                    </a:moveTo>
                    <a:lnTo>
                      <a:pt x="247" y="33"/>
                    </a:lnTo>
                    <a:lnTo>
                      <a:pt x="165" y="66"/>
                    </a:lnTo>
                    <a:lnTo>
                      <a:pt x="115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0" y="313"/>
                    </a:lnTo>
                    <a:lnTo>
                      <a:pt x="0" y="396"/>
                    </a:lnTo>
                    <a:lnTo>
                      <a:pt x="0" y="6529"/>
                    </a:lnTo>
                    <a:lnTo>
                      <a:pt x="0" y="6612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5" y="6826"/>
                    </a:lnTo>
                    <a:lnTo>
                      <a:pt x="165" y="6876"/>
                    </a:lnTo>
                    <a:lnTo>
                      <a:pt x="247" y="6909"/>
                    </a:lnTo>
                    <a:lnTo>
                      <a:pt x="313" y="6925"/>
                    </a:lnTo>
                    <a:lnTo>
                      <a:pt x="396" y="6942"/>
                    </a:lnTo>
                    <a:lnTo>
                      <a:pt x="6529" y="6942"/>
                    </a:lnTo>
                    <a:lnTo>
                      <a:pt x="6612" y="6925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10" y="6826"/>
                    </a:lnTo>
                    <a:lnTo>
                      <a:pt x="6859" y="6760"/>
                    </a:lnTo>
                    <a:lnTo>
                      <a:pt x="6909" y="6694"/>
                    </a:lnTo>
                    <a:lnTo>
                      <a:pt x="6925" y="6612"/>
                    </a:lnTo>
                    <a:lnTo>
                      <a:pt x="6942" y="6529"/>
                    </a:lnTo>
                    <a:lnTo>
                      <a:pt x="6942" y="396"/>
                    </a:lnTo>
                    <a:lnTo>
                      <a:pt x="6925" y="313"/>
                    </a:lnTo>
                    <a:lnTo>
                      <a:pt x="6909" y="247"/>
                    </a:lnTo>
                    <a:lnTo>
                      <a:pt x="6859" y="181"/>
                    </a:lnTo>
                    <a:lnTo>
                      <a:pt x="6810" y="115"/>
                    </a:lnTo>
                    <a:lnTo>
                      <a:pt x="6760" y="66"/>
                    </a:lnTo>
                    <a:lnTo>
                      <a:pt x="6694" y="33"/>
                    </a:lnTo>
                    <a:lnTo>
                      <a:pt x="66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9" name="Google Shape;1349;p29"/>
              <p:cNvSpPr/>
              <p:nvPr/>
            </p:nvSpPr>
            <p:spPr>
              <a:xfrm>
                <a:off x="2969475" y="3976025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331" y="0"/>
                    </a:move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7" y="313"/>
                    </a:lnTo>
                    <a:lnTo>
                      <a:pt x="1" y="396"/>
                    </a:lnTo>
                    <a:lnTo>
                      <a:pt x="1" y="6529"/>
                    </a:lnTo>
                    <a:lnTo>
                      <a:pt x="17" y="6612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1" y="6925"/>
                    </a:lnTo>
                    <a:lnTo>
                      <a:pt x="413" y="6942"/>
                    </a:lnTo>
                    <a:lnTo>
                      <a:pt x="6547" y="6942"/>
                    </a:lnTo>
                    <a:lnTo>
                      <a:pt x="6629" y="6925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6"/>
                    </a:lnTo>
                    <a:lnTo>
                      <a:pt x="6877" y="6760"/>
                    </a:lnTo>
                    <a:lnTo>
                      <a:pt x="6910" y="6694"/>
                    </a:lnTo>
                    <a:lnTo>
                      <a:pt x="6943" y="6612"/>
                    </a:lnTo>
                    <a:lnTo>
                      <a:pt x="6943" y="6529"/>
                    </a:lnTo>
                    <a:lnTo>
                      <a:pt x="6943" y="396"/>
                    </a:lnTo>
                    <a:lnTo>
                      <a:pt x="6943" y="313"/>
                    </a:lnTo>
                    <a:lnTo>
                      <a:pt x="6910" y="247"/>
                    </a:lnTo>
                    <a:lnTo>
                      <a:pt x="6877" y="181"/>
                    </a:lnTo>
                    <a:lnTo>
                      <a:pt x="6827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0" name="Google Shape;1350;p29"/>
              <p:cNvSpPr/>
              <p:nvPr/>
            </p:nvSpPr>
            <p:spPr>
              <a:xfrm>
                <a:off x="3180950" y="3976025"/>
                <a:ext cx="1735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2" extrusionOk="0">
                    <a:moveTo>
                      <a:pt x="314" y="0"/>
                    </a:move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0" y="313"/>
                    </a:lnTo>
                    <a:lnTo>
                      <a:pt x="0" y="396"/>
                    </a:lnTo>
                    <a:lnTo>
                      <a:pt x="0" y="6529"/>
                    </a:lnTo>
                    <a:lnTo>
                      <a:pt x="0" y="6612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25"/>
                    </a:lnTo>
                    <a:lnTo>
                      <a:pt x="396" y="6942"/>
                    </a:lnTo>
                    <a:lnTo>
                      <a:pt x="6530" y="6942"/>
                    </a:lnTo>
                    <a:lnTo>
                      <a:pt x="6612" y="6925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26" y="6612"/>
                    </a:lnTo>
                    <a:lnTo>
                      <a:pt x="6942" y="6529"/>
                    </a:lnTo>
                    <a:lnTo>
                      <a:pt x="6942" y="396"/>
                    </a:lnTo>
                    <a:lnTo>
                      <a:pt x="6926" y="313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1" name="Google Shape;1351;p29"/>
              <p:cNvSpPr/>
              <p:nvPr/>
            </p:nvSpPr>
            <p:spPr>
              <a:xfrm>
                <a:off x="3392000" y="3976025"/>
                <a:ext cx="1735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2" extrusionOk="0">
                    <a:moveTo>
                      <a:pt x="330" y="0"/>
                    </a:moveTo>
                    <a:lnTo>
                      <a:pt x="248" y="33"/>
                    </a:lnTo>
                    <a:lnTo>
                      <a:pt x="182" y="66"/>
                    </a:lnTo>
                    <a:lnTo>
                      <a:pt x="132" y="115"/>
                    </a:lnTo>
                    <a:lnTo>
                      <a:pt x="83" y="181"/>
                    </a:lnTo>
                    <a:lnTo>
                      <a:pt x="33" y="247"/>
                    </a:lnTo>
                    <a:lnTo>
                      <a:pt x="17" y="313"/>
                    </a:lnTo>
                    <a:lnTo>
                      <a:pt x="0" y="396"/>
                    </a:lnTo>
                    <a:lnTo>
                      <a:pt x="0" y="6529"/>
                    </a:lnTo>
                    <a:lnTo>
                      <a:pt x="17" y="6612"/>
                    </a:lnTo>
                    <a:lnTo>
                      <a:pt x="33" y="6694"/>
                    </a:lnTo>
                    <a:lnTo>
                      <a:pt x="83" y="6760"/>
                    </a:lnTo>
                    <a:lnTo>
                      <a:pt x="132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25"/>
                    </a:lnTo>
                    <a:lnTo>
                      <a:pt x="413" y="6942"/>
                    </a:lnTo>
                    <a:lnTo>
                      <a:pt x="6546" y="6942"/>
                    </a:lnTo>
                    <a:lnTo>
                      <a:pt x="6629" y="6925"/>
                    </a:lnTo>
                    <a:lnTo>
                      <a:pt x="6695" y="6909"/>
                    </a:lnTo>
                    <a:lnTo>
                      <a:pt x="6777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42" y="6612"/>
                    </a:lnTo>
                    <a:lnTo>
                      <a:pt x="6942" y="6529"/>
                    </a:lnTo>
                    <a:lnTo>
                      <a:pt x="6942" y="396"/>
                    </a:lnTo>
                    <a:lnTo>
                      <a:pt x="6942" y="313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77" y="66"/>
                    </a:lnTo>
                    <a:lnTo>
                      <a:pt x="6695" y="33"/>
                    </a:lnTo>
                    <a:lnTo>
                      <a:pt x="66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2" name="Google Shape;1352;p29"/>
              <p:cNvSpPr/>
              <p:nvPr/>
            </p:nvSpPr>
            <p:spPr>
              <a:xfrm>
                <a:off x="3603450" y="3976025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314" y="0"/>
                    </a:move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7" y="313"/>
                    </a:lnTo>
                    <a:lnTo>
                      <a:pt x="1" y="396"/>
                    </a:lnTo>
                    <a:lnTo>
                      <a:pt x="1" y="6529"/>
                    </a:lnTo>
                    <a:lnTo>
                      <a:pt x="17" y="6612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25"/>
                    </a:lnTo>
                    <a:lnTo>
                      <a:pt x="397" y="6942"/>
                    </a:lnTo>
                    <a:lnTo>
                      <a:pt x="6530" y="6942"/>
                    </a:lnTo>
                    <a:lnTo>
                      <a:pt x="6613" y="6925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26" y="6612"/>
                    </a:lnTo>
                    <a:lnTo>
                      <a:pt x="6942" y="6529"/>
                    </a:lnTo>
                    <a:lnTo>
                      <a:pt x="6942" y="396"/>
                    </a:lnTo>
                    <a:lnTo>
                      <a:pt x="6926" y="313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3" name="Google Shape;1353;p29"/>
              <p:cNvSpPr/>
              <p:nvPr/>
            </p:nvSpPr>
            <p:spPr>
              <a:xfrm>
                <a:off x="3814500" y="3976025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331" y="0"/>
                    </a:moveTo>
                    <a:lnTo>
                      <a:pt x="248" y="33"/>
                    </a:lnTo>
                    <a:lnTo>
                      <a:pt x="182" y="66"/>
                    </a:lnTo>
                    <a:lnTo>
                      <a:pt x="133" y="115"/>
                    </a:lnTo>
                    <a:lnTo>
                      <a:pt x="83" y="181"/>
                    </a:lnTo>
                    <a:lnTo>
                      <a:pt x="34" y="247"/>
                    </a:lnTo>
                    <a:lnTo>
                      <a:pt x="17" y="313"/>
                    </a:lnTo>
                    <a:lnTo>
                      <a:pt x="1" y="396"/>
                    </a:lnTo>
                    <a:lnTo>
                      <a:pt x="1" y="6529"/>
                    </a:lnTo>
                    <a:lnTo>
                      <a:pt x="17" y="6612"/>
                    </a:lnTo>
                    <a:lnTo>
                      <a:pt x="34" y="6694"/>
                    </a:lnTo>
                    <a:lnTo>
                      <a:pt x="83" y="6760"/>
                    </a:lnTo>
                    <a:lnTo>
                      <a:pt x="133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1" y="6925"/>
                    </a:lnTo>
                    <a:lnTo>
                      <a:pt x="413" y="6942"/>
                    </a:lnTo>
                    <a:lnTo>
                      <a:pt x="6547" y="6942"/>
                    </a:lnTo>
                    <a:lnTo>
                      <a:pt x="6629" y="6925"/>
                    </a:lnTo>
                    <a:lnTo>
                      <a:pt x="6712" y="6909"/>
                    </a:lnTo>
                    <a:lnTo>
                      <a:pt x="6778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26" y="6694"/>
                    </a:lnTo>
                    <a:lnTo>
                      <a:pt x="6942" y="6612"/>
                    </a:lnTo>
                    <a:lnTo>
                      <a:pt x="6942" y="6529"/>
                    </a:lnTo>
                    <a:lnTo>
                      <a:pt x="6942" y="396"/>
                    </a:lnTo>
                    <a:lnTo>
                      <a:pt x="6942" y="313"/>
                    </a:lnTo>
                    <a:lnTo>
                      <a:pt x="6926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78" y="66"/>
                    </a:lnTo>
                    <a:lnTo>
                      <a:pt x="6712" y="33"/>
                    </a:lnTo>
                    <a:lnTo>
                      <a:pt x="66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4" name="Google Shape;1354;p29"/>
              <p:cNvSpPr/>
              <p:nvPr/>
            </p:nvSpPr>
            <p:spPr>
              <a:xfrm>
                <a:off x="4025975" y="3976025"/>
                <a:ext cx="1735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2" extrusionOk="0">
                    <a:moveTo>
                      <a:pt x="330" y="0"/>
                    </a:move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17" y="313"/>
                    </a:lnTo>
                    <a:lnTo>
                      <a:pt x="0" y="396"/>
                    </a:lnTo>
                    <a:lnTo>
                      <a:pt x="0" y="6529"/>
                    </a:lnTo>
                    <a:lnTo>
                      <a:pt x="17" y="6612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25"/>
                    </a:lnTo>
                    <a:lnTo>
                      <a:pt x="396" y="6942"/>
                    </a:lnTo>
                    <a:lnTo>
                      <a:pt x="6546" y="6942"/>
                    </a:lnTo>
                    <a:lnTo>
                      <a:pt x="6629" y="6925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6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25" y="6612"/>
                    </a:lnTo>
                    <a:lnTo>
                      <a:pt x="6942" y="6529"/>
                    </a:lnTo>
                    <a:lnTo>
                      <a:pt x="6942" y="396"/>
                    </a:lnTo>
                    <a:lnTo>
                      <a:pt x="6925" y="313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6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5" name="Google Shape;1355;p29"/>
              <p:cNvSpPr/>
              <p:nvPr/>
            </p:nvSpPr>
            <p:spPr>
              <a:xfrm>
                <a:off x="4237425" y="3976025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314" y="0"/>
                    </a:moveTo>
                    <a:lnTo>
                      <a:pt x="248" y="33"/>
                    </a:lnTo>
                    <a:lnTo>
                      <a:pt x="166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" y="313"/>
                    </a:lnTo>
                    <a:lnTo>
                      <a:pt x="1" y="396"/>
                    </a:lnTo>
                    <a:lnTo>
                      <a:pt x="1" y="6529"/>
                    </a:lnTo>
                    <a:lnTo>
                      <a:pt x="1" y="6612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66" y="6876"/>
                    </a:lnTo>
                    <a:lnTo>
                      <a:pt x="248" y="6909"/>
                    </a:lnTo>
                    <a:lnTo>
                      <a:pt x="314" y="6925"/>
                    </a:lnTo>
                    <a:lnTo>
                      <a:pt x="397" y="6942"/>
                    </a:lnTo>
                    <a:lnTo>
                      <a:pt x="6530" y="6942"/>
                    </a:lnTo>
                    <a:lnTo>
                      <a:pt x="6613" y="6925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6"/>
                    </a:lnTo>
                    <a:lnTo>
                      <a:pt x="6860" y="6760"/>
                    </a:lnTo>
                    <a:lnTo>
                      <a:pt x="6909" y="6694"/>
                    </a:lnTo>
                    <a:lnTo>
                      <a:pt x="6926" y="6612"/>
                    </a:lnTo>
                    <a:lnTo>
                      <a:pt x="6942" y="6529"/>
                    </a:lnTo>
                    <a:lnTo>
                      <a:pt x="6942" y="396"/>
                    </a:lnTo>
                    <a:lnTo>
                      <a:pt x="6926" y="313"/>
                    </a:lnTo>
                    <a:lnTo>
                      <a:pt x="6909" y="247"/>
                    </a:lnTo>
                    <a:lnTo>
                      <a:pt x="6860" y="181"/>
                    </a:lnTo>
                    <a:lnTo>
                      <a:pt x="6810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6" name="Google Shape;1356;p29"/>
              <p:cNvSpPr/>
              <p:nvPr/>
            </p:nvSpPr>
            <p:spPr>
              <a:xfrm>
                <a:off x="4448475" y="3976025"/>
                <a:ext cx="43820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17528" h="6942" extrusionOk="0">
                    <a:moveTo>
                      <a:pt x="331" y="0"/>
                    </a:move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7" y="313"/>
                    </a:lnTo>
                    <a:lnTo>
                      <a:pt x="1" y="396"/>
                    </a:lnTo>
                    <a:lnTo>
                      <a:pt x="1" y="6529"/>
                    </a:lnTo>
                    <a:lnTo>
                      <a:pt x="17" y="6612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1" y="6925"/>
                    </a:lnTo>
                    <a:lnTo>
                      <a:pt x="413" y="6942"/>
                    </a:lnTo>
                    <a:lnTo>
                      <a:pt x="17132" y="6942"/>
                    </a:lnTo>
                    <a:lnTo>
                      <a:pt x="17215" y="6925"/>
                    </a:lnTo>
                    <a:lnTo>
                      <a:pt x="17280" y="6909"/>
                    </a:lnTo>
                    <a:lnTo>
                      <a:pt x="17346" y="6876"/>
                    </a:lnTo>
                    <a:lnTo>
                      <a:pt x="17412" y="6826"/>
                    </a:lnTo>
                    <a:lnTo>
                      <a:pt x="17462" y="6760"/>
                    </a:lnTo>
                    <a:lnTo>
                      <a:pt x="17495" y="6694"/>
                    </a:lnTo>
                    <a:lnTo>
                      <a:pt x="17528" y="6612"/>
                    </a:lnTo>
                    <a:lnTo>
                      <a:pt x="17528" y="6529"/>
                    </a:lnTo>
                    <a:lnTo>
                      <a:pt x="17528" y="396"/>
                    </a:lnTo>
                    <a:lnTo>
                      <a:pt x="17528" y="313"/>
                    </a:lnTo>
                    <a:lnTo>
                      <a:pt x="17495" y="247"/>
                    </a:lnTo>
                    <a:lnTo>
                      <a:pt x="17462" y="181"/>
                    </a:lnTo>
                    <a:lnTo>
                      <a:pt x="17412" y="115"/>
                    </a:lnTo>
                    <a:lnTo>
                      <a:pt x="17346" y="66"/>
                    </a:lnTo>
                    <a:lnTo>
                      <a:pt x="17280" y="33"/>
                    </a:lnTo>
                    <a:lnTo>
                      <a:pt x="172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7" name="Google Shape;1357;p29"/>
              <p:cNvSpPr/>
              <p:nvPr/>
            </p:nvSpPr>
            <p:spPr>
              <a:xfrm>
                <a:off x="2439400" y="3764550"/>
                <a:ext cx="1731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3" extrusionOk="0">
                    <a:moveTo>
                      <a:pt x="396" y="1"/>
                    </a:moveTo>
                    <a:lnTo>
                      <a:pt x="313" y="17"/>
                    </a:lnTo>
                    <a:lnTo>
                      <a:pt x="231" y="34"/>
                    </a:lnTo>
                    <a:lnTo>
                      <a:pt x="165" y="83"/>
                    </a:lnTo>
                    <a:lnTo>
                      <a:pt x="116" y="132"/>
                    </a:lnTo>
                    <a:lnTo>
                      <a:pt x="66" y="182"/>
                    </a:lnTo>
                    <a:lnTo>
                      <a:pt x="17" y="248"/>
                    </a:lnTo>
                    <a:lnTo>
                      <a:pt x="0" y="330"/>
                    </a:lnTo>
                    <a:lnTo>
                      <a:pt x="0" y="413"/>
                    </a:lnTo>
                    <a:lnTo>
                      <a:pt x="0" y="6546"/>
                    </a:lnTo>
                    <a:lnTo>
                      <a:pt x="0" y="6629"/>
                    </a:lnTo>
                    <a:lnTo>
                      <a:pt x="17" y="6695"/>
                    </a:lnTo>
                    <a:lnTo>
                      <a:pt x="66" y="6777"/>
                    </a:lnTo>
                    <a:lnTo>
                      <a:pt x="116" y="6827"/>
                    </a:lnTo>
                    <a:lnTo>
                      <a:pt x="165" y="6876"/>
                    </a:lnTo>
                    <a:lnTo>
                      <a:pt x="231" y="6909"/>
                    </a:lnTo>
                    <a:lnTo>
                      <a:pt x="313" y="6942"/>
                    </a:lnTo>
                    <a:lnTo>
                      <a:pt x="6612" y="6942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10" y="6827"/>
                    </a:lnTo>
                    <a:lnTo>
                      <a:pt x="6859" y="6777"/>
                    </a:lnTo>
                    <a:lnTo>
                      <a:pt x="6892" y="6695"/>
                    </a:lnTo>
                    <a:lnTo>
                      <a:pt x="6925" y="6629"/>
                    </a:lnTo>
                    <a:lnTo>
                      <a:pt x="6925" y="6546"/>
                    </a:lnTo>
                    <a:lnTo>
                      <a:pt x="6925" y="413"/>
                    </a:lnTo>
                    <a:lnTo>
                      <a:pt x="6925" y="330"/>
                    </a:lnTo>
                    <a:lnTo>
                      <a:pt x="6892" y="248"/>
                    </a:lnTo>
                    <a:lnTo>
                      <a:pt x="6859" y="182"/>
                    </a:lnTo>
                    <a:lnTo>
                      <a:pt x="6810" y="132"/>
                    </a:lnTo>
                    <a:lnTo>
                      <a:pt x="6760" y="83"/>
                    </a:lnTo>
                    <a:lnTo>
                      <a:pt x="6694" y="34"/>
                    </a:lnTo>
                    <a:lnTo>
                      <a:pt x="6612" y="17"/>
                    </a:lnTo>
                    <a:lnTo>
                      <a:pt x="65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8" name="Google Shape;1358;p29"/>
              <p:cNvSpPr/>
              <p:nvPr/>
            </p:nvSpPr>
            <p:spPr>
              <a:xfrm>
                <a:off x="2650450" y="376455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396" y="1"/>
                    </a:moveTo>
                    <a:lnTo>
                      <a:pt x="313" y="17"/>
                    </a:lnTo>
                    <a:lnTo>
                      <a:pt x="247" y="34"/>
                    </a:lnTo>
                    <a:lnTo>
                      <a:pt x="181" y="83"/>
                    </a:lnTo>
                    <a:lnTo>
                      <a:pt x="116" y="132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17" y="330"/>
                    </a:lnTo>
                    <a:lnTo>
                      <a:pt x="0" y="413"/>
                    </a:lnTo>
                    <a:lnTo>
                      <a:pt x="0" y="6546"/>
                    </a:lnTo>
                    <a:lnTo>
                      <a:pt x="17" y="6629"/>
                    </a:lnTo>
                    <a:lnTo>
                      <a:pt x="33" y="6695"/>
                    </a:lnTo>
                    <a:lnTo>
                      <a:pt x="66" y="6777"/>
                    </a:lnTo>
                    <a:lnTo>
                      <a:pt x="116" y="6827"/>
                    </a:lnTo>
                    <a:lnTo>
                      <a:pt x="181" y="6876"/>
                    </a:lnTo>
                    <a:lnTo>
                      <a:pt x="247" y="6909"/>
                    </a:lnTo>
                    <a:lnTo>
                      <a:pt x="313" y="6942"/>
                    </a:lnTo>
                    <a:lnTo>
                      <a:pt x="6612" y="6942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26" y="6827"/>
                    </a:lnTo>
                    <a:lnTo>
                      <a:pt x="6876" y="6777"/>
                    </a:lnTo>
                    <a:lnTo>
                      <a:pt x="6909" y="6695"/>
                    </a:lnTo>
                    <a:lnTo>
                      <a:pt x="6925" y="6629"/>
                    </a:lnTo>
                    <a:lnTo>
                      <a:pt x="6942" y="6546"/>
                    </a:lnTo>
                    <a:lnTo>
                      <a:pt x="6942" y="413"/>
                    </a:lnTo>
                    <a:lnTo>
                      <a:pt x="6925" y="330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6" y="132"/>
                    </a:lnTo>
                    <a:lnTo>
                      <a:pt x="6760" y="83"/>
                    </a:lnTo>
                    <a:lnTo>
                      <a:pt x="6694" y="34"/>
                    </a:lnTo>
                    <a:lnTo>
                      <a:pt x="6612" y="17"/>
                    </a:lnTo>
                    <a:lnTo>
                      <a:pt x="65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9" name="Google Shape;1359;p29"/>
              <p:cNvSpPr/>
              <p:nvPr/>
            </p:nvSpPr>
            <p:spPr>
              <a:xfrm>
                <a:off x="2861900" y="3764550"/>
                <a:ext cx="1731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3" extrusionOk="0">
                    <a:moveTo>
                      <a:pt x="396" y="1"/>
                    </a:moveTo>
                    <a:lnTo>
                      <a:pt x="314" y="17"/>
                    </a:lnTo>
                    <a:lnTo>
                      <a:pt x="231" y="34"/>
                    </a:lnTo>
                    <a:lnTo>
                      <a:pt x="165" y="83"/>
                    </a:lnTo>
                    <a:lnTo>
                      <a:pt x="116" y="132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" y="330"/>
                    </a:lnTo>
                    <a:lnTo>
                      <a:pt x="1" y="413"/>
                    </a:lnTo>
                    <a:lnTo>
                      <a:pt x="1" y="6546"/>
                    </a:lnTo>
                    <a:lnTo>
                      <a:pt x="1" y="6629"/>
                    </a:lnTo>
                    <a:lnTo>
                      <a:pt x="34" y="6695"/>
                    </a:lnTo>
                    <a:lnTo>
                      <a:pt x="67" y="6777"/>
                    </a:lnTo>
                    <a:lnTo>
                      <a:pt x="116" y="6827"/>
                    </a:lnTo>
                    <a:lnTo>
                      <a:pt x="165" y="6876"/>
                    </a:lnTo>
                    <a:lnTo>
                      <a:pt x="231" y="6909"/>
                    </a:lnTo>
                    <a:lnTo>
                      <a:pt x="314" y="6942"/>
                    </a:lnTo>
                    <a:lnTo>
                      <a:pt x="6612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7"/>
                    </a:lnTo>
                    <a:lnTo>
                      <a:pt x="6860" y="6777"/>
                    </a:lnTo>
                    <a:lnTo>
                      <a:pt x="6893" y="6695"/>
                    </a:lnTo>
                    <a:lnTo>
                      <a:pt x="6926" y="6629"/>
                    </a:lnTo>
                    <a:lnTo>
                      <a:pt x="6926" y="6546"/>
                    </a:lnTo>
                    <a:lnTo>
                      <a:pt x="6926" y="413"/>
                    </a:lnTo>
                    <a:lnTo>
                      <a:pt x="6926" y="330"/>
                    </a:lnTo>
                    <a:lnTo>
                      <a:pt x="6893" y="248"/>
                    </a:lnTo>
                    <a:lnTo>
                      <a:pt x="6860" y="182"/>
                    </a:lnTo>
                    <a:lnTo>
                      <a:pt x="6810" y="132"/>
                    </a:lnTo>
                    <a:lnTo>
                      <a:pt x="6761" y="83"/>
                    </a:lnTo>
                    <a:lnTo>
                      <a:pt x="6695" y="34"/>
                    </a:lnTo>
                    <a:lnTo>
                      <a:pt x="6612" y="17"/>
                    </a:lnTo>
                    <a:lnTo>
                      <a:pt x="65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0" name="Google Shape;1360;p29"/>
              <p:cNvSpPr/>
              <p:nvPr/>
            </p:nvSpPr>
            <p:spPr>
              <a:xfrm>
                <a:off x="3072950" y="3764550"/>
                <a:ext cx="173575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3" extrusionOk="0">
                    <a:moveTo>
                      <a:pt x="396" y="1"/>
                    </a:moveTo>
                    <a:lnTo>
                      <a:pt x="330" y="17"/>
                    </a:lnTo>
                    <a:lnTo>
                      <a:pt x="248" y="34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66" y="182"/>
                    </a:lnTo>
                    <a:lnTo>
                      <a:pt x="34" y="248"/>
                    </a:lnTo>
                    <a:lnTo>
                      <a:pt x="17" y="330"/>
                    </a:lnTo>
                    <a:lnTo>
                      <a:pt x="1" y="413"/>
                    </a:lnTo>
                    <a:lnTo>
                      <a:pt x="1" y="6546"/>
                    </a:lnTo>
                    <a:lnTo>
                      <a:pt x="17" y="6629"/>
                    </a:lnTo>
                    <a:lnTo>
                      <a:pt x="34" y="6695"/>
                    </a:lnTo>
                    <a:lnTo>
                      <a:pt x="66" y="6777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42"/>
                    </a:lnTo>
                    <a:lnTo>
                      <a:pt x="6629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76" y="6777"/>
                    </a:lnTo>
                    <a:lnTo>
                      <a:pt x="6909" y="6695"/>
                    </a:lnTo>
                    <a:lnTo>
                      <a:pt x="6942" y="6629"/>
                    </a:lnTo>
                    <a:lnTo>
                      <a:pt x="6942" y="6546"/>
                    </a:lnTo>
                    <a:lnTo>
                      <a:pt x="6942" y="413"/>
                    </a:lnTo>
                    <a:lnTo>
                      <a:pt x="6942" y="330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7" y="132"/>
                    </a:lnTo>
                    <a:lnTo>
                      <a:pt x="6761" y="83"/>
                    </a:lnTo>
                    <a:lnTo>
                      <a:pt x="6695" y="34"/>
                    </a:lnTo>
                    <a:lnTo>
                      <a:pt x="6629" y="17"/>
                    </a:lnTo>
                    <a:lnTo>
                      <a:pt x="65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1" name="Google Shape;1361;p29"/>
              <p:cNvSpPr/>
              <p:nvPr/>
            </p:nvSpPr>
            <p:spPr>
              <a:xfrm>
                <a:off x="3284425" y="376455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396" y="1"/>
                    </a:moveTo>
                    <a:lnTo>
                      <a:pt x="313" y="17"/>
                    </a:lnTo>
                    <a:lnTo>
                      <a:pt x="247" y="34"/>
                    </a:lnTo>
                    <a:lnTo>
                      <a:pt x="181" y="83"/>
                    </a:lnTo>
                    <a:lnTo>
                      <a:pt x="115" y="132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0" y="330"/>
                    </a:lnTo>
                    <a:lnTo>
                      <a:pt x="0" y="413"/>
                    </a:lnTo>
                    <a:lnTo>
                      <a:pt x="0" y="6546"/>
                    </a:lnTo>
                    <a:lnTo>
                      <a:pt x="0" y="6629"/>
                    </a:lnTo>
                    <a:lnTo>
                      <a:pt x="33" y="6695"/>
                    </a:lnTo>
                    <a:lnTo>
                      <a:pt x="66" y="6777"/>
                    </a:lnTo>
                    <a:lnTo>
                      <a:pt x="115" y="6827"/>
                    </a:lnTo>
                    <a:lnTo>
                      <a:pt x="181" y="6876"/>
                    </a:lnTo>
                    <a:lnTo>
                      <a:pt x="247" y="6909"/>
                    </a:lnTo>
                    <a:lnTo>
                      <a:pt x="313" y="6942"/>
                    </a:lnTo>
                    <a:lnTo>
                      <a:pt x="6612" y="6942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10" y="6827"/>
                    </a:lnTo>
                    <a:lnTo>
                      <a:pt x="6859" y="6777"/>
                    </a:lnTo>
                    <a:lnTo>
                      <a:pt x="6909" y="6695"/>
                    </a:lnTo>
                    <a:lnTo>
                      <a:pt x="6925" y="6629"/>
                    </a:lnTo>
                    <a:lnTo>
                      <a:pt x="6942" y="6546"/>
                    </a:lnTo>
                    <a:lnTo>
                      <a:pt x="6942" y="413"/>
                    </a:lnTo>
                    <a:lnTo>
                      <a:pt x="6925" y="330"/>
                    </a:lnTo>
                    <a:lnTo>
                      <a:pt x="6909" y="248"/>
                    </a:lnTo>
                    <a:lnTo>
                      <a:pt x="6859" y="182"/>
                    </a:lnTo>
                    <a:lnTo>
                      <a:pt x="6810" y="132"/>
                    </a:lnTo>
                    <a:lnTo>
                      <a:pt x="6760" y="83"/>
                    </a:lnTo>
                    <a:lnTo>
                      <a:pt x="6694" y="34"/>
                    </a:lnTo>
                    <a:lnTo>
                      <a:pt x="6612" y="17"/>
                    </a:lnTo>
                    <a:lnTo>
                      <a:pt x="65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2" name="Google Shape;1362;p29"/>
              <p:cNvSpPr/>
              <p:nvPr/>
            </p:nvSpPr>
            <p:spPr>
              <a:xfrm>
                <a:off x="3495450" y="3764550"/>
                <a:ext cx="173575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3" extrusionOk="0">
                    <a:moveTo>
                      <a:pt x="413" y="1"/>
                    </a:moveTo>
                    <a:lnTo>
                      <a:pt x="331" y="17"/>
                    </a:lnTo>
                    <a:lnTo>
                      <a:pt x="248" y="34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83" y="182"/>
                    </a:lnTo>
                    <a:lnTo>
                      <a:pt x="34" y="248"/>
                    </a:lnTo>
                    <a:lnTo>
                      <a:pt x="17" y="330"/>
                    </a:lnTo>
                    <a:lnTo>
                      <a:pt x="1" y="413"/>
                    </a:lnTo>
                    <a:lnTo>
                      <a:pt x="1" y="6546"/>
                    </a:lnTo>
                    <a:lnTo>
                      <a:pt x="17" y="6629"/>
                    </a:lnTo>
                    <a:lnTo>
                      <a:pt x="34" y="6695"/>
                    </a:lnTo>
                    <a:lnTo>
                      <a:pt x="83" y="6777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1" y="6942"/>
                    </a:lnTo>
                    <a:lnTo>
                      <a:pt x="6629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77" y="6777"/>
                    </a:lnTo>
                    <a:lnTo>
                      <a:pt x="6910" y="6695"/>
                    </a:lnTo>
                    <a:lnTo>
                      <a:pt x="6943" y="6629"/>
                    </a:lnTo>
                    <a:lnTo>
                      <a:pt x="6943" y="6546"/>
                    </a:lnTo>
                    <a:lnTo>
                      <a:pt x="6943" y="413"/>
                    </a:lnTo>
                    <a:lnTo>
                      <a:pt x="6943" y="330"/>
                    </a:lnTo>
                    <a:lnTo>
                      <a:pt x="6910" y="248"/>
                    </a:lnTo>
                    <a:lnTo>
                      <a:pt x="6877" y="182"/>
                    </a:lnTo>
                    <a:lnTo>
                      <a:pt x="6827" y="132"/>
                    </a:lnTo>
                    <a:lnTo>
                      <a:pt x="6761" y="83"/>
                    </a:lnTo>
                    <a:lnTo>
                      <a:pt x="6695" y="34"/>
                    </a:lnTo>
                    <a:lnTo>
                      <a:pt x="6629" y="17"/>
                    </a:lnTo>
                    <a:lnTo>
                      <a:pt x="65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3" name="Google Shape;1363;p29"/>
              <p:cNvSpPr/>
              <p:nvPr/>
            </p:nvSpPr>
            <p:spPr>
              <a:xfrm>
                <a:off x="3706925" y="376455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396" y="1"/>
                    </a:moveTo>
                    <a:lnTo>
                      <a:pt x="314" y="17"/>
                    </a:lnTo>
                    <a:lnTo>
                      <a:pt x="248" y="34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0" y="330"/>
                    </a:lnTo>
                    <a:lnTo>
                      <a:pt x="0" y="413"/>
                    </a:lnTo>
                    <a:lnTo>
                      <a:pt x="0" y="6546"/>
                    </a:lnTo>
                    <a:lnTo>
                      <a:pt x="0" y="6629"/>
                    </a:lnTo>
                    <a:lnTo>
                      <a:pt x="33" y="6695"/>
                    </a:lnTo>
                    <a:lnTo>
                      <a:pt x="66" y="6777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6612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60" y="6777"/>
                    </a:lnTo>
                    <a:lnTo>
                      <a:pt x="6909" y="6695"/>
                    </a:lnTo>
                    <a:lnTo>
                      <a:pt x="6926" y="6629"/>
                    </a:lnTo>
                    <a:lnTo>
                      <a:pt x="6942" y="6546"/>
                    </a:lnTo>
                    <a:lnTo>
                      <a:pt x="6942" y="413"/>
                    </a:lnTo>
                    <a:lnTo>
                      <a:pt x="6926" y="330"/>
                    </a:lnTo>
                    <a:lnTo>
                      <a:pt x="6909" y="248"/>
                    </a:lnTo>
                    <a:lnTo>
                      <a:pt x="6860" y="182"/>
                    </a:lnTo>
                    <a:lnTo>
                      <a:pt x="6827" y="132"/>
                    </a:lnTo>
                    <a:lnTo>
                      <a:pt x="6761" y="83"/>
                    </a:lnTo>
                    <a:lnTo>
                      <a:pt x="6695" y="34"/>
                    </a:lnTo>
                    <a:lnTo>
                      <a:pt x="6612" y="17"/>
                    </a:lnTo>
                    <a:lnTo>
                      <a:pt x="65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4" name="Google Shape;1364;p29"/>
              <p:cNvSpPr/>
              <p:nvPr/>
            </p:nvSpPr>
            <p:spPr>
              <a:xfrm>
                <a:off x="3917975" y="376455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413" y="1"/>
                    </a:moveTo>
                    <a:lnTo>
                      <a:pt x="330" y="17"/>
                    </a:lnTo>
                    <a:lnTo>
                      <a:pt x="248" y="34"/>
                    </a:lnTo>
                    <a:lnTo>
                      <a:pt x="182" y="83"/>
                    </a:lnTo>
                    <a:lnTo>
                      <a:pt x="132" y="132"/>
                    </a:lnTo>
                    <a:lnTo>
                      <a:pt x="83" y="182"/>
                    </a:lnTo>
                    <a:lnTo>
                      <a:pt x="33" y="248"/>
                    </a:lnTo>
                    <a:lnTo>
                      <a:pt x="17" y="330"/>
                    </a:lnTo>
                    <a:lnTo>
                      <a:pt x="0" y="413"/>
                    </a:lnTo>
                    <a:lnTo>
                      <a:pt x="0" y="6546"/>
                    </a:lnTo>
                    <a:lnTo>
                      <a:pt x="17" y="6629"/>
                    </a:lnTo>
                    <a:lnTo>
                      <a:pt x="33" y="6695"/>
                    </a:lnTo>
                    <a:lnTo>
                      <a:pt x="83" y="6777"/>
                    </a:lnTo>
                    <a:lnTo>
                      <a:pt x="132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42"/>
                    </a:lnTo>
                    <a:lnTo>
                      <a:pt x="6629" y="6942"/>
                    </a:lnTo>
                    <a:lnTo>
                      <a:pt x="6695" y="6909"/>
                    </a:lnTo>
                    <a:lnTo>
                      <a:pt x="6777" y="6876"/>
                    </a:lnTo>
                    <a:lnTo>
                      <a:pt x="6827" y="6827"/>
                    </a:lnTo>
                    <a:lnTo>
                      <a:pt x="6876" y="6777"/>
                    </a:lnTo>
                    <a:lnTo>
                      <a:pt x="6909" y="6695"/>
                    </a:lnTo>
                    <a:lnTo>
                      <a:pt x="6942" y="6629"/>
                    </a:lnTo>
                    <a:lnTo>
                      <a:pt x="6942" y="6546"/>
                    </a:lnTo>
                    <a:lnTo>
                      <a:pt x="6942" y="413"/>
                    </a:lnTo>
                    <a:lnTo>
                      <a:pt x="6942" y="330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7" y="132"/>
                    </a:lnTo>
                    <a:lnTo>
                      <a:pt x="6777" y="83"/>
                    </a:lnTo>
                    <a:lnTo>
                      <a:pt x="6695" y="34"/>
                    </a:lnTo>
                    <a:lnTo>
                      <a:pt x="6629" y="17"/>
                    </a:lnTo>
                    <a:lnTo>
                      <a:pt x="65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5" name="Google Shape;1365;p29"/>
              <p:cNvSpPr/>
              <p:nvPr/>
            </p:nvSpPr>
            <p:spPr>
              <a:xfrm>
                <a:off x="4129425" y="3764550"/>
                <a:ext cx="173575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3" extrusionOk="0">
                    <a:moveTo>
                      <a:pt x="397" y="1"/>
                    </a:moveTo>
                    <a:lnTo>
                      <a:pt x="314" y="17"/>
                    </a:lnTo>
                    <a:lnTo>
                      <a:pt x="248" y="34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" y="330"/>
                    </a:lnTo>
                    <a:lnTo>
                      <a:pt x="1" y="413"/>
                    </a:lnTo>
                    <a:lnTo>
                      <a:pt x="1" y="6546"/>
                    </a:lnTo>
                    <a:lnTo>
                      <a:pt x="1" y="6629"/>
                    </a:lnTo>
                    <a:lnTo>
                      <a:pt x="34" y="6695"/>
                    </a:lnTo>
                    <a:lnTo>
                      <a:pt x="67" y="6777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6613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76" y="6777"/>
                    </a:lnTo>
                    <a:lnTo>
                      <a:pt x="6909" y="6695"/>
                    </a:lnTo>
                    <a:lnTo>
                      <a:pt x="6926" y="6629"/>
                    </a:lnTo>
                    <a:lnTo>
                      <a:pt x="6942" y="6546"/>
                    </a:lnTo>
                    <a:lnTo>
                      <a:pt x="6942" y="413"/>
                    </a:lnTo>
                    <a:lnTo>
                      <a:pt x="6926" y="330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7" y="132"/>
                    </a:lnTo>
                    <a:lnTo>
                      <a:pt x="6761" y="83"/>
                    </a:lnTo>
                    <a:lnTo>
                      <a:pt x="6695" y="34"/>
                    </a:lnTo>
                    <a:lnTo>
                      <a:pt x="6613" y="17"/>
                    </a:lnTo>
                    <a:lnTo>
                      <a:pt x="65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6" name="Google Shape;1366;p29"/>
              <p:cNvSpPr/>
              <p:nvPr/>
            </p:nvSpPr>
            <p:spPr>
              <a:xfrm>
                <a:off x="4340900" y="3764550"/>
                <a:ext cx="1731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3" extrusionOk="0">
                    <a:moveTo>
                      <a:pt x="396" y="1"/>
                    </a:moveTo>
                    <a:lnTo>
                      <a:pt x="314" y="17"/>
                    </a:lnTo>
                    <a:lnTo>
                      <a:pt x="231" y="34"/>
                    </a:lnTo>
                    <a:lnTo>
                      <a:pt x="165" y="83"/>
                    </a:lnTo>
                    <a:lnTo>
                      <a:pt x="116" y="132"/>
                    </a:lnTo>
                    <a:lnTo>
                      <a:pt x="66" y="182"/>
                    </a:lnTo>
                    <a:lnTo>
                      <a:pt x="17" y="248"/>
                    </a:lnTo>
                    <a:lnTo>
                      <a:pt x="0" y="330"/>
                    </a:lnTo>
                    <a:lnTo>
                      <a:pt x="0" y="413"/>
                    </a:lnTo>
                    <a:lnTo>
                      <a:pt x="0" y="6546"/>
                    </a:lnTo>
                    <a:lnTo>
                      <a:pt x="0" y="6629"/>
                    </a:lnTo>
                    <a:lnTo>
                      <a:pt x="17" y="6695"/>
                    </a:lnTo>
                    <a:lnTo>
                      <a:pt x="66" y="6777"/>
                    </a:lnTo>
                    <a:lnTo>
                      <a:pt x="116" y="6827"/>
                    </a:lnTo>
                    <a:lnTo>
                      <a:pt x="165" y="6876"/>
                    </a:lnTo>
                    <a:lnTo>
                      <a:pt x="231" y="6909"/>
                    </a:lnTo>
                    <a:lnTo>
                      <a:pt x="314" y="6942"/>
                    </a:lnTo>
                    <a:lnTo>
                      <a:pt x="6612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7"/>
                    </a:lnTo>
                    <a:lnTo>
                      <a:pt x="6859" y="6777"/>
                    </a:lnTo>
                    <a:lnTo>
                      <a:pt x="6892" y="6695"/>
                    </a:lnTo>
                    <a:lnTo>
                      <a:pt x="6925" y="6629"/>
                    </a:lnTo>
                    <a:lnTo>
                      <a:pt x="6925" y="6546"/>
                    </a:lnTo>
                    <a:lnTo>
                      <a:pt x="6925" y="413"/>
                    </a:lnTo>
                    <a:lnTo>
                      <a:pt x="6925" y="330"/>
                    </a:lnTo>
                    <a:lnTo>
                      <a:pt x="6892" y="248"/>
                    </a:lnTo>
                    <a:lnTo>
                      <a:pt x="6859" y="182"/>
                    </a:lnTo>
                    <a:lnTo>
                      <a:pt x="6810" y="132"/>
                    </a:lnTo>
                    <a:lnTo>
                      <a:pt x="6761" y="83"/>
                    </a:lnTo>
                    <a:lnTo>
                      <a:pt x="6695" y="34"/>
                    </a:lnTo>
                    <a:lnTo>
                      <a:pt x="6612" y="17"/>
                    </a:lnTo>
                    <a:lnTo>
                      <a:pt x="65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7" name="Google Shape;1367;p29"/>
              <p:cNvSpPr/>
              <p:nvPr/>
            </p:nvSpPr>
            <p:spPr>
              <a:xfrm>
                <a:off x="4551950" y="376455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396" y="1"/>
                    </a:moveTo>
                    <a:lnTo>
                      <a:pt x="314" y="17"/>
                    </a:lnTo>
                    <a:lnTo>
                      <a:pt x="248" y="34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17" y="330"/>
                    </a:lnTo>
                    <a:lnTo>
                      <a:pt x="0" y="413"/>
                    </a:lnTo>
                    <a:lnTo>
                      <a:pt x="0" y="6546"/>
                    </a:lnTo>
                    <a:lnTo>
                      <a:pt x="17" y="6629"/>
                    </a:lnTo>
                    <a:lnTo>
                      <a:pt x="33" y="6695"/>
                    </a:lnTo>
                    <a:lnTo>
                      <a:pt x="66" y="6777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6629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6" y="6827"/>
                    </a:lnTo>
                    <a:lnTo>
                      <a:pt x="6876" y="6777"/>
                    </a:lnTo>
                    <a:lnTo>
                      <a:pt x="6909" y="6695"/>
                    </a:lnTo>
                    <a:lnTo>
                      <a:pt x="6925" y="6629"/>
                    </a:lnTo>
                    <a:lnTo>
                      <a:pt x="6942" y="6546"/>
                    </a:lnTo>
                    <a:lnTo>
                      <a:pt x="6942" y="413"/>
                    </a:lnTo>
                    <a:lnTo>
                      <a:pt x="6925" y="330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6" y="132"/>
                    </a:lnTo>
                    <a:lnTo>
                      <a:pt x="6761" y="83"/>
                    </a:lnTo>
                    <a:lnTo>
                      <a:pt x="6695" y="34"/>
                    </a:lnTo>
                    <a:lnTo>
                      <a:pt x="6629" y="17"/>
                    </a:lnTo>
                    <a:lnTo>
                      <a:pt x="65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8" name="Google Shape;1368;p29"/>
              <p:cNvSpPr/>
              <p:nvPr/>
            </p:nvSpPr>
            <p:spPr>
              <a:xfrm>
                <a:off x="2389100" y="3553500"/>
                <a:ext cx="173575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3" extrusionOk="0">
                    <a:moveTo>
                      <a:pt x="314" y="1"/>
                    </a:moveTo>
                    <a:lnTo>
                      <a:pt x="248" y="34"/>
                    </a:lnTo>
                    <a:lnTo>
                      <a:pt x="182" y="66"/>
                    </a:lnTo>
                    <a:lnTo>
                      <a:pt x="116" y="116"/>
                    </a:lnTo>
                    <a:lnTo>
                      <a:pt x="66" y="182"/>
                    </a:lnTo>
                    <a:lnTo>
                      <a:pt x="34" y="248"/>
                    </a:lnTo>
                    <a:lnTo>
                      <a:pt x="17" y="314"/>
                    </a:lnTo>
                    <a:lnTo>
                      <a:pt x="1" y="396"/>
                    </a:lnTo>
                    <a:lnTo>
                      <a:pt x="1" y="6530"/>
                    </a:lnTo>
                    <a:lnTo>
                      <a:pt x="17" y="6612"/>
                    </a:lnTo>
                    <a:lnTo>
                      <a:pt x="34" y="6695"/>
                    </a:lnTo>
                    <a:lnTo>
                      <a:pt x="66" y="6761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26"/>
                    </a:lnTo>
                    <a:lnTo>
                      <a:pt x="396" y="6942"/>
                    </a:lnTo>
                    <a:lnTo>
                      <a:pt x="6546" y="6942"/>
                    </a:lnTo>
                    <a:lnTo>
                      <a:pt x="6629" y="6926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76" y="6761"/>
                    </a:lnTo>
                    <a:lnTo>
                      <a:pt x="6909" y="6695"/>
                    </a:lnTo>
                    <a:lnTo>
                      <a:pt x="6926" y="6612"/>
                    </a:lnTo>
                    <a:lnTo>
                      <a:pt x="6942" y="6530"/>
                    </a:lnTo>
                    <a:lnTo>
                      <a:pt x="6942" y="396"/>
                    </a:lnTo>
                    <a:lnTo>
                      <a:pt x="6926" y="314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7" y="116"/>
                    </a:lnTo>
                    <a:lnTo>
                      <a:pt x="6761" y="66"/>
                    </a:lnTo>
                    <a:lnTo>
                      <a:pt x="6695" y="34"/>
                    </a:lnTo>
                    <a:lnTo>
                      <a:pt x="66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9" name="Google Shape;1369;p29"/>
              <p:cNvSpPr/>
              <p:nvPr/>
            </p:nvSpPr>
            <p:spPr>
              <a:xfrm>
                <a:off x="2600575" y="355350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313" y="1"/>
                    </a:moveTo>
                    <a:lnTo>
                      <a:pt x="231" y="34"/>
                    </a:lnTo>
                    <a:lnTo>
                      <a:pt x="165" y="66"/>
                    </a:lnTo>
                    <a:lnTo>
                      <a:pt x="115" y="116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0" y="314"/>
                    </a:lnTo>
                    <a:lnTo>
                      <a:pt x="0" y="396"/>
                    </a:lnTo>
                    <a:lnTo>
                      <a:pt x="0" y="6530"/>
                    </a:lnTo>
                    <a:lnTo>
                      <a:pt x="0" y="6612"/>
                    </a:lnTo>
                    <a:lnTo>
                      <a:pt x="33" y="6695"/>
                    </a:lnTo>
                    <a:lnTo>
                      <a:pt x="66" y="6761"/>
                    </a:lnTo>
                    <a:lnTo>
                      <a:pt x="115" y="6827"/>
                    </a:lnTo>
                    <a:lnTo>
                      <a:pt x="165" y="6876"/>
                    </a:lnTo>
                    <a:lnTo>
                      <a:pt x="231" y="6909"/>
                    </a:lnTo>
                    <a:lnTo>
                      <a:pt x="313" y="6926"/>
                    </a:lnTo>
                    <a:lnTo>
                      <a:pt x="396" y="6942"/>
                    </a:lnTo>
                    <a:lnTo>
                      <a:pt x="6529" y="6942"/>
                    </a:lnTo>
                    <a:lnTo>
                      <a:pt x="6612" y="6926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10" y="6827"/>
                    </a:lnTo>
                    <a:lnTo>
                      <a:pt x="6859" y="6761"/>
                    </a:lnTo>
                    <a:lnTo>
                      <a:pt x="6909" y="6695"/>
                    </a:lnTo>
                    <a:lnTo>
                      <a:pt x="6925" y="6612"/>
                    </a:lnTo>
                    <a:lnTo>
                      <a:pt x="6942" y="6530"/>
                    </a:lnTo>
                    <a:lnTo>
                      <a:pt x="6942" y="396"/>
                    </a:lnTo>
                    <a:lnTo>
                      <a:pt x="6925" y="314"/>
                    </a:lnTo>
                    <a:lnTo>
                      <a:pt x="6909" y="248"/>
                    </a:lnTo>
                    <a:lnTo>
                      <a:pt x="6859" y="182"/>
                    </a:lnTo>
                    <a:lnTo>
                      <a:pt x="6810" y="116"/>
                    </a:lnTo>
                    <a:lnTo>
                      <a:pt x="6760" y="66"/>
                    </a:lnTo>
                    <a:lnTo>
                      <a:pt x="6694" y="34"/>
                    </a:lnTo>
                    <a:lnTo>
                      <a:pt x="66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0" name="Google Shape;1370;p29"/>
              <p:cNvSpPr/>
              <p:nvPr/>
            </p:nvSpPr>
            <p:spPr>
              <a:xfrm>
                <a:off x="2811600" y="3553500"/>
                <a:ext cx="173575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3" extrusionOk="0">
                    <a:moveTo>
                      <a:pt x="331" y="1"/>
                    </a:moveTo>
                    <a:lnTo>
                      <a:pt x="248" y="34"/>
                    </a:lnTo>
                    <a:lnTo>
                      <a:pt x="182" y="66"/>
                    </a:lnTo>
                    <a:lnTo>
                      <a:pt x="116" y="116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7" y="314"/>
                    </a:lnTo>
                    <a:lnTo>
                      <a:pt x="1" y="396"/>
                    </a:lnTo>
                    <a:lnTo>
                      <a:pt x="1" y="6530"/>
                    </a:lnTo>
                    <a:lnTo>
                      <a:pt x="17" y="6612"/>
                    </a:lnTo>
                    <a:lnTo>
                      <a:pt x="34" y="6695"/>
                    </a:lnTo>
                    <a:lnTo>
                      <a:pt x="67" y="6761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1" y="6926"/>
                    </a:lnTo>
                    <a:lnTo>
                      <a:pt x="397" y="6942"/>
                    </a:lnTo>
                    <a:lnTo>
                      <a:pt x="6547" y="6942"/>
                    </a:lnTo>
                    <a:lnTo>
                      <a:pt x="6629" y="6926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77" y="6761"/>
                    </a:lnTo>
                    <a:lnTo>
                      <a:pt x="6910" y="6695"/>
                    </a:lnTo>
                    <a:lnTo>
                      <a:pt x="6943" y="6612"/>
                    </a:lnTo>
                    <a:lnTo>
                      <a:pt x="6943" y="6530"/>
                    </a:lnTo>
                    <a:lnTo>
                      <a:pt x="6943" y="396"/>
                    </a:lnTo>
                    <a:lnTo>
                      <a:pt x="6943" y="314"/>
                    </a:lnTo>
                    <a:lnTo>
                      <a:pt x="6910" y="248"/>
                    </a:lnTo>
                    <a:lnTo>
                      <a:pt x="6877" y="182"/>
                    </a:lnTo>
                    <a:lnTo>
                      <a:pt x="6827" y="116"/>
                    </a:lnTo>
                    <a:lnTo>
                      <a:pt x="6761" y="66"/>
                    </a:lnTo>
                    <a:lnTo>
                      <a:pt x="6695" y="34"/>
                    </a:lnTo>
                    <a:lnTo>
                      <a:pt x="66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1" name="Google Shape;1371;p29"/>
              <p:cNvSpPr/>
              <p:nvPr/>
            </p:nvSpPr>
            <p:spPr>
              <a:xfrm>
                <a:off x="3023075" y="355350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314" y="1"/>
                    </a:moveTo>
                    <a:lnTo>
                      <a:pt x="248" y="34"/>
                    </a:lnTo>
                    <a:lnTo>
                      <a:pt x="182" y="66"/>
                    </a:lnTo>
                    <a:lnTo>
                      <a:pt x="116" y="116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0" y="314"/>
                    </a:lnTo>
                    <a:lnTo>
                      <a:pt x="0" y="396"/>
                    </a:lnTo>
                    <a:lnTo>
                      <a:pt x="0" y="6530"/>
                    </a:lnTo>
                    <a:lnTo>
                      <a:pt x="0" y="6612"/>
                    </a:lnTo>
                    <a:lnTo>
                      <a:pt x="33" y="6695"/>
                    </a:lnTo>
                    <a:lnTo>
                      <a:pt x="66" y="6761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26"/>
                    </a:lnTo>
                    <a:lnTo>
                      <a:pt x="396" y="6942"/>
                    </a:lnTo>
                    <a:lnTo>
                      <a:pt x="6530" y="6942"/>
                    </a:lnTo>
                    <a:lnTo>
                      <a:pt x="6612" y="6926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7"/>
                    </a:lnTo>
                    <a:lnTo>
                      <a:pt x="6860" y="6761"/>
                    </a:lnTo>
                    <a:lnTo>
                      <a:pt x="6909" y="6695"/>
                    </a:lnTo>
                    <a:lnTo>
                      <a:pt x="6926" y="6612"/>
                    </a:lnTo>
                    <a:lnTo>
                      <a:pt x="6942" y="6530"/>
                    </a:lnTo>
                    <a:lnTo>
                      <a:pt x="6942" y="396"/>
                    </a:lnTo>
                    <a:lnTo>
                      <a:pt x="6926" y="314"/>
                    </a:lnTo>
                    <a:lnTo>
                      <a:pt x="6909" y="248"/>
                    </a:lnTo>
                    <a:lnTo>
                      <a:pt x="6860" y="182"/>
                    </a:lnTo>
                    <a:lnTo>
                      <a:pt x="6810" y="116"/>
                    </a:lnTo>
                    <a:lnTo>
                      <a:pt x="6761" y="66"/>
                    </a:lnTo>
                    <a:lnTo>
                      <a:pt x="6695" y="34"/>
                    </a:lnTo>
                    <a:lnTo>
                      <a:pt x="66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2" name="Google Shape;1372;p29"/>
              <p:cNvSpPr/>
              <p:nvPr/>
            </p:nvSpPr>
            <p:spPr>
              <a:xfrm>
                <a:off x="3234125" y="355350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330" y="1"/>
                    </a:moveTo>
                    <a:lnTo>
                      <a:pt x="248" y="34"/>
                    </a:lnTo>
                    <a:lnTo>
                      <a:pt x="182" y="66"/>
                    </a:lnTo>
                    <a:lnTo>
                      <a:pt x="116" y="116"/>
                    </a:lnTo>
                    <a:lnTo>
                      <a:pt x="83" y="182"/>
                    </a:lnTo>
                    <a:lnTo>
                      <a:pt x="33" y="248"/>
                    </a:lnTo>
                    <a:lnTo>
                      <a:pt x="17" y="314"/>
                    </a:lnTo>
                    <a:lnTo>
                      <a:pt x="0" y="396"/>
                    </a:lnTo>
                    <a:lnTo>
                      <a:pt x="0" y="6530"/>
                    </a:lnTo>
                    <a:lnTo>
                      <a:pt x="17" y="6612"/>
                    </a:lnTo>
                    <a:lnTo>
                      <a:pt x="33" y="6695"/>
                    </a:lnTo>
                    <a:lnTo>
                      <a:pt x="83" y="6761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26"/>
                    </a:lnTo>
                    <a:lnTo>
                      <a:pt x="413" y="6942"/>
                    </a:lnTo>
                    <a:lnTo>
                      <a:pt x="6546" y="6942"/>
                    </a:lnTo>
                    <a:lnTo>
                      <a:pt x="6629" y="6926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76" y="6761"/>
                    </a:lnTo>
                    <a:lnTo>
                      <a:pt x="6909" y="6695"/>
                    </a:lnTo>
                    <a:lnTo>
                      <a:pt x="6942" y="6612"/>
                    </a:lnTo>
                    <a:lnTo>
                      <a:pt x="6942" y="6530"/>
                    </a:lnTo>
                    <a:lnTo>
                      <a:pt x="6942" y="396"/>
                    </a:lnTo>
                    <a:lnTo>
                      <a:pt x="6942" y="314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7" y="116"/>
                    </a:lnTo>
                    <a:lnTo>
                      <a:pt x="6761" y="66"/>
                    </a:lnTo>
                    <a:lnTo>
                      <a:pt x="6695" y="34"/>
                    </a:lnTo>
                    <a:lnTo>
                      <a:pt x="66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3" name="Google Shape;1373;p29"/>
              <p:cNvSpPr/>
              <p:nvPr/>
            </p:nvSpPr>
            <p:spPr>
              <a:xfrm>
                <a:off x="3445575" y="3553500"/>
                <a:ext cx="173575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3" extrusionOk="0">
                    <a:moveTo>
                      <a:pt x="314" y="1"/>
                    </a:moveTo>
                    <a:lnTo>
                      <a:pt x="248" y="34"/>
                    </a:lnTo>
                    <a:lnTo>
                      <a:pt x="182" y="66"/>
                    </a:lnTo>
                    <a:lnTo>
                      <a:pt x="116" y="116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" y="314"/>
                    </a:lnTo>
                    <a:lnTo>
                      <a:pt x="1" y="396"/>
                    </a:lnTo>
                    <a:lnTo>
                      <a:pt x="1" y="6530"/>
                    </a:lnTo>
                    <a:lnTo>
                      <a:pt x="1" y="6612"/>
                    </a:lnTo>
                    <a:lnTo>
                      <a:pt x="34" y="6695"/>
                    </a:lnTo>
                    <a:lnTo>
                      <a:pt x="67" y="6761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26"/>
                    </a:lnTo>
                    <a:lnTo>
                      <a:pt x="397" y="6942"/>
                    </a:lnTo>
                    <a:lnTo>
                      <a:pt x="6530" y="6942"/>
                    </a:lnTo>
                    <a:lnTo>
                      <a:pt x="6613" y="6926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77" y="6761"/>
                    </a:lnTo>
                    <a:lnTo>
                      <a:pt x="6909" y="6695"/>
                    </a:lnTo>
                    <a:lnTo>
                      <a:pt x="6926" y="6612"/>
                    </a:lnTo>
                    <a:lnTo>
                      <a:pt x="6942" y="6530"/>
                    </a:lnTo>
                    <a:lnTo>
                      <a:pt x="6942" y="396"/>
                    </a:lnTo>
                    <a:lnTo>
                      <a:pt x="6926" y="314"/>
                    </a:lnTo>
                    <a:lnTo>
                      <a:pt x="6909" y="248"/>
                    </a:lnTo>
                    <a:lnTo>
                      <a:pt x="6877" y="182"/>
                    </a:lnTo>
                    <a:lnTo>
                      <a:pt x="6827" y="116"/>
                    </a:lnTo>
                    <a:lnTo>
                      <a:pt x="6761" y="66"/>
                    </a:lnTo>
                    <a:lnTo>
                      <a:pt x="6695" y="34"/>
                    </a:lnTo>
                    <a:lnTo>
                      <a:pt x="661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4" name="Google Shape;1374;p29"/>
              <p:cNvSpPr/>
              <p:nvPr/>
            </p:nvSpPr>
            <p:spPr>
              <a:xfrm>
                <a:off x="3657050" y="3553500"/>
                <a:ext cx="1731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3" extrusionOk="0">
                    <a:moveTo>
                      <a:pt x="314" y="1"/>
                    </a:moveTo>
                    <a:lnTo>
                      <a:pt x="231" y="34"/>
                    </a:lnTo>
                    <a:lnTo>
                      <a:pt x="165" y="66"/>
                    </a:lnTo>
                    <a:lnTo>
                      <a:pt x="116" y="116"/>
                    </a:lnTo>
                    <a:lnTo>
                      <a:pt x="66" y="182"/>
                    </a:lnTo>
                    <a:lnTo>
                      <a:pt x="17" y="248"/>
                    </a:lnTo>
                    <a:lnTo>
                      <a:pt x="0" y="314"/>
                    </a:lnTo>
                    <a:lnTo>
                      <a:pt x="0" y="396"/>
                    </a:lnTo>
                    <a:lnTo>
                      <a:pt x="0" y="6530"/>
                    </a:lnTo>
                    <a:lnTo>
                      <a:pt x="0" y="6612"/>
                    </a:lnTo>
                    <a:lnTo>
                      <a:pt x="17" y="6695"/>
                    </a:lnTo>
                    <a:lnTo>
                      <a:pt x="66" y="6761"/>
                    </a:lnTo>
                    <a:lnTo>
                      <a:pt x="116" y="6827"/>
                    </a:lnTo>
                    <a:lnTo>
                      <a:pt x="165" y="6876"/>
                    </a:lnTo>
                    <a:lnTo>
                      <a:pt x="231" y="6909"/>
                    </a:lnTo>
                    <a:lnTo>
                      <a:pt x="314" y="6926"/>
                    </a:lnTo>
                    <a:lnTo>
                      <a:pt x="396" y="6942"/>
                    </a:lnTo>
                    <a:lnTo>
                      <a:pt x="6530" y="6942"/>
                    </a:lnTo>
                    <a:lnTo>
                      <a:pt x="6612" y="6926"/>
                    </a:lnTo>
                    <a:lnTo>
                      <a:pt x="6678" y="6909"/>
                    </a:lnTo>
                    <a:lnTo>
                      <a:pt x="6761" y="6876"/>
                    </a:lnTo>
                    <a:lnTo>
                      <a:pt x="6810" y="6827"/>
                    </a:lnTo>
                    <a:lnTo>
                      <a:pt x="6859" y="6761"/>
                    </a:lnTo>
                    <a:lnTo>
                      <a:pt x="6892" y="6695"/>
                    </a:lnTo>
                    <a:lnTo>
                      <a:pt x="6925" y="6612"/>
                    </a:lnTo>
                    <a:lnTo>
                      <a:pt x="6925" y="6530"/>
                    </a:lnTo>
                    <a:lnTo>
                      <a:pt x="6925" y="396"/>
                    </a:lnTo>
                    <a:lnTo>
                      <a:pt x="6925" y="314"/>
                    </a:lnTo>
                    <a:lnTo>
                      <a:pt x="6892" y="248"/>
                    </a:lnTo>
                    <a:lnTo>
                      <a:pt x="6859" y="182"/>
                    </a:lnTo>
                    <a:lnTo>
                      <a:pt x="6810" y="116"/>
                    </a:lnTo>
                    <a:lnTo>
                      <a:pt x="6761" y="66"/>
                    </a:lnTo>
                    <a:lnTo>
                      <a:pt x="6678" y="34"/>
                    </a:lnTo>
                    <a:lnTo>
                      <a:pt x="66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5" name="Google Shape;1375;p29"/>
              <p:cNvSpPr/>
              <p:nvPr/>
            </p:nvSpPr>
            <p:spPr>
              <a:xfrm>
                <a:off x="3868100" y="355350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314" y="1"/>
                    </a:moveTo>
                    <a:lnTo>
                      <a:pt x="248" y="34"/>
                    </a:lnTo>
                    <a:lnTo>
                      <a:pt x="182" y="66"/>
                    </a:lnTo>
                    <a:lnTo>
                      <a:pt x="116" y="116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0" y="314"/>
                    </a:lnTo>
                    <a:lnTo>
                      <a:pt x="0" y="396"/>
                    </a:lnTo>
                    <a:lnTo>
                      <a:pt x="0" y="6530"/>
                    </a:lnTo>
                    <a:lnTo>
                      <a:pt x="0" y="6612"/>
                    </a:lnTo>
                    <a:lnTo>
                      <a:pt x="33" y="6695"/>
                    </a:lnTo>
                    <a:lnTo>
                      <a:pt x="66" y="6761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26"/>
                    </a:lnTo>
                    <a:lnTo>
                      <a:pt x="396" y="6942"/>
                    </a:lnTo>
                    <a:lnTo>
                      <a:pt x="6530" y="6942"/>
                    </a:lnTo>
                    <a:lnTo>
                      <a:pt x="6612" y="6926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6" y="6827"/>
                    </a:lnTo>
                    <a:lnTo>
                      <a:pt x="6876" y="6761"/>
                    </a:lnTo>
                    <a:lnTo>
                      <a:pt x="6909" y="6695"/>
                    </a:lnTo>
                    <a:lnTo>
                      <a:pt x="6925" y="6612"/>
                    </a:lnTo>
                    <a:lnTo>
                      <a:pt x="6942" y="6530"/>
                    </a:lnTo>
                    <a:lnTo>
                      <a:pt x="6942" y="396"/>
                    </a:lnTo>
                    <a:lnTo>
                      <a:pt x="6925" y="314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6" y="116"/>
                    </a:lnTo>
                    <a:lnTo>
                      <a:pt x="6761" y="66"/>
                    </a:lnTo>
                    <a:lnTo>
                      <a:pt x="6695" y="34"/>
                    </a:lnTo>
                    <a:lnTo>
                      <a:pt x="66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6" name="Google Shape;1376;p29"/>
              <p:cNvSpPr/>
              <p:nvPr/>
            </p:nvSpPr>
            <p:spPr>
              <a:xfrm>
                <a:off x="4079550" y="3553500"/>
                <a:ext cx="1731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3" extrusionOk="0">
                    <a:moveTo>
                      <a:pt x="314" y="1"/>
                    </a:moveTo>
                    <a:lnTo>
                      <a:pt x="232" y="34"/>
                    </a:lnTo>
                    <a:lnTo>
                      <a:pt x="166" y="66"/>
                    </a:lnTo>
                    <a:lnTo>
                      <a:pt x="116" y="116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" y="314"/>
                    </a:lnTo>
                    <a:lnTo>
                      <a:pt x="1" y="396"/>
                    </a:lnTo>
                    <a:lnTo>
                      <a:pt x="1" y="6530"/>
                    </a:lnTo>
                    <a:lnTo>
                      <a:pt x="1" y="6612"/>
                    </a:lnTo>
                    <a:lnTo>
                      <a:pt x="34" y="6695"/>
                    </a:lnTo>
                    <a:lnTo>
                      <a:pt x="67" y="6761"/>
                    </a:lnTo>
                    <a:lnTo>
                      <a:pt x="116" y="6827"/>
                    </a:lnTo>
                    <a:lnTo>
                      <a:pt x="166" y="6876"/>
                    </a:lnTo>
                    <a:lnTo>
                      <a:pt x="232" y="6909"/>
                    </a:lnTo>
                    <a:lnTo>
                      <a:pt x="314" y="6926"/>
                    </a:lnTo>
                    <a:lnTo>
                      <a:pt x="397" y="6942"/>
                    </a:lnTo>
                    <a:lnTo>
                      <a:pt x="6530" y="6942"/>
                    </a:lnTo>
                    <a:lnTo>
                      <a:pt x="6613" y="6926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7"/>
                    </a:lnTo>
                    <a:lnTo>
                      <a:pt x="6860" y="6761"/>
                    </a:lnTo>
                    <a:lnTo>
                      <a:pt x="6893" y="6695"/>
                    </a:lnTo>
                    <a:lnTo>
                      <a:pt x="6926" y="6612"/>
                    </a:lnTo>
                    <a:lnTo>
                      <a:pt x="6926" y="6530"/>
                    </a:lnTo>
                    <a:lnTo>
                      <a:pt x="6926" y="396"/>
                    </a:lnTo>
                    <a:lnTo>
                      <a:pt x="6926" y="314"/>
                    </a:lnTo>
                    <a:lnTo>
                      <a:pt x="6893" y="248"/>
                    </a:lnTo>
                    <a:lnTo>
                      <a:pt x="6860" y="182"/>
                    </a:lnTo>
                    <a:lnTo>
                      <a:pt x="6810" y="116"/>
                    </a:lnTo>
                    <a:lnTo>
                      <a:pt x="6761" y="66"/>
                    </a:lnTo>
                    <a:lnTo>
                      <a:pt x="6695" y="34"/>
                    </a:lnTo>
                    <a:lnTo>
                      <a:pt x="661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7" name="Google Shape;1377;p29"/>
              <p:cNvSpPr/>
              <p:nvPr/>
            </p:nvSpPr>
            <p:spPr>
              <a:xfrm>
                <a:off x="4290600" y="3553500"/>
                <a:ext cx="173575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3" extrusionOk="0">
                    <a:moveTo>
                      <a:pt x="331" y="1"/>
                    </a:moveTo>
                    <a:lnTo>
                      <a:pt x="248" y="34"/>
                    </a:lnTo>
                    <a:lnTo>
                      <a:pt x="182" y="66"/>
                    </a:lnTo>
                    <a:lnTo>
                      <a:pt x="116" y="116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7" y="314"/>
                    </a:lnTo>
                    <a:lnTo>
                      <a:pt x="1" y="396"/>
                    </a:lnTo>
                    <a:lnTo>
                      <a:pt x="1" y="6530"/>
                    </a:lnTo>
                    <a:lnTo>
                      <a:pt x="17" y="6612"/>
                    </a:lnTo>
                    <a:lnTo>
                      <a:pt x="34" y="6695"/>
                    </a:lnTo>
                    <a:lnTo>
                      <a:pt x="67" y="6761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1" y="6926"/>
                    </a:lnTo>
                    <a:lnTo>
                      <a:pt x="397" y="6942"/>
                    </a:lnTo>
                    <a:lnTo>
                      <a:pt x="6547" y="6942"/>
                    </a:lnTo>
                    <a:lnTo>
                      <a:pt x="6629" y="6926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7"/>
                    </a:lnTo>
                    <a:lnTo>
                      <a:pt x="6876" y="6761"/>
                    </a:lnTo>
                    <a:lnTo>
                      <a:pt x="6909" y="6695"/>
                    </a:lnTo>
                    <a:lnTo>
                      <a:pt x="6942" y="6612"/>
                    </a:lnTo>
                    <a:lnTo>
                      <a:pt x="6942" y="6530"/>
                    </a:lnTo>
                    <a:lnTo>
                      <a:pt x="6942" y="396"/>
                    </a:lnTo>
                    <a:lnTo>
                      <a:pt x="6942" y="314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7" y="116"/>
                    </a:lnTo>
                    <a:lnTo>
                      <a:pt x="6761" y="66"/>
                    </a:lnTo>
                    <a:lnTo>
                      <a:pt x="6695" y="34"/>
                    </a:lnTo>
                    <a:lnTo>
                      <a:pt x="66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8" name="Google Shape;1378;p29"/>
              <p:cNvSpPr/>
              <p:nvPr/>
            </p:nvSpPr>
            <p:spPr>
              <a:xfrm>
                <a:off x="4502075" y="3553500"/>
                <a:ext cx="17355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3" extrusionOk="0">
                    <a:moveTo>
                      <a:pt x="314" y="1"/>
                    </a:moveTo>
                    <a:lnTo>
                      <a:pt x="248" y="34"/>
                    </a:lnTo>
                    <a:lnTo>
                      <a:pt x="165" y="66"/>
                    </a:lnTo>
                    <a:lnTo>
                      <a:pt x="116" y="116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0" y="314"/>
                    </a:lnTo>
                    <a:lnTo>
                      <a:pt x="0" y="396"/>
                    </a:lnTo>
                    <a:lnTo>
                      <a:pt x="0" y="6530"/>
                    </a:lnTo>
                    <a:lnTo>
                      <a:pt x="0" y="6612"/>
                    </a:lnTo>
                    <a:lnTo>
                      <a:pt x="33" y="6695"/>
                    </a:lnTo>
                    <a:lnTo>
                      <a:pt x="66" y="6761"/>
                    </a:lnTo>
                    <a:lnTo>
                      <a:pt x="116" y="6827"/>
                    </a:lnTo>
                    <a:lnTo>
                      <a:pt x="165" y="6876"/>
                    </a:lnTo>
                    <a:lnTo>
                      <a:pt x="248" y="6909"/>
                    </a:lnTo>
                    <a:lnTo>
                      <a:pt x="314" y="6926"/>
                    </a:lnTo>
                    <a:lnTo>
                      <a:pt x="396" y="6942"/>
                    </a:lnTo>
                    <a:lnTo>
                      <a:pt x="6530" y="6942"/>
                    </a:lnTo>
                    <a:lnTo>
                      <a:pt x="6612" y="6926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10" y="6827"/>
                    </a:lnTo>
                    <a:lnTo>
                      <a:pt x="6859" y="6761"/>
                    </a:lnTo>
                    <a:lnTo>
                      <a:pt x="6909" y="6695"/>
                    </a:lnTo>
                    <a:lnTo>
                      <a:pt x="6925" y="6612"/>
                    </a:lnTo>
                    <a:lnTo>
                      <a:pt x="6942" y="6530"/>
                    </a:lnTo>
                    <a:lnTo>
                      <a:pt x="6942" y="396"/>
                    </a:lnTo>
                    <a:lnTo>
                      <a:pt x="6925" y="314"/>
                    </a:lnTo>
                    <a:lnTo>
                      <a:pt x="6909" y="248"/>
                    </a:lnTo>
                    <a:lnTo>
                      <a:pt x="6859" y="182"/>
                    </a:lnTo>
                    <a:lnTo>
                      <a:pt x="6810" y="116"/>
                    </a:lnTo>
                    <a:lnTo>
                      <a:pt x="6760" y="66"/>
                    </a:lnTo>
                    <a:lnTo>
                      <a:pt x="6694" y="34"/>
                    </a:lnTo>
                    <a:lnTo>
                      <a:pt x="66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9" name="Google Shape;1379;p29"/>
              <p:cNvSpPr/>
              <p:nvPr/>
            </p:nvSpPr>
            <p:spPr>
              <a:xfrm>
                <a:off x="1859825" y="3553500"/>
                <a:ext cx="280325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11213" h="6943" extrusionOk="0">
                    <a:moveTo>
                      <a:pt x="314" y="1"/>
                    </a:moveTo>
                    <a:lnTo>
                      <a:pt x="248" y="34"/>
                    </a:lnTo>
                    <a:lnTo>
                      <a:pt x="182" y="66"/>
                    </a:lnTo>
                    <a:lnTo>
                      <a:pt x="116" y="116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" y="314"/>
                    </a:lnTo>
                    <a:lnTo>
                      <a:pt x="1" y="396"/>
                    </a:lnTo>
                    <a:lnTo>
                      <a:pt x="1" y="6530"/>
                    </a:lnTo>
                    <a:lnTo>
                      <a:pt x="1" y="6612"/>
                    </a:lnTo>
                    <a:lnTo>
                      <a:pt x="34" y="6695"/>
                    </a:lnTo>
                    <a:lnTo>
                      <a:pt x="67" y="6761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26"/>
                    </a:lnTo>
                    <a:lnTo>
                      <a:pt x="396" y="6942"/>
                    </a:lnTo>
                    <a:lnTo>
                      <a:pt x="10817" y="6942"/>
                    </a:lnTo>
                    <a:lnTo>
                      <a:pt x="10883" y="6926"/>
                    </a:lnTo>
                    <a:lnTo>
                      <a:pt x="10965" y="6909"/>
                    </a:lnTo>
                    <a:lnTo>
                      <a:pt x="11031" y="6876"/>
                    </a:lnTo>
                    <a:lnTo>
                      <a:pt x="11097" y="6827"/>
                    </a:lnTo>
                    <a:lnTo>
                      <a:pt x="11147" y="6761"/>
                    </a:lnTo>
                    <a:lnTo>
                      <a:pt x="11180" y="6695"/>
                    </a:lnTo>
                    <a:lnTo>
                      <a:pt x="11196" y="6612"/>
                    </a:lnTo>
                    <a:lnTo>
                      <a:pt x="11213" y="6530"/>
                    </a:lnTo>
                    <a:lnTo>
                      <a:pt x="11213" y="396"/>
                    </a:lnTo>
                    <a:lnTo>
                      <a:pt x="11196" y="314"/>
                    </a:lnTo>
                    <a:lnTo>
                      <a:pt x="11180" y="248"/>
                    </a:lnTo>
                    <a:lnTo>
                      <a:pt x="11147" y="182"/>
                    </a:lnTo>
                    <a:lnTo>
                      <a:pt x="11097" y="116"/>
                    </a:lnTo>
                    <a:lnTo>
                      <a:pt x="11031" y="66"/>
                    </a:lnTo>
                    <a:lnTo>
                      <a:pt x="10965" y="34"/>
                    </a:lnTo>
                    <a:lnTo>
                      <a:pt x="108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0" name="Google Shape;1380;p29"/>
              <p:cNvSpPr/>
              <p:nvPr/>
            </p:nvSpPr>
            <p:spPr>
              <a:xfrm>
                <a:off x="4606350" y="3342050"/>
                <a:ext cx="28032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11213" h="6942" extrusionOk="0">
                    <a:moveTo>
                      <a:pt x="413" y="0"/>
                    </a:moveTo>
                    <a:lnTo>
                      <a:pt x="331" y="17"/>
                    </a:ln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7" y="330"/>
                    </a:lnTo>
                    <a:lnTo>
                      <a:pt x="1" y="412"/>
                    </a:lnTo>
                    <a:lnTo>
                      <a:pt x="1" y="6546"/>
                    </a:lnTo>
                    <a:lnTo>
                      <a:pt x="17" y="6628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1" y="6942"/>
                    </a:lnTo>
                    <a:lnTo>
                      <a:pt x="10900" y="6942"/>
                    </a:lnTo>
                    <a:lnTo>
                      <a:pt x="10965" y="6909"/>
                    </a:lnTo>
                    <a:lnTo>
                      <a:pt x="11031" y="6876"/>
                    </a:lnTo>
                    <a:lnTo>
                      <a:pt x="11097" y="6826"/>
                    </a:lnTo>
                    <a:lnTo>
                      <a:pt x="11147" y="6760"/>
                    </a:lnTo>
                    <a:lnTo>
                      <a:pt x="11180" y="6694"/>
                    </a:lnTo>
                    <a:lnTo>
                      <a:pt x="11213" y="6628"/>
                    </a:lnTo>
                    <a:lnTo>
                      <a:pt x="11213" y="6546"/>
                    </a:lnTo>
                    <a:lnTo>
                      <a:pt x="11213" y="412"/>
                    </a:lnTo>
                    <a:lnTo>
                      <a:pt x="11213" y="330"/>
                    </a:lnTo>
                    <a:lnTo>
                      <a:pt x="11180" y="247"/>
                    </a:lnTo>
                    <a:lnTo>
                      <a:pt x="11147" y="181"/>
                    </a:lnTo>
                    <a:lnTo>
                      <a:pt x="11097" y="115"/>
                    </a:lnTo>
                    <a:lnTo>
                      <a:pt x="11031" y="66"/>
                    </a:lnTo>
                    <a:lnTo>
                      <a:pt x="10965" y="33"/>
                    </a:lnTo>
                    <a:lnTo>
                      <a:pt x="10900" y="17"/>
                    </a:lnTo>
                    <a:lnTo>
                      <a:pt x="108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1" name="Google Shape;1381;p29"/>
              <p:cNvSpPr/>
              <p:nvPr/>
            </p:nvSpPr>
            <p:spPr>
              <a:xfrm>
                <a:off x="1859825" y="3764550"/>
                <a:ext cx="330200" cy="173575"/>
              </a:xfrm>
              <a:custGeom>
                <a:avLst/>
                <a:gdLst/>
                <a:ahLst/>
                <a:cxnLst/>
                <a:rect l="l" t="t" r="r" b="b"/>
                <a:pathLst>
                  <a:path w="13208" h="6943" extrusionOk="0">
                    <a:moveTo>
                      <a:pt x="396" y="1"/>
                    </a:moveTo>
                    <a:lnTo>
                      <a:pt x="314" y="17"/>
                    </a:lnTo>
                    <a:lnTo>
                      <a:pt x="248" y="34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67" y="182"/>
                    </a:lnTo>
                    <a:lnTo>
                      <a:pt x="34" y="248"/>
                    </a:lnTo>
                    <a:lnTo>
                      <a:pt x="1" y="330"/>
                    </a:lnTo>
                    <a:lnTo>
                      <a:pt x="1" y="413"/>
                    </a:lnTo>
                    <a:lnTo>
                      <a:pt x="1" y="6546"/>
                    </a:lnTo>
                    <a:lnTo>
                      <a:pt x="1" y="6629"/>
                    </a:lnTo>
                    <a:lnTo>
                      <a:pt x="34" y="6695"/>
                    </a:lnTo>
                    <a:lnTo>
                      <a:pt x="67" y="6777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12894" y="6942"/>
                    </a:lnTo>
                    <a:lnTo>
                      <a:pt x="12960" y="6909"/>
                    </a:lnTo>
                    <a:lnTo>
                      <a:pt x="13026" y="6876"/>
                    </a:lnTo>
                    <a:lnTo>
                      <a:pt x="13092" y="6827"/>
                    </a:lnTo>
                    <a:lnTo>
                      <a:pt x="13142" y="6777"/>
                    </a:lnTo>
                    <a:lnTo>
                      <a:pt x="13175" y="6695"/>
                    </a:lnTo>
                    <a:lnTo>
                      <a:pt x="13208" y="6629"/>
                    </a:lnTo>
                    <a:lnTo>
                      <a:pt x="13208" y="6546"/>
                    </a:lnTo>
                    <a:lnTo>
                      <a:pt x="13208" y="413"/>
                    </a:lnTo>
                    <a:lnTo>
                      <a:pt x="13208" y="330"/>
                    </a:lnTo>
                    <a:lnTo>
                      <a:pt x="13175" y="248"/>
                    </a:lnTo>
                    <a:lnTo>
                      <a:pt x="13142" y="182"/>
                    </a:lnTo>
                    <a:lnTo>
                      <a:pt x="13092" y="132"/>
                    </a:lnTo>
                    <a:lnTo>
                      <a:pt x="13026" y="83"/>
                    </a:lnTo>
                    <a:lnTo>
                      <a:pt x="12960" y="34"/>
                    </a:lnTo>
                    <a:lnTo>
                      <a:pt x="12894" y="17"/>
                    </a:lnTo>
                    <a:lnTo>
                      <a:pt x="128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2" name="Google Shape;1382;p29"/>
              <p:cNvSpPr/>
              <p:nvPr/>
            </p:nvSpPr>
            <p:spPr>
              <a:xfrm>
                <a:off x="1859825" y="3976025"/>
                <a:ext cx="2267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9070" h="6942" extrusionOk="0">
                    <a:moveTo>
                      <a:pt x="314" y="0"/>
                    </a:move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" y="313"/>
                    </a:lnTo>
                    <a:lnTo>
                      <a:pt x="1" y="396"/>
                    </a:lnTo>
                    <a:lnTo>
                      <a:pt x="1" y="6529"/>
                    </a:lnTo>
                    <a:lnTo>
                      <a:pt x="1" y="6612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25"/>
                    </a:lnTo>
                    <a:lnTo>
                      <a:pt x="396" y="6942"/>
                    </a:lnTo>
                    <a:lnTo>
                      <a:pt x="8673" y="6942"/>
                    </a:lnTo>
                    <a:lnTo>
                      <a:pt x="8756" y="6925"/>
                    </a:lnTo>
                    <a:lnTo>
                      <a:pt x="8838" y="6909"/>
                    </a:lnTo>
                    <a:lnTo>
                      <a:pt x="8904" y="6876"/>
                    </a:lnTo>
                    <a:lnTo>
                      <a:pt x="8954" y="6826"/>
                    </a:lnTo>
                    <a:lnTo>
                      <a:pt x="9003" y="6760"/>
                    </a:lnTo>
                    <a:lnTo>
                      <a:pt x="9036" y="6694"/>
                    </a:lnTo>
                    <a:lnTo>
                      <a:pt x="9069" y="6612"/>
                    </a:lnTo>
                    <a:lnTo>
                      <a:pt x="9069" y="6529"/>
                    </a:lnTo>
                    <a:lnTo>
                      <a:pt x="9069" y="396"/>
                    </a:lnTo>
                    <a:lnTo>
                      <a:pt x="9069" y="313"/>
                    </a:lnTo>
                    <a:lnTo>
                      <a:pt x="9036" y="247"/>
                    </a:lnTo>
                    <a:lnTo>
                      <a:pt x="9003" y="181"/>
                    </a:lnTo>
                    <a:lnTo>
                      <a:pt x="8954" y="115"/>
                    </a:lnTo>
                    <a:lnTo>
                      <a:pt x="8904" y="66"/>
                    </a:lnTo>
                    <a:lnTo>
                      <a:pt x="8838" y="33"/>
                    </a:lnTo>
                    <a:lnTo>
                      <a:pt x="875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2071300" y="3342050"/>
                <a:ext cx="1731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2" extrusionOk="0">
                    <a:moveTo>
                      <a:pt x="396" y="0"/>
                    </a:moveTo>
                    <a:lnTo>
                      <a:pt x="313" y="17"/>
                    </a:lnTo>
                    <a:lnTo>
                      <a:pt x="247" y="33"/>
                    </a:lnTo>
                    <a:lnTo>
                      <a:pt x="165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0" y="330"/>
                    </a:lnTo>
                    <a:lnTo>
                      <a:pt x="0" y="412"/>
                    </a:lnTo>
                    <a:lnTo>
                      <a:pt x="0" y="6546"/>
                    </a:lnTo>
                    <a:lnTo>
                      <a:pt x="0" y="6628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65" y="6876"/>
                    </a:lnTo>
                    <a:lnTo>
                      <a:pt x="247" y="6909"/>
                    </a:lnTo>
                    <a:lnTo>
                      <a:pt x="313" y="6942"/>
                    </a:lnTo>
                    <a:lnTo>
                      <a:pt x="6612" y="6942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10" y="6826"/>
                    </a:lnTo>
                    <a:lnTo>
                      <a:pt x="6859" y="6760"/>
                    </a:lnTo>
                    <a:lnTo>
                      <a:pt x="6892" y="6694"/>
                    </a:lnTo>
                    <a:lnTo>
                      <a:pt x="6925" y="6628"/>
                    </a:lnTo>
                    <a:lnTo>
                      <a:pt x="6925" y="6546"/>
                    </a:lnTo>
                    <a:lnTo>
                      <a:pt x="6925" y="412"/>
                    </a:lnTo>
                    <a:lnTo>
                      <a:pt x="6925" y="330"/>
                    </a:lnTo>
                    <a:lnTo>
                      <a:pt x="6892" y="247"/>
                    </a:lnTo>
                    <a:lnTo>
                      <a:pt x="6859" y="181"/>
                    </a:lnTo>
                    <a:lnTo>
                      <a:pt x="6810" y="115"/>
                    </a:lnTo>
                    <a:lnTo>
                      <a:pt x="6760" y="66"/>
                    </a:lnTo>
                    <a:lnTo>
                      <a:pt x="6694" y="33"/>
                    </a:lnTo>
                    <a:lnTo>
                      <a:pt x="6612" y="17"/>
                    </a:lnTo>
                    <a:lnTo>
                      <a:pt x="65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2282350" y="3342050"/>
                <a:ext cx="1735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2" extrusionOk="0">
                    <a:moveTo>
                      <a:pt x="396" y="0"/>
                    </a:moveTo>
                    <a:lnTo>
                      <a:pt x="330" y="17"/>
                    </a:lnTo>
                    <a:lnTo>
                      <a:pt x="247" y="33"/>
                    </a:lnTo>
                    <a:lnTo>
                      <a:pt x="181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17" y="330"/>
                    </a:lnTo>
                    <a:lnTo>
                      <a:pt x="0" y="412"/>
                    </a:lnTo>
                    <a:lnTo>
                      <a:pt x="0" y="6546"/>
                    </a:lnTo>
                    <a:lnTo>
                      <a:pt x="17" y="6628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81" y="6876"/>
                    </a:lnTo>
                    <a:lnTo>
                      <a:pt x="247" y="6909"/>
                    </a:lnTo>
                    <a:lnTo>
                      <a:pt x="330" y="6942"/>
                    </a:lnTo>
                    <a:lnTo>
                      <a:pt x="6628" y="6942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26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25" y="6628"/>
                    </a:lnTo>
                    <a:lnTo>
                      <a:pt x="6942" y="6546"/>
                    </a:lnTo>
                    <a:lnTo>
                      <a:pt x="6942" y="412"/>
                    </a:lnTo>
                    <a:lnTo>
                      <a:pt x="6925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6" y="115"/>
                    </a:lnTo>
                    <a:lnTo>
                      <a:pt x="6760" y="66"/>
                    </a:lnTo>
                    <a:lnTo>
                      <a:pt x="6694" y="33"/>
                    </a:lnTo>
                    <a:lnTo>
                      <a:pt x="6628" y="17"/>
                    </a:lnTo>
                    <a:lnTo>
                      <a:pt x="6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2493800" y="3342050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396" y="0"/>
                    </a:moveTo>
                    <a:lnTo>
                      <a:pt x="314" y="17"/>
                    </a:lnTo>
                    <a:lnTo>
                      <a:pt x="248" y="33"/>
                    </a:lnTo>
                    <a:lnTo>
                      <a:pt x="165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" y="330"/>
                    </a:lnTo>
                    <a:lnTo>
                      <a:pt x="1" y="412"/>
                    </a:lnTo>
                    <a:lnTo>
                      <a:pt x="1" y="6546"/>
                    </a:lnTo>
                    <a:lnTo>
                      <a:pt x="1" y="6628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65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6612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6"/>
                    </a:lnTo>
                    <a:lnTo>
                      <a:pt x="6860" y="6760"/>
                    </a:lnTo>
                    <a:lnTo>
                      <a:pt x="6909" y="6694"/>
                    </a:lnTo>
                    <a:lnTo>
                      <a:pt x="6926" y="6628"/>
                    </a:lnTo>
                    <a:lnTo>
                      <a:pt x="6942" y="6546"/>
                    </a:lnTo>
                    <a:lnTo>
                      <a:pt x="6942" y="412"/>
                    </a:lnTo>
                    <a:lnTo>
                      <a:pt x="6926" y="330"/>
                    </a:lnTo>
                    <a:lnTo>
                      <a:pt x="6909" y="247"/>
                    </a:lnTo>
                    <a:lnTo>
                      <a:pt x="6860" y="181"/>
                    </a:lnTo>
                    <a:lnTo>
                      <a:pt x="6810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2" y="17"/>
                    </a:lnTo>
                    <a:lnTo>
                      <a:pt x="65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6" name="Google Shape;1386;p29"/>
              <p:cNvSpPr/>
              <p:nvPr/>
            </p:nvSpPr>
            <p:spPr>
              <a:xfrm>
                <a:off x="2704850" y="3342050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396" y="0"/>
                    </a:moveTo>
                    <a:lnTo>
                      <a:pt x="330" y="17"/>
                    </a:ln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4" y="247"/>
                    </a:lnTo>
                    <a:lnTo>
                      <a:pt x="17" y="330"/>
                    </a:lnTo>
                    <a:lnTo>
                      <a:pt x="1" y="412"/>
                    </a:lnTo>
                    <a:lnTo>
                      <a:pt x="1" y="6546"/>
                    </a:lnTo>
                    <a:lnTo>
                      <a:pt x="17" y="6628"/>
                    </a:lnTo>
                    <a:lnTo>
                      <a:pt x="34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42"/>
                    </a:lnTo>
                    <a:lnTo>
                      <a:pt x="6629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42" y="6628"/>
                    </a:lnTo>
                    <a:lnTo>
                      <a:pt x="6942" y="6546"/>
                    </a:lnTo>
                    <a:lnTo>
                      <a:pt x="6942" y="412"/>
                    </a:lnTo>
                    <a:lnTo>
                      <a:pt x="6942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29" y="17"/>
                    </a:lnTo>
                    <a:lnTo>
                      <a:pt x="6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7" name="Google Shape;1387;p29"/>
              <p:cNvSpPr/>
              <p:nvPr/>
            </p:nvSpPr>
            <p:spPr>
              <a:xfrm>
                <a:off x="2916325" y="3342050"/>
                <a:ext cx="1731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2" extrusionOk="0">
                    <a:moveTo>
                      <a:pt x="396" y="0"/>
                    </a:moveTo>
                    <a:lnTo>
                      <a:pt x="313" y="17"/>
                    </a:lnTo>
                    <a:lnTo>
                      <a:pt x="247" y="33"/>
                    </a:lnTo>
                    <a:lnTo>
                      <a:pt x="181" y="66"/>
                    </a:lnTo>
                    <a:lnTo>
                      <a:pt x="115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0" y="330"/>
                    </a:lnTo>
                    <a:lnTo>
                      <a:pt x="0" y="412"/>
                    </a:lnTo>
                    <a:lnTo>
                      <a:pt x="0" y="6546"/>
                    </a:lnTo>
                    <a:lnTo>
                      <a:pt x="0" y="6628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5" y="6826"/>
                    </a:lnTo>
                    <a:lnTo>
                      <a:pt x="181" y="6876"/>
                    </a:lnTo>
                    <a:lnTo>
                      <a:pt x="247" y="6909"/>
                    </a:lnTo>
                    <a:lnTo>
                      <a:pt x="313" y="6942"/>
                    </a:lnTo>
                    <a:lnTo>
                      <a:pt x="6612" y="6942"/>
                    </a:lnTo>
                    <a:lnTo>
                      <a:pt x="6694" y="6909"/>
                    </a:lnTo>
                    <a:lnTo>
                      <a:pt x="6760" y="6876"/>
                    </a:lnTo>
                    <a:lnTo>
                      <a:pt x="6810" y="6826"/>
                    </a:lnTo>
                    <a:lnTo>
                      <a:pt x="6859" y="6760"/>
                    </a:lnTo>
                    <a:lnTo>
                      <a:pt x="6909" y="6694"/>
                    </a:lnTo>
                    <a:lnTo>
                      <a:pt x="6925" y="6628"/>
                    </a:lnTo>
                    <a:lnTo>
                      <a:pt x="6925" y="6546"/>
                    </a:lnTo>
                    <a:lnTo>
                      <a:pt x="6925" y="412"/>
                    </a:lnTo>
                    <a:lnTo>
                      <a:pt x="6925" y="330"/>
                    </a:lnTo>
                    <a:lnTo>
                      <a:pt x="6909" y="247"/>
                    </a:lnTo>
                    <a:lnTo>
                      <a:pt x="6859" y="181"/>
                    </a:lnTo>
                    <a:lnTo>
                      <a:pt x="6810" y="115"/>
                    </a:lnTo>
                    <a:lnTo>
                      <a:pt x="6760" y="66"/>
                    </a:lnTo>
                    <a:lnTo>
                      <a:pt x="6694" y="33"/>
                    </a:lnTo>
                    <a:lnTo>
                      <a:pt x="6612" y="17"/>
                    </a:lnTo>
                    <a:lnTo>
                      <a:pt x="65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8" name="Google Shape;1388;p29"/>
              <p:cNvSpPr/>
              <p:nvPr/>
            </p:nvSpPr>
            <p:spPr>
              <a:xfrm>
                <a:off x="3127350" y="3342050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413" y="0"/>
                    </a:moveTo>
                    <a:lnTo>
                      <a:pt x="331" y="17"/>
                    </a:lnTo>
                    <a:lnTo>
                      <a:pt x="248" y="33"/>
                    </a:lnTo>
                    <a:lnTo>
                      <a:pt x="182" y="66"/>
                    </a:lnTo>
                    <a:lnTo>
                      <a:pt x="133" y="115"/>
                    </a:lnTo>
                    <a:lnTo>
                      <a:pt x="83" y="181"/>
                    </a:lnTo>
                    <a:lnTo>
                      <a:pt x="34" y="247"/>
                    </a:lnTo>
                    <a:lnTo>
                      <a:pt x="17" y="330"/>
                    </a:lnTo>
                    <a:lnTo>
                      <a:pt x="1" y="412"/>
                    </a:lnTo>
                    <a:lnTo>
                      <a:pt x="1" y="6546"/>
                    </a:lnTo>
                    <a:lnTo>
                      <a:pt x="17" y="6628"/>
                    </a:lnTo>
                    <a:lnTo>
                      <a:pt x="34" y="6694"/>
                    </a:lnTo>
                    <a:lnTo>
                      <a:pt x="83" y="6760"/>
                    </a:lnTo>
                    <a:lnTo>
                      <a:pt x="133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1" y="6942"/>
                    </a:lnTo>
                    <a:lnTo>
                      <a:pt x="6629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6"/>
                    </a:lnTo>
                    <a:lnTo>
                      <a:pt x="6877" y="6760"/>
                    </a:lnTo>
                    <a:lnTo>
                      <a:pt x="6910" y="6694"/>
                    </a:lnTo>
                    <a:lnTo>
                      <a:pt x="6943" y="6628"/>
                    </a:lnTo>
                    <a:lnTo>
                      <a:pt x="6943" y="6546"/>
                    </a:lnTo>
                    <a:lnTo>
                      <a:pt x="6943" y="412"/>
                    </a:lnTo>
                    <a:lnTo>
                      <a:pt x="6943" y="330"/>
                    </a:lnTo>
                    <a:lnTo>
                      <a:pt x="6910" y="247"/>
                    </a:lnTo>
                    <a:lnTo>
                      <a:pt x="6877" y="181"/>
                    </a:lnTo>
                    <a:lnTo>
                      <a:pt x="6827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29" y="17"/>
                    </a:lnTo>
                    <a:lnTo>
                      <a:pt x="654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>
                <a:off x="3338825" y="3342050"/>
                <a:ext cx="1735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2" extrusionOk="0">
                    <a:moveTo>
                      <a:pt x="396" y="0"/>
                    </a:moveTo>
                    <a:lnTo>
                      <a:pt x="314" y="17"/>
                    </a:ln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0" y="330"/>
                    </a:lnTo>
                    <a:lnTo>
                      <a:pt x="0" y="412"/>
                    </a:lnTo>
                    <a:lnTo>
                      <a:pt x="0" y="6546"/>
                    </a:lnTo>
                    <a:lnTo>
                      <a:pt x="0" y="6628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6612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26" y="6628"/>
                    </a:lnTo>
                    <a:lnTo>
                      <a:pt x="6942" y="6546"/>
                    </a:lnTo>
                    <a:lnTo>
                      <a:pt x="6942" y="412"/>
                    </a:lnTo>
                    <a:lnTo>
                      <a:pt x="6926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2" y="17"/>
                    </a:lnTo>
                    <a:lnTo>
                      <a:pt x="65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>
                <a:off x="3549875" y="3342050"/>
                <a:ext cx="1735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2" extrusionOk="0">
                    <a:moveTo>
                      <a:pt x="413" y="0"/>
                    </a:moveTo>
                    <a:lnTo>
                      <a:pt x="330" y="17"/>
                    </a:ln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83" y="181"/>
                    </a:lnTo>
                    <a:lnTo>
                      <a:pt x="33" y="247"/>
                    </a:lnTo>
                    <a:lnTo>
                      <a:pt x="17" y="330"/>
                    </a:lnTo>
                    <a:lnTo>
                      <a:pt x="0" y="412"/>
                    </a:lnTo>
                    <a:lnTo>
                      <a:pt x="0" y="6546"/>
                    </a:lnTo>
                    <a:lnTo>
                      <a:pt x="17" y="6628"/>
                    </a:lnTo>
                    <a:lnTo>
                      <a:pt x="33" y="6694"/>
                    </a:lnTo>
                    <a:lnTo>
                      <a:pt x="83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42"/>
                    </a:lnTo>
                    <a:lnTo>
                      <a:pt x="6629" y="6942"/>
                    </a:lnTo>
                    <a:lnTo>
                      <a:pt x="6695" y="6909"/>
                    </a:lnTo>
                    <a:lnTo>
                      <a:pt x="6777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42" y="6628"/>
                    </a:lnTo>
                    <a:lnTo>
                      <a:pt x="6942" y="6546"/>
                    </a:lnTo>
                    <a:lnTo>
                      <a:pt x="6942" y="412"/>
                    </a:lnTo>
                    <a:lnTo>
                      <a:pt x="6942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77" y="66"/>
                    </a:lnTo>
                    <a:lnTo>
                      <a:pt x="6695" y="33"/>
                    </a:lnTo>
                    <a:lnTo>
                      <a:pt x="6629" y="17"/>
                    </a:lnTo>
                    <a:lnTo>
                      <a:pt x="6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1" name="Google Shape;1391;p29"/>
              <p:cNvSpPr/>
              <p:nvPr/>
            </p:nvSpPr>
            <p:spPr>
              <a:xfrm>
                <a:off x="3761325" y="3342050"/>
                <a:ext cx="173575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6942" extrusionOk="0">
                    <a:moveTo>
                      <a:pt x="397" y="0"/>
                    </a:moveTo>
                    <a:lnTo>
                      <a:pt x="314" y="17"/>
                    </a:ln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7" y="330"/>
                    </a:lnTo>
                    <a:lnTo>
                      <a:pt x="1" y="412"/>
                    </a:lnTo>
                    <a:lnTo>
                      <a:pt x="1" y="6546"/>
                    </a:lnTo>
                    <a:lnTo>
                      <a:pt x="17" y="6628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6613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7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26" y="6628"/>
                    </a:lnTo>
                    <a:lnTo>
                      <a:pt x="6942" y="6546"/>
                    </a:lnTo>
                    <a:lnTo>
                      <a:pt x="6942" y="412"/>
                    </a:lnTo>
                    <a:lnTo>
                      <a:pt x="6926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7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3" y="17"/>
                    </a:lnTo>
                    <a:lnTo>
                      <a:pt x="654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2" name="Google Shape;1392;p29"/>
              <p:cNvSpPr/>
              <p:nvPr/>
            </p:nvSpPr>
            <p:spPr>
              <a:xfrm>
                <a:off x="3972800" y="3342050"/>
                <a:ext cx="1731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2" extrusionOk="0">
                    <a:moveTo>
                      <a:pt x="396" y="0"/>
                    </a:moveTo>
                    <a:lnTo>
                      <a:pt x="314" y="17"/>
                    </a:lnTo>
                    <a:lnTo>
                      <a:pt x="231" y="33"/>
                    </a:lnTo>
                    <a:lnTo>
                      <a:pt x="165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0" y="330"/>
                    </a:lnTo>
                    <a:lnTo>
                      <a:pt x="0" y="412"/>
                    </a:lnTo>
                    <a:lnTo>
                      <a:pt x="0" y="6546"/>
                    </a:lnTo>
                    <a:lnTo>
                      <a:pt x="0" y="6628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65" y="6876"/>
                    </a:lnTo>
                    <a:lnTo>
                      <a:pt x="231" y="6909"/>
                    </a:lnTo>
                    <a:lnTo>
                      <a:pt x="314" y="6942"/>
                    </a:lnTo>
                    <a:lnTo>
                      <a:pt x="6612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6"/>
                    </a:lnTo>
                    <a:lnTo>
                      <a:pt x="6859" y="6760"/>
                    </a:lnTo>
                    <a:lnTo>
                      <a:pt x="6909" y="6694"/>
                    </a:lnTo>
                    <a:lnTo>
                      <a:pt x="6925" y="6628"/>
                    </a:lnTo>
                    <a:lnTo>
                      <a:pt x="6925" y="6546"/>
                    </a:lnTo>
                    <a:lnTo>
                      <a:pt x="6925" y="412"/>
                    </a:lnTo>
                    <a:lnTo>
                      <a:pt x="6925" y="330"/>
                    </a:lnTo>
                    <a:lnTo>
                      <a:pt x="6909" y="247"/>
                    </a:lnTo>
                    <a:lnTo>
                      <a:pt x="6859" y="181"/>
                    </a:lnTo>
                    <a:lnTo>
                      <a:pt x="6810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2" y="17"/>
                    </a:lnTo>
                    <a:lnTo>
                      <a:pt x="65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3" name="Google Shape;1393;p29"/>
              <p:cNvSpPr/>
              <p:nvPr/>
            </p:nvSpPr>
            <p:spPr>
              <a:xfrm>
                <a:off x="4183850" y="3342050"/>
                <a:ext cx="1735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6942" extrusionOk="0">
                    <a:moveTo>
                      <a:pt x="396" y="0"/>
                    </a:moveTo>
                    <a:lnTo>
                      <a:pt x="330" y="17"/>
                    </a:lnTo>
                    <a:lnTo>
                      <a:pt x="248" y="33"/>
                    </a:lnTo>
                    <a:lnTo>
                      <a:pt x="182" y="66"/>
                    </a:lnTo>
                    <a:lnTo>
                      <a:pt x="116" y="115"/>
                    </a:lnTo>
                    <a:lnTo>
                      <a:pt x="66" y="181"/>
                    </a:lnTo>
                    <a:lnTo>
                      <a:pt x="33" y="247"/>
                    </a:lnTo>
                    <a:lnTo>
                      <a:pt x="17" y="330"/>
                    </a:lnTo>
                    <a:lnTo>
                      <a:pt x="0" y="412"/>
                    </a:lnTo>
                    <a:lnTo>
                      <a:pt x="0" y="6546"/>
                    </a:lnTo>
                    <a:lnTo>
                      <a:pt x="17" y="6628"/>
                    </a:lnTo>
                    <a:lnTo>
                      <a:pt x="33" y="6694"/>
                    </a:lnTo>
                    <a:lnTo>
                      <a:pt x="66" y="6760"/>
                    </a:lnTo>
                    <a:lnTo>
                      <a:pt x="116" y="6826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42"/>
                    </a:lnTo>
                    <a:lnTo>
                      <a:pt x="6629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26" y="6826"/>
                    </a:lnTo>
                    <a:lnTo>
                      <a:pt x="6876" y="6760"/>
                    </a:lnTo>
                    <a:lnTo>
                      <a:pt x="6909" y="6694"/>
                    </a:lnTo>
                    <a:lnTo>
                      <a:pt x="6942" y="6628"/>
                    </a:lnTo>
                    <a:lnTo>
                      <a:pt x="6942" y="6546"/>
                    </a:lnTo>
                    <a:lnTo>
                      <a:pt x="6942" y="412"/>
                    </a:lnTo>
                    <a:lnTo>
                      <a:pt x="6942" y="330"/>
                    </a:lnTo>
                    <a:lnTo>
                      <a:pt x="6909" y="247"/>
                    </a:lnTo>
                    <a:lnTo>
                      <a:pt x="6876" y="181"/>
                    </a:lnTo>
                    <a:lnTo>
                      <a:pt x="6826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29" y="17"/>
                    </a:lnTo>
                    <a:lnTo>
                      <a:pt x="6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4" name="Google Shape;1394;p29"/>
              <p:cNvSpPr/>
              <p:nvPr/>
            </p:nvSpPr>
            <p:spPr>
              <a:xfrm>
                <a:off x="4395300" y="3342050"/>
                <a:ext cx="173150" cy="173550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6942" extrusionOk="0">
                    <a:moveTo>
                      <a:pt x="397" y="0"/>
                    </a:moveTo>
                    <a:lnTo>
                      <a:pt x="314" y="17"/>
                    </a:lnTo>
                    <a:lnTo>
                      <a:pt x="248" y="33"/>
                    </a:lnTo>
                    <a:lnTo>
                      <a:pt x="166" y="66"/>
                    </a:lnTo>
                    <a:lnTo>
                      <a:pt x="116" y="115"/>
                    </a:lnTo>
                    <a:lnTo>
                      <a:pt x="67" y="181"/>
                    </a:lnTo>
                    <a:lnTo>
                      <a:pt x="34" y="247"/>
                    </a:lnTo>
                    <a:lnTo>
                      <a:pt x="1" y="330"/>
                    </a:lnTo>
                    <a:lnTo>
                      <a:pt x="1" y="412"/>
                    </a:lnTo>
                    <a:lnTo>
                      <a:pt x="1" y="6546"/>
                    </a:lnTo>
                    <a:lnTo>
                      <a:pt x="1" y="6628"/>
                    </a:lnTo>
                    <a:lnTo>
                      <a:pt x="34" y="6694"/>
                    </a:lnTo>
                    <a:lnTo>
                      <a:pt x="67" y="6760"/>
                    </a:lnTo>
                    <a:lnTo>
                      <a:pt x="116" y="6826"/>
                    </a:lnTo>
                    <a:lnTo>
                      <a:pt x="166" y="6876"/>
                    </a:lnTo>
                    <a:lnTo>
                      <a:pt x="248" y="6909"/>
                    </a:lnTo>
                    <a:lnTo>
                      <a:pt x="314" y="6942"/>
                    </a:lnTo>
                    <a:lnTo>
                      <a:pt x="6613" y="6942"/>
                    </a:lnTo>
                    <a:lnTo>
                      <a:pt x="6695" y="6909"/>
                    </a:lnTo>
                    <a:lnTo>
                      <a:pt x="6761" y="6876"/>
                    </a:lnTo>
                    <a:lnTo>
                      <a:pt x="6810" y="6826"/>
                    </a:lnTo>
                    <a:lnTo>
                      <a:pt x="6860" y="6760"/>
                    </a:lnTo>
                    <a:lnTo>
                      <a:pt x="6909" y="6694"/>
                    </a:lnTo>
                    <a:lnTo>
                      <a:pt x="6926" y="6628"/>
                    </a:lnTo>
                    <a:lnTo>
                      <a:pt x="6926" y="6546"/>
                    </a:lnTo>
                    <a:lnTo>
                      <a:pt x="6926" y="412"/>
                    </a:lnTo>
                    <a:lnTo>
                      <a:pt x="6926" y="330"/>
                    </a:lnTo>
                    <a:lnTo>
                      <a:pt x="6909" y="247"/>
                    </a:lnTo>
                    <a:lnTo>
                      <a:pt x="6860" y="181"/>
                    </a:lnTo>
                    <a:lnTo>
                      <a:pt x="6810" y="115"/>
                    </a:lnTo>
                    <a:lnTo>
                      <a:pt x="6761" y="66"/>
                    </a:lnTo>
                    <a:lnTo>
                      <a:pt x="6695" y="33"/>
                    </a:lnTo>
                    <a:lnTo>
                      <a:pt x="6613" y="17"/>
                    </a:lnTo>
                    <a:lnTo>
                      <a:pt x="65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5" name="Google Shape;1395;p29"/>
              <p:cNvSpPr/>
              <p:nvPr/>
            </p:nvSpPr>
            <p:spPr>
              <a:xfrm>
                <a:off x="4503725" y="4293000"/>
                <a:ext cx="173550" cy="9442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3777" extrusionOk="0">
                    <a:moveTo>
                      <a:pt x="0" y="1"/>
                    </a:moveTo>
                    <a:lnTo>
                      <a:pt x="0" y="3381"/>
                    </a:lnTo>
                    <a:lnTo>
                      <a:pt x="0" y="3447"/>
                    </a:lnTo>
                    <a:lnTo>
                      <a:pt x="33" y="3529"/>
                    </a:lnTo>
                    <a:lnTo>
                      <a:pt x="66" y="3595"/>
                    </a:lnTo>
                    <a:lnTo>
                      <a:pt x="116" y="3661"/>
                    </a:lnTo>
                    <a:lnTo>
                      <a:pt x="182" y="3710"/>
                    </a:lnTo>
                    <a:lnTo>
                      <a:pt x="248" y="3743"/>
                    </a:lnTo>
                    <a:lnTo>
                      <a:pt x="313" y="3776"/>
                    </a:lnTo>
                    <a:lnTo>
                      <a:pt x="6612" y="3776"/>
                    </a:lnTo>
                    <a:lnTo>
                      <a:pt x="6678" y="3743"/>
                    </a:lnTo>
                    <a:lnTo>
                      <a:pt x="6760" y="3710"/>
                    </a:lnTo>
                    <a:lnTo>
                      <a:pt x="6826" y="3661"/>
                    </a:lnTo>
                    <a:lnTo>
                      <a:pt x="6876" y="3595"/>
                    </a:lnTo>
                    <a:lnTo>
                      <a:pt x="6909" y="3529"/>
                    </a:lnTo>
                    <a:lnTo>
                      <a:pt x="6925" y="3447"/>
                    </a:lnTo>
                    <a:lnTo>
                      <a:pt x="6942" y="3381"/>
                    </a:lnTo>
                    <a:lnTo>
                      <a:pt x="69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6" name="Google Shape;1396;p29"/>
              <p:cNvSpPr/>
              <p:nvPr/>
            </p:nvSpPr>
            <p:spPr>
              <a:xfrm>
                <a:off x="4503725" y="4187075"/>
                <a:ext cx="173550" cy="9482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3793" extrusionOk="0">
                    <a:moveTo>
                      <a:pt x="396" y="0"/>
                    </a:moveTo>
                    <a:lnTo>
                      <a:pt x="313" y="17"/>
                    </a:lnTo>
                    <a:lnTo>
                      <a:pt x="248" y="33"/>
                    </a:lnTo>
                    <a:lnTo>
                      <a:pt x="182" y="83"/>
                    </a:lnTo>
                    <a:lnTo>
                      <a:pt x="116" y="132"/>
                    </a:lnTo>
                    <a:lnTo>
                      <a:pt x="66" y="181"/>
                    </a:lnTo>
                    <a:lnTo>
                      <a:pt x="33" y="264"/>
                    </a:lnTo>
                    <a:lnTo>
                      <a:pt x="0" y="330"/>
                    </a:lnTo>
                    <a:lnTo>
                      <a:pt x="0" y="412"/>
                    </a:lnTo>
                    <a:lnTo>
                      <a:pt x="0" y="3792"/>
                    </a:lnTo>
                    <a:lnTo>
                      <a:pt x="6942" y="3792"/>
                    </a:lnTo>
                    <a:lnTo>
                      <a:pt x="6942" y="412"/>
                    </a:lnTo>
                    <a:lnTo>
                      <a:pt x="6925" y="330"/>
                    </a:lnTo>
                    <a:lnTo>
                      <a:pt x="6909" y="264"/>
                    </a:lnTo>
                    <a:lnTo>
                      <a:pt x="6876" y="181"/>
                    </a:lnTo>
                    <a:lnTo>
                      <a:pt x="6826" y="132"/>
                    </a:lnTo>
                    <a:lnTo>
                      <a:pt x="6760" y="83"/>
                    </a:lnTo>
                    <a:lnTo>
                      <a:pt x="6678" y="33"/>
                    </a:lnTo>
                    <a:lnTo>
                      <a:pt x="6612" y="17"/>
                    </a:lnTo>
                    <a:lnTo>
                      <a:pt x="65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7" name="Google Shape;1397;p29"/>
              <p:cNvSpPr/>
              <p:nvPr/>
            </p:nvSpPr>
            <p:spPr>
              <a:xfrm>
                <a:off x="4713125" y="3553500"/>
                <a:ext cx="173550" cy="384625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15385" extrusionOk="0">
                    <a:moveTo>
                      <a:pt x="330" y="1"/>
                    </a:moveTo>
                    <a:lnTo>
                      <a:pt x="248" y="34"/>
                    </a:lnTo>
                    <a:lnTo>
                      <a:pt x="182" y="66"/>
                    </a:lnTo>
                    <a:lnTo>
                      <a:pt x="116" y="116"/>
                    </a:lnTo>
                    <a:lnTo>
                      <a:pt x="66" y="182"/>
                    </a:lnTo>
                    <a:lnTo>
                      <a:pt x="33" y="248"/>
                    </a:lnTo>
                    <a:lnTo>
                      <a:pt x="17" y="314"/>
                    </a:lnTo>
                    <a:lnTo>
                      <a:pt x="0" y="396"/>
                    </a:lnTo>
                    <a:lnTo>
                      <a:pt x="0" y="6530"/>
                    </a:lnTo>
                    <a:lnTo>
                      <a:pt x="17" y="6612"/>
                    </a:lnTo>
                    <a:lnTo>
                      <a:pt x="33" y="6678"/>
                    </a:lnTo>
                    <a:lnTo>
                      <a:pt x="66" y="6761"/>
                    </a:lnTo>
                    <a:lnTo>
                      <a:pt x="116" y="6827"/>
                    </a:lnTo>
                    <a:lnTo>
                      <a:pt x="182" y="6876"/>
                    </a:lnTo>
                    <a:lnTo>
                      <a:pt x="248" y="6909"/>
                    </a:lnTo>
                    <a:lnTo>
                      <a:pt x="330" y="6926"/>
                    </a:lnTo>
                    <a:lnTo>
                      <a:pt x="396" y="6942"/>
                    </a:lnTo>
                    <a:lnTo>
                      <a:pt x="2012" y="6942"/>
                    </a:lnTo>
                    <a:lnTo>
                      <a:pt x="2012" y="14988"/>
                    </a:lnTo>
                    <a:lnTo>
                      <a:pt x="2012" y="15071"/>
                    </a:lnTo>
                    <a:lnTo>
                      <a:pt x="2028" y="15137"/>
                    </a:lnTo>
                    <a:lnTo>
                      <a:pt x="2078" y="15203"/>
                    </a:lnTo>
                    <a:lnTo>
                      <a:pt x="2127" y="15269"/>
                    </a:lnTo>
                    <a:lnTo>
                      <a:pt x="2193" y="15318"/>
                    </a:lnTo>
                    <a:lnTo>
                      <a:pt x="2259" y="15351"/>
                    </a:lnTo>
                    <a:lnTo>
                      <a:pt x="2325" y="15384"/>
                    </a:lnTo>
                    <a:lnTo>
                      <a:pt x="6612" y="15384"/>
                    </a:lnTo>
                    <a:lnTo>
                      <a:pt x="6694" y="15351"/>
                    </a:lnTo>
                    <a:lnTo>
                      <a:pt x="6760" y="15318"/>
                    </a:lnTo>
                    <a:lnTo>
                      <a:pt x="6826" y="15269"/>
                    </a:lnTo>
                    <a:lnTo>
                      <a:pt x="6876" y="15203"/>
                    </a:lnTo>
                    <a:lnTo>
                      <a:pt x="6909" y="15137"/>
                    </a:lnTo>
                    <a:lnTo>
                      <a:pt x="6942" y="15071"/>
                    </a:lnTo>
                    <a:lnTo>
                      <a:pt x="6942" y="14988"/>
                    </a:lnTo>
                    <a:lnTo>
                      <a:pt x="6942" y="396"/>
                    </a:lnTo>
                    <a:lnTo>
                      <a:pt x="6942" y="314"/>
                    </a:lnTo>
                    <a:lnTo>
                      <a:pt x="6909" y="248"/>
                    </a:lnTo>
                    <a:lnTo>
                      <a:pt x="6876" y="182"/>
                    </a:lnTo>
                    <a:lnTo>
                      <a:pt x="6826" y="116"/>
                    </a:lnTo>
                    <a:lnTo>
                      <a:pt x="6760" y="66"/>
                    </a:lnTo>
                    <a:lnTo>
                      <a:pt x="6694" y="34"/>
                    </a:lnTo>
                    <a:lnTo>
                      <a:pt x="66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8" name="Google Shape;1398;p29"/>
              <p:cNvSpPr/>
              <p:nvPr/>
            </p:nvSpPr>
            <p:spPr>
              <a:xfrm>
                <a:off x="3765875" y="3627275"/>
                <a:ext cx="417175" cy="602275"/>
              </a:xfrm>
              <a:custGeom>
                <a:avLst/>
                <a:gdLst/>
                <a:ahLst/>
                <a:cxnLst/>
                <a:rect l="l" t="t" r="r" b="b"/>
                <a:pathLst>
                  <a:path w="16687" h="24091" extrusionOk="0">
                    <a:moveTo>
                      <a:pt x="2770" y="1"/>
                    </a:moveTo>
                    <a:lnTo>
                      <a:pt x="2490" y="34"/>
                    </a:lnTo>
                    <a:lnTo>
                      <a:pt x="2210" y="83"/>
                    </a:lnTo>
                    <a:lnTo>
                      <a:pt x="1929" y="166"/>
                    </a:lnTo>
                    <a:lnTo>
                      <a:pt x="1666" y="265"/>
                    </a:lnTo>
                    <a:lnTo>
                      <a:pt x="1402" y="413"/>
                    </a:lnTo>
                    <a:lnTo>
                      <a:pt x="1154" y="578"/>
                    </a:lnTo>
                    <a:lnTo>
                      <a:pt x="940" y="759"/>
                    </a:lnTo>
                    <a:lnTo>
                      <a:pt x="726" y="957"/>
                    </a:lnTo>
                    <a:lnTo>
                      <a:pt x="561" y="1188"/>
                    </a:lnTo>
                    <a:lnTo>
                      <a:pt x="396" y="1419"/>
                    </a:lnTo>
                    <a:lnTo>
                      <a:pt x="264" y="1666"/>
                    </a:lnTo>
                    <a:lnTo>
                      <a:pt x="165" y="1914"/>
                    </a:lnTo>
                    <a:lnTo>
                      <a:pt x="83" y="2194"/>
                    </a:lnTo>
                    <a:lnTo>
                      <a:pt x="33" y="2458"/>
                    </a:lnTo>
                    <a:lnTo>
                      <a:pt x="0" y="2738"/>
                    </a:lnTo>
                    <a:lnTo>
                      <a:pt x="0" y="3018"/>
                    </a:lnTo>
                    <a:lnTo>
                      <a:pt x="17" y="3299"/>
                    </a:lnTo>
                    <a:lnTo>
                      <a:pt x="66" y="3579"/>
                    </a:lnTo>
                    <a:lnTo>
                      <a:pt x="149" y="3843"/>
                    </a:lnTo>
                    <a:lnTo>
                      <a:pt x="264" y="4123"/>
                    </a:lnTo>
                    <a:lnTo>
                      <a:pt x="396" y="4387"/>
                    </a:lnTo>
                    <a:lnTo>
                      <a:pt x="11311" y="22689"/>
                    </a:lnTo>
                    <a:lnTo>
                      <a:pt x="11476" y="22936"/>
                    </a:lnTo>
                    <a:lnTo>
                      <a:pt x="11657" y="23151"/>
                    </a:lnTo>
                    <a:lnTo>
                      <a:pt x="11855" y="23365"/>
                    </a:lnTo>
                    <a:lnTo>
                      <a:pt x="12070" y="23546"/>
                    </a:lnTo>
                    <a:lnTo>
                      <a:pt x="12317" y="23695"/>
                    </a:lnTo>
                    <a:lnTo>
                      <a:pt x="12564" y="23827"/>
                    </a:lnTo>
                    <a:lnTo>
                      <a:pt x="12812" y="23925"/>
                    </a:lnTo>
                    <a:lnTo>
                      <a:pt x="13075" y="24008"/>
                    </a:lnTo>
                    <a:lnTo>
                      <a:pt x="13356" y="24074"/>
                    </a:lnTo>
                    <a:lnTo>
                      <a:pt x="13636" y="24090"/>
                    </a:lnTo>
                    <a:lnTo>
                      <a:pt x="13900" y="24090"/>
                    </a:lnTo>
                    <a:lnTo>
                      <a:pt x="14180" y="24074"/>
                    </a:lnTo>
                    <a:lnTo>
                      <a:pt x="14460" y="24024"/>
                    </a:lnTo>
                    <a:lnTo>
                      <a:pt x="14741" y="23942"/>
                    </a:lnTo>
                    <a:lnTo>
                      <a:pt x="15005" y="23827"/>
                    </a:lnTo>
                    <a:lnTo>
                      <a:pt x="15268" y="23695"/>
                    </a:lnTo>
                    <a:lnTo>
                      <a:pt x="15516" y="23530"/>
                    </a:lnTo>
                    <a:lnTo>
                      <a:pt x="15747" y="23348"/>
                    </a:lnTo>
                    <a:lnTo>
                      <a:pt x="15944" y="23134"/>
                    </a:lnTo>
                    <a:lnTo>
                      <a:pt x="16126" y="22920"/>
                    </a:lnTo>
                    <a:lnTo>
                      <a:pt x="16274" y="22689"/>
                    </a:lnTo>
                    <a:lnTo>
                      <a:pt x="16406" y="22442"/>
                    </a:lnTo>
                    <a:lnTo>
                      <a:pt x="16521" y="22178"/>
                    </a:lnTo>
                    <a:lnTo>
                      <a:pt x="16587" y="21914"/>
                    </a:lnTo>
                    <a:lnTo>
                      <a:pt x="16653" y="21650"/>
                    </a:lnTo>
                    <a:lnTo>
                      <a:pt x="16686" y="21370"/>
                    </a:lnTo>
                    <a:lnTo>
                      <a:pt x="16686" y="21089"/>
                    </a:lnTo>
                    <a:lnTo>
                      <a:pt x="16653" y="20809"/>
                    </a:lnTo>
                    <a:lnTo>
                      <a:pt x="16604" y="20529"/>
                    </a:lnTo>
                    <a:lnTo>
                      <a:pt x="16521" y="20265"/>
                    </a:lnTo>
                    <a:lnTo>
                      <a:pt x="16423" y="19985"/>
                    </a:lnTo>
                    <a:lnTo>
                      <a:pt x="16274" y="19721"/>
                    </a:lnTo>
                    <a:lnTo>
                      <a:pt x="5375" y="1419"/>
                    </a:lnTo>
                    <a:lnTo>
                      <a:pt x="5211" y="1172"/>
                    </a:lnTo>
                    <a:lnTo>
                      <a:pt x="5029" y="941"/>
                    </a:lnTo>
                    <a:lnTo>
                      <a:pt x="4815" y="743"/>
                    </a:lnTo>
                    <a:lnTo>
                      <a:pt x="4600" y="562"/>
                    </a:lnTo>
                    <a:lnTo>
                      <a:pt x="4370" y="413"/>
                    </a:lnTo>
                    <a:lnTo>
                      <a:pt x="4122" y="281"/>
                    </a:lnTo>
                    <a:lnTo>
                      <a:pt x="3859" y="166"/>
                    </a:lnTo>
                    <a:lnTo>
                      <a:pt x="3595" y="100"/>
                    </a:lnTo>
                    <a:lnTo>
                      <a:pt x="3331" y="34"/>
                    </a:lnTo>
                    <a:lnTo>
                      <a:pt x="3051" y="1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9" name="Google Shape;1399;p29"/>
              <p:cNvSpPr/>
              <p:nvPr/>
            </p:nvSpPr>
            <p:spPr>
              <a:xfrm>
                <a:off x="3899825" y="3900575"/>
                <a:ext cx="794350" cy="794350"/>
              </a:xfrm>
              <a:custGeom>
                <a:avLst/>
                <a:gdLst/>
                <a:ahLst/>
                <a:cxnLst/>
                <a:rect l="l" t="t" r="r" b="b"/>
                <a:pathLst>
                  <a:path w="31774" h="31774" extrusionOk="0">
                    <a:moveTo>
                      <a:pt x="17709" y="1"/>
                    </a:moveTo>
                    <a:lnTo>
                      <a:pt x="17347" y="17"/>
                    </a:lnTo>
                    <a:lnTo>
                      <a:pt x="16984" y="67"/>
                    </a:lnTo>
                    <a:lnTo>
                      <a:pt x="16621" y="116"/>
                    </a:lnTo>
                    <a:lnTo>
                      <a:pt x="16258" y="199"/>
                    </a:lnTo>
                    <a:lnTo>
                      <a:pt x="15896" y="297"/>
                    </a:lnTo>
                    <a:lnTo>
                      <a:pt x="15549" y="413"/>
                    </a:lnTo>
                    <a:lnTo>
                      <a:pt x="15187" y="545"/>
                    </a:lnTo>
                    <a:lnTo>
                      <a:pt x="14840" y="693"/>
                    </a:lnTo>
                    <a:lnTo>
                      <a:pt x="14494" y="858"/>
                    </a:lnTo>
                    <a:lnTo>
                      <a:pt x="14164" y="1056"/>
                    </a:lnTo>
                    <a:lnTo>
                      <a:pt x="3661" y="7305"/>
                    </a:lnTo>
                    <a:lnTo>
                      <a:pt x="3332" y="7503"/>
                    </a:lnTo>
                    <a:lnTo>
                      <a:pt x="3018" y="7734"/>
                    </a:lnTo>
                    <a:lnTo>
                      <a:pt x="2722" y="7965"/>
                    </a:lnTo>
                    <a:lnTo>
                      <a:pt x="2441" y="8212"/>
                    </a:lnTo>
                    <a:lnTo>
                      <a:pt x="2177" y="8476"/>
                    </a:lnTo>
                    <a:lnTo>
                      <a:pt x="1914" y="8739"/>
                    </a:lnTo>
                    <a:lnTo>
                      <a:pt x="1683" y="9020"/>
                    </a:lnTo>
                    <a:lnTo>
                      <a:pt x="1452" y="9317"/>
                    </a:lnTo>
                    <a:lnTo>
                      <a:pt x="1238" y="9613"/>
                    </a:lnTo>
                    <a:lnTo>
                      <a:pt x="1056" y="9910"/>
                    </a:lnTo>
                    <a:lnTo>
                      <a:pt x="875" y="10240"/>
                    </a:lnTo>
                    <a:lnTo>
                      <a:pt x="710" y="10553"/>
                    </a:lnTo>
                    <a:lnTo>
                      <a:pt x="562" y="10883"/>
                    </a:lnTo>
                    <a:lnTo>
                      <a:pt x="430" y="11229"/>
                    </a:lnTo>
                    <a:lnTo>
                      <a:pt x="314" y="11575"/>
                    </a:lnTo>
                    <a:lnTo>
                      <a:pt x="232" y="11922"/>
                    </a:lnTo>
                    <a:lnTo>
                      <a:pt x="149" y="12268"/>
                    </a:lnTo>
                    <a:lnTo>
                      <a:pt x="83" y="12614"/>
                    </a:lnTo>
                    <a:lnTo>
                      <a:pt x="34" y="12977"/>
                    </a:lnTo>
                    <a:lnTo>
                      <a:pt x="1" y="13340"/>
                    </a:lnTo>
                    <a:lnTo>
                      <a:pt x="1" y="13702"/>
                    </a:lnTo>
                    <a:lnTo>
                      <a:pt x="1" y="14065"/>
                    </a:lnTo>
                    <a:lnTo>
                      <a:pt x="17" y="14428"/>
                    </a:lnTo>
                    <a:lnTo>
                      <a:pt x="67" y="14791"/>
                    </a:lnTo>
                    <a:lnTo>
                      <a:pt x="116" y="15153"/>
                    </a:lnTo>
                    <a:lnTo>
                      <a:pt x="199" y="15516"/>
                    </a:lnTo>
                    <a:lnTo>
                      <a:pt x="298" y="15879"/>
                    </a:lnTo>
                    <a:lnTo>
                      <a:pt x="413" y="16225"/>
                    </a:lnTo>
                    <a:lnTo>
                      <a:pt x="545" y="16588"/>
                    </a:lnTo>
                    <a:lnTo>
                      <a:pt x="693" y="16934"/>
                    </a:lnTo>
                    <a:lnTo>
                      <a:pt x="858" y="17264"/>
                    </a:lnTo>
                    <a:lnTo>
                      <a:pt x="1056" y="17610"/>
                    </a:lnTo>
                    <a:lnTo>
                      <a:pt x="7305" y="28097"/>
                    </a:lnTo>
                    <a:lnTo>
                      <a:pt x="7503" y="28427"/>
                    </a:lnTo>
                    <a:lnTo>
                      <a:pt x="7734" y="28740"/>
                    </a:lnTo>
                    <a:lnTo>
                      <a:pt x="7965" y="29037"/>
                    </a:lnTo>
                    <a:lnTo>
                      <a:pt x="8212" y="29333"/>
                    </a:lnTo>
                    <a:lnTo>
                      <a:pt x="8476" y="29597"/>
                    </a:lnTo>
                    <a:lnTo>
                      <a:pt x="8740" y="29845"/>
                    </a:lnTo>
                    <a:lnTo>
                      <a:pt x="9020" y="30092"/>
                    </a:lnTo>
                    <a:lnTo>
                      <a:pt x="9317" y="30323"/>
                    </a:lnTo>
                    <a:lnTo>
                      <a:pt x="9614" y="30521"/>
                    </a:lnTo>
                    <a:lnTo>
                      <a:pt x="9910" y="30718"/>
                    </a:lnTo>
                    <a:lnTo>
                      <a:pt x="10240" y="30900"/>
                    </a:lnTo>
                    <a:lnTo>
                      <a:pt x="10553" y="31065"/>
                    </a:lnTo>
                    <a:lnTo>
                      <a:pt x="10883" y="31197"/>
                    </a:lnTo>
                    <a:lnTo>
                      <a:pt x="11229" y="31328"/>
                    </a:lnTo>
                    <a:lnTo>
                      <a:pt x="11576" y="31444"/>
                    </a:lnTo>
                    <a:lnTo>
                      <a:pt x="11922" y="31543"/>
                    </a:lnTo>
                    <a:lnTo>
                      <a:pt x="12268" y="31625"/>
                    </a:lnTo>
                    <a:lnTo>
                      <a:pt x="12614" y="31691"/>
                    </a:lnTo>
                    <a:lnTo>
                      <a:pt x="12977" y="31741"/>
                    </a:lnTo>
                    <a:lnTo>
                      <a:pt x="13340" y="31757"/>
                    </a:lnTo>
                    <a:lnTo>
                      <a:pt x="13703" y="31774"/>
                    </a:lnTo>
                    <a:lnTo>
                      <a:pt x="14065" y="31774"/>
                    </a:lnTo>
                    <a:lnTo>
                      <a:pt x="14428" y="31741"/>
                    </a:lnTo>
                    <a:lnTo>
                      <a:pt x="14791" y="31708"/>
                    </a:lnTo>
                    <a:lnTo>
                      <a:pt x="15154" y="31642"/>
                    </a:lnTo>
                    <a:lnTo>
                      <a:pt x="15516" y="31576"/>
                    </a:lnTo>
                    <a:lnTo>
                      <a:pt x="15879" y="31477"/>
                    </a:lnTo>
                    <a:lnTo>
                      <a:pt x="16225" y="31361"/>
                    </a:lnTo>
                    <a:lnTo>
                      <a:pt x="16588" y="31230"/>
                    </a:lnTo>
                    <a:lnTo>
                      <a:pt x="16934" y="31081"/>
                    </a:lnTo>
                    <a:lnTo>
                      <a:pt x="17264" y="30900"/>
                    </a:lnTo>
                    <a:lnTo>
                      <a:pt x="17610" y="30718"/>
                    </a:lnTo>
                    <a:lnTo>
                      <a:pt x="28097" y="24469"/>
                    </a:lnTo>
                    <a:lnTo>
                      <a:pt x="28427" y="24255"/>
                    </a:lnTo>
                    <a:lnTo>
                      <a:pt x="28740" y="24041"/>
                    </a:lnTo>
                    <a:lnTo>
                      <a:pt x="29037" y="23810"/>
                    </a:lnTo>
                    <a:lnTo>
                      <a:pt x="29334" y="23562"/>
                    </a:lnTo>
                    <a:lnTo>
                      <a:pt x="29597" y="23299"/>
                    </a:lnTo>
                    <a:lnTo>
                      <a:pt x="29845" y="23035"/>
                    </a:lnTo>
                    <a:lnTo>
                      <a:pt x="30092" y="22755"/>
                    </a:lnTo>
                    <a:lnTo>
                      <a:pt x="30323" y="22458"/>
                    </a:lnTo>
                    <a:lnTo>
                      <a:pt x="30521" y="22161"/>
                    </a:lnTo>
                    <a:lnTo>
                      <a:pt x="30719" y="21848"/>
                    </a:lnTo>
                    <a:lnTo>
                      <a:pt x="30900" y="21534"/>
                    </a:lnTo>
                    <a:lnTo>
                      <a:pt x="31065" y="21205"/>
                    </a:lnTo>
                    <a:lnTo>
                      <a:pt x="31197" y="20875"/>
                    </a:lnTo>
                    <a:lnTo>
                      <a:pt x="31329" y="20545"/>
                    </a:lnTo>
                    <a:lnTo>
                      <a:pt x="31444" y="20199"/>
                    </a:lnTo>
                    <a:lnTo>
                      <a:pt x="31543" y="19853"/>
                    </a:lnTo>
                    <a:lnTo>
                      <a:pt x="31625" y="19506"/>
                    </a:lnTo>
                    <a:lnTo>
                      <a:pt x="31691" y="19144"/>
                    </a:lnTo>
                    <a:lnTo>
                      <a:pt x="31741" y="18797"/>
                    </a:lnTo>
                    <a:lnTo>
                      <a:pt x="31757" y="18435"/>
                    </a:lnTo>
                    <a:lnTo>
                      <a:pt x="31774" y="18072"/>
                    </a:lnTo>
                    <a:lnTo>
                      <a:pt x="31774" y="17709"/>
                    </a:lnTo>
                    <a:lnTo>
                      <a:pt x="31741" y="17346"/>
                    </a:lnTo>
                    <a:lnTo>
                      <a:pt x="31708" y="16984"/>
                    </a:lnTo>
                    <a:lnTo>
                      <a:pt x="31642" y="16621"/>
                    </a:lnTo>
                    <a:lnTo>
                      <a:pt x="31576" y="16258"/>
                    </a:lnTo>
                    <a:lnTo>
                      <a:pt x="31477" y="15895"/>
                    </a:lnTo>
                    <a:lnTo>
                      <a:pt x="31362" y="15533"/>
                    </a:lnTo>
                    <a:lnTo>
                      <a:pt x="31230" y="15186"/>
                    </a:lnTo>
                    <a:lnTo>
                      <a:pt x="31081" y="14840"/>
                    </a:lnTo>
                    <a:lnTo>
                      <a:pt x="30900" y="14494"/>
                    </a:lnTo>
                    <a:lnTo>
                      <a:pt x="30719" y="14164"/>
                    </a:lnTo>
                    <a:lnTo>
                      <a:pt x="24469" y="3661"/>
                    </a:lnTo>
                    <a:lnTo>
                      <a:pt x="24255" y="3331"/>
                    </a:lnTo>
                    <a:lnTo>
                      <a:pt x="24041" y="3018"/>
                    </a:lnTo>
                    <a:lnTo>
                      <a:pt x="23810" y="2721"/>
                    </a:lnTo>
                    <a:lnTo>
                      <a:pt x="23563" y="2441"/>
                    </a:lnTo>
                    <a:lnTo>
                      <a:pt x="23299" y="2177"/>
                    </a:lnTo>
                    <a:lnTo>
                      <a:pt x="23035" y="1913"/>
                    </a:lnTo>
                    <a:lnTo>
                      <a:pt x="22755" y="1682"/>
                    </a:lnTo>
                    <a:lnTo>
                      <a:pt x="22458" y="1452"/>
                    </a:lnTo>
                    <a:lnTo>
                      <a:pt x="22161" y="1237"/>
                    </a:lnTo>
                    <a:lnTo>
                      <a:pt x="21848" y="1056"/>
                    </a:lnTo>
                    <a:lnTo>
                      <a:pt x="21535" y="875"/>
                    </a:lnTo>
                    <a:lnTo>
                      <a:pt x="21221" y="710"/>
                    </a:lnTo>
                    <a:lnTo>
                      <a:pt x="20875" y="561"/>
                    </a:lnTo>
                    <a:lnTo>
                      <a:pt x="20545" y="429"/>
                    </a:lnTo>
                    <a:lnTo>
                      <a:pt x="20199" y="314"/>
                    </a:lnTo>
                    <a:lnTo>
                      <a:pt x="19853" y="232"/>
                    </a:lnTo>
                    <a:lnTo>
                      <a:pt x="19507" y="149"/>
                    </a:lnTo>
                    <a:lnTo>
                      <a:pt x="19144" y="83"/>
                    </a:lnTo>
                    <a:lnTo>
                      <a:pt x="18798" y="34"/>
                    </a:lnTo>
                    <a:lnTo>
                      <a:pt x="18435" y="1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0" name="Google Shape;1400;p29"/>
              <p:cNvSpPr/>
              <p:nvPr/>
            </p:nvSpPr>
            <p:spPr>
              <a:xfrm>
                <a:off x="4193750" y="3648725"/>
                <a:ext cx="319050" cy="437775"/>
              </a:xfrm>
              <a:custGeom>
                <a:avLst/>
                <a:gdLst/>
                <a:ahLst/>
                <a:cxnLst/>
                <a:rect l="l" t="t" r="r" b="b"/>
                <a:pathLst>
                  <a:path w="12762" h="17511" extrusionOk="0">
                    <a:moveTo>
                      <a:pt x="2770" y="0"/>
                    </a:moveTo>
                    <a:lnTo>
                      <a:pt x="2490" y="33"/>
                    </a:lnTo>
                    <a:lnTo>
                      <a:pt x="2209" y="83"/>
                    </a:lnTo>
                    <a:lnTo>
                      <a:pt x="1929" y="165"/>
                    </a:lnTo>
                    <a:lnTo>
                      <a:pt x="1665" y="281"/>
                    </a:lnTo>
                    <a:lnTo>
                      <a:pt x="1402" y="413"/>
                    </a:lnTo>
                    <a:lnTo>
                      <a:pt x="1154" y="577"/>
                    </a:lnTo>
                    <a:lnTo>
                      <a:pt x="940" y="759"/>
                    </a:lnTo>
                    <a:lnTo>
                      <a:pt x="726" y="957"/>
                    </a:lnTo>
                    <a:lnTo>
                      <a:pt x="561" y="1187"/>
                    </a:lnTo>
                    <a:lnTo>
                      <a:pt x="396" y="1418"/>
                    </a:lnTo>
                    <a:lnTo>
                      <a:pt x="264" y="1666"/>
                    </a:lnTo>
                    <a:lnTo>
                      <a:pt x="165" y="1913"/>
                    </a:lnTo>
                    <a:lnTo>
                      <a:pt x="82" y="2193"/>
                    </a:lnTo>
                    <a:lnTo>
                      <a:pt x="33" y="2457"/>
                    </a:lnTo>
                    <a:lnTo>
                      <a:pt x="0" y="2737"/>
                    </a:lnTo>
                    <a:lnTo>
                      <a:pt x="0" y="3018"/>
                    </a:lnTo>
                    <a:lnTo>
                      <a:pt x="17" y="3298"/>
                    </a:lnTo>
                    <a:lnTo>
                      <a:pt x="66" y="3578"/>
                    </a:lnTo>
                    <a:lnTo>
                      <a:pt x="148" y="3842"/>
                    </a:lnTo>
                    <a:lnTo>
                      <a:pt x="264" y="4122"/>
                    </a:lnTo>
                    <a:lnTo>
                      <a:pt x="396" y="4370"/>
                    </a:lnTo>
                    <a:lnTo>
                      <a:pt x="7387" y="16109"/>
                    </a:lnTo>
                    <a:lnTo>
                      <a:pt x="7552" y="16357"/>
                    </a:lnTo>
                    <a:lnTo>
                      <a:pt x="7733" y="16571"/>
                    </a:lnTo>
                    <a:lnTo>
                      <a:pt x="7931" y="16785"/>
                    </a:lnTo>
                    <a:lnTo>
                      <a:pt x="8162" y="16950"/>
                    </a:lnTo>
                    <a:lnTo>
                      <a:pt x="8393" y="17115"/>
                    </a:lnTo>
                    <a:lnTo>
                      <a:pt x="8640" y="17247"/>
                    </a:lnTo>
                    <a:lnTo>
                      <a:pt x="8887" y="17346"/>
                    </a:lnTo>
                    <a:lnTo>
                      <a:pt x="9151" y="17428"/>
                    </a:lnTo>
                    <a:lnTo>
                      <a:pt x="9431" y="17478"/>
                    </a:lnTo>
                    <a:lnTo>
                      <a:pt x="9712" y="17511"/>
                    </a:lnTo>
                    <a:lnTo>
                      <a:pt x="9992" y="17511"/>
                    </a:lnTo>
                    <a:lnTo>
                      <a:pt x="10272" y="17494"/>
                    </a:lnTo>
                    <a:lnTo>
                      <a:pt x="10536" y="17445"/>
                    </a:lnTo>
                    <a:lnTo>
                      <a:pt x="10816" y="17363"/>
                    </a:lnTo>
                    <a:lnTo>
                      <a:pt x="11080" y="17247"/>
                    </a:lnTo>
                    <a:lnTo>
                      <a:pt x="11344" y="17115"/>
                    </a:lnTo>
                    <a:lnTo>
                      <a:pt x="11591" y="16950"/>
                    </a:lnTo>
                    <a:lnTo>
                      <a:pt x="11822" y="16769"/>
                    </a:lnTo>
                    <a:lnTo>
                      <a:pt x="12020" y="16555"/>
                    </a:lnTo>
                    <a:lnTo>
                      <a:pt x="12201" y="16340"/>
                    </a:lnTo>
                    <a:lnTo>
                      <a:pt x="12350" y="16109"/>
                    </a:lnTo>
                    <a:lnTo>
                      <a:pt x="12482" y="15862"/>
                    </a:lnTo>
                    <a:lnTo>
                      <a:pt x="12597" y="15598"/>
                    </a:lnTo>
                    <a:lnTo>
                      <a:pt x="12680" y="15334"/>
                    </a:lnTo>
                    <a:lnTo>
                      <a:pt x="12729" y="15071"/>
                    </a:lnTo>
                    <a:lnTo>
                      <a:pt x="12762" y="14790"/>
                    </a:lnTo>
                    <a:lnTo>
                      <a:pt x="12762" y="14510"/>
                    </a:lnTo>
                    <a:lnTo>
                      <a:pt x="12729" y="14230"/>
                    </a:lnTo>
                    <a:lnTo>
                      <a:pt x="12680" y="13949"/>
                    </a:lnTo>
                    <a:lnTo>
                      <a:pt x="12597" y="13669"/>
                    </a:lnTo>
                    <a:lnTo>
                      <a:pt x="12498" y="13405"/>
                    </a:lnTo>
                    <a:lnTo>
                      <a:pt x="12350" y="13142"/>
                    </a:lnTo>
                    <a:lnTo>
                      <a:pt x="5375" y="1418"/>
                    </a:lnTo>
                    <a:lnTo>
                      <a:pt x="5210" y="1171"/>
                    </a:lnTo>
                    <a:lnTo>
                      <a:pt x="5029" y="940"/>
                    </a:lnTo>
                    <a:lnTo>
                      <a:pt x="4815" y="742"/>
                    </a:lnTo>
                    <a:lnTo>
                      <a:pt x="4600" y="561"/>
                    </a:lnTo>
                    <a:lnTo>
                      <a:pt x="4369" y="413"/>
                    </a:lnTo>
                    <a:lnTo>
                      <a:pt x="4122" y="281"/>
                    </a:lnTo>
                    <a:lnTo>
                      <a:pt x="3858" y="182"/>
                    </a:lnTo>
                    <a:lnTo>
                      <a:pt x="3594" y="99"/>
                    </a:lnTo>
                    <a:lnTo>
                      <a:pt x="3331" y="33"/>
                    </a:lnTo>
                    <a:lnTo>
                      <a:pt x="3050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1" name="Google Shape;1401;p29"/>
              <p:cNvSpPr/>
              <p:nvPr/>
            </p:nvSpPr>
            <p:spPr>
              <a:xfrm>
                <a:off x="3969075" y="3617800"/>
                <a:ext cx="417200" cy="602275"/>
              </a:xfrm>
              <a:custGeom>
                <a:avLst/>
                <a:gdLst/>
                <a:ahLst/>
                <a:cxnLst/>
                <a:rect l="l" t="t" r="r" b="b"/>
                <a:pathLst>
                  <a:path w="16688" h="24091" extrusionOk="0">
                    <a:moveTo>
                      <a:pt x="2771" y="1"/>
                    </a:moveTo>
                    <a:lnTo>
                      <a:pt x="2491" y="17"/>
                    </a:lnTo>
                    <a:lnTo>
                      <a:pt x="2210" y="83"/>
                    </a:lnTo>
                    <a:lnTo>
                      <a:pt x="1947" y="166"/>
                    </a:lnTo>
                    <a:lnTo>
                      <a:pt x="1666" y="265"/>
                    </a:lnTo>
                    <a:lnTo>
                      <a:pt x="1402" y="413"/>
                    </a:lnTo>
                    <a:lnTo>
                      <a:pt x="1155" y="578"/>
                    </a:lnTo>
                    <a:lnTo>
                      <a:pt x="941" y="759"/>
                    </a:lnTo>
                    <a:lnTo>
                      <a:pt x="743" y="957"/>
                    </a:lnTo>
                    <a:lnTo>
                      <a:pt x="562" y="1171"/>
                    </a:lnTo>
                    <a:lnTo>
                      <a:pt x="397" y="1419"/>
                    </a:lnTo>
                    <a:lnTo>
                      <a:pt x="265" y="1666"/>
                    </a:lnTo>
                    <a:lnTo>
                      <a:pt x="166" y="1913"/>
                    </a:lnTo>
                    <a:lnTo>
                      <a:pt x="83" y="2177"/>
                    </a:lnTo>
                    <a:lnTo>
                      <a:pt x="34" y="2457"/>
                    </a:lnTo>
                    <a:lnTo>
                      <a:pt x="1" y="2738"/>
                    </a:lnTo>
                    <a:lnTo>
                      <a:pt x="1" y="3018"/>
                    </a:lnTo>
                    <a:lnTo>
                      <a:pt x="17" y="3282"/>
                    </a:lnTo>
                    <a:lnTo>
                      <a:pt x="83" y="3562"/>
                    </a:lnTo>
                    <a:lnTo>
                      <a:pt x="149" y="3842"/>
                    </a:lnTo>
                    <a:lnTo>
                      <a:pt x="265" y="4106"/>
                    </a:lnTo>
                    <a:lnTo>
                      <a:pt x="397" y="4370"/>
                    </a:lnTo>
                    <a:lnTo>
                      <a:pt x="11312" y="22689"/>
                    </a:lnTo>
                    <a:lnTo>
                      <a:pt x="11477" y="22936"/>
                    </a:lnTo>
                    <a:lnTo>
                      <a:pt x="11658" y="23150"/>
                    </a:lnTo>
                    <a:lnTo>
                      <a:pt x="11856" y="23348"/>
                    </a:lnTo>
                    <a:lnTo>
                      <a:pt x="12070" y="23530"/>
                    </a:lnTo>
                    <a:lnTo>
                      <a:pt x="12318" y="23694"/>
                    </a:lnTo>
                    <a:lnTo>
                      <a:pt x="12565" y="23826"/>
                    </a:lnTo>
                    <a:lnTo>
                      <a:pt x="12812" y="23925"/>
                    </a:lnTo>
                    <a:lnTo>
                      <a:pt x="13076" y="24008"/>
                    </a:lnTo>
                    <a:lnTo>
                      <a:pt x="13356" y="24057"/>
                    </a:lnTo>
                    <a:lnTo>
                      <a:pt x="13637" y="24090"/>
                    </a:lnTo>
                    <a:lnTo>
                      <a:pt x="13917" y="24090"/>
                    </a:lnTo>
                    <a:lnTo>
                      <a:pt x="14197" y="24074"/>
                    </a:lnTo>
                    <a:lnTo>
                      <a:pt x="14461" y="24024"/>
                    </a:lnTo>
                    <a:lnTo>
                      <a:pt x="14741" y="23942"/>
                    </a:lnTo>
                    <a:lnTo>
                      <a:pt x="15005" y="23826"/>
                    </a:lnTo>
                    <a:lnTo>
                      <a:pt x="15269" y="23694"/>
                    </a:lnTo>
                    <a:lnTo>
                      <a:pt x="15516" y="23530"/>
                    </a:lnTo>
                    <a:lnTo>
                      <a:pt x="15747" y="23332"/>
                    </a:lnTo>
                    <a:lnTo>
                      <a:pt x="15945" y="23134"/>
                    </a:lnTo>
                    <a:lnTo>
                      <a:pt x="16126" y="22919"/>
                    </a:lnTo>
                    <a:lnTo>
                      <a:pt x="16275" y="22689"/>
                    </a:lnTo>
                    <a:lnTo>
                      <a:pt x="16407" y="22441"/>
                    </a:lnTo>
                    <a:lnTo>
                      <a:pt x="16522" y="22177"/>
                    </a:lnTo>
                    <a:lnTo>
                      <a:pt x="16605" y="21914"/>
                    </a:lnTo>
                    <a:lnTo>
                      <a:pt x="16654" y="21633"/>
                    </a:lnTo>
                    <a:lnTo>
                      <a:pt x="16687" y="21370"/>
                    </a:lnTo>
                    <a:lnTo>
                      <a:pt x="16687" y="21089"/>
                    </a:lnTo>
                    <a:lnTo>
                      <a:pt x="16654" y="20809"/>
                    </a:lnTo>
                    <a:lnTo>
                      <a:pt x="16605" y="20529"/>
                    </a:lnTo>
                    <a:lnTo>
                      <a:pt x="16522" y="20248"/>
                    </a:lnTo>
                    <a:lnTo>
                      <a:pt x="16423" y="19985"/>
                    </a:lnTo>
                    <a:lnTo>
                      <a:pt x="16275" y="19721"/>
                    </a:lnTo>
                    <a:lnTo>
                      <a:pt x="5376" y="1419"/>
                    </a:lnTo>
                    <a:lnTo>
                      <a:pt x="5211" y="1171"/>
                    </a:lnTo>
                    <a:lnTo>
                      <a:pt x="5030" y="941"/>
                    </a:lnTo>
                    <a:lnTo>
                      <a:pt x="4832" y="743"/>
                    </a:lnTo>
                    <a:lnTo>
                      <a:pt x="4601" y="561"/>
                    </a:lnTo>
                    <a:lnTo>
                      <a:pt x="4370" y="413"/>
                    </a:lnTo>
                    <a:lnTo>
                      <a:pt x="4123" y="281"/>
                    </a:lnTo>
                    <a:lnTo>
                      <a:pt x="3859" y="166"/>
                    </a:lnTo>
                    <a:lnTo>
                      <a:pt x="3595" y="83"/>
                    </a:lnTo>
                    <a:lnTo>
                      <a:pt x="3332" y="34"/>
                    </a:lnTo>
                    <a:lnTo>
                      <a:pt x="3051" y="1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2" name="Google Shape;1402;p29"/>
              <p:cNvSpPr/>
              <p:nvPr/>
            </p:nvSpPr>
            <p:spPr>
              <a:xfrm>
                <a:off x="3646750" y="3778975"/>
                <a:ext cx="417575" cy="602275"/>
              </a:xfrm>
              <a:custGeom>
                <a:avLst/>
                <a:gdLst/>
                <a:ahLst/>
                <a:cxnLst/>
                <a:rect l="l" t="t" r="r" b="b"/>
                <a:pathLst>
                  <a:path w="16703" h="24091" extrusionOk="0">
                    <a:moveTo>
                      <a:pt x="2787" y="1"/>
                    </a:moveTo>
                    <a:lnTo>
                      <a:pt x="2506" y="17"/>
                    </a:lnTo>
                    <a:lnTo>
                      <a:pt x="2226" y="67"/>
                    </a:lnTo>
                    <a:lnTo>
                      <a:pt x="1946" y="149"/>
                    </a:lnTo>
                    <a:lnTo>
                      <a:pt x="1682" y="264"/>
                    </a:lnTo>
                    <a:lnTo>
                      <a:pt x="1418" y="396"/>
                    </a:lnTo>
                    <a:lnTo>
                      <a:pt x="1171" y="561"/>
                    </a:lnTo>
                    <a:lnTo>
                      <a:pt x="956" y="743"/>
                    </a:lnTo>
                    <a:lnTo>
                      <a:pt x="742" y="957"/>
                    </a:lnTo>
                    <a:lnTo>
                      <a:pt x="561" y="1171"/>
                    </a:lnTo>
                    <a:lnTo>
                      <a:pt x="412" y="1402"/>
                    </a:lnTo>
                    <a:lnTo>
                      <a:pt x="280" y="1649"/>
                    </a:lnTo>
                    <a:lnTo>
                      <a:pt x="182" y="1913"/>
                    </a:lnTo>
                    <a:lnTo>
                      <a:pt x="99" y="2177"/>
                    </a:lnTo>
                    <a:lnTo>
                      <a:pt x="33" y="2441"/>
                    </a:lnTo>
                    <a:lnTo>
                      <a:pt x="17" y="2721"/>
                    </a:lnTo>
                    <a:lnTo>
                      <a:pt x="0" y="3002"/>
                    </a:lnTo>
                    <a:lnTo>
                      <a:pt x="33" y="3282"/>
                    </a:lnTo>
                    <a:lnTo>
                      <a:pt x="83" y="3562"/>
                    </a:lnTo>
                    <a:lnTo>
                      <a:pt x="165" y="3842"/>
                    </a:lnTo>
                    <a:lnTo>
                      <a:pt x="280" y="4106"/>
                    </a:lnTo>
                    <a:lnTo>
                      <a:pt x="412" y="4370"/>
                    </a:lnTo>
                    <a:lnTo>
                      <a:pt x="11311" y="22672"/>
                    </a:lnTo>
                    <a:lnTo>
                      <a:pt x="11476" y="22919"/>
                    </a:lnTo>
                    <a:lnTo>
                      <a:pt x="11674" y="23150"/>
                    </a:lnTo>
                    <a:lnTo>
                      <a:pt x="11872" y="23348"/>
                    </a:lnTo>
                    <a:lnTo>
                      <a:pt x="12086" y="23529"/>
                    </a:lnTo>
                    <a:lnTo>
                      <a:pt x="12317" y="23678"/>
                    </a:lnTo>
                    <a:lnTo>
                      <a:pt x="12564" y="23810"/>
                    </a:lnTo>
                    <a:lnTo>
                      <a:pt x="12828" y="23925"/>
                    </a:lnTo>
                    <a:lnTo>
                      <a:pt x="13092" y="24008"/>
                    </a:lnTo>
                    <a:lnTo>
                      <a:pt x="13372" y="24057"/>
                    </a:lnTo>
                    <a:lnTo>
                      <a:pt x="13636" y="24090"/>
                    </a:lnTo>
                    <a:lnTo>
                      <a:pt x="13916" y="24090"/>
                    </a:lnTo>
                    <a:lnTo>
                      <a:pt x="14197" y="24057"/>
                    </a:lnTo>
                    <a:lnTo>
                      <a:pt x="14477" y="24008"/>
                    </a:lnTo>
                    <a:lnTo>
                      <a:pt x="14757" y="23925"/>
                    </a:lnTo>
                    <a:lnTo>
                      <a:pt x="15021" y="23826"/>
                    </a:lnTo>
                    <a:lnTo>
                      <a:pt x="15285" y="23678"/>
                    </a:lnTo>
                    <a:lnTo>
                      <a:pt x="15532" y="23513"/>
                    </a:lnTo>
                    <a:lnTo>
                      <a:pt x="15763" y="23332"/>
                    </a:lnTo>
                    <a:lnTo>
                      <a:pt x="15961" y="23134"/>
                    </a:lnTo>
                    <a:lnTo>
                      <a:pt x="16142" y="22919"/>
                    </a:lnTo>
                    <a:lnTo>
                      <a:pt x="16291" y="22672"/>
                    </a:lnTo>
                    <a:lnTo>
                      <a:pt x="16422" y="22425"/>
                    </a:lnTo>
                    <a:lnTo>
                      <a:pt x="16521" y="22177"/>
                    </a:lnTo>
                    <a:lnTo>
                      <a:pt x="16604" y="21914"/>
                    </a:lnTo>
                    <a:lnTo>
                      <a:pt x="16670" y="21633"/>
                    </a:lnTo>
                    <a:lnTo>
                      <a:pt x="16686" y="21353"/>
                    </a:lnTo>
                    <a:lnTo>
                      <a:pt x="16703" y="21073"/>
                    </a:lnTo>
                    <a:lnTo>
                      <a:pt x="16670" y="20792"/>
                    </a:lnTo>
                    <a:lnTo>
                      <a:pt x="16620" y="20529"/>
                    </a:lnTo>
                    <a:lnTo>
                      <a:pt x="16538" y="20248"/>
                    </a:lnTo>
                    <a:lnTo>
                      <a:pt x="16422" y="19984"/>
                    </a:lnTo>
                    <a:lnTo>
                      <a:pt x="16291" y="19721"/>
                    </a:lnTo>
                    <a:lnTo>
                      <a:pt x="5392" y="1402"/>
                    </a:lnTo>
                    <a:lnTo>
                      <a:pt x="5227" y="1155"/>
                    </a:lnTo>
                    <a:lnTo>
                      <a:pt x="5046" y="940"/>
                    </a:lnTo>
                    <a:lnTo>
                      <a:pt x="4831" y="726"/>
                    </a:lnTo>
                    <a:lnTo>
                      <a:pt x="4617" y="561"/>
                    </a:lnTo>
                    <a:lnTo>
                      <a:pt x="4386" y="396"/>
                    </a:lnTo>
                    <a:lnTo>
                      <a:pt x="4139" y="264"/>
                    </a:lnTo>
                    <a:lnTo>
                      <a:pt x="3875" y="166"/>
                    </a:lnTo>
                    <a:lnTo>
                      <a:pt x="3611" y="83"/>
                    </a:lnTo>
                    <a:lnTo>
                      <a:pt x="3347" y="34"/>
                    </a:lnTo>
                    <a:lnTo>
                      <a:pt x="3067" y="1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>
                <a:off x="4158700" y="4182125"/>
                <a:ext cx="770450" cy="895750"/>
              </a:xfrm>
              <a:custGeom>
                <a:avLst/>
                <a:gdLst/>
                <a:ahLst/>
                <a:cxnLst/>
                <a:rect l="l" t="t" r="r" b="b"/>
                <a:pathLst>
                  <a:path w="30818" h="35830" extrusionOk="0">
                    <a:moveTo>
                      <a:pt x="12268" y="0"/>
                    </a:moveTo>
                    <a:lnTo>
                      <a:pt x="12020" y="17"/>
                    </a:lnTo>
                    <a:lnTo>
                      <a:pt x="11773" y="33"/>
                    </a:lnTo>
                    <a:lnTo>
                      <a:pt x="11526" y="50"/>
                    </a:lnTo>
                    <a:lnTo>
                      <a:pt x="11279" y="99"/>
                    </a:lnTo>
                    <a:lnTo>
                      <a:pt x="11031" y="149"/>
                    </a:lnTo>
                    <a:lnTo>
                      <a:pt x="10784" y="215"/>
                    </a:lnTo>
                    <a:lnTo>
                      <a:pt x="10553" y="297"/>
                    </a:lnTo>
                    <a:lnTo>
                      <a:pt x="10306" y="379"/>
                    </a:lnTo>
                    <a:lnTo>
                      <a:pt x="10075" y="478"/>
                    </a:lnTo>
                    <a:lnTo>
                      <a:pt x="9844" y="594"/>
                    </a:lnTo>
                    <a:lnTo>
                      <a:pt x="9613" y="726"/>
                    </a:lnTo>
                    <a:lnTo>
                      <a:pt x="2490" y="4963"/>
                    </a:lnTo>
                    <a:lnTo>
                      <a:pt x="2276" y="5112"/>
                    </a:lnTo>
                    <a:lnTo>
                      <a:pt x="2062" y="5260"/>
                    </a:lnTo>
                    <a:lnTo>
                      <a:pt x="1847" y="5408"/>
                    </a:lnTo>
                    <a:lnTo>
                      <a:pt x="1666" y="5573"/>
                    </a:lnTo>
                    <a:lnTo>
                      <a:pt x="1484" y="5755"/>
                    </a:lnTo>
                    <a:lnTo>
                      <a:pt x="1303" y="5936"/>
                    </a:lnTo>
                    <a:lnTo>
                      <a:pt x="1138" y="6134"/>
                    </a:lnTo>
                    <a:lnTo>
                      <a:pt x="990" y="6332"/>
                    </a:lnTo>
                    <a:lnTo>
                      <a:pt x="841" y="6530"/>
                    </a:lnTo>
                    <a:lnTo>
                      <a:pt x="710" y="6744"/>
                    </a:lnTo>
                    <a:lnTo>
                      <a:pt x="594" y="6958"/>
                    </a:lnTo>
                    <a:lnTo>
                      <a:pt x="479" y="7173"/>
                    </a:lnTo>
                    <a:lnTo>
                      <a:pt x="380" y="7403"/>
                    </a:lnTo>
                    <a:lnTo>
                      <a:pt x="297" y="7634"/>
                    </a:lnTo>
                    <a:lnTo>
                      <a:pt x="215" y="7865"/>
                    </a:lnTo>
                    <a:lnTo>
                      <a:pt x="149" y="8096"/>
                    </a:lnTo>
                    <a:lnTo>
                      <a:pt x="99" y="8327"/>
                    </a:lnTo>
                    <a:lnTo>
                      <a:pt x="67" y="8574"/>
                    </a:lnTo>
                    <a:lnTo>
                      <a:pt x="34" y="8821"/>
                    </a:lnTo>
                    <a:lnTo>
                      <a:pt x="1" y="9069"/>
                    </a:lnTo>
                    <a:lnTo>
                      <a:pt x="1" y="9300"/>
                    </a:lnTo>
                    <a:lnTo>
                      <a:pt x="1" y="9547"/>
                    </a:lnTo>
                    <a:lnTo>
                      <a:pt x="17" y="9794"/>
                    </a:lnTo>
                    <a:lnTo>
                      <a:pt x="50" y="10042"/>
                    </a:lnTo>
                    <a:lnTo>
                      <a:pt x="83" y="10289"/>
                    </a:lnTo>
                    <a:lnTo>
                      <a:pt x="132" y="10536"/>
                    </a:lnTo>
                    <a:lnTo>
                      <a:pt x="198" y="10784"/>
                    </a:lnTo>
                    <a:lnTo>
                      <a:pt x="281" y="11014"/>
                    </a:lnTo>
                    <a:lnTo>
                      <a:pt x="380" y="11262"/>
                    </a:lnTo>
                    <a:lnTo>
                      <a:pt x="479" y="11493"/>
                    </a:lnTo>
                    <a:lnTo>
                      <a:pt x="594" y="11723"/>
                    </a:lnTo>
                    <a:lnTo>
                      <a:pt x="726" y="11954"/>
                    </a:lnTo>
                    <a:lnTo>
                      <a:pt x="14939" y="35829"/>
                    </a:lnTo>
                    <a:lnTo>
                      <a:pt x="30817" y="26382"/>
                    </a:lnTo>
                    <a:lnTo>
                      <a:pt x="16604" y="2506"/>
                    </a:lnTo>
                    <a:lnTo>
                      <a:pt x="16456" y="2276"/>
                    </a:lnTo>
                    <a:lnTo>
                      <a:pt x="16307" y="2061"/>
                    </a:lnTo>
                    <a:lnTo>
                      <a:pt x="16159" y="1863"/>
                    </a:lnTo>
                    <a:lnTo>
                      <a:pt x="15994" y="1666"/>
                    </a:lnTo>
                    <a:lnTo>
                      <a:pt x="15813" y="1484"/>
                    </a:lnTo>
                    <a:lnTo>
                      <a:pt x="15631" y="1319"/>
                    </a:lnTo>
                    <a:lnTo>
                      <a:pt x="15434" y="1154"/>
                    </a:lnTo>
                    <a:lnTo>
                      <a:pt x="15236" y="1006"/>
                    </a:lnTo>
                    <a:lnTo>
                      <a:pt x="15038" y="858"/>
                    </a:lnTo>
                    <a:lnTo>
                      <a:pt x="14823" y="726"/>
                    </a:lnTo>
                    <a:lnTo>
                      <a:pt x="14609" y="610"/>
                    </a:lnTo>
                    <a:lnTo>
                      <a:pt x="14395" y="495"/>
                    </a:lnTo>
                    <a:lnTo>
                      <a:pt x="14164" y="396"/>
                    </a:lnTo>
                    <a:lnTo>
                      <a:pt x="13950" y="313"/>
                    </a:lnTo>
                    <a:lnTo>
                      <a:pt x="13702" y="231"/>
                    </a:lnTo>
                    <a:lnTo>
                      <a:pt x="13471" y="165"/>
                    </a:lnTo>
                    <a:lnTo>
                      <a:pt x="13241" y="116"/>
                    </a:lnTo>
                    <a:lnTo>
                      <a:pt x="12993" y="66"/>
                    </a:lnTo>
                    <a:lnTo>
                      <a:pt x="12746" y="33"/>
                    </a:lnTo>
                    <a:lnTo>
                      <a:pt x="12499" y="17"/>
                    </a:lnTo>
                    <a:lnTo>
                      <a:pt x="12268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4" name="Google Shape;1404;p29"/>
              <p:cNvSpPr/>
              <p:nvPr/>
            </p:nvSpPr>
            <p:spPr>
              <a:xfrm>
                <a:off x="3718050" y="4307850"/>
                <a:ext cx="321950" cy="289375"/>
              </a:xfrm>
              <a:custGeom>
                <a:avLst/>
                <a:gdLst/>
                <a:ahLst/>
                <a:cxnLst/>
                <a:rect l="l" t="t" r="r" b="b"/>
                <a:pathLst>
                  <a:path w="12878" h="11575" extrusionOk="0">
                    <a:moveTo>
                      <a:pt x="3381" y="0"/>
                    </a:moveTo>
                    <a:lnTo>
                      <a:pt x="3183" y="17"/>
                    </a:lnTo>
                    <a:lnTo>
                      <a:pt x="2969" y="33"/>
                    </a:lnTo>
                    <a:lnTo>
                      <a:pt x="2771" y="66"/>
                    </a:lnTo>
                    <a:lnTo>
                      <a:pt x="2556" y="116"/>
                    </a:lnTo>
                    <a:lnTo>
                      <a:pt x="2358" y="165"/>
                    </a:lnTo>
                    <a:lnTo>
                      <a:pt x="2161" y="231"/>
                    </a:lnTo>
                    <a:lnTo>
                      <a:pt x="1946" y="313"/>
                    </a:lnTo>
                    <a:lnTo>
                      <a:pt x="1765" y="396"/>
                    </a:lnTo>
                    <a:lnTo>
                      <a:pt x="1567" y="495"/>
                    </a:lnTo>
                    <a:lnTo>
                      <a:pt x="1369" y="594"/>
                    </a:lnTo>
                    <a:lnTo>
                      <a:pt x="149" y="1319"/>
                    </a:lnTo>
                    <a:lnTo>
                      <a:pt x="1" y="1435"/>
                    </a:lnTo>
                    <a:lnTo>
                      <a:pt x="4815" y="9530"/>
                    </a:lnTo>
                    <a:lnTo>
                      <a:pt x="12878" y="11575"/>
                    </a:lnTo>
                    <a:lnTo>
                      <a:pt x="7222" y="2078"/>
                    </a:lnTo>
                    <a:lnTo>
                      <a:pt x="7107" y="1896"/>
                    </a:lnTo>
                    <a:lnTo>
                      <a:pt x="6992" y="1715"/>
                    </a:lnTo>
                    <a:lnTo>
                      <a:pt x="6860" y="1550"/>
                    </a:lnTo>
                    <a:lnTo>
                      <a:pt x="6711" y="1385"/>
                    </a:lnTo>
                    <a:lnTo>
                      <a:pt x="6563" y="1237"/>
                    </a:lnTo>
                    <a:lnTo>
                      <a:pt x="6415" y="1088"/>
                    </a:lnTo>
                    <a:lnTo>
                      <a:pt x="6250" y="956"/>
                    </a:lnTo>
                    <a:lnTo>
                      <a:pt x="6085" y="825"/>
                    </a:lnTo>
                    <a:lnTo>
                      <a:pt x="5920" y="709"/>
                    </a:lnTo>
                    <a:lnTo>
                      <a:pt x="5739" y="594"/>
                    </a:lnTo>
                    <a:lnTo>
                      <a:pt x="5557" y="495"/>
                    </a:lnTo>
                    <a:lnTo>
                      <a:pt x="5376" y="412"/>
                    </a:lnTo>
                    <a:lnTo>
                      <a:pt x="4997" y="247"/>
                    </a:lnTo>
                    <a:lnTo>
                      <a:pt x="4601" y="132"/>
                    </a:lnTo>
                    <a:lnTo>
                      <a:pt x="4205" y="50"/>
                    </a:lnTo>
                    <a:lnTo>
                      <a:pt x="3793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5" name="Google Shape;1405;p29"/>
              <p:cNvSpPr/>
              <p:nvPr/>
            </p:nvSpPr>
            <p:spPr>
              <a:xfrm>
                <a:off x="3785650" y="4450475"/>
                <a:ext cx="419250" cy="244050"/>
              </a:xfrm>
              <a:custGeom>
                <a:avLst/>
                <a:gdLst/>
                <a:ahLst/>
                <a:cxnLst/>
                <a:rect l="l" t="t" r="r" b="b"/>
                <a:pathLst>
                  <a:path w="16770" h="9762" extrusionOk="0">
                    <a:moveTo>
                      <a:pt x="1650" y="0"/>
                    </a:moveTo>
                    <a:lnTo>
                      <a:pt x="1303" y="17"/>
                    </a:lnTo>
                    <a:lnTo>
                      <a:pt x="974" y="50"/>
                    </a:lnTo>
                    <a:lnTo>
                      <a:pt x="644" y="116"/>
                    </a:lnTo>
                    <a:lnTo>
                      <a:pt x="314" y="214"/>
                    </a:lnTo>
                    <a:lnTo>
                      <a:pt x="1" y="330"/>
                    </a:lnTo>
                    <a:lnTo>
                      <a:pt x="3645" y="6431"/>
                    </a:lnTo>
                    <a:lnTo>
                      <a:pt x="16769" y="9761"/>
                    </a:lnTo>
                    <a:lnTo>
                      <a:pt x="16769" y="9761"/>
                    </a:lnTo>
                    <a:lnTo>
                      <a:pt x="12532" y="2622"/>
                    </a:lnTo>
                    <a:lnTo>
                      <a:pt x="2688" y="132"/>
                    </a:lnTo>
                    <a:lnTo>
                      <a:pt x="2342" y="66"/>
                    </a:lnTo>
                    <a:lnTo>
                      <a:pt x="1996" y="17"/>
                    </a:lnTo>
                    <a:lnTo>
                      <a:pt x="1650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6" name="Google Shape;1406;p29"/>
              <p:cNvSpPr/>
              <p:nvPr/>
            </p:nvSpPr>
            <p:spPr>
              <a:xfrm>
                <a:off x="4438175" y="4722525"/>
                <a:ext cx="920075" cy="754350"/>
              </a:xfrm>
              <a:custGeom>
                <a:avLst/>
                <a:gdLst/>
                <a:ahLst/>
                <a:cxnLst/>
                <a:rect l="l" t="t" r="r" b="b"/>
                <a:pathLst>
                  <a:path w="36803" h="30174" extrusionOk="0">
                    <a:moveTo>
                      <a:pt x="18731" y="0"/>
                    </a:moveTo>
                    <a:lnTo>
                      <a:pt x="1" y="11146"/>
                    </a:lnTo>
                    <a:lnTo>
                      <a:pt x="11427" y="30174"/>
                    </a:lnTo>
                    <a:lnTo>
                      <a:pt x="36802" y="30125"/>
                    </a:lnTo>
                    <a:lnTo>
                      <a:pt x="18731" y="0"/>
                    </a:lnTo>
                    <a:close/>
                  </a:path>
                </a:pathLst>
              </a:custGeom>
              <a:solidFill>
                <a:srgbClr val="DF483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7" name="Google Shape;1407;p29"/>
              <p:cNvSpPr/>
              <p:nvPr/>
            </p:nvSpPr>
            <p:spPr>
              <a:xfrm>
                <a:off x="4338425" y="4529600"/>
                <a:ext cx="523100" cy="420900"/>
              </a:xfrm>
              <a:custGeom>
                <a:avLst/>
                <a:gdLst/>
                <a:ahLst/>
                <a:cxnLst/>
                <a:rect l="l" t="t" r="r" b="b"/>
                <a:pathLst>
                  <a:path w="20924" h="16836" extrusionOk="0">
                    <a:moveTo>
                      <a:pt x="16868" y="1"/>
                    </a:moveTo>
                    <a:lnTo>
                      <a:pt x="0" y="10042"/>
                    </a:lnTo>
                    <a:lnTo>
                      <a:pt x="4040" y="16835"/>
                    </a:lnTo>
                    <a:lnTo>
                      <a:pt x="20924" y="6778"/>
                    </a:lnTo>
                    <a:lnTo>
                      <a:pt x="1686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8" name="Google Shape;1408;p29"/>
              <p:cNvSpPr/>
              <p:nvPr/>
            </p:nvSpPr>
            <p:spPr>
              <a:xfrm>
                <a:off x="4352850" y="4586500"/>
                <a:ext cx="608025" cy="498375"/>
              </a:xfrm>
              <a:custGeom>
                <a:avLst/>
                <a:gdLst/>
                <a:ahLst/>
                <a:cxnLst/>
                <a:rect l="l" t="t" r="r" b="b"/>
                <a:pathLst>
                  <a:path w="24321" h="19935" extrusionOk="0">
                    <a:moveTo>
                      <a:pt x="19292" y="0"/>
                    </a:moveTo>
                    <a:lnTo>
                      <a:pt x="1" y="11476"/>
                    </a:lnTo>
                    <a:lnTo>
                      <a:pt x="5029" y="19935"/>
                    </a:lnTo>
                    <a:lnTo>
                      <a:pt x="24321" y="8442"/>
                    </a:lnTo>
                    <a:lnTo>
                      <a:pt x="1929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9" name="Google Shape;1409;p29"/>
              <p:cNvSpPr/>
              <p:nvPr/>
            </p:nvSpPr>
            <p:spPr>
              <a:xfrm>
                <a:off x="2616650" y="3611200"/>
                <a:ext cx="417175" cy="602275"/>
              </a:xfrm>
              <a:custGeom>
                <a:avLst/>
                <a:gdLst/>
                <a:ahLst/>
                <a:cxnLst/>
                <a:rect l="l" t="t" r="r" b="b"/>
                <a:pathLst>
                  <a:path w="16687" h="24091" extrusionOk="0">
                    <a:moveTo>
                      <a:pt x="13619" y="1"/>
                    </a:moveTo>
                    <a:lnTo>
                      <a:pt x="13356" y="34"/>
                    </a:lnTo>
                    <a:lnTo>
                      <a:pt x="13075" y="83"/>
                    </a:lnTo>
                    <a:lnTo>
                      <a:pt x="12811" y="166"/>
                    </a:lnTo>
                    <a:lnTo>
                      <a:pt x="12548" y="265"/>
                    </a:lnTo>
                    <a:lnTo>
                      <a:pt x="12300" y="397"/>
                    </a:lnTo>
                    <a:lnTo>
                      <a:pt x="12069" y="561"/>
                    </a:lnTo>
                    <a:lnTo>
                      <a:pt x="11855" y="743"/>
                    </a:lnTo>
                    <a:lnTo>
                      <a:pt x="11657" y="941"/>
                    </a:lnTo>
                    <a:lnTo>
                      <a:pt x="11459" y="1155"/>
                    </a:lnTo>
                    <a:lnTo>
                      <a:pt x="11294" y="1402"/>
                    </a:lnTo>
                    <a:lnTo>
                      <a:pt x="396" y="19721"/>
                    </a:lnTo>
                    <a:lnTo>
                      <a:pt x="264" y="19985"/>
                    </a:lnTo>
                    <a:lnTo>
                      <a:pt x="148" y="20249"/>
                    </a:lnTo>
                    <a:lnTo>
                      <a:pt x="66" y="20529"/>
                    </a:lnTo>
                    <a:lnTo>
                      <a:pt x="17" y="20793"/>
                    </a:lnTo>
                    <a:lnTo>
                      <a:pt x="0" y="21073"/>
                    </a:lnTo>
                    <a:lnTo>
                      <a:pt x="0" y="21353"/>
                    </a:lnTo>
                    <a:lnTo>
                      <a:pt x="17" y="21634"/>
                    </a:lnTo>
                    <a:lnTo>
                      <a:pt x="82" y="21914"/>
                    </a:lnTo>
                    <a:lnTo>
                      <a:pt x="165" y="22178"/>
                    </a:lnTo>
                    <a:lnTo>
                      <a:pt x="264" y="22425"/>
                    </a:lnTo>
                    <a:lnTo>
                      <a:pt x="396" y="22672"/>
                    </a:lnTo>
                    <a:lnTo>
                      <a:pt x="544" y="22903"/>
                    </a:lnTo>
                    <a:lnTo>
                      <a:pt x="726" y="23134"/>
                    </a:lnTo>
                    <a:lnTo>
                      <a:pt x="940" y="23332"/>
                    </a:lnTo>
                    <a:lnTo>
                      <a:pt x="1154" y="23513"/>
                    </a:lnTo>
                    <a:lnTo>
                      <a:pt x="1402" y="23678"/>
                    </a:lnTo>
                    <a:lnTo>
                      <a:pt x="1665" y="23827"/>
                    </a:lnTo>
                    <a:lnTo>
                      <a:pt x="1929" y="23925"/>
                    </a:lnTo>
                    <a:lnTo>
                      <a:pt x="2209" y="24008"/>
                    </a:lnTo>
                    <a:lnTo>
                      <a:pt x="2490" y="24057"/>
                    </a:lnTo>
                    <a:lnTo>
                      <a:pt x="2770" y="24090"/>
                    </a:lnTo>
                    <a:lnTo>
                      <a:pt x="3050" y="24090"/>
                    </a:lnTo>
                    <a:lnTo>
                      <a:pt x="3331" y="24057"/>
                    </a:lnTo>
                    <a:lnTo>
                      <a:pt x="3594" y="24008"/>
                    </a:lnTo>
                    <a:lnTo>
                      <a:pt x="3858" y="23925"/>
                    </a:lnTo>
                    <a:lnTo>
                      <a:pt x="4122" y="23810"/>
                    </a:lnTo>
                    <a:lnTo>
                      <a:pt x="4369" y="23678"/>
                    </a:lnTo>
                    <a:lnTo>
                      <a:pt x="4600" y="23530"/>
                    </a:lnTo>
                    <a:lnTo>
                      <a:pt x="4815" y="23348"/>
                    </a:lnTo>
                    <a:lnTo>
                      <a:pt x="5029" y="23150"/>
                    </a:lnTo>
                    <a:lnTo>
                      <a:pt x="5210" y="22920"/>
                    </a:lnTo>
                    <a:lnTo>
                      <a:pt x="5375" y="22672"/>
                    </a:lnTo>
                    <a:lnTo>
                      <a:pt x="16274" y="4370"/>
                    </a:lnTo>
                    <a:lnTo>
                      <a:pt x="16422" y="4106"/>
                    </a:lnTo>
                    <a:lnTo>
                      <a:pt x="16521" y="3843"/>
                    </a:lnTo>
                    <a:lnTo>
                      <a:pt x="16604" y="3562"/>
                    </a:lnTo>
                    <a:lnTo>
                      <a:pt x="16653" y="3282"/>
                    </a:lnTo>
                    <a:lnTo>
                      <a:pt x="16686" y="3002"/>
                    </a:lnTo>
                    <a:lnTo>
                      <a:pt x="16686" y="2721"/>
                    </a:lnTo>
                    <a:lnTo>
                      <a:pt x="16653" y="2458"/>
                    </a:lnTo>
                    <a:lnTo>
                      <a:pt x="16587" y="2177"/>
                    </a:lnTo>
                    <a:lnTo>
                      <a:pt x="16505" y="1914"/>
                    </a:lnTo>
                    <a:lnTo>
                      <a:pt x="16406" y="1650"/>
                    </a:lnTo>
                    <a:lnTo>
                      <a:pt x="16274" y="1402"/>
                    </a:lnTo>
                    <a:lnTo>
                      <a:pt x="16126" y="1172"/>
                    </a:lnTo>
                    <a:lnTo>
                      <a:pt x="15944" y="957"/>
                    </a:lnTo>
                    <a:lnTo>
                      <a:pt x="15746" y="743"/>
                    </a:lnTo>
                    <a:lnTo>
                      <a:pt x="15515" y="561"/>
                    </a:lnTo>
                    <a:lnTo>
                      <a:pt x="15268" y="397"/>
                    </a:lnTo>
                    <a:lnTo>
                      <a:pt x="15004" y="265"/>
                    </a:lnTo>
                    <a:lnTo>
                      <a:pt x="14741" y="149"/>
                    </a:lnTo>
                    <a:lnTo>
                      <a:pt x="14460" y="67"/>
                    </a:lnTo>
                    <a:lnTo>
                      <a:pt x="14180" y="17"/>
                    </a:lnTo>
                    <a:lnTo>
                      <a:pt x="13900" y="1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0" name="Google Shape;1410;p29"/>
              <p:cNvSpPr/>
              <p:nvPr/>
            </p:nvSpPr>
            <p:spPr>
              <a:xfrm>
                <a:off x="2105100" y="3884100"/>
                <a:ext cx="794750" cy="794750"/>
              </a:xfrm>
              <a:custGeom>
                <a:avLst/>
                <a:gdLst/>
                <a:ahLst/>
                <a:cxnLst/>
                <a:rect l="l" t="t" r="r" b="b"/>
                <a:pathLst>
                  <a:path w="31790" h="31790" extrusionOk="0">
                    <a:moveTo>
                      <a:pt x="13718" y="0"/>
                    </a:moveTo>
                    <a:lnTo>
                      <a:pt x="13356" y="17"/>
                    </a:lnTo>
                    <a:lnTo>
                      <a:pt x="12993" y="50"/>
                    </a:lnTo>
                    <a:lnTo>
                      <a:pt x="12630" y="83"/>
                    </a:lnTo>
                    <a:lnTo>
                      <a:pt x="12267" y="149"/>
                    </a:lnTo>
                    <a:lnTo>
                      <a:pt x="11921" y="231"/>
                    </a:lnTo>
                    <a:lnTo>
                      <a:pt x="11575" y="330"/>
                    </a:lnTo>
                    <a:lnTo>
                      <a:pt x="11229" y="445"/>
                    </a:lnTo>
                    <a:lnTo>
                      <a:pt x="10899" y="577"/>
                    </a:lnTo>
                    <a:lnTo>
                      <a:pt x="10569" y="726"/>
                    </a:lnTo>
                    <a:lnTo>
                      <a:pt x="10239" y="874"/>
                    </a:lnTo>
                    <a:lnTo>
                      <a:pt x="9926" y="1055"/>
                    </a:lnTo>
                    <a:lnTo>
                      <a:pt x="9613" y="1253"/>
                    </a:lnTo>
                    <a:lnTo>
                      <a:pt x="9316" y="1468"/>
                    </a:lnTo>
                    <a:lnTo>
                      <a:pt x="9019" y="1682"/>
                    </a:lnTo>
                    <a:lnTo>
                      <a:pt x="8739" y="1929"/>
                    </a:lnTo>
                    <a:lnTo>
                      <a:pt x="8475" y="2177"/>
                    </a:lnTo>
                    <a:lnTo>
                      <a:pt x="8211" y="2457"/>
                    </a:lnTo>
                    <a:lnTo>
                      <a:pt x="7964" y="2737"/>
                    </a:lnTo>
                    <a:lnTo>
                      <a:pt x="7733" y="3034"/>
                    </a:lnTo>
                    <a:lnTo>
                      <a:pt x="7519" y="3347"/>
                    </a:lnTo>
                    <a:lnTo>
                      <a:pt x="7304" y="3677"/>
                    </a:lnTo>
                    <a:lnTo>
                      <a:pt x="1055" y="14164"/>
                    </a:lnTo>
                    <a:lnTo>
                      <a:pt x="874" y="14510"/>
                    </a:lnTo>
                    <a:lnTo>
                      <a:pt x="709" y="14856"/>
                    </a:lnTo>
                    <a:lnTo>
                      <a:pt x="544" y="15202"/>
                    </a:lnTo>
                    <a:lnTo>
                      <a:pt x="412" y="15549"/>
                    </a:lnTo>
                    <a:lnTo>
                      <a:pt x="297" y="15895"/>
                    </a:lnTo>
                    <a:lnTo>
                      <a:pt x="214" y="16258"/>
                    </a:lnTo>
                    <a:lnTo>
                      <a:pt x="132" y="16620"/>
                    </a:lnTo>
                    <a:lnTo>
                      <a:pt x="66" y="16983"/>
                    </a:lnTo>
                    <a:lnTo>
                      <a:pt x="33" y="17346"/>
                    </a:lnTo>
                    <a:lnTo>
                      <a:pt x="0" y="17709"/>
                    </a:lnTo>
                    <a:lnTo>
                      <a:pt x="0" y="18071"/>
                    </a:lnTo>
                    <a:lnTo>
                      <a:pt x="17" y="18434"/>
                    </a:lnTo>
                    <a:lnTo>
                      <a:pt x="50" y="18797"/>
                    </a:lnTo>
                    <a:lnTo>
                      <a:pt x="83" y="19160"/>
                    </a:lnTo>
                    <a:lnTo>
                      <a:pt x="149" y="19506"/>
                    </a:lnTo>
                    <a:lnTo>
                      <a:pt x="231" y="19869"/>
                    </a:lnTo>
                    <a:lnTo>
                      <a:pt x="330" y="20215"/>
                    </a:lnTo>
                    <a:lnTo>
                      <a:pt x="445" y="20545"/>
                    </a:lnTo>
                    <a:lnTo>
                      <a:pt x="577" y="20891"/>
                    </a:lnTo>
                    <a:lnTo>
                      <a:pt x="726" y="21221"/>
                    </a:lnTo>
                    <a:lnTo>
                      <a:pt x="874" y="21550"/>
                    </a:lnTo>
                    <a:lnTo>
                      <a:pt x="1055" y="21864"/>
                    </a:lnTo>
                    <a:lnTo>
                      <a:pt x="1253" y="22177"/>
                    </a:lnTo>
                    <a:lnTo>
                      <a:pt x="1468" y="22474"/>
                    </a:lnTo>
                    <a:lnTo>
                      <a:pt x="1682" y="22754"/>
                    </a:lnTo>
                    <a:lnTo>
                      <a:pt x="1929" y="23034"/>
                    </a:lnTo>
                    <a:lnTo>
                      <a:pt x="2177" y="23315"/>
                    </a:lnTo>
                    <a:lnTo>
                      <a:pt x="2457" y="23562"/>
                    </a:lnTo>
                    <a:lnTo>
                      <a:pt x="2737" y="23809"/>
                    </a:lnTo>
                    <a:lnTo>
                      <a:pt x="3034" y="24040"/>
                    </a:lnTo>
                    <a:lnTo>
                      <a:pt x="3347" y="24271"/>
                    </a:lnTo>
                    <a:lnTo>
                      <a:pt x="3677" y="24469"/>
                    </a:lnTo>
                    <a:lnTo>
                      <a:pt x="14164" y="30718"/>
                    </a:lnTo>
                    <a:lnTo>
                      <a:pt x="14510" y="30916"/>
                    </a:lnTo>
                    <a:lnTo>
                      <a:pt x="14856" y="31081"/>
                    </a:lnTo>
                    <a:lnTo>
                      <a:pt x="15202" y="31229"/>
                    </a:lnTo>
                    <a:lnTo>
                      <a:pt x="15549" y="31361"/>
                    </a:lnTo>
                    <a:lnTo>
                      <a:pt x="15911" y="31476"/>
                    </a:lnTo>
                    <a:lnTo>
                      <a:pt x="16258" y="31575"/>
                    </a:lnTo>
                    <a:lnTo>
                      <a:pt x="16620" y="31658"/>
                    </a:lnTo>
                    <a:lnTo>
                      <a:pt x="16983" y="31707"/>
                    </a:lnTo>
                    <a:lnTo>
                      <a:pt x="17346" y="31757"/>
                    </a:lnTo>
                    <a:lnTo>
                      <a:pt x="17709" y="31773"/>
                    </a:lnTo>
                    <a:lnTo>
                      <a:pt x="18071" y="31790"/>
                    </a:lnTo>
                    <a:lnTo>
                      <a:pt x="18434" y="31773"/>
                    </a:lnTo>
                    <a:lnTo>
                      <a:pt x="18797" y="31740"/>
                    </a:lnTo>
                    <a:lnTo>
                      <a:pt x="19159" y="31691"/>
                    </a:lnTo>
                    <a:lnTo>
                      <a:pt x="19506" y="31625"/>
                    </a:lnTo>
                    <a:lnTo>
                      <a:pt x="19868" y="31559"/>
                    </a:lnTo>
                    <a:lnTo>
                      <a:pt x="20215" y="31460"/>
                    </a:lnTo>
                    <a:lnTo>
                      <a:pt x="20561" y="31344"/>
                    </a:lnTo>
                    <a:lnTo>
                      <a:pt x="20891" y="31213"/>
                    </a:lnTo>
                    <a:lnTo>
                      <a:pt x="21221" y="31064"/>
                    </a:lnTo>
                    <a:lnTo>
                      <a:pt x="21550" y="30899"/>
                    </a:lnTo>
                    <a:lnTo>
                      <a:pt x="21864" y="30718"/>
                    </a:lnTo>
                    <a:lnTo>
                      <a:pt x="22177" y="30537"/>
                    </a:lnTo>
                    <a:lnTo>
                      <a:pt x="22474" y="30322"/>
                    </a:lnTo>
                    <a:lnTo>
                      <a:pt x="22754" y="30091"/>
                    </a:lnTo>
                    <a:lnTo>
                      <a:pt x="23034" y="29860"/>
                    </a:lnTo>
                    <a:lnTo>
                      <a:pt x="23315" y="29597"/>
                    </a:lnTo>
                    <a:lnTo>
                      <a:pt x="23562" y="29333"/>
                    </a:lnTo>
                    <a:lnTo>
                      <a:pt x="23809" y="29053"/>
                    </a:lnTo>
                    <a:lnTo>
                      <a:pt x="24040" y="28756"/>
                    </a:lnTo>
                    <a:lnTo>
                      <a:pt x="24271" y="28443"/>
                    </a:lnTo>
                    <a:lnTo>
                      <a:pt x="24469" y="28113"/>
                    </a:lnTo>
                    <a:lnTo>
                      <a:pt x="30718" y="17610"/>
                    </a:lnTo>
                    <a:lnTo>
                      <a:pt x="30916" y="17280"/>
                    </a:lnTo>
                    <a:lnTo>
                      <a:pt x="31080" y="16934"/>
                    </a:lnTo>
                    <a:lnTo>
                      <a:pt x="31229" y="16587"/>
                    </a:lnTo>
                    <a:lnTo>
                      <a:pt x="31361" y="16241"/>
                    </a:lnTo>
                    <a:lnTo>
                      <a:pt x="31476" y="15878"/>
                    </a:lnTo>
                    <a:lnTo>
                      <a:pt x="31575" y="15516"/>
                    </a:lnTo>
                    <a:lnTo>
                      <a:pt x="31658" y="15169"/>
                    </a:lnTo>
                    <a:lnTo>
                      <a:pt x="31707" y="14807"/>
                    </a:lnTo>
                    <a:lnTo>
                      <a:pt x="31756" y="14444"/>
                    </a:lnTo>
                    <a:lnTo>
                      <a:pt x="31773" y="14081"/>
                    </a:lnTo>
                    <a:lnTo>
                      <a:pt x="31789" y="13702"/>
                    </a:lnTo>
                    <a:lnTo>
                      <a:pt x="31773" y="13356"/>
                    </a:lnTo>
                    <a:lnTo>
                      <a:pt x="31740" y="12993"/>
                    </a:lnTo>
                    <a:lnTo>
                      <a:pt x="31691" y="12630"/>
                    </a:lnTo>
                    <a:lnTo>
                      <a:pt x="31641" y="12267"/>
                    </a:lnTo>
                    <a:lnTo>
                      <a:pt x="31559" y="11921"/>
                    </a:lnTo>
                    <a:lnTo>
                      <a:pt x="31460" y="11575"/>
                    </a:lnTo>
                    <a:lnTo>
                      <a:pt x="31344" y="11229"/>
                    </a:lnTo>
                    <a:lnTo>
                      <a:pt x="31212" y="10899"/>
                    </a:lnTo>
                    <a:lnTo>
                      <a:pt x="31064" y="10569"/>
                    </a:lnTo>
                    <a:lnTo>
                      <a:pt x="30899" y="10239"/>
                    </a:lnTo>
                    <a:lnTo>
                      <a:pt x="30734" y="9926"/>
                    </a:lnTo>
                    <a:lnTo>
                      <a:pt x="30536" y="9613"/>
                    </a:lnTo>
                    <a:lnTo>
                      <a:pt x="30322" y="9316"/>
                    </a:lnTo>
                    <a:lnTo>
                      <a:pt x="30108" y="9019"/>
                    </a:lnTo>
                    <a:lnTo>
                      <a:pt x="29860" y="8739"/>
                    </a:lnTo>
                    <a:lnTo>
                      <a:pt x="29613" y="8475"/>
                    </a:lnTo>
                    <a:lnTo>
                      <a:pt x="29333" y="8211"/>
                    </a:lnTo>
                    <a:lnTo>
                      <a:pt x="29052" y="7964"/>
                    </a:lnTo>
                    <a:lnTo>
                      <a:pt x="28756" y="7733"/>
                    </a:lnTo>
                    <a:lnTo>
                      <a:pt x="28442" y="7519"/>
                    </a:lnTo>
                    <a:lnTo>
                      <a:pt x="28113" y="7304"/>
                    </a:lnTo>
                    <a:lnTo>
                      <a:pt x="17610" y="1055"/>
                    </a:lnTo>
                    <a:lnTo>
                      <a:pt x="17280" y="874"/>
                    </a:lnTo>
                    <a:lnTo>
                      <a:pt x="16934" y="693"/>
                    </a:lnTo>
                    <a:lnTo>
                      <a:pt x="16587" y="544"/>
                    </a:lnTo>
                    <a:lnTo>
                      <a:pt x="16241" y="412"/>
                    </a:lnTo>
                    <a:lnTo>
                      <a:pt x="15878" y="297"/>
                    </a:lnTo>
                    <a:lnTo>
                      <a:pt x="15516" y="198"/>
                    </a:lnTo>
                    <a:lnTo>
                      <a:pt x="15169" y="132"/>
                    </a:lnTo>
                    <a:lnTo>
                      <a:pt x="14807" y="66"/>
                    </a:lnTo>
                    <a:lnTo>
                      <a:pt x="14444" y="33"/>
                    </a:lnTo>
                    <a:lnTo>
                      <a:pt x="14081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1" name="Google Shape;1411;p29"/>
              <p:cNvSpPr/>
              <p:nvPr/>
            </p:nvSpPr>
            <p:spPr>
              <a:xfrm>
                <a:off x="2286450" y="3632650"/>
                <a:ext cx="319500" cy="437775"/>
              </a:xfrm>
              <a:custGeom>
                <a:avLst/>
                <a:gdLst/>
                <a:ahLst/>
                <a:cxnLst/>
                <a:rect l="l" t="t" r="r" b="b"/>
                <a:pathLst>
                  <a:path w="12780" h="17511" extrusionOk="0">
                    <a:moveTo>
                      <a:pt x="9713" y="0"/>
                    </a:moveTo>
                    <a:lnTo>
                      <a:pt x="9449" y="33"/>
                    </a:lnTo>
                    <a:lnTo>
                      <a:pt x="9168" y="83"/>
                    </a:lnTo>
                    <a:lnTo>
                      <a:pt x="8905" y="165"/>
                    </a:lnTo>
                    <a:lnTo>
                      <a:pt x="8641" y="264"/>
                    </a:lnTo>
                    <a:lnTo>
                      <a:pt x="8393" y="396"/>
                    </a:lnTo>
                    <a:lnTo>
                      <a:pt x="8163" y="561"/>
                    </a:lnTo>
                    <a:lnTo>
                      <a:pt x="7948" y="742"/>
                    </a:lnTo>
                    <a:lnTo>
                      <a:pt x="7750" y="940"/>
                    </a:lnTo>
                    <a:lnTo>
                      <a:pt x="7553" y="1154"/>
                    </a:lnTo>
                    <a:lnTo>
                      <a:pt x="7388" y="1402"/>
                    </a:lnTo>
                    <a:lnTo>
                      <a:pt x="413" y="13141"/>
                    </a:lnTo>
                    <a:lnTo>
                      <a:pt x="281" y="13389"/>
                    </a:lnTo>
                    <a:lnTo>
                      <a:pt x="166" y="13669"/>
                    </a:lnTo>
                    <a:lnTo>
                      <a:pt x="83" y="13933"/>
                    </a:lnTo>
                    <a:lnTo>
                      <a:pt x="34" y="14213"/>
                    </a:lnTo>
                    <a:lnTo>
                      <a:pt x="1" y="14494"/>
                    </a:lnTo>
                    <a:lnTo>
                      <a:pt x="1" y="14774"/>
                    </a:lnTo>
                    <a:lnTo>
                      <a:pt x="34" y="15054"/>
                    </a:lnTo>
                    <a:lnTo>
                      <a:pt x="100" y="15334"/>
                    </a:lnTo>
                    <a:lnTo>
                      <a:pt x="182" y="15598"/>
                    </a:lnTo>
                    <a:lnTo>
                      <a:pt x="281" y="15846"/>
                    </a:lnTo>
                    <a:lnTo>
                      <a:pt x="413" y="16093"/>
                    </a:lnTo>
                    <a:lnTo>
                      <a:pt x="562" y="16324"/>
                    </a:lnTo>
                    <a:lnTo>
                      <a:pt x="743" y="16555"/>
                    </a:lnTo>
                    <a:lnTo>
                      <a:pt x="941" y="16752"/>
                    </a:lnTo>
                    <a:lnTo>
                      <a:pt x="1172" y="16934"/>
                    </a:lnTo>
                    <a:lnTo>
                      <a:pt x="1419" y="17099"/>
                    </a:lnTo>
                    <a:lnTo>
                      <a:pt x="1683" y="17247"/>
                    </a:lnTo>
                    <a:lnTo>
                      <a:pt x="1947" y="17346"/>
                    </a:lnTo>
                    <a:lnTo>
                      <a:pt x="2227" y="17428"/>
                    </a:lnTo>
                    <a:lnTo>
                      <a:pt x="2507" y="17478"/>
                    </a:lnTo>
                    <a:lnTo>
                      <a:pt x="2787" y="17511"/>
                    </a:lnTo>
                    <a:lnTo>
                      <a:pt x="3068" y="17511"/>
                    </a:lnTo>
                    <a:lnTo>
                      <a:pt x="3332" y="17478"/>
                    </a:lnTo>
                    <a:lnTo>
                      <a:pt x="3612" y="17428"/>
                    </a:lnTo>
                    <a:lnTo>
                      <a:pt x="3876" y="17346"/>
                    </a:lnTo>
                    <a:lnTo>
                      <a:pt x="4140" y="17231"/>
                    </a:lnTo>
                    <a:lnTo>
                      <a:pt x="4387" y="17099"/>
                    </a:lnTo>
                    <a:lnTo>
                      <a:pt x="4618" y="16950"/>
                    </a:lnTo>
                    <a:lnTo>
                      <a:pt x="4832" y="16769"/>
                    </a:lnTo>
                    <a:lnTo>
                      <a:pt x="5030" y="16571"/>
                    </a:lnTo>
                    <a:lnTo>
                      <a:pt x="5228" y="16340"/>
                    </a:lnTo>
                    <a:lnTo>
                      <a:pt x="5393" y="16093"/>
                    </a:lnTo>
                    <a:lnTo>
                      <a:pt x="12367" y="4370"/>
                    </a:lnTo>
                    <a:lnTo>
                      <a:pt x="12499" y="4106"/>
                    </a:lnTo>
                    <a:lnTo>
                      <a:pt x="12614" y="3842"/>
                    </a:lnTo>
                    <a:lnTo>
                      <a:pt x="12697" y="3562"/>
                    </a:lnTo>
                    <a:lnTo>
                      <a:pt x="12746" y="3281"/>
                    </a:lnTo>
                    <a:lnTo>
                      <a:pt x="12779" y="3001"/>
                    </a:lnTo>
                    <a:lnTo>
                      <a:pt x="12779" y="2721"/>
                    </a:lnTo>
                    <a:lnTo>
                      <a:pt x="12746" y="2457"/>
                    </a:lnTo>
                    <a:lnTo>
                      <a:pt x="12680" y="2177"/>
                    </a:lnTo>
                    <a:lnTo>
                      <a:pt x="12614" y="1913"/>
                    </a:lnTo>
                    <a:lnTo>
                      <a:pt x="12499" y="1649"/>
                    </a:lnTo>
                    <a:lnTo>
                      <a:pt x="12367" y="1402"/>
                    </a:lnTo>
                    <a:lnTo>
                      <a:pt x="12219" y="1171"/>
                    </a:lnTo>
                    <a:lnTo>
                      <a:pt x="12037" y="957"/>
                    </a:lnTo>
                    <a:lnTo>
                      <a:pt x="11840" y="759"/>
                    </a:lnTo>
                    <a:lnTo>
                      <a:pt x="11609" y="561"/>
                    </a:lnTo>
                    <a:lnTo>
                      <a:pt x="11361" y="396"/>
                    </a:lnTo>
                    <a:lnTo>
                      <a:pt x="11098" y="264"/>
                    </a:lnTo>
                    <a:lnTo>
                      <a:pt x="10834" y="149"/>
                    </a:lnTo>
                    <a:lnTo>
                      <a:pt x="10553" y="66"/>
                    </a:lnTo>
                    <a:lnTo>
                      <a:pt x="10273" y="17"/>
                    </a:lnTo>
                    <a:lnTo>
                      <a:pt x="9993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2" name="Google Shape;1412;p29"/>
              <p:cNvSpPr/>
              <p:nvPr/>
            </p:nvSpPr>
            <p:spPr>
              <a:xfrm>
                <a:off x="2413000" y="3601325"/>
                <a:ext cx="417175" cy="602675"/>
              </a:xfrm>
              <a:custGeom>
                <a:avLst/>
                <a:gdLst/>
                <a:ahLst/>
                <a:cxnLst/>
                <a:rect l="l" t="t" r="r" b="b"/>
                <a:pathLst>
                  <a:path w="16687" h="24107" extrusionOk="0">
                    <a:moveTo>
                      <a:pt x="13917" y="0"/>
                    </a:moveTo>
                    <a:lnTo>
                      <a:pt x="13637" y="17"/>
                    </a:lnTo>
                    <a:lnTo>
                      <a:pt x="13356" y="33"/>
                    </a:lnTo>
                    <a:lnTo>
                      <a:pt x="13093" y="99"/>
                    </a:lnTo>
                    <a:lnTo>
                      <a:pt x="12829" y="182"/>
                    </a:lnTo>
                    <a:lnTo>
                      <a:pt x="12565" y="280"/>
                    </a:lnTo>
                    <a:lnTo>
                      <a:pt x="12318" y="412"/>
                    </a:lnTo>
                    <a:lnTo>
                      <a:pt x="12087" y="561"/>
                    </a:lnTo>
                    <a:lnTo>
                      <a:pt x="11872" y="742"/>
                    </a:lnTo>
                    <a:lnTo>
                      <a:pt x="11658" y="956"/>
                    </a:lnTo>
                    <a:lnTo>
                      <a:pt x="11477" y="1171"/>
                    </a:lnTo>
                    <a:lnTo>
                      <a:pt x="11312" y="1418"/>
                    </a:lnTo>
                    <a:lnTo>
                      <a:pt x="413" y="19720"/>
                    </a:lnTo>
                    <a:lnTo>
                      <a:pt x="281" y="19984"/>
                    </a:lnTo>
                    <a:lnTo>
                      <a:pt x="166" y="20264"/>
                    </a:lnTo>
                    <a:lnTo>
                      <a:pt x="83" y="20528"/>
                    </a:lnTo>
                    <a:lnTo>
                      <a:pt x="34" y="20808"/>
                    </a:lnTo>
                    <a:lnTo>
                      <a:pt x="1" y="21089"/>
                    </a:lnTo>
                    <a:lnTo>
                      <a:pt x="17" y="21369"/>
                    </a:lnTo>
                    <a:lnTo>
                      <a:pt x="34" y="21649"/>
                    </a:lnTo>
                    <a:lnTo>
                      <a:pt x="100" y="21913"/>
                    </a:lnTo>
                    <a:lnTo>
                      <a:pt x="182" y="22193"/>
                    </a:lnTo>
                    <a:lnTo>
                      <a:pt x="281" y="22441"/>
                    </a:lnTo>
                    <a:lnTo>
                      <a:pt x="413" y="22688"/>
                    </a:lnTo>
                    <a:lnTo>
                      <a:pt x="561" y="22919"/>
                    </a:lnTo>
                    <a:lnTo>
                      <a:pt x="743" y="23150"/>
                    </a:lnTo>
                    <a:lnTo>
                      <a:pt x="941" y="23348"/>
                    </a:lnTo>
                    <a:lnTo>
                      <a:pt x="1172" y="23529"/>
                    </a:lnTo>
                    <a:lnTo>
                      <a:pt x="1419" y="23694"/>
                    </a:lnTo>
                    <a:lnTo>
                      <a:pt x="1683" y="23842"/>
                    </a:lnTo>
                    <a:lnTo>
                      <a:pt x="1946" y="23941"/>
                    </a:lnTo>
                    <a:lnTo>
                      <a:pt x="2227" y="24024"/>
                    </a:lnTo>
                    <a:lnTo>
                      <a:pt x="2507" y="24073"/>
                    </a:lnTo>
                    <a:lnTo>
                      <a:pt x="2787" y="24106"/>
                    </a:lnTo>
                    <a:lnTo>
                      <a:pt x="3068" y="24106"/>
                    </a:lnTo>
                    <a:lnTo>
                      <a:pt x="3331" y="24073"/>
                    </a:lnTo>
                    <a:lnTo>
                      <a:pt x="3612" y="24007"/>
                    </a:lnTo>
                    <a:lnTo>
                      <a:pt x="3876" y="23941"/>
                    </a:lnTo>
                    <a:lnTo>
                      <a:pt x="4139" y="23826"/>
                    </a:lnTo>
                    <a:lnTo>
                      <a:pt x="4387" y="23694"/>
                    </a:lnTo>
                    <a:lnTo>
                      <a:pt x="4618" y="23545"/>
                    </a:lnTo>
                    <a:lnTo>
                      <a:pt x="4832" y="23364"/>
                    </a:lnTo>
                    <a:lnTo>
                      <a:pt x="5030" y="23166"/>
                    </a:lnTo>
                    <a:lnTo>
                      <a:pt x="5228" y="22935"/>
                    </a:lnTo>
                    <a:lnTo>
                      <a:pt x="5393" y="22688"/>
                    </a:lnTo>
                    <a:lnTo>
                      <a:pt x="16291" y="4386"/>
                    </a:lnTo>
                    <a:lnTo>
                      <a:pt x="16423" y="4122"/>
                    </a:lnTo>
                    <a:lnTo>
                      <a:pt x="16539" y="3842"/>
                    </a:lnTo>
                    <a:lnTo>
                      <a:pt x="16621" y="3578"/>
                    </a:lnTo>
                    <a:lnTo>
                      <a:pt x="16670" y="3298"/>
                    </a:lnTo>
                    <a:lnTo>
                      <a:pt x="16687" y="3018"/>
                    </a:lnTo>
                    <a:lnTo>
                      <a:pt x="16687" y="2737"/>
                    </a:lnTo>
                    <a:lnTo>
                      <a:pt x="16670" y="2457"/>
                    </a:lnTo>
                    <a:lnTo>
                      <a:pt x="16605" y="2193"/>
                    </a:lnTo>
                    <a:lnTo>
                      <a:pt x="16522" y="1929"/>
                    </a:lnTo>
                    <a:lnTo>
                      <a:pt x="16423" y="1665"/>
                    </a:lnTo>
                    <a:lnTo>
                      <a:pt x="16291" y="1418"/>
                    </a:lnTo>
                    <a:lnTo>
                      <a:pt x="16143" y="1187"/>
                    </a:lnTo>
                    <a:lnTo>
                      <a:pt x="15961" y="973"/>
                    </a:lnTo>
                    <a:lnTo>
                      <a:pt x="15747" y="759"/>
                    </a:lnTo>
                    <a:lnTo>
                      <a:pt x="15533" y="577"/>
                    </a:lnTo>
                    <a:lnTo>
                      <a:pt x="15285" y="412"/>
                    </a:lnTo>
                    <a:lnTo>
                      <a:pt x="15022" y="280"/>
                    </a:lnTo>
                    <a:lnTo>
                      <a:pt x="14758" y="165"/>
                    </a:lnTo>
                    <a:lnTo>
                      <a:pt x="14478" y="83"/>
                    </a:lnTo>
                    <a:lnTo>
                      <a:pt x="14197" y="33"/>
                    </a:lnTo>
                    <a:lnTo>
                      <a:pt x="13917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2735350" y="3762500"/>
                <a:ext cx="417175" cy="602250"/>
              </a:xfrm>
              <a:custGeom>
                <a:avLst/>
                <a:gdLst/>
                <a:ahLst/>
                <a:cxnLst/>
                <a:rect l="l" t="t" r="r" b="b"/>
                <a:pathLst>
                  <a:path w="16687" h="24090" extrusionOk="0">
                    <a:moveTo>
                      <a:pt x="13636" y="0"/>
                    </a:moveTo>
                    <a:lnTo>
                      <a:pt x="13356" y="33"/>
                    </a:lnTo>
                    <a:lnTo>
                      <a:pt x="13076" y="83"/>
                    </a:lnTo>
                    <a:lnTo>
                      <a:pt x="12812" y="165"/>
                    </a:lnTo>
                    <a:lnTo>
                      <a:pt x="12565" y="280"/>
                    </a:lnTo>
                    <a:lnTo>
                      <a:pt x="12317" y="412"/>
                    </a:lnTo>
                    <a:lnTo>
                      <a:pt x="12070" y="561"/>
                    </a:lnTo>
                    <a:lnTo>
                      <a:pt x="11856" y="742"/>
                    </a:lnTo>
                    <a:lnTo>
                      <a:pt x="11658" y="940"/>
                    </a:lnTo>
                    <a:lnTo>
                      <a:pt x="11476" y="1171"/>
                    </a:lnTo>
                    <a:lnTo>
                      <a:pt x="11312" y="1418"/>
                    </a:lnTo>
                    <a:lnTo>
                      <a:pt x="396" y="19720"/>
                    </a:lnTo>
                    <a:lnTo>
                      <a:pt x="264" y="19984"/>
                    </a:lnTo>
                    <a:lnTo>
                      <a:pt x="149" y="20248"/>
                    </a:lnTo>
                    <a:lnTo>
                      <a:pt x="67" y="20528"/>
                    </a:lnTo>
                    <a:lnTo>
                      <a:pt x="17" y="20808"/>
                    </a:lnTo>
                    <a:lnTo>
                      <a:pt x="1" y="21089"/>
                    </a:lnTo>
                    <a:lnTo>
                      <a:pt x="1" y="21369"/>
                    </a:lnTo>
                    <a:lnTo>
                      <a:pt x="34" y="21649"/>
                    </a:lnTo>
                    <a:lnTo>
                      <a:pt x="83" y="21913"/>
                    </a:lnTo>
                    <a:lnTo>
                      <a:pt x="166" y="22177"/>
                    </a:lnTo>
                    <a:lnTo>
                      <a:pt x="264" y="22441"/>
                    </a:lnTo>
                    <a:lnTo>
                      <a:pt x="396" y="22688"/>
                    </a:lnTo>
                    <a:lnTo>
                      <a:pt x="561" y="22919"/>
                    </a:lnTo>
                    <a:lnTo>
                      <a:pt x="726" y="23133"/>
                    </a:lnTo>
                    <a:lnTo>
                      <a:pt x="940" y="23348"/>
                    </a:lnTo>
                    <a:lnTo>
                      <a:pt x="1155" y="23529"/>
                    </a:lnTo>
                    <a:lnTo>
                      <a:pt x="1402" y="23694"/>
                    </a:lnTo>
                    <a:lnTo>
                      <a:pt x="1666" y="23826"/>
                    </a:lnTo>
                    <a:lnTo>
                      <a:pt x="1930" y="23941"/>
                    </a:lnTo>
                    <a:lnTo>
                      <a:pt x="2210" y="24024"/>
                    </a:lnTo>
                    <a:lnTo>
                      <a:pt x="2490" y="24073"/>
                    </a:lnTo>
                    <a:lnTo>
                      <a:pt x="2771" y="24090"/>
                    </a:lnTo>
                    <a:lnTo>
                      <a:pt x="3051" y="24090"/>
                    </a:lnTo>
                    <a:lnTo>
                      <a:pt x="3331" y="24057"/>
                    </a:lnTo>
                    <a:lnTo>
                      <a:pt x="3595" y="24007"/>
                    </a:lnTo>
                    <a:lnTo>
                      <a:pt x="3859" y="23925"/>
                    </a:lnTo>
                    <a:lnTo>
                      <a:pt x="4123" y="23826"/>
                    </a:lnTo>
                    <a:lnTo>
                      <a:pt x="4370" y="23694"/>
                    </a:lnTo>
                    <a:lnTo>
                      <a:pt x="4601" y="23529"/>
                    </a:lnTo>
                    <a:lnTo>
                      <a:pt x="4815" y="23364"/>
                    </a:lnTo>
                    <a:lnTo>
                      <a:pt x="5030" y="23150"/>
                    </a:lnTo>
                    <a:lnTo>
                      <a:pt x="5211" y="22935"/>
                    </a:lnTo>
                    <a:lnTo>
                      <a:pt x="5376" y="22688"/>
                    </a:lnTo>
                    <a:lnTo>
                      <a:pt x="16275" y="4370"/>
                    </a:lnTo>
                    <a:lnTo>
                      <a:pt x="16423" y="4106"/>
                    </a:lnTo>
                    <a:lnTo>
                      <a:pt x="16522" y="3842"/>
                    </a:lnTo>
                    <a:lnTo>
                      <a:pt x="16604" y="3578"/>
                    </a:lnTo>
                    <a:lnTo>
                      <a:pt x="16654" y="3298"/>
                    </a:lnTo>
                    <a:lnTo>
                      <a:pt x="16687" y="3017"/>
                    </a:lnTo>
                    <a:lnTo>
                      <a:pt x="16687" y="2737"/>
                    </a:lnTo>
                    <a:lnTo>
                      <a:pt x="16654" y="2457"/>
                    </a:lnTo>
                    <a:lnTo>
                      <a:pt x="16604" y="2177"/>
                    </a:lnTo>
                    <a:lnTo>
                      <a:pt x="16522" y="1913"/>
                    </a:lnTo>
                    <a:lnTo>
                      <a:pt x="16406" y="1665"/>
                    </a:lnTo>
                    <a:lnTo>
                      <a:pt x="16275" y="1418"/>
                    </a:lnTo>
                    <a:lnTo>
                      <a:pt x="16126" y="1187"/>
                    </a:lnTo>
                    <a:lnTo>
                      <a:pt x="15945" y="956"/>
                    </a:lnTo>
                    <a:lnTo>
                      <a:pt x="15747" y="759"/>
                    </a:lnTo>
                    <a:lnTo>
                      <a:pt x="15516" y="577"/>
                    </a:lnTo>
                    <a:lnTo>
                      <a:pt x="15269" y="412"/>
                    </a:lnTo>
                    <a:lnTo>
                      <a:pt x="15005" y="264"/>
                    </a:lnTo>
                    <a:lnTo>
                      <a:pt x="14741" y="165"/>
                    </a:lnTo>
                    <a:lnTo>
                      <a:pt x="14461" y="83"/>
                    </a:lnTo>
                    <a:lnTo>
                      <a:pt x="14181" y="33"/>
                    </a:lnTo>
                    <a:lnTo>
                      <a:pt x="13900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1870125" y="4166050"/>
                <a:ext cx="770450" cy="895750"/>
              </a:xfrm>
              <a:custGeom>
                <a:avLst/>
                <a:gdLst/>
                <a:ahLst/>
                <a:cxnLst/>
                <a:rect l="l" t="t" r="r" b="b"/>
                <a:pathLst>
                  <a:path w="30818" h="35830" extrusionOk="0">
                    <a:moveTo>
                      <a:pt x="18319" y="0"/>
                    </a:moveTo>
                    <a:lnTo>
                      <a:pt x="18072" y="33"/>
                    </a:lnTo>
                    <a:lnTo>
                      <a:pt x="17825" y="50"/>
                    </a:lnTo>
                    <a:lnTo>
                      <a:pt x="17594" y="99"/>
                    </a:lnTo>
                    <a:lnTo>
                      <a:pt x="17346" y="149"/>
                    </a:lnTo>
                    <a:lnTo>
                      <a:pt x="17116" y="215"/>
                    </a:lnTo>
                    <a:lnTo>
                      <a:pt x="16885" y="297"/>
                    </a:lnTo>
                    <a:lnTo>
                      <a:pt x="16654" y="379"/>
                    </a:lnTo>
                    <a:lnTo>
                      <a:pt x="16423" y="478"/>
                    </a:lnTo>
                    <a:lnTo>
                      <a:pt x="16209" y="594"/>
                    </a:lnTo>
                    <a:lnTo>
                      <a:pt x="15994" y="709"/>
                    </a:lnTo>
                    <a:lnTo>
                      <a:pt x="15780" y="841"/>
                    </a:lnTo>
                    <a:lnTo>
                      <a:pt x="15582" y="989"/>
                    </a:lnTo>
                    <a:lnTo>
                      <a:pt x="15384" y="1138"/>
                    </a:lnTo>
                    <a:lnTo>
                      <a:pt x="15187" y="1303"/>
                    </a:lnTo>
                    <a:lnTo>
                      <a:pt x="15005" y="1484"/>
                    </a:lnTo>
                    <a:lnTo>
                      <a:pt x="14840" y="1665"/>
                    </a:lnTo>
                    <a:lnTo>
                      <a:pt x="14675" y="1847"/>
                    </a:lnTo>
                    <a:lnTo>
                      <a:pt x="14511" y="2061"/>
                    </a:lnTo>
                    <a:lnTo>
                      <a:pt x="14362" y="2276"/>
                    </a:lnTo>
                    <a:lnTo>
                      <a:pt x="14214" y="2490"/>
                    </a:lnTo>
                    <a:lnTo>
                      <a:pt x="1" y="26365"/>
                    </a:lnTo>
                    <a:lnTo>
                      <a:pt x="15879" y="35829"/>
                    </a:lnTo>
                    <a:lnTo>
                      <a:pt x="30108" y="11954"/>
                    </a:lnTo>
                    <a:lnTo>
                      <a:pt x="30224" y="11723"/>
                    </a:lnTo>
                    <a:lnTo>
                      <a:pt x="30339" y="11493"/>
                    </a:lnTo>
                    <a:lnTo>
                      <a:pt x="30455" y="11245"/>
                    </a:lnTo>
                    <a:lnTo>
                      <a:pt x="30537" y="11014"/>
                    </a:lnTo>
                    <a:lnTo>
                      <a:pt x="30620" y="10767"/>
                    </a:lnTo>
                    <a:lnTo>
                      <a:pt x="30685" y="10536"/>
                    </a:lnTo>
                    <a:lnTo>
                      <a:pt x="30735" y="10289"/>
                    </a:lnTo>
                    <a:lnTo>
                      <a:pt x="30768" y="10042"/>
                    </a:lnTo>
                    <a:lnTo>
                      <a:pt x="30801" y="9794"/>
                    </a:lnTo>
                    <a:lnTo>
                      <a:pt x="30817" y="9547"/>
                    </a:lnTo>
                    <a:lnTo>
                      <a:pt x="30817" y="9300"/>
                    </a:lnTo>
                    <a:lnTo>
                      <a:pt x="30817" y="9052"/>
                    </a:lnTo>
                    <a:lnTo>
                      <a:pt x="30801" y="8805"/>
                    </a:lnTo>
                    <a:lnTo>
                      <a:pt x="30768" y="8558"/>
                    </a:lnTo>
                    <a:lnTo>
                      <a:pt x="30718" y="8327"/>
                    </a:lnTo>
                    <a:lnTo>
                      <a:pt x="30669" y="8079"/>
                    </a:lnTo>
                    <a:lnTo>
                      <a:pt x="30603" y="7849"/>
                    </a:lnTo>
                    <a:lnTo>
                      <a:pt x="30521" y="7618"/>
                    </a:lnTo>
                    <a:lnTo>
                      <a:pt x="30438" y="7387"/>
                    </a:lnTo>
                    <a:lnTo>
                      <a:pt x="30339" y="7156"/>
                    </a:lnTo>
                    <a:lnTo>
                      <a:pt x="30224" y="6942"/>
                    </a:lnTo>
                    <a:lnTo>
                      <a:pt x="30108" y="6727"/>
                    </a:lnTo>
                    <a:lnTo>
                      <a:pt x="29976" y="6513"/>
                    </a:lnTo>
                    <a:lnTo>
                      <a:pt x="29828" y="6315"/>
                    </a:lnTo>
                    <a:lnTo>
                      <a:pt x="29680" y="6117"/>
                    </a:lnTo>
                    <a:lnTo>
                      <a:pt x="29515" y="5936"/>
                    </a:lnTo>
                    <a:lnTo>
                      <a:pt x="29350" y="5755"/>
                    </a:lnTo>
                    <a:lnTo>
                      <a:pt x="29169" y="5573"/>
                    </a:lnTo>
                    <a:lnTo>
                      <a:pt x="28971" y="5408"/>
                    </a:lnTo>
                    <a:lnTo>
                      <a:pt x="28773" y="5243"/>
                    </a:lnTo>
                    <a:lnTo>
                      <a:pt x="28558" y="5095"/>
                    </a:lnTo>
                    <a:lnTo>
                      <a:pt x="28328" y="4963"/>
                    </a:lnTo>
                    <a:lnTo>
                      <a:pt x="21205" y="709"/>
                    </a:lnTo>
                    <a:lnTo>
                      <a:pt x="20990" y="594"/>
                    </a:lnTo>
                    <a:lnTo>
                      <a:pt x="20743" y="478"/>
                    </a:lnTo>
                    <a:lnTo>
                      <a:pt x="20512" y="363"/>
                    </a:lnTo>
                    <a:lnTo>
                      <a:pt x="20281" y="280"/>
                    </a:lnTo>
                    <a:lnTo>
                      <a:pt x="20034" y="198"/>
                    </a:lnTo>
                    <a:lnTo>
                      <a:pt x="19787" y="132"/>
                    </a:lnTo>
                    <a:lnTo>
                      <a:pt x="19539" y="83"/>
                    </a:lnTo>
                    <a:lnTo>
                      <a:pt x="19309" y="50"/>
                    </a:lnTo>
                    <a:lnTo>
                      <a:pt x="19061" y="17"/>
                    </a:lnTo>
                    <a:lnTo>
                      <a:pt x="18814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2759250" y="4291350"/>
                <a:ext cx="321975" cy="289400"/>
              </a:xfrm>
              <a:custGeom>
                <a:avLst/>
                <a:gdLst/>
                <a:ahLst/>
                <a:cxnLst/>
                <a:rect l="l" t="t" r="r" b="b"/>
                <a:pathLst>
                  <a:path w="12879" h="11576" extrusionOk="0">
                    <a:moveTo>
                      <a:pt x="9300" y="1"/>
                    </a:moveTo>
                    <a:lnTo>
                      <a:pt x="9086" y="17"/>
                    </a:lnTo>
                    <a:lnTo>
                      <a:pt x="8674" y="50"/>
                    </a:lnTo>
                    <a:lnTo>
                      <a:pt x="8278" y="133"/>
                    </a:lnTo>
                    <a:lnTo>
                      <a:pt x="7882" y="248"/>
                    </a:lnTo>
                    <a:lnTo>
                      <a:pt x="7503" y="413"/>
                    </a:lnTo>
                    <a:lnTo>
                      <a:pt x="7322" y="512"/>
                    </a:lnTo>
                    <a:lnTo>
                      <a:pt x="7140" y="611"/>
                    </a:lnTo>
                    <a:lnTo>
                      <a:pt x="6959" y="710"/>
                    </a:lnTo>
                    <a:lnTo>
                      <a:pt x="6794" y="842"/>
                    </a:lnTo>
                    <a:lnTo>
                      <a:pt x="6629" y="957"/>
                    </a:lnTo>
                    <a:lnTo>
                      <a:pt x="6464" y="1105"/>
                    </a:lnTo>
                    <a:lnTo>
                      <a:pt x="6316" y="1237"/>
                    </a:lnTo>
                    <a:lnTo>
                      <a:pt x="6168" y="1402"/>
                    </a:lnTo>
                    <a:lnTo>
                      <a:pt x="6036" y="1551"/>
                    </a:lnTo>
                    <a:lnTo>
                      <a:pt x="5904" y="1732"/>
                    </a:lnTo>
                    <a:lnTo>
                      <a:pt x="5772" y="1913"/>
                    </a:lnTo>
                    <a:lnTo>
                      <a:pt x="5656" y="2095"/>
                    </a:lnTo>
                    <a:lnTo>
                      <a:pt x="1" y="11575"/>
                    </a:lnTo>
                    <a:lnTo>
                      <a:pt x="8064" y="9531"/>
                    </a:lnTo>
                    <a:lnTo>
                      <a:pt x="12878" y="1435"/>
                    </a:lnTo>
                    <a:lnTo>
                      <a:pt x="12730" y="1336"/>
                    </a:lnTo>
                    <a:lnTo>
                      <a:pt x="11510" y="611"/>
                    </a:lnTo>
                    <a:lnTo>
                      <a:pt x="11328" y="495"/>
                    </a:lnTo>
                    <a:lnTo>
                      <a:pt x="11131" y="396"/>
                    </a:lnTo>
                    <a:lnTo>
                      <a:pt x="10933" y="314"/>
                    </a:lnTo>
                    <a:lnTo>
                      <a:pt x="10735" y="248"/>
                    </a:lnTo>
                    <a:lnTo>
                      <a:pt x="10520" y="182"/>
                    </a:lnTo>
                    <a:lnTo>
                      <a:pt x="10323" y="116"/>
                    </a:lnTo>
                    <a:lnTo>
                      <a:pt x="10125" y="83"/>
                    </a:lnTo>
                    <a:lnTo>
                      <a:pt x="9910" y="50"/>
                    </a:lnTo>
                    <a:lnTo>
                      <a:pt x="9713" y="17"/>
                    </a:lnTo>
                    <a:lnTo>
                      <a:pt x="9498" y="1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6" name="Google Shape;1416;p29"/>
              <p:cNvSpPr/>
              <p:nvPr/>
            </p:nvSpPr>
            <p:spPr>
              <a:xfrm>
                <a:off x="2594375" y="4434400"/>
                <a:ext cx="419250" cy="244050"/>
              </a:xfrm>
              <a:custGeom>
                <a:avLst/>
                <a:gdLst/>
                <a:ahLst/>
                <a:cxnLst/>
                <a:rect l="l" t="t" r="r" b="b"/>
                <a:pathLst>
                  <a:path w="16770" h="9762" extrusionOk="0">
                    <a:moveTo>
                      <a:pt x="14774" y="0"/>
                    </a:moveTo>
                    <a:lnTo>
                      <a:pt x="14428" y="50"/>
                    </a:lnTo>
                    <a:lnTo>
                      <a:pt x="14082" y="115"/>
                    </a:lnTo>
                    <a:lnTo>
                      <a:pt x="4255" y="2622"/>
                    </a:lnTo>
                    <a:lnTo>
                      <a:pt x="1" y="9761"/>
                    </a:lnTo>
                    <a:lnTo>
                      <a:pt x="1" y="9761"/>
                    </a:lnTo>
                    <a:lnTo>
                      <a:pt x="13142" y="6431"/>
                    </a:lnTo>
                    <a:lnTo>
                      <a:pt x="16769" y="330"/>
                    </a:lnTo>
                    <a:lnTo>
                      <a:pt x="16456" y="198"/>
                    </a:lnTo>
                    <a:lnTo>
                      <a:pt x="16126" y="115"/>
                    </a:lnTo>
                    <a:lnTo>
                      <a:pt x="15796" y="50"/>
                    </a:lnTo>
                    <a:lnTo>
                      <a:pt x="15467" y="0"/>
                    </a:lnTo>
                    <a:close/>
                  </a:path>
                </a:pathLst>
              </a:custGeom>
              <a:solidFill>
                <a:srgbClr val="F1CC8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1391575" y="4706025"/>
                <a:ext cx="969525" cy="770850"/>
              </a:xfrm>
              <a:custGeom>
                <a:avLst/>
                <a:gdLst/>
                <a:ahLst/>
                <a:cxnLst/>
                <a:rect l="l" t="t" r="r" b="b"/>
                <a:pathLst>
                  <a:path w="38781" h="30834" extrusionOk="0">
                    <a:moveTo>
                      <a:pt x="20050" y="1"/>
                    </a:moveTo>
                    <a:lnTo>
                      <a:pt x="0" y="30834"/>
                    </a:lnTo>
                    <a:lnTo>
                      <a:pt x="25952" y="30834"/>
                    </a:lnTo>
                    <a:lnTo>
                      <a:pt x="38780" y="11147"/>
                    </a:lnTo>
                    <a:lnTo>
                      <a:pt x="20050" y="1"/>
                    </a:lnTo>
                    <a:close/>
                  </a:path>
                </a:pathLst>
              </a:custGeom>
              <a:solidFill>
                <a:srgbClr val="DF483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1938150" y="4513125"/>
                <a:ext cx="523100" cy="420875"/>
              </a:xfrm>
              <a:custGeom>
                <a:avLst/>
                <a:gdLst/>
                <a:ahLst/>
                <a:cxnLst/>
                <a:rect l="l" t="t" r="r" b="b"/>
                <a:pathLst>
                  <a:path w="20924" h="16835" extrusionOk="0">
                    <a:moveTo>
                      <a:pt x="4040" y="0"/>
                    </a:moveTo>
                    <a:lnTo>
                      <a:pt x="0" y="6794"/>
                    </a:lnTo>
                    <a:lnTo>
                      <a:pt x="16868" y="16835"/>
                    </a:lnTo>
                    <a:lnTo>
                      <a:pt x="20924" y="10058"/>
                    </a:lnTo>
                    <a:lnTo>
                      <a:pt x="404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1838800" y="4570000"/>
                <a:ext cx="608025" cy="498400"/>
              </a:xfrm>
              <a:custGeom>
                <a:avLst/>
                <a:gdLst/>
                <a:ahLst/>
                <a:cxnLst/>
                <a:rect l="l" t="t" r="r" b="b"/>
                <a:pathLst>
                  <a:path w="24321" h="19936" extrusionOk="0">
                    <a:moveTo>
                      <a:pt x="5030" y="1"/>
                    </a:moveTo>
                    <a:lnTo>
                      <a:pt x="1" y="8443"/>
                    </a:lnTo>
                    <a:lnTo>
                      <a:pt x="19275" y="19935"/>
                    </a:lnTo>
                    <a:lnTo>
                      <a:pt x="24321" y="11493"/>
                    </a:lnTo>
                    <a:lnTo>
                      <a:pt x="503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1818200" y="369600"/>
                <a:ext cx="3114650" cy="1863200"/>
              </a:xfrm>
              <a:custGeom>
                <a:avLst/>
                <a:gdLst/>
                <a:ahLst/>
                <a:cxnLst/>
                <a:rect l="l" t="t" r="r" b="b"/>
                <a:pathLst>
                  <a:path w="124586" h="74528" extrusionOk="0">
                    <a:moveTo>
                      <a:pt x="0" y="1"/>
                    </a:moveTo>
                    <a:lnTo>
                      <a:pt x="0" y="74528"/>
                    </a:lnTo>
                    <a:lnTo>
                      <a:pt x="124585" y="74528"/>
                    </a:lnTo>
                    <a:lnTo>
                      <a:pt x="12458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1878800" y="430625"/>
                <a:ext cx="2993450" cy="272475"/>
              </a:xfrm>
              <a:custGeom>
                <a:avLst/>
                <a:gdLst/>
                <a:ahLst/>
                <a:cxnLst/>
                <a:rect l="l" t="t" r="r" b="b"/>
                <a:pathLst>
                  <a:path w="119738" h="10899" extrusionOk="0">
                    <a:moveTo>
                      <a:pt x="0" y="0"/>
                    </a:moveTo>
                    <a:lnTo>
                      <a:pt x="0" y="10899"/>
                    </a:lnTo>
                    <a:lnTo>
                      <a:pt x="119738" y="10899"/>
                    </a:lnTo>
                    <a:lnTo>
                      <a:pt x="1197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2860675" y="468525"/>
                <a:ext cx="1496325" cy="197075"/>
              </a:xfrm>
              <a:custGeom>
                <a:avLst/>
                <a:gdLst/>
                <a:ahLst/>
                <a:cxnLst/>
                <a:rect l="l" t="t" r="r" b="b"/>
                <a:pathLst>
                  <a:path w="59853" h="7883" extrusionOk="0">
                    <a:moveTo>
                      <a:pt x="0" y="1"/>
                    </a:moveTo>
                    <a:lnTo>
                      <a:pt x="0" y="7882"/>
                    </a:lnTo>
                    <a:lnTo>
                      <a:pt x="59852" y="7882"/>
                    </a:lnTo>
                    <a:lnTo>
                      <a:pt x="598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1990075" y="497400"/>
                <a:ext cx="155425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6217" h="1171" extrusionOk="0">
                    <a:moveTo>
                      <a:pt x="1" y="0"/>
                    </a:moveTo>
                    <a:lnTo>
                      <a:pt x="1" y="1171"/>
                    </a:lnTo>
                    <a:lnTo>
                      <a:pt x="6217" y="1171"/>
                    </a:lnTo>
                    <a:lnTo>
                      <a:pt x="62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1990075" y="552225"/>
                <a:ext cx="155425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6217" h="1171" extrusionOk="0">
                    <a:moveTo>
                      <a:pt x="1" y="0"/>
                    </a:moveTo>
                    <a:lnTo>
                      <a:pt x="1" y="1171"/>
                    </a:lnTo>
                    <a:lnTo>
                      <a:pt x="6217" y="1171"/>
                    </a:lnTo>
                    <a:lnTo>
                      <a:pt x="62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1990075" y="607050"/>
                <a:ext cx="155425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6217" h="1171" extrusionOk="0">
                    <a:moveTo>
                      <a:pt x="1" y="0"/>
                    </a:moveTo>
                    <a:lnTo>
                      <a:pt x="1" y="1171"/>
                    </a:lnTo>
                    <a:lnTo>
                      <a:pt x="6217" y="1171"/>
                    </a:lnTo>
                    <a:lnTo>
                      <a:pt x="62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1878800" y="784700"/>
                <a:ext cx="1855350" cy="1105975"/>
              </a:xfrm>
              <a:custGeom>
                <a:avLst/>
                <a:gdLst/>
                <a:ahLst/>
                <a:cxnLst/>
                <a:rect l="l" t="t" r="r" b="b"/>
                <a:pathLst>
                  <a:path w="74214" h="44239" extrusionOk="0">
                    <a:moveTo>
                      <a:pt x="0" y="1"/>
                    </a:moveTo>
                    <a:lnTo>
                      <a:pt x="0" y="44239"/>
                    </a:lnTo>
                    <a:lnTo>
                      <a:pt x="74214" y="44239"/>
                    </a:lnTo>
                    <a:lnTo>
                      <a:pt x="7421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3812450" y="784700"/>
                <a:ext cx="516100" cy="389150"/>
              </a:xfrm>
              <a:custGeom>
                <a:avLst/>
                <a:gdLst/>
                <a:ahLst/>
                <a:cxnLst/>
                <a:rect l="l" t="t" r="r" b="b"/>
                <a:pathLst>
                  <a:path w="20644" h="15566" extrusionOk="0">
                    <a:moveTo>
                      <a:pt x="0" y="1"/>
                    </a:moveTo>
                    <a:lnTo>
                      <a:pt x="0" y="15565"/>
                    </a:lnTo>
                    <a:lnTo>
                      <a:pt x="20644" y="15565"/>
                    </a:lnTo>
                    <a:lnTo>
                      <a:pt x="2064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2158275" y="2037400"/>
                <a:ext cx="1119975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44799" h="3546" extrusionOk="0">
                    <a:moveTo>
                      <a:pt x="1599" y="1"/>
                    </a:moveTo>
                    <a:lnTo>
                      <a:pt x="1418" y="33"/>
                    </a:lnTo>
                    <a:lnTo>
                      <a:pt x="1253" y="83"/>
                    </a:lnTo>
                    <a:lnTo>
                      <a:pt x="1088" y="132"/>
                    </a:lnTo>
                    <a:lnTo>
                      <a:pt x="940" y="215"/>
                    </a:lnTo>
                    <a:lnTo>
                      <a:pt x="792" y="297"/>
                    </a:lnTo>
                    <a:lnTo>
                      <a:pt x="660" y="396"/>
                    </a:lnTo>
                    <a:lnTo>
                      <a:pt x="528" y="512"/>
                    </a:lnTo>
                    <a:lnTo>
                      <a:pt x="412" y="644"/>
                    </a:lnTo>
                    <a:lnTo>
                      <a:pt x="313" y="775"/>
                    </a:lnTo>
                    <a:lnTo>
                      <a:pt x="214" y="924"/>
                    </a:lnTo>
                    <a:lnTo>
                      <a:pt x="149" y="1089"/>
                    </a:lnTo>
                    <a:lnTo>
                      <a:pt x="83" y="1254"/>
                    </a:lnTo>
                    <a:lnTo>
                      <a:pt x="50" y="1418"/>
                    </a:lnTo>
                    <a:lnTo>
                      <a:pt x="17" y="1600"/>
                    </a:lnTo>
                    <a:lnTo>
                      <a:pt x="0" y="1781"/>
                    </a:lnTo>
                    <a:lnTo>
                      <a:pt x="17" y="1963"/>
                    </a:lnTo>
                    <a:lnTo>
                      <a:pt x="50" y="2127"/>
                    </a:lnTo>
                    <a:lnTo>
                      <a:pt x="83" y="2309"/>
                    </a:lnTo>
                    <a:lnTo>
                      <a:pt x="149" y="2474"/>
                    </a:lnTo>
                    <a:lnTo>
                      <a:pt x="214" y="2622"/>
                    </a:lnTo>
                    <a:lnTo>
                      <a:pt x="313" y="2771"/>
                    </a:lnTo>
                    <a:lnTo>
                      <a:pt x="412" y="2902"/>
                    </a:lnTo>
                    <a:lnTo>
                      <a:pt x="528" y="3034"/>
                    </a:lnTo>
                    <a:lnTo>
                      <a:pt x="660" y="3150"/>
                    </a:lnTo>
                    <a:lnTo>
                      <a:pt x="792" y="3249"/>
                    </a:lnTo>
                    <a:lnTo>
                      <a:pt x="940" y="3331"/>
                    </a:lnTo>
                    <a:lnTo>
                      <a:pt x="1088" y="3414"/>
                    </a:lnTo>
                    <a:lnTo>
                      <a:pt x="1253" y="3480"/>
                    </a:lnTo>
                    <a:lnTo>
                      <a:pt x="1418" y="3513"/>
                    </a:lnTo>
                    <a:lnTo>
                      <a:pt x="1599" y="3545"/>
                    </a:lnTo>
                    <a:lnTo>
                      <a:pt x="43199" y="3545"/>
                    </a:lnTo>
                    <a:lnTo>
                      <a:pt x="43381" y="3513"/>
                    </a:lnTo>
                    <a:lnTo>
                      <a:pt x="43546" y="3480"/>
                    </a:lnTo>
                    <a:lnTo>
                      <a:pt x="43710" y="3414"/>
                    </a:lnTo>
                    <a:lnTo>
                      <a:pt x="43859" y="3331"/>
                    </a:lnTo>
                    <a:lnTo>
                      <a:pt x="44007" y="3249"/>
                    </a:lnTo>
                    <a:lnTo>
                      <a:pt x="44156" y="3150"/>
                    </a:lnTo>
                    <a:lnTo>
                      <a:pt x="44271" y="3034"/>
                    </a:lnTo>
                    <a:lnTo>
                      <a:pt x="44386" y="2902"/>
                    </a:lnTo>
                    <a:lnTo>
                      <a:pt x="44485" y="2771"/>
                    </a:lnTo>
                    <a:lnTo>
                      <a:pt x="44584" y="2622"/>
                    </a:lnTo>
                    <a:lnTo>
                      <a:pt x="44650" y="2474"/>
                    </a:lnTo>
                    <a:lnTo>
                      <a:pt x="44716" y="2309"/>
                    </a:lnTo>
                    <a:lnTo>
                      <a:pt x="44766" y="2127"/>
                    </a:lnTo>
                    <a:lnTo>
                      <a:pt x="44782" y="1963"/>
                    </a:lnTo>
                    <a:lnTo>
                      <a:pt x="44799" y="1781"/>
                    </a:lnTo>
                    <a:lnTo>
                      <a:pt x="44782" y="1600"/>
                    </a:lnTo>
                    <a:lnTo>
                      <a:pt x="44766" y="1418"/>
                    </a:lnTo>
                    <a:lnTo>
                      <a:pt x="44716" y="1254"/>
                    </a:lnTo>
                    <a:lnTo>
                      <a:pt x="44650" y="1089"/>
                    </a:lnTo>
                    <a:lnTo>
                      <a:pt x="44584" y="924"/>
                    </a:lnTo>
                    <a:lnTo>
                      <a:pt x="44485" y="775"/>
                    </a:lnTo>
                    <a:lnTo>
                      <a:pt x="44386" y="644"/>
                    </a:lnTo>
                    <a:lnTo>
                      <a:pt x="44271" y="512"/>
                    </a:lnTo>
                    <a:lnTo>
                      <a:pt x="44156" y="396"/>
                    </a:lnTo>
                    <a:lnTo>
                      <a:pt x="44007" y="297"/>
                    </a:lnTo>
                    <a:lnTo>
                      <a:pt x="43859" y="215"/>
                    </a:lnTo>
                    <a:lnTo>
                      <a:pt x="43710" y="132"/>
                    </a:lnTo>
                    <a:lnTo>
                      <a:pt x="43546" y="83"/>
                    </a:lnTo>
                    <a:lnTo>
                      <a:pt x="43381" y="33"/>
                    </a:lnTo>
                    <a:lnTo>
                      <a:pt x="431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4392425" y="840750"/>
                <a:ext cx="457975" cy="41675"/>
              </a:xfrm>
              <a:custGeom>
                <a:avLst/>
                <a:gdLst/>
                <a:ahLst/>
                <a:cxnLst/>
                <a:rect l="l" t="t" r="r" b="b"/>
                <a:pathLst>
                  <a:path w="18319" h="1667" extrusionOk="0">
                    <a:moveTo>
                      <a:pt x="825" y="1"/>
                    </a:moveTo>
                    <a:lnTo>
                      <a:pt x="660" y="17"/>
                    </a:lnTo>
                    <a:lnTo>
                      <a:pt x="512" y="67"/>
                    </a:lnTo>
                    <a:lnTo>
                      <a:pt x="363" y="133"/>
                    </a:lnTo>
                    <a:lnTo>
                      <a:pt x="231" y="232"/>
                    </a:lnTo>
                    <a:lnTo>
                      <a:pt x="132" y="364"/>
                    </a:lnTo>
                    <a:lnTo>
                      <a:pt x="66" y="512"/>
                    </a:lnTo>
                    <a:lnTo>
                      <a:pt x="17" y="660"/>
                    </a:lnTo>
                    <a:lnTo>
                      <a:pt x="0" y="825"/>
                    </a:lnTo>
                    <a:lnTo>
                      <a:pt x="17" y="990"/>
                    </a:lnTo>
                    <a:lnTo>
                      <a:pt x="66" y="1155"/>
                    </a:lnTo>
                    <a:lnTo>
                      <a:pt x="132" y="1303"/>
                    </a:lnTo>
                    <a:lnTo>
                      <a:pt x="231" y="1419"/>
                    </a:lnTo>
                    <a:lnTo>
                      <a:pt x="363" y="1518"/>
                    </a:lnTo>
                    <a:lnTo>
                      <a:pt x="512" y="1600"/>
                    </a:lnTo>
                    <a:lnTo>
                      <a:pt x="660" y="1650"/>
                    </a:lnTo>
                    <a:lnTo>
                      <a:pt x="825" y="1666"/>
                    </a:lnTo>
                    <a:lnTo>
                      <a:pt x="17478" y="1666"/>
                    </a:lnTo>
                    <a:lnTo>
                      <a:pt x="17643" y="1650"/>
                    </a:lnTo>
                    <a:lnTo>
                      <a:pt x="17808" y="1600"/>
                    </a:lnTo>
                    <a:lnTo>
                      <a:pt x="17956" y="1518"/>
                    </a:lnTo>
                    <a:lnTo>
                      <a:pt x="18072" y="1419"/>
                    </a:lnTo>
                    <a:lnTo>
                      <a:pt x="18170" y="1303"/>
                    </a:lnTo>
                    <a:lnTo>
                      <a:pt x="18253" y="1155"/>
                    </a:lnTo>
                    <a:lnTo>
                      <a:pt x="18302" y="990"/>
                    </a:lnTo>
                    <a:lnTo>
                      <a:pt x="18319" y="825"/>
                    </a:lnTo>
                    <a:lnTo>
                      <a:pt x="18302" y="660"/>
                    </a:lnTo>
                    <a:lnTo>
                      <a:pt x="18253" y="512"/>
                    </a:lnTo>
                    <a:lnTo>
                      <a:pt x="18170" y="364"/>
                    </a:lnTo>
                    <a:lnTo>
                      <a:pt x="18072" y="232"/>
                    </a:lnTo>
                    <a:lnTo>
                      <a:pt x="17956" y="133"/>
                    </a:lnTo>
                    <a:lnTo>
                      <a:pt x="17808" y="67"/>
                    </a:lnTo>
                    <a:lnTo>
                      <a:pt x="17643" y="17"/>
                    </a:lnTo>
                    <a:lnTo>
                      <a:pt x="1747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4392425" y="933500"/>
                <a:ext cx="457975" cy="42075"/>
              </a:xfrm>
              <a:custGeom>
                <a:avLst/>
                <a:gdLst/>
                <a:ahLst/>
                <a:cxnLst/>
                <a:rect l="l" t="t" r="r" b="b"/>
                <a:pathLst>
                  <a:path w="18319" h="1683" extrusionOk="0">
                    <a:moveTo>
                      <a:pt x="825" y="1"/>
                    </a:moveTo>
                    <a:lnTo>
                      <a:pt x="660" y="17"/>
                    </a:lnTo>
                    <a:lnTo>
                      <a:pt x="512" y="67"/>
                    </a:lnTo>
                    <a:lnTo>
                      <a:pt x="363" y="149"/>
                    </a:lnTo>
                    <a:lnTo>
                      <a:pt x="231" y="248"/>
                    </a:lnTo>
                    <a:lnTo>
                      <a:pt x="132" y="380"/>
                    </a:lnTo>
                    <a:lnTo>
                      <a:pt x="66" y="512"/>
                    </a:lnTo>
                    <a:lnTo>
                      <a:pt x="17" y="677"/>
                    </a:lnTo>
                    <a:lnTo>
                      <a:pt x="0" y="842"/>
                    </a:lnTo>
                    <a:lnTo>
                      <a:pt x="17" y="1007"/>
                    </a:lnTo>
                    <a:lnTo>
                      <a:pt x="66" y="1171"/>
                    </a:lnTo>
                    <a:lnTo>
                      <a:pt x="132" y="1303"/>
                    </a:lnTo>
                    <a:lnTo>
                      <a:pt x="231" y="1435"/>
                    </a:lnTo>
                    <a:lnTo>
                      <a:pt x="363" y="1534"/>
                    </a:lnTo>
                    <a:lnTo>
                      <a:pt x="512" y="1617"/>
                    </a:lnTo>
                    <a:lnTo>
                      <a:pt x="660" y="1666"/>
                    </a:lnTo>
                    <a:lnTo>
                      <a:pt x="825" y="1683"/>
                    </a:lnTo>
                    <a:lnTo>
                      <a:pt x="17478" y="1683"/>
                    </a:lnTo>
                    <a:lnTo>
                      <a:pt x="17643" y="1666"/>
                    </a:lnTo>
                    <a:lnTo>
                      <a:pt x="17808" y="1617"/>
                    </a:lnTo>
                    <a:lnTo>
                      <a:pt x="17956" y="1534"/>
                    </a:lnTo>
                    <a:lnTo>
                      <a:pt x="18072" y="1435"/>
                    </a:lnTo>
                    <a:lnTo>
                      <a:pt x="18170" y="1303"/>
                    </a:lnTo>
                    <a:lnTo>
                      <a:pt x="18253" y="1171"/>
                    </a:lnTo>
                    <a:lnTo>
                      <a:pt x="18302" y="1007"/>
                    </a:lnTo>
                    <a:lnTo>
                      <a:pt x="18319" y="842"/>
                    </a:lnTo>
                    <a:lnTo>
                      <a:pt x="18302" y="677"/>
                    </a:lnTo>
                    <a:lnTo>
                      <a:pt x="18253" y="512"/>
                    </a:lnTo>
                    <a:lnTo>
                      <a:pt x="18170" y="380"/>
                    </a:lnTo>
                    <a:lnTo>
                      <a:pt x="18072" y="248"/>
                    </a:lnTo>
                    <a:lnTo>
                      <a:pt x="17956" y="149"/>
                    </a:lnTo>
                    <a:lnTo>
                      <a:pt x="17808" y="67"/>
                    </a:lnTo>
                    <a:lnTo>
                      <a:pt x="17643" y="17"/>
                    </a:lnTo>
                    <a:lnTo>
                      <a:pt x="1747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4392425" y="1026675"/>
                <a:ext cx="205725" cy="41650"/>
              </a:xfrm>
              <a:custGeom>
                <a:avLst/>
                <a:gdLst/>
                <a:ahLst/>
                <a:cxnLst/>
                <a:rect l="l" t="t" r="r" b="b"/>
                <a:pathLst>
                  <a:path w="8229" h="1666" extrusionOk="0">
                    <a:moveTo>
                      <a:pt x="825" y="0"/>
                    </a:moveTo>
                    <a:lnTo>
                      <a:pt x="660" y="17"/>
                    </a:lnTo>
                    <a:lnTo>
                      <a:pt x="512" y="66"/>
                    </a:lnTo>
                    <a:lnTo>
                      <a:pt x="363" y="149"/>
                    </a:lnTo>
                    <a:lnTo>
                      <a:pt x="231" y="247"/>
                    </a:lnTo>
                    <a:lnTo>
                      <a:pt x="132" y="379"/>
                    </a:lnTo>
                    <a:lnTo>
                      <a:pt x="66" y="511"/>
                    </a:lnTo>
                    <a:lnTo>
                      <a:pt x="17" y="676"/>
                    </a:lnTo>
                    <a:lnTo>
                      <a:pt x="0" y="841"/>
                    </a:lnTo>
                    <a:lnTo>
                      <a:pt x="17" y="1006"/>
                    </a:lnTo>
                    <a:lnTo>
                      <a:pt x="66" y="1171"/>
                    </a:lnTo>
                    <a:lnTo>
                      <a:pt x="132" y="1303"/>
                    </a:lnTo>
                    <a:lnTo>
                      <a:pt x="231" y="1435"/>
                    </a:lnTo>
                    <a:lnTo>
                      <a:pt x="363" y="1534"/>
                    </a:lnTo>
                    <a:lnTo>
                      <a:pt x="512" y="1616"/>
                    </a:lnTo>
                    <a:lnTo>
                      <a:pt x="660" y="1649"/>
                    </a:lnTo>
                    <a:lnTo>
                      <a:pt x="825" y="1665"/>
                    </a:lnTo>
                    <a:lnTo>
                      <a:pt x="7404" y="1665"/>
                    </a:lnTo>
                    <a:lnTo>
                      <a:pt x="7568" y="1649"/>
                    </a:lnTo>
                    <a:lnTo>
                      <a:pt x="7717" y="1616"/>
                    </a:lnTo>
                    <a:lnTo>
                      <a:pt x="7865" y="1534"/>
                    </a:lnTo>
                    <a:lnTo>
                      <a:pt x="7981" y="1435"/>
                    </a:lnTo>
                    <a:lnTo>
                      <a:pt x="8096" y="1303"/>
                    </a:lnTo>
                    <a:lnTo>
                      <a:pt x="8162" y="1171"/>
                    </a:lnTo>
                    <a:lnTo>
                      <a:pt x="8212" y="1006"/>
                    </a:lnTo>
                    <a:lnTo>
                      <a:pt x="8228" y="841"/>
                    </a:lnTo>
                    <a:lnTo>
                      <a:pt x="8212" y="676"/>
                    </a:lnTo>
                    <a:lnTo>
                      <a:pt x="8162" y="511"/>
                    </a:lnTo>
                    <a:lnTo>
                      <a:pt x="8096" y="379"/>
                    </a:lnTo>
                    <a:lnTo>
                      <a:pt x="7981" y="247"/>
                    </a:lnTo>
                    <a:lnTo>
                      <a:pt x="7865" y="149"/>
                    </a:lnTo>
                    <a:lnTo>
                      <a:pt x="7717" y="66"/>
                    </a:lnTo>
                    <a:lnTo>
                      <a:pt x="7568" y="17"/>
                    </a:lnTo>
                    <a:lnTo>
                      <a:pt x="740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4392425" y="1373750"/>
                <a:ext cx="457975" cy="41650"/>
              </a:xfrm>
              <a:custGeom>
                <a:avLst/>
                <a:gdLst/>
                <a:ahLst/>
                <a:cxnLst/>
                <a:rect l="l" t="t" r="r" b="b"/>
                <a:pathLst>
                  <a:path w="18319" h="1666" extrusionOk="0">
                    <a:moveTo>
                      <a:pt x="825" y="0"/>
                    </a:moveTo>
                    <a:lnTo>
                      <a:pt x="660" y="17"/>
                    </a:lnTo>
                    <a:lnTo>
                      <a:pt x="512" y="66"/>
                    </a:lnTo>
                    <a:lnTo>
                      <a:pt x="363" y="149"/>
                    </a:lnTo>
                    <a:lnTo>
                      <a:pt x="231" y="248"/>
                    </a:lnTo>
                    <a:lnTo>
                      <a:pt x="132" y="363"/>
                    </a:lnTo>
                    <a:lnTo>
                      <a:pt x="66" y="511"/>
                    </a:lnTo>
                    <a:lnTo>
                      <a:pt x="17" y="660"/>
                    </a:lnTo>
                    <a:lnTo>
                      <a:pt x="0" y="841"/>
                    </a:lnTo>
                    <a:lnTo>
                      <a:pt x="17" y="1006"/>
                    </a:lnTo>
                    <a:lnTo>
                      <a:pt x="66" y="1154"/>
                    </a:lnTo>
                    <a:lnTo>
                      <a:pt x="132" y="1303"/>
                    </a:lnTo>
                    <a:lnTo>
                      <a:pt x="231" y="1418"/>
                    </a:lnTo>
                    <a:lnTo>
                      <a:pt x="363" y="1534"/>
                    </a:lnTo>
                    <a:lnTo>
                      <a:pt x="512" y="1600"/>
                    </a:lnTo>
                    <a:lnTo>
                      <a:pt x="660" y="1649"/>
                    </a:lnTo>
                    <a:lnTo>
                      <a:pt x="825" y="1666"/>
                    </a:lnTo>
                    <a:lnTo>
                      <a:pt x="17478" y="1666"/>
                    </a:lnTo>
                    <a:lnTo>
                      <a:pt x="17643" y="1649"/>
                    </a:lnTo>
                    <a:lnTo>
                      <a:pt x="17808" y="1600"/>
                    </a:lnTo>
                    <a:lnTo>
                      <a:pt x="17956" y="1534"/>
                    </a:lnTo>
                    <a:lnTo>
                      <a:pt x="18072" y="1418"/>
                    </a:lnTo>
                    <a:lnTo>
                      <a:pt x="18170" y="1303"/>
                    </a:lnTo>
                    <a:lnTo>
                      <a:pt x="18253" y="1154"/>
                    </a:lnTo>
                    <a:lnTo>
                      <a:pt x="18302" y="1006"/>
                    </a:lnTo>
                    <a:lnTo>
                      <a:pt x="18319" y="841"/>
                    </a:lnTo>
                    <a:lnTo>
                      <a:pt x="18302" y="660"/>
                    </a:lnTo>
                    <a:lnTo>
                      <a:pt x="18253" y="511"/>
                    </a:lnTo>
                    <a:lnTo>
                      <a:pt x="18170" y="363"/>
                    </a:lnTo>
                    <a:lnTo>
                      <a:pt x="18072" y="248"/>
                    </a:lnTo>
                    <a:lnTo>
                      <a:pt x="17956" y="149"/>
                    </a:lnTo>
                    <a:lnTo>
                      <a:pt x="17808" y="66"/>
                    </a:lnTo>
                    <a:lnTo>
                      <a:pt x="17643" y="17"/>
                    </a:lnTo>
                    <a:lnTo>
                      <a:pt x="1747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392425" y="1466900"/>
                <a:ext cx="457975" cy="41650"/>
              </a:xfrm>
              <a:custGeom>
                <a:avLst/>
                <a:gdLst/>
                <a:ahLst/>
                <a:cxnLst/>
                <a:rect l="l" t="t" r="r" b="b"/>
                <a:pathLst>
                  <a:path w="18319" h="1666" extrusionOk="0">
                    <a:moveTo>
                      <a:pt x="825" y="1"/>
                    </a:moveTo>
                    <a:lnTo>
                      <a:pt x="660" y="17"/>
                    </a:lnTo>
                    <a:lnTo>
                      <a:pt x="512" y="67"/>
                    </a:lnTo>
                    <a:lnTo>
                      <a:pt x="363" y="133"/>
                    </a:lnTo>
                    <a:lnTo>
                      <a:pt x="231" y="248"/>
                    </a:lnTo>
                    <a:lnTo>
                      <a:pt x="132" y="363"/>
                    </a:lnTo>
                    <a:lnTo>
                      <a:pt x="66" y="512"/>
                    </a:lnTo>
                    <a:lnTo>
                      <a:pt x="17" y="660"/>
                    </a:lnTo>
                    <a:lnTo>
                      <a:pt x="0" y="825"/>
                    </a:lnTo>
                    <a:lnTo>
                      <a:pt x="17" y="1006"/>
                    </a:lnTo>
                    <a:lnTo>
                      <a:pt x="66" y="1155"/>
                    </a:lnTo>
                    <a:lnTo>
                      <a:pt x="132" y="1303"/>
                    </a:lnTo>
                    <a:lnTo>
                      <a:pt x="231" y="1419"/>
                    </a:lnTo>
                    <a:lnTo>
                      <a:pt x="363" y="1518"/>
                    </a:lnTo>
                    <a:lnTo>
                      <a:pt x="512" y="1600"/>
                    </a:lnTo>
                    <a:lnTo>
                      <a:pt x="660" y="1650"/>
                    </a:lnTo>
                    <a:lnTo>
                      <a:pt x="825" y="1666"/>
                    </a:lnTo>
                    <a:lnTo>
                      <a:pt x="17478" y="1666"/>
                    </a:lnTo>
                    <a:lnTo>
                      <a:pt x="17643" y="1650"/>
                    </a:lnTo>
                    <a:lnTo>
                      <a:pt x="17808" y="1600"/>
                    </a:lnTo>
                    <a:lnTo>
                      <a:pt x="17956" y="1518"/>
                    </a:lnTo>
                    <a:lnTo>
                      <a:pt x="18072" y="1419"/>
                    </a:lnTo>
                    <a:lnTo>
                      <a:pt x="18170" y="1303"/>
                    </a:lnTo>
                    <a:lnTo>
                      <a:pt x="18253" y="1155"/>
                    </a:lnTo>
                    <a:lnTo>
                      <a:pt x="18302" y="1006"/>
                    </a:lnTo>
                    <a:lnTo>
                      <a:pt x="18319" y="825"/>
                    </a:lnTo>
                    <a:lnTo>
                      <a:pt x="18302" y="660"/>
                    </a:lnTo>
                    <a:lnTo>
                      <a:pt x="18253" y="512"/>
                    </a:lnTo>
                    <a:lnTo>
                      <a:pt x="18170" y="363"/>
                    </a:lnTo>
                    <a:lnTo>
                      <a:pt x="18072" y="248"/>
                    </a:lnTo>
                    <a:lnTo>
                      <a:pt x="17956" y="133"/>
                    </a:lnTo>
                    <a:lnTo>
                      <a:pt x="17808" y="67"/>
                    </a:lnTo>
                    <a:lnTo>
                      <a:pt x="17643" y="17"/>
                    </a:lnTo>
                    <a:lnTo>
                      <a:pt x="1747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392425" y="1560075"/>
                <a:ext cx="205725" cy="41650"/>
              </a:xfrm>
              <a:custGeom>
                <a:avLst/>
                <a:gdLst/>
                <a:ahLst/>
                <a:cxnLst/>
                <a:rect l="l" t="t" r="r" b="b"/>
                <a:pathLst>
                  <a:path w="8229" h="1666" extrusionOk="0">
                    <a:moveTo>
                      <a:pt x="825" y="0"/>
                    </a:moveTo>
                    <a:lnTo>
                      <a:pt x="660" y="17"/>
                    </a:lnTo>
                    <a:lnTo>
                      <a:pt x="512" y="66"/>
                    </a:lnTo>
                    <a:lnTo>
                      <a:pt x="363" y="132"/>
                    </a:lnTo>
                    <a:lnTo>
                      <a:pt x="231" y="231"/>
                    </a:lnTo>
                    <a:lnTo>
                      <a:pt x="132" y="363"/>
                    </a:lnTo>
                    <a:lnTo>
                      <a:pt x="66" y="511"/>
                    </a:lnTo>
                    <a:lnTo>
                      <a:pt x="17" y="660"/>
                    </a:lnTo>
                    <a:lnTo>
                      <a:pt x="0" y="824"/>
                    </a:lnTo>
                    <a:lnTo>
                      <a:pt x="17" y="989"/>
                    </a:lnTo>
                    <a:lnTo>
                      <a:pt x="66" y="1154"/>
                    </a:lnTo>
                    <a:lnTo>
                      <a:pt x="132" y="1303"/>
                    </a:lnTo>
                    <a:lnTo>
                      <a:pt x="231" y="1418"/>
                    </a:lnTo>
                    <a:lnTo>
                      <a:pt x="363" y="1517"/>
                    </a:lnTo>
                    <a:lnTo>
                      <a:pt x="512" y="1599"/>
                    </a:lnTo>
                    <a:lnTo>
                      <a:pt x="660" y="1649"/>
                    </a:lnTo>
                    <a:lnTo>
                      <a:pt x="825" y="1665"/>
                    </a:lnTo>
                    <a:lnTo>
                      <a:pt x="7404" y="1665"/>
                    </a:lnTo>
                    <a:lnTo>
                      <a:pt x="7568" y="1649"/>
                    </a:lnTo>
                    <a:lnTo>
                      <a:pt x="7717" y="1599"/>
                    </a:lnTo>
                    <a:lnTo>
                      <a:pt x="7865" y="1517"/>
                    </a:lnTo>
                    <a:lnTo>
                      <a:pt x="7981" y="1418"/>
                    </a:lnTo>
                    <a:lnTo>
                      <a:pt x="8096" y="1303"/>
                    </a:lnTo>
                    <a:lnTo>
                      <a:pt x="8162" y="1154"/>
                    </a:lnTo>
                    <a:lnTo>
                      <a:pt x="8212" y="989"/>
                    </a:lnTo>
                    <a:lnTo>
                      <a:pt x="8228" y="824"/>
                    </a:lnTo>
                    <a:lnTo>
                      <a:pt x="8212" y="660"/>
                    </a:lnTo>
                    <a:lnTo>
                      <a:pt x="8162" y="511"/>
                    </a:lnTo>
                    <a:lnTo>
                      <a:pt x="8096" y="363"/>
                    </a:lnTo>
                    <a:lnTo>
                      <a:pt x="7981" y="231"/>
                    </a:lnTo>
                    <a:lnTo>
                      <a:pt x="7865" y="132"/>
                    </a:lnTo>
                    <a:lnTo>
                      <a:pt x="7717" y="66"/>
                    </a:lnTo>
                    <a:lnTo>
                      <a:pt x="7568" y="17"/>
                    </a:lnTo>
                    <a:lnTo>
                      <a:pt x="740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392425" y="1882000"/>
                <a:ext cx="457975" cy="42075"/>
              </a:xfrm>
              <a:custGeom>
                <a:avLst/>
                <a:gdLst/>
                <a:ahLst/>
                <a:cxnLst/>
                <a:rect l="l" t="t" r="r" b="b"/>
                <a:pathLst>
                  <a:path w="18319" h="1683" extrusionOk="0">
                    <a:moveTo>
                      <a:pt x="825" y="0"/>
                    </a:moveTo>
                    <a:lnTo>
                      <a:pt x="660" y="17"/>
                    </a:lnTo>
                    <a:lnTo>
                      <a:pt x="512" y="66"/>
                    </a:lnTo>
                    <a:lnTo>
                      <a:pt x="363" y="149"/>
                    </a:lnTo>
                    <a:lnTo>
                      <a:pt x="231" y="248"/>
                    </a:lnTo>
                    <a:lnTo>
                      <a:pt x="132" y="380"/>
                    </a:lnTo>
                    <a:lnTo>
                      <a:pt x="66" y="512"/>
                    </a:lnTo>
                    <a:lnTo>
                      <a:pt x="17" y="676"/>
                    </a:lnTo>
                    <a:lnTo>
                      <a:pt x="0" y="841"/>
                    </a:lnTo>
                    <a:lnTo>
                      <a:pt x="17" y="1006"/>
                    </a:lnTo>
                    <a:lnTo>
                      <a:pt x="66" y="1171"/>
                    </a:lnTo>
                    <a:lnTo>
                      <a:pt x="132" y="1303"/>
                    </a:lnTo>
                    <a:lnTo>
                      <a:pt x="231" y="1435"/>
                    </a:lnTo>
                    <a:lnTo>
                      <a:pt x="363" y="1534"/>
                    </a:lnTo>
                    <a:lnTo>
                      <a:pt x="512" y="1616"/>
                    </a:lnTo>
                    <a:lnTo>
                      <a:pt x="660" y="1666"/>
                    </a:lnTo>
                    <a:lnTo>
                      <a:pt x="825" y="1682"/>
                    </a:lnTo>
                    <a:lnTo>
                      <a:pt x="17478" y="1682"/>
                    </a:lnTo>
                    <a:lnTo>
                      <a:pt x="17643" y="1666"/>
                    </a:lnTo>
                    <a:lnTo>
                      <a:pt x="17808" y="1616"/>
                    </a:lnTo>
                    <a:lnTo>
                      <a:pt x="17956" y="1534"/>
                    </a:lnTo>
                    <a:lnTo>
                      <a:pt x="18072" y="1435"/>
                    </a:lnTo>
                    <a:lnTo>
                      <a:pt x="18170" y="1303"/>
                    </a:lnTo>
                    <a:lnTo>
                      <a:pt x="18253" y="1171"/>
                    </a:lnTo>
                    <a:lnTo>
                      <a:pt x="18302" y="1006"/>
                    </a:lnTo>
                    <a:lnTo>
                      <a:pt x="18319" y="841"/>
                    </a:lnTo>
                    <a:lnTo>
                      <a:pt x="18302" y="676"/>
                    </a:lnTo>
                    <a:lnTo>
                      <a:pt x="18253" y="512"/>
                    </a:lnTo>
                    <a:lnTo>
                      <a:pt x="18170" y="380"/>
                    </a:lnTo>
                    <a:lnTo>
                      <a:pt x="18072" y="248"/>
                    </a:lnTo>
                    <a:lnTo>
                      <a:pt x="17956" y="149"/>
                    </a:lnTo>
                    <a:lnTo>
                      <a:pt x="17808" y="66"/>
                    </a:lnTo>
                    <a:lnTo>
                      <a:pt x="17643" y="17"/>
                    </a:lnTo>
                    <a:lnTo>
                      <a:pt x="1747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392425" y="1975150"/>
                <a:ext cx="457975" cy="41675"/>
              </a:xfrm>
              <a:custGeom>
                <a:avLst/>
                <a:gdLst/>
                <a:ahLst/>
                <a:cxnLst/>
                <a:rect l="l" t="t" r="r" b="b"/>
                <a:pathLst>
                  <a:path w="18319" h="1667" extrusionOk="0">
                    <a:moveTo>
                      <a:pt x="825" y="1"/>
                    </a:moveTo>
                    <a:lnTo>
                      <a:pt x="660" y="17"/>
                    </a:lnTo>
                    <a:lnTo>
                      <a:pt x="512" y="67"/>
                    </a:lnTo>
                    <a:lnTo>
                      <a:pt x="363" y="149"/>
                    </a:lnTo>
                    <a:lnTo>
                      <a:pt x="231" y="248"/>
                    </a:lnTo>
                    <a:lnTo>
                      <a:pt x="132" y="380"/>
                    </a:lnTo>
                    <a:lnTo>
                      <a:pt x="66" y="512"/>
                    </a:lnTo>
                    <a:lnTo>
                      <a:pt x="17" y="677"/>
                    </a:lnTo>
                    <a:lnTo>
                      <a:pt x="0" y="842"/>
                    </a:lnTo>
                    <a:lnTo>
                      <a:pt x="17" y="1007"/>
                    </a:lnTo>
                    <a:lnTo>
                      <a:pt x="66" y="1171"/>
                    </a:lnTo>
                    <a:lnTo>
                      <a:pt x="132" y="1303"/>
                    </a:lnTo>
                    <a:lnTo>
                      <a:pt x="231" y="1435"/>
                    </a:lnTo>
                    <a:lnTo>
                      <a:pt x="363" y="1534"/>
                    </a:lnTo>
                    <a:lnTo>
                      <a:pt x="512" y="1600"/>
                    </a:lnTo>
                    <a:lnTo>
                      <a:pt x="660" y="1650"/>
                    </a:lnTo>
                    <a:lnTo>
                      <a:pt x="825" y="1666"/>
                    </a:lnTo>
                    <a:lnTo>
                      <a:pt x="17478" y="1666"/>
                    </a:lnTo>
                    <a:lnTo>
                      <a:pt x="17643" y="1650"/>
                    </a:lnTo>
                    <a:lnTo>
                      <a:pt x="17808" y="1600"/>
                    </a:lnTo>
                    <a:lnTo>
                      <a:pt x="17956" y="1534"/>
                    </a:lnTo>
                    <a:lnTo>
                      <a:pt x="18072" y="1435"/>
                    </a:lnTo>
                    <a:lnTo>
                      <a:pt x="18170" y="1303"/>
                    </a:lnTo>
                    <a:lnTo>
                      <a:pt x="18253" y="1171"/>
                    </a:lnTo>
                    <a:lnTo>
                      <a:pt x="18302" y="1007"/>
                    </a:lnTo>
                    <a:lnTo>
                      <a:pt x="18319" y="842"/>
                    </a:lnTo>
                    <a:lnTo>
                      <a:pt x="18302" y="677"/>
                    </a:lnTo>
                    <a:lnTo>
                      <a:pt x="18253" y="512"/>
                    </a:lnTo>
                    <a:lnTo>
                      <a:pt x="18170" y="380"/>
                    </a:lnTo>
                    <a:lnTo>
                      <a:pt x="18072" y="248"/>
                    </a:lnTo>
                    <a:lnTo>
                      <a:pt x="17956" y="149"/>
                    </a:lnTo>
                    <a:lnTo>
                      <a:pt x="17808" y="67"/>
                    </a:lnTo>
                    <a:lnTo>
                      <a:pt x="17643" y="17"/>
                    </a:lnTo>
                    <a:lnTo>
                      <a:pt x="1747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4392425" y="2068325"/>
                <a:ext cx="205725" cy="41650"/>
              </a:xfrm>
              <a:custGeom>
                <a:avLst/>
                <a:gdLst/>
                <a:ahLst/>
                <a:cxnLst/>
                <a:rect l="l" t="t" r="r" b="b"/>
                <a:pathLst>
                  <a:path w="8229" h="1666" extrusionOk="0">
                    <a:moveTo>
                      <a:pt x="825" y="0"/>
                    </a:moveTo>
                    <a:lnTo>
                      <a:pt x="660" y="17"/>
                    </a:lnTo>
                    <a:lnTo>
                      <a:pt x="512" y="66"/>
                    </a:lnTo>
                    <a:lnTo>
                      <a:pt x="363" y="149"/>
                    </a:lnTo>
                    <a:lnTo>
                      <a:pt x="231" y="247"/>
                    </a:lnTo>
                    <a:lnTo>
                      <a:pt x="132" y="363"/>
                    </a:lnTo>
                    <a:lnTo>
                      <a:pt x="66" y="511"/>
                    </a:lnTo>
                    <a:lnTo>
                      <a:pt x="17" y="660"/>
                    </a:lnTo>
                    <a:lnTo>
                      <a:pt x="0" y="841"/>
                    </a:lnTo>
                    <a:lnTo>
                      <a:pt x="17" y="1006"/>
                    </a:lnTo>
                    <a:lnTo>
                      <a:pt x="66" y="1154"/>
                    </a:lnTo>
                    <a:lnTo>
                      <a:pt x="132" y="1303"/>
                    </a:lnTo>
                    <a:lnTo>
                      <a:pt x="231" y="1418"/>
                    </a:lnTo>
                    <a:lnTo>
                      <a:pt x="363" y="1534"/>
                    </a:lnTo>
                    <a:lnTo>
                      <a:pt x="512" y="1599"/>
                    </a:lnTo>
                    <a:lnTo>
                      <a:pt x="660" y="1649"/>
                    </a:lnTo>
                    <a:lnTo>
                      <a:pt x="825" y="1665"/>
                    </a:lnTo>
                    <a:lnTo>
                      <a:pt x="7404" y="1665"/>
                    </a:lnTo>
                    <a:lnTo>
                      <a:pt x="7568" y="1649"/>
                    </a:lnTo>
                    <a:lnTo>
                      <a:pt x="7717" y="1599"/>
                    </a:lnTo>
                    <a:lnTo>
                      <a:pt x="7865" y="1534"/>
                    </a:lnTo>
                    <a:lnTo>
                      <a:pt x="7981" y="1418"/>
                    </a:lnTo>
                    <a:lnTo>
                      <a:pt x="8096" y="1303"/>
                    </a:lnTo>
                    <a:lnTo>
                      <a:pt x="8162" y="1154"/>
                    </a:lnTo>
                    <a:lnTo>
                      <a:pt x="8212" y="1006"/>
                    </a:lnTo>
                    <a:lnTo>
                      <a:pt x="8228" y="841"/>
                    </a:lnTo>
                    <a:lnTo>
                      <a:pt x="8212" y="660"/>
                    </a:lnTo>
                    <a:lnTo>
                      <a:pt x="8162" y="511"/>
                    </a:lnTo>
                    <a:lnTo>
                      <a:pt x="8096" y="363"/>
                    </a:lnTo>
                    <a:lnTo>
                      <a:pt x="7981" y="247"/>
                    </a:lnTo>
                    <a:lnTo>
                      <a:pt x="7865" y="149"/>
                    </a:lnTo>
                    <a:lnTo>
                      <a:pt x="7717" y="66"/>
                    </a:lnTo>
                    <a:lnTo>
                      <a:pt x="7568" y="17"/>
                    </a:lnTo>
                    <a:lnTo>
                      <a:pt x="740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3812450" y="1292950"/>
                <a:ext cx="516100" cy="389575"/>
              </a:xfrm>
              <a:custGeom>
                <a:avLst/>
                <a:gdLst/>
                <a:ahLst/>
                <a:cxnLst/>
                <a:rect l="l" t="t" r="r" b="b"/>
                <a:pathLst>
                  <a:path w="20644" h="15583" extrusionOk="0">
                    <a:moveTo>
                      <a:pt x="0" y="1"/>
                    </a:moveTo>
                    <a:lnTo>
                      <a:pt x="0" y="15582"/>
                    </a:lnTo>
                    <a:lnTo>
                      <a:pt x="20644" y="15582"/>
                    </a:lnTo>
                    <a:lnTo>
                      <a:pt x="2064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3812450" y="1801625"/>
                <a:ext cx="516100" cy="389150"/>
              </a:xfrm>
              <a:custGeom>
                <a:avLst/>
                <a:gdLst/>
                <a:ahLst/>
                <a:cxnLst/>
                <a:rect l="l" t="t" r="r" b="b"/>
                <a:pathLst>
                  <a:path w="20644" h="15566" extrusionOk="0">
                    <a:moveTo>
                      <a:pt x="0" y="0"/>
                    </a:moveTo>
                    <a:lnTo>
                      <a:pt x="0" y="15565"/>
                    </a:lnTo>
                    <a:lnTo>
                      <a:pt x="20644" y="15565"/>
                    </a:lnTo>
                    <a:lnTo>
                      <a:pt x="206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1878800" y="1989175"/>
                <a:ext cx="185100" cy="185100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404" extrusionOk="0">
                    <a:moveTo>
                      <a:pt x="3693" y="0"/>
                    </a:moveTo>
                    <a:lnTo>
                      <a:pt x="3314" y="17"/>
                    </a:lnTo>
                    <a:lnTo>
                      <a:pt x="2951" y="83"/>
                    </a:lnTo>
                    <a:lnTo>
                      <a:pt x="2605" y="165"/>
                    </a:lnTo>
                    <a:lnTo>
                      <a:pt x="2259" y="297"/>
                    </a:lnTo>
                    <a:lnTo>
                      <a:pt x="1929" y="446"/>
                    </a:lnTo>
                    <a:lnTo>
                      <a:pt x="1632" y="643"/>
                    </a:lnTo>
                    <a:lnTo>
                      <a:pt x="1336" y="841"/>
                    </a:lnTo>
                    <a:lnTo>
                      <a:pt x="1088" y="1089"/>
                    </a:lnTo>
                    <a:lnTo>
                      <a:pt x="841" y="1352"/>
                    </a:lnTo>
                    <a:lnTo>
                      <a:pt x="627" y="1633"/>
                    </a:lnTo>
                    <a:lnTo>
                      <a:pt x="445" y="1946"/>
                    </a:lnTo>
                    <a:lnTo>
                      <a:pt x="280" y="2259"/>
                    </a:lnTo>
                    <a:lnTo>
                      <a:pt x="165" y="2606"/>
                    </a:lnTo>
                    <a:lnTo>
                      <a:pt x="66" y="2952"/>
                    </a:lnTo>
                    <a:lnTo>
                      <a:pt x="17" y="3331"/>
                    </a:lnTo>
                    <a:lnTo>
                      <a:pt x="0" y="3710"/>
                    </a:lnTo>
                    <a:lnTo>
                      <a:pt x="17" y="4089"/>
                    </a:lnTo>
                    <a:lnTo>
                      <a:pt x="66" y="4452"/>
                    </a:lnTo>
                    <a:lnTo>
                      <a:pt x="165" y="4798"/>
                    </a:lnTo>
                    <a:lnTo>
                      <a:pt x="280" y="5145"/>
                    </a:lnTo>
                    <a:lnTo>
                      <a:pt x="445" y="5474"/>
                    </a:lnTo>
                    <a:lnTo>
                      <a:pt x="627" y="5771"/>
                    </a:lnTo>
                    <a:lnTo>
                      <a:pt x="841" y="6052"/>
                    </a:lnTo>
                    <a:lnTo>
                      <a:pt x="1088" y="6315"/>
                    </a:lnTo>
                    <a:lnTo>
                      <a:pt x="1336" y="6563"/>
                    </a:lnTo>
                    <a:lnTo>
                      <a:pt x="1632" y="6777"/>
                    </a:lnTo>
                    <a:lnTo>
                      <a:pt x="1929" y="6958"/>
                    </a:lnTo>
                    <a:lnTo>
                      <a:pt x="2259" y="7107"/>
                    </a:lnTo>
                    <a:lnTo>
                      <a:pt x="2605" y="7239"/>
                    </a:lnTo>
                    <a:lnTo>
                      <a:pt x="2951" y="7338"/>
                    </a:lnTo>
                    <a:lnTo>
                      <a:pt x="3314" y="7387"/>
                    </a:lnTo>
                    <a:lnTo>
                      <a:pt x="3693" y="7404"/>
                    </a:lnTo>
                    <a:lnTo>
                      <a:pt x="4073" y="7387"/>
                    </a:lnTo>
                    <a:lnTo>
                      <a:pt x="4435" y="7338"/>
                    </a:lnTo>
                    <a:lnTo>
                      <a:pt x="4798" y="7239"/>
                    </a:lnTo>
                    <a:lnTo>
                      <a:pt x="5144" y="7107"/>
                    </a:lnTo>
                    <a:lnTo>
                      <a:pt x="5458" y="6958"/>
                    </a:lnTo>
                    <a:lnTo>
                      <a:pt x="5771" y="6777"/>
                    </a:lnTo>
                    <a:lnTo>
                      <a:pt x="6051" y="6563"/>
                    </a:lnTo>
                    <a:lnTo>
                      <a:pt x="6315" y="6315"/>
                    </a:lnTo>
                    <a:lnTo>
                      <a:pt x="6546" y="6052"/>
                    </a:lnTo>
                    <a:lnTo>
                      <a:pt x="6760" y="5771"/>
                    </a:lnTo>
                    <a:lnTo>
                      <a:pt x="6958" y="5474"/>
                    </a:lnTo>
                    <a:lnTo>
                      <a:pt x="7107" y="5145"/>
                    </a:lnTo>
                    <a:lnTo>
                      <a:pt x="7238" y="4798"/>
                    </a:lnTo>
                    <a:lnTo>
                      <a:pt x="7321" y="4452"/>
                    </a:lnTo>
                    <a:lnTo>
                      <a:pt x="7387" y="4089"/>
                    </a:lnTo>
                    <a:lnTo>
                      <a:pt x="7403" y="3710"/>
                    </a:lnTo>
                    <a:lnTo>
                      <a:pt x="7387" y="3331"/>
                    </a:lnTo>
                    <a:lnTo>
                      <a:pt x="7321" y="2952"/>
                    </a:lnTo>
                    <a:lnTo>
                      <a:pt x="7238" y="2606"/>
                    </a:lnTo>
                    <a:lnTo>
                      <a:pt x="7107" y="2259"/>
                    </a:lnTo>
                    <a:lnTo>
                      <a:pt x="6958" y="1946"/>
                    </a:lnTo>
                    <a:lnTo>
                      <a:pt x="6760" y="1633"/>
                    </a:lnTo>
                    <a:lnTo>
                      <a:pt x="6546" y="1352"/>
                    </a:lnTo>
                    <a:lnTo>
                      <a:pt x="6315" y="1089"/>
                    </a:lnTo>
                    <a:lnTo>
                      <a:pt x="6051" y="841"/>
                    </a:lnTo>
                    <a:lnTo>
                      <a:pt x="5771" y="643"/>
                    </a:lnTo>
                    <a:lnTo>
                      <a:pt x="5458" y="446"/>
                    </a:lnTo>
                    <a:lnTo>
                      <a:pt x="5144" y="297"/>
                    </a:lnTo>
                    <a:lnTo>
                      <a:pt x="4798" y="165"/>
                    </a:lnTo>
                    <a:lnTo>
                      <a:pt x="4435" y="83"/>
                    </a:lnTo>
                    <a:lnTo>
                      <a:pt x="4073" y="17"/>
                    </a:lnTo>
                    <a:lnTo>
                      <a:pt x="369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2232875" y="491625"/>
                <a:ext cx="259300" cy="150900"/>
              </a:xfrm>
              <a:custGeom>
                <a:avLst/>
                <a:gdLst/>
                <a:ahLst/>
                <a:cxnLst/>
                <a:rect l="l" t="t" r="r" b="b"/>
                <a:pathLst>
                  <a:path w="10372" h="6036" extrusionOk="0">
                    <a:moveTo>
                      <a:pt x="3018" y="0"/>
                    </a:moveTo>
                    <a:lnTo>
                      <a:pt x="2721" y="17"/>
                    </a:lnTo>
                    <a:lnTo>
                      <a:pt x="2408" y="50"/>
                    </a:lnTo>
                    <a:lnTo>
                      <a:pt x="2127" y="132"/>
                    </a:lnTo>
                    <a:lnTo>
                      <a:pt x="1847" y="231"/>
                    </a:lnTo>
                    <a:lnTo>
                      <a:pt x="1583" y="363"/>
                    </a:lnTo>
                    <a:lnTo>
                      <a:pt x="1336" y="511"/>
                    </a:lnTo>
                    <a:lnTo>
                      <a:pt x="1105" y="693"/>
                    </a:lnTo>
                    <a:lnTo>
                      <a:pt x="891" y="874"/>
                    </a:lnTo>
                    <a:lnTo>
                      <a:pt x="693" y="1089"/>
                    </a:lnTo>
                    <a:lnTo>
                      <a:pt x="528" y="1336"/>
                    </a:lnTo>
                    <a:lnTo>
                      <a:pt x="363" y="1583"/>
                    </a:lnTo>
                    <a:lnTo>
                      <a:pt x="248" y="1847"/>
                    </a:lnTo>
                    <a:lnTo>
                      <a:pt x="149" y="2111"/>
                    </a:lnTo>
                    <a:lnTo>
                      <a:pt x="66" y="2408"/>
                    </a:lnTo>
                    <a:lnTo>
                      <a:pt x="17" y="2704"/>
                    </a:lnTo>
                    <a:lnTo>
                      <a:pt x="1" y="3018"/>
                    </a:lnTo>
                    <a:lnTo>
                      <a:pt x="17" y="3314"/>
                    </a:lnTo>
                    <a:lnTo>
                      <a:pt x="66" y="3611"/>
                    </a:lnTo>
                    <a:lnTo>
                      <a:pt x="149" y="3908"/>
                    </a:lnTo>
                    <a:lnTo>
                      <a:pt x="248" y="4188"/>
                    </a:lnTo>
                    <a:lnTo>
                      <a:pt x="363" y="4452"/>
                    </a:lnTo>
                    <a:lnTo>
                      <a:pt x="528" y="4699"/>
                    </a:lnTo>
                    <a:lnTo>
                      <a:pt x="693" y="4930"/>
                    </a:lnTo>
                    <a:lnTo>
                      <a:pt x="891" y="5145"/>
                    </a:lnTo>
                    <a:lnTo>
                      <a:pt x="1105" y="5343"/>
                    </a:lnTo>
                    <a:lnTo>
                      <a:pt x="1336" y="5507"/>
                    </a:lnTo>
                    <a:lnTo>
                      <a:pt x="1583" y="5656"/>
                    </a:lnTo>
                    <a:lnTo>
                      <a:pt x="1847" y="5788"/>
                    </a:lnTo>
                    <a:lnTo>
                      <a:pt x="2127" y="5887"/>
                    </a:lnTo>
                    <a:lnTo>
                      <a:pt x="2408" y="5969"/>
                    </a:lnTo>
                    <a:lnTo>
                      <a:pt x="2721" y="6019"/>
                    </a:lnTo>
                    <a:lnTo>
                      <a:pt x="3018" y="6035"/>
                    </a:lnTo>
                    <a:lnTo>
                      <a:pt x="7354" y="6035"/>
                    </a:lnTo>
                    <a:lnTo>
                      <a:pt x="7668" y="6019"/>
                    </a:lnTo>
                    <a:lnTo>
                      <a:pt x="7964" y="5969"/>
                    </a:lnTo>
                    <a:lnTo>
                      <a:pt x="8245" y="5887"/>
                    </a:lnTo>
                    <a:lnTo>
                      <a:pt x="8525" y="5788"/>
                    </a:lnTo>
                    <a:lnTo>
                      <a:pt x="8789" y="5656"/>
                    </a:lnTo>
                    <a:lnTo>
                      <a:pt x="9036" y="5507"/>
                    </a:lnTo>
                    <a:lnTo>
                      <a:pt x="9267" y="5343"/>
                    </a:lnTo>
                    <a:lnTo>
                      <a:pt x="9481" y="5145"/>
                    </a:lnTo>
                    <a:lnTo>
                      <a:pt x="9679" y="4930"/>
                    </a:lnTo>
                    <a:lnTo>
                      <a:pt x="9860" y="4699"/>
                    </a:lnTo>
                    <a:lnTo>
                      <a:pt x="10009" y="4452"/>
                    </a:lnTo>
                    <a:lnTo>
                      <a:pt x="10141" y="4188"/>
                    </a:lnTo>
                    <a:lnTo>
                      <a:pt x="10240" y="3908"/>
                    </a:lnTo>
                    <a:lnTo>
                      <a:pt x="10306" y="3611"/>
                    </a:lnTo>
                    <a:lnTo>
                      <a:pt x="10355" y="3314"/>
                    </a:lnTo>
                    <a:lnTo>
                      <a:pt x="10372" y="3018"/>
                    </a:lnTo>
                    <a:lnTo>
                      <a:pt x="10355" y="2704"/>
                    </a:lnTo>
                    <a:lnTo>
                      <a:pt x="10306" y="2408"/>
                    </a:lnTo>
                    <a:lnTo>
                      <a:pt x="10240" y="2111"/>
                    </a:lnTo>
                    <a:lnTo>
                      <a:pt x="10141" y="1847"/>
                    </a:lnTo>
                    <a:lnTo>
                      <a:pt x="10009" y="1583"/>
                    </a:lnTo>
                    <a:lnTo>
                      <a:pt x="9860" y="1336"/>
                    </a:lnTo>
                    <a:lnTo>
                      <a:pt x="9679" y="1089"/>
                    </a:lnTo>
                    <a:lnTo>
                      <a:pt x="9481" y="874"/>
                    </a:lnTo>
                    <a:lnTo>
                      <a:pt x="9267" y="693"/>
                    </a:lnTo>
                    <a:lnTo>
                      <a:pt x="9036" y="511"/>
                    </a:lnTo>
                    <a:lnTo>
                      <a:pt x="8789" y="363"/>
                    </a:lnTo>
                    <a:lnTo>
                      <a:pt x="8525" y="231"/>
                    </a:lnTo>
                    <a:lnTo>
                      <a:pt x="8245" y="132"/>
                    </a:lnTo>
                    <a:lnTo>
                      <a:pt x="7964" y="50"/>
                    </a:lnTo>
                    <a:lnTo>
                      <a:pt x="7668" y="17"/>
                    </a:lnTo>
                    <a:lnTo>
                      <a:pt x="73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4167350" y="499875"/>
                <a:ext cx="134400" cy="134400"/>
              </a:xfrm>
              <a:custGeom>
                <a:avLst/>
                <a:gdLst/>
                <a:ahLst/>
                <a:cxnLst/>
                <a:rect l="l" t="t" r="r" b="b"/>
                <a:pathLst>
                  <a:path w="5376" h="5376" extrusionOk="0">
                    <a:moveTo>
                      <a:pt x="2359" y="660"/>
                    </a:moveTo>
                    <a:lnTo>
                      <a:pt x="2540" y="676"/>
                    </a:lnTo>
                    <a:lnTo>
                      <a:pt x="2705" y="693"/>
                    </a:lnTo>
                    <a:lnTo>
                      <a:pt x="2853" y="742"/>
                    </a:lnTo>
                    <a:lnTo>
                      <a:pt x="3018" y="792"/>
                    </a:lnTo>
                    <a:lnTo>
                      <a:pt x="3167" y="874"/>
                    </a:lnTo>
                    <a:lnTo>
                      <a:pt x="3298" y="956"/>
                    </a:lnTo>
                    <a:lnTo>
                      <a:pt x="3430" y="1055"/>
                    </a:lnTo>
                    <a:lnTo>
                      <a:pt x="3546" y="1154"/>
                    </a:lnTo>
                    <a:lnTo>
                      <a:pt x="3661" y="1286"/>
                    </a:lnTo>
                    <a:lnTo>
                      <a:pt x="3760" y="1402"/>
                    </a:lnTo>
                    <a:lnTo>
                      <a:pt x="3843" y="1550"/>
                    </a:lnTo>
                    <a:lnTo>
                      <a:pt x="3909" y="1698"/>
                    </a:lnTo>
                    <a:lnTo>
                      <a:pt x="3974" y="1847"/>
                    </a:lnTo>
                    <a:lnTo>
                      <a:pt x="4007" y="2012"/>
                    </a:lnTo>
                    <a:lnTo>
                      <a:pt x="4040" y="2177"/>
                    </a:lnTo>
                    <a:lnTo>
                      <a:pt x="4040" y="2358"/>
                    </a:lnTo>
                    <a:lnTo>
                      <a:pt x="4040" y="2523"/>
                    </a:lnTo>
                    <a:lnTo>
                      <a:pt x="4007" y="2688"/>
                    </a:lnTo>
                    <a:lnTo>
                      <a:pt x="3974" y="2853"/>
                    </a:lnTo>
                    <a:lnTo>
                      <a:pt x="3909" y="3001"/>
                    </a:lnTo>
                    <a:lnTo>
                      <a:pt x="3843" y="3149"/>
                    </a:lnTo>
                    <a:lnTo>
                      <a:pt x="3760" y="3298"/>
                    </a:lnTo>
                    <a:lnTo>
                      <a:pt x="3661" y="3413"/>
                    </a:lnTo>
                    <a:lnTo>
                      <a:pt x="3546" y="3545"/>
                    </a:lnTo>
                    <a:lnTo>
                      <a:pt x="3430" y="3644"/>
                    </a:lnTo>
                    <a:lnTo>
                      <a:pt x="3298" y="3743"/>
                    </a:lnTo>
                    <a:lnTo>
                      <a:pt x="3167" y="3825"/>
                    </a:lnTo>
                    <a:lnTo>
                      <a:pt x="3018" y="3908"/>
                    </a:lnTo>
                    <a:lnTo>
                      <a:pt x="2853" y="3957"/>
                    </a:lnTo>
                    <a:lnTo>
                      <a:pt x="2705" y="4007"/>
                    </a:lnTo>
                    <a:lnTo>
                      <a:pt x="2540" y="4023"/>
                    </a:lnTo>
                    <a:lnTo>
                      <a:pt x="2359" y="4040"/>
                    </a:lnTo>
                    <a:lnTo>
                      <a:pt x="2194" y="4023"/>
                    </a:lnTo>
                    <a:lnTo>
                      <a:pt x="2029" y="4007"/>
                    </a:lnTo>
                    <a:lnTo>
                      <a:pt x="1864" y="3957"/>
                    </a:lnTo>
                    <a:lnTo>
                      <a:pt x="1699" y="3908"/>
                    </a:lnTo>
                    <a:lnTo>
                      <a:pt x="1551" y="3825"/>
                    </a:lnTo>
                    <a:lnTo>
                      <a:pt x="1419" y="3743"/>
                    </a:lnTo>
                    <a:lnTo>
                      <a:pt x="1287" y="3644"/>
                    </a:lnTo>
                    <a:lnTo>
                      <a:pt x="1171" y="3545"/>
                    </a:lnTo>
                    <a:lnTo>
                      <a:pt x="1056" y="3413"/>
                    </a:lnTo>
                    <a:lnTo>
                      <a:pt x="957" y="3298"/>
                    </a:lnTo>
                    <a:lnTo>
                      <a:pt x="875" y="3149"/>
                    </a:lnTo>
                    <a:lnTo>
                      <a:pt x="809" y="3001"/>
                    </a:lnTo>
                    <a:lnTo>
                      <a:pt x="759" y="2853"/>
                    </a:lnTo>
                    <a:lnTo>
                      <a:pt x="710" y="2688"/>
                    </a:lnTo>
                    <a:lnTo>
                      <a:pt x="693" y="2523"/>
                    </a:lnTo>
                    <a:lnTo>
                      <a:pt x="677" y="2358"/>
                    </a:lnTo>
                    <a:lnTo>
                      <a:pt x="693" y="2177"/>
                    </a:lnTo>
                    <a:lnTo>
                      <a:pt x="710" y="2012"/>
                    </a:lnTo>
                    <a:lnTo>
                      <a:pt x="759" y="1847"/>
                    </a:lnTo>
                    <a:lnTo>
                      <a:pt x="809" y="1698"/>
                    </a:lnTo>
                    <a:lnTo>
                      <a:pt x="875" y="1550"/>
                    </a:lnTo>
                    <a:lnTo>
                      <a:pt x="957" y="1402"/>
                    </a:lnTo>
                    <a:lnTo>
                      <a:pt x="1056" y="1286"/>
                    </a:lnTo>
                    <a:lnTo>
                      <a:pt x="1171" y="1154"/>
                    </a:lnTo>
                    <a:lnTo>
                      <a:pt x="1287" y="1055"/>
                    </a:lnTo>
                    <a:lnTo>
                      <a:pt x="1419" y="956"/>
                    </a:lnTo>
                    <a:lnTo>
                      <a:pt x="1551" y="874"/>
                    </a:lnTo>
                    <a:lnTo>
                      <a:pt x="1699" y="792"/>
                    </a:lnTo>
                    <a:lnTo>
                      <a:pt x="1864" y="742"/>
                    </a:lnTo>
                    <a:lnTo>
                      <a:pt x="2029" y="693"/>
                    </a:lnTo>
                    <a:lnTo>
                      <a:pt x="2194" y="676"/>
                    </a:lnTo>
                    <a:lnTo>
                      <a:pt x="2359" y="660"/>
                    </a:lnTo>
                    <a:close/>
                    <a:moveTo>
                      <a:pt x="2111" y="0"/>
                    </a:moveTo>
                    <a:lnTo>
                      <a:pt x="1880" y="33"/>
                    </a:lnTo>
                    <a:lnTo>
                      <a:pt x="1666" y="99"/>
                    </a:lnTo>
                    <a:lnTo>
                      <a:pt x="1435" y="181"/>
                    </a:lnTo>
                    <a:lnTo>
                      <a:pt x="1237" y="280"/>
                    </a:lnTo>
                    <a:lnTo>
                      <a:pt x="1040" y="396"/>
                    </a:lnTo>
                    <a:lnTo>
                      <a:pt x="858" y="528"/>
                    </a:lnTo>
                    <a:lnTo>
                      <a:pt x="693" y="676"/>
                    </a:lnTo>
                    <a:lnTo>
                      <a:pt x="545" y="857"/>
                    </a:lnTo>
                    <a:lnTo>
                      <a:pt x="413" y="1039"/>
                    </a:lnTo>
                    <a:lnTo>
                      <a:pt x="281" y="1220"/>
                    </a:lnTo>
                    <a:lnTo>
                      <a:pt x="182" y="1435"/>
                    </a:lnTo>
                    <a:lnTo>
                      <a:pt x="116" y="1649"/>
                    </a:lnTo>
                    <a:lnTo>
                      <a:pt x="50" y="1880"/>
                    </a:lnTo>
                    <a:lnTo>
                      <a:pt x="17" y="2111"/>
                    </a:lnTo>
                    <a:lnTo>
                      <a:pt x="1" y="2358"/>
                    </a:lnTo>
                    <a:lnTo>
                      <a:pt x="17" y="2589"/>
                    </a:lnTo>
                    <a:lnTo>
                      <a:pt x="50" y="2820"/>
                    </a:lnTo>
                    <a:lnTo>
                      <a:pt x="116" y="3050"/>
                    </a:lnTo>
                    <a:lnTo>
                      <a:pt x="182" y="3265"/>
                    </a:lnTo>
                    <a:lnTo>
                      <a:pt x="281" y="3479"/>
                    </a:lnTo>
                    <a:lnTo>
                      <a:pt x="413" y="3660"/>
                    </a:lnTo>
                    <a:lnTo>
                      <a:pt x="545" y="3842"/>
                    </a:lnTo>
                    <a:lnTo>
                      <a:pt x="693" y="4023"/>
                    </a:lnTo>
                    <a:lnTo>
                      <a:pt x="858" y="4172"/>
                    </a:lnTo>
                    <a:lnTo>
                      <a:pt x="1040" y="4304"/>
                    </a:lnTo>
                    <a:lnTo>
                      <a:pt x="1237" y="4419"/>
                    </a:lnTo>
                    <a:lnTo>
                      <a:pt x="1435" y="4518"/>
                    </a:lnTo>
                    <a:lnTo>
                      <a:pt x="1666" y="4600"/>
                    </a:lnTo>
                    <a:lnTo>
                      <a:pt x="1880" y="4666"/>
                    </a:lnTo>
                    <a:lnTo>
                      <a:pt x="2111" y="4699"/>
                    </a:lnTo>
                    <a:lnTo>
                      <a:pt x="2540" y="4699"/>
                    </a:lnTo>
                    <a:lnTo>
                      <a:pt x="2705" y="4683"/>
                    </a:lnTo>
                    <a:lnTo>
                      <a:pt x="2870" y="4650"/>
                    </a:lnTo>
                    <a:lnTo>
                      <a:pt x="3035" y="4600"/>
                    </a:lnTo>
                    <a:lnTo>
                      <a:pt x="3183" y="4551"/>
                    </a:lnTo>
                    <a:lnTo>
                      <a:pt x="3348" y="4485"/>
                    </a:lnTo>
                    <a:lnTo>
                      <a:pt x="3480" y="4419"/>
                    </a:lnTo>
                    <a:lnTo>
                      <a:pt x="3628" y="4337"/>
                    </a:lnTo>
                    <a:lnTo>
                      <a:pt x="4519" y="5227"/>
                    </a:lnTo>
                    <a:lnTo>
                      <a:pt x="4601" y="5293"/>
                    </a:lnTo>
                    <a:lnTo>
                      <a:pt x="4683" y="5342"/>
                    </a:lnTo>
                    <a:lnTo>
                      <a:pt x="4782" y="5359"/>
                    </a:lnTo>
                    <a:lnTo>
                      <a:pt x="4881" y="5375"/>
                    </a:lnTo>
                    <a:lnTo>
                      <a:pt x="4980" y="5359"/>
                    </a:lnTo>
                    <a:lnTo>
                      <a:pt x="5063" y="5342"/>
                    </a:lnTo>
                    <a:lnTo>
                      <a:pt x="5162" y="5293"/>
                    </a:lnTo>
                    <a:lnTo>
                      <a:pt x="5228" y="5227"/>
                    </a:lnTo>
                    <a:lnTo>
                      <a:pt x="5294" y="5144"/>
                    </a:lnTo>
                    <a:lnTo>
                      <a:pt x="5343" y="5062"/>
                    </a:lnTo>
                    <a:lnTo>
                      <a:pt x="5376" y="4963"/>
                    </a:lnTo>
                    <a:lnTo>
                      <a:pt x="5376" y="4864"/>
                    </a:lnTo>
                    <a:lnTo>
                      <a:pt x="5376" y="4765"/>
                    </a:lnTo>
                    <a:lnTo>
                      <a:pt x="5343" y="4683"/>
                    </a:lnTo>
                    <a:lnTo>
                      <a:pt x="5294" y="4584"/>
                    </a:lnTo>
                    <a:lnTo>
                      <a:pt x="5228" y="4501"/>
                    </a:lnTo>
                    <a:lnTo>
                      <a:pt x="4337" y="3611"/>
                    </a:lnTo>
                    <a:lnTo>
                      <a:pt x="4420" y="3479"/>
                    </a:lnTo>
                    <a:lnTo>
                      <a:pt x="4502" y="3331"/>
                    </a:lnTo>
                    <a:lnTo>
                      <a:pt x="4568" y="3182"/>
                    </a:lnTo>
                    <a:lnTo>
                      <a:pt x="4618" y="3017"/>
                    </a:lnTo>
                    <a:lnTo>
                      <a:pt x="4667" y="2853"/>
                    </a:lnTo>
                    <a:lnTo>
                      <a:pt x="4683" y="2688"/>
                    </a:lnTo>
                    <a:lnTo>
                      <a:pt x="4716" y="2523"/>
                    </a:lnTo>
                    <a:lnTo>
                      <a:pt x="4716" y="2358"/>
                    </a:lnTo>
                    <a:lnTo>
                      <a:pt x="4700" y="2111"/>
                    </a:lnTo>
                    <a:lnTo>
                      <a:pt x="4667" y="1880"/>
                    </a:lnTo>
                    <a:lnTo>
                      <a:pt x="4618" y="1649"/>
                    </a:lnTo>
                    <a:lnTo>
                      <a:pt x="4535" y="1435"/>
                    </a:lnTo>
                    <a:lnTo>
                      <a:pt x="4436" y="1220"/>
                    </a:lnTo>
                    <a:lnTo>
                      <a:pt x="4321" y="1039"/>
                    </a:lnTo>
                    <a:lnTo>
                      <a:pt x="4172" y="857"/>
                    </a:lnTo>
                    <a:lnTo>
                      <a:pt x="4024" y="676"/>
                    </a:lnTo>
                    <a:lnTo>
                      <a:pt x="3859" y="528"/>
                    </a:lnTo>
                    <a:lnTo>
                      <a:pt x="3678" y="396"/>
                    </a:lnTo>
                    <a:lnTo>
                      <a:pt x="3480" y="280"/>
                    </a:lnTo>
                    <a:lnTo>
                      <a:pt x="3282" y="181"/>
                    </a:lnTo>
                    <a:lnTo>
                      <a:pt x="3068" y="99"/>
                    </a:lnTo>
                    <a:lnTo>
                      <a:pt x="2837" y="33"/>
                    </a:lnTo>
                    <a:lnTo>
                      <a:pt x="260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4630275" y="499875"/>
                <a:ext cx="137275" cy="134400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5376" extrusionOk="0">
                    <a:moveTo>
                      <a:pt x="2754" y="1814"/>
                    </a:moveTo>
                    <a:lnTo>
                      <a:pt x="2919" y="1830"/>
                    </a:lnTo>
                    <a:lnTo>
                      <a:pt x="3083" y="1896"/>
                    </a:lnTo>
                    <a:lnTo>
                      <a:pt x="3232" y="1962"/>
                    </a:lnTo>
                    <a:lnTo>
                      <a:pt x="3364" y="2078"/>
                    </a:lnTo>
                    <a:lnTo>
                      <a:pt x="3479" y="2193"/>
                    </a:lnTo>
                    <a:lnTo>
                      <a:pt x="3562" y="2341"/>
                    </a:lnTo>
                    <a:lnTo>
                      <a:pt x="3611" y="2506"/>
                    </a:lnTo>
                    <a:lnTo>
                      <a:pt x="3628" y="2688"/>
                    </a:lnTo>
                    <a:lnTo>
                      <a:pt x="3611" y="2853"/>
                    </a:lnTo>
                    <a:lnTo>
                      <a:pt x="3562" y="3017"/>
                    </a:lnTo>
                    <a:lnTo>
                      <a:pt x="3479" y="3166"/>
                    </a:lnTo>
                    <a:lnTo>
                      <a:pt x="3364" y="3298"/>
                    </a:lnTo>
                    <a:lnTo>
                      <a:pt x="3232" y="3397"/>
                    </a:lnTo>
                    <a:lnTo>
                      <a:pt x="3083" y="3479"/>
                    </a:lnTo>
                    <a:lnTo>
                      <a:pt x="2919" y="3529"/>
                    </a:lnTo>
                    <a:lnTo>
                      <a:pt x="2754" y="3545"/>
                    </a:lnTo>
                    <a:lnTo>
                      <a:pt x="2572" y="3529"/>
                    </a:lnTo>
                    <a:lnTo>
                      <a:pt x="2407" y="3479"/>
                    </a:lnTo>
                    <a:lnTo>
                      <a:pt x="2259" y="3397"/>
                    </a:lnTo>
                    <a:lnTo>
                      <a:pt x="2127" y="3298"/>
                    </a:lnTo>
                    <a:lnTo>
                      <a:pt x="2012" y="3166"/>
                    </a:lnTo>
                    <a:lnTo>
                      <a:pt x="1929" y="3017"/>
                    </a:lnTo>
                    <a:lnTo>
                      <a:pt x="1880" y="2853"/>
                    </a:lnTo>
                    <a:lnTo>
                      <a:pt x="1863" y="2688"/>
                    </a:lnTo>
                    <a:lnTo>
                      <a:pt x="1880" y="2506"/>
                    </a:lnTo>
                    <a:lnTo>
                      <a:pt x="1929" y="2341"/>
                    </a:lnTo>
                    <a:lnTo>
                      <a:pt x="2012" y="2193"/>
                    </a:lnTo>
                    <a:lnTo>
                      <a:pt x="2127" y="2078"/>
                    </a:lnTo>
                    <a:lnTo>
                      <a:pt x="2259" y="1962"/>
                    </a:lnTo>
                    <a:lnTo>
                      <a:pt x="2407" y="1896"/>
                    </a:lnTo>
                    <a:lnTo>
                      <a:pt x="2572" y="1830"/>
                    </a:lnTo>
                    <a:lnTo>
                      <a:pt x="2754" y="1814"/>
                    </a:lnTo>
                    <a:close/>
                    <a:moveTo>
                      <a:pt x="2424" y="0"/>
                    </a:moveTo>
                    <a:lnTo>
                      <a:pt x="2407" y="33"/>
                    </a:lnTo>
                    <a:lnTo>
                      <a:pt x="2358" y="115"/>
                    </a:lnTo>
                    <a:lnTo>
                      <a:pt x="2259" y="363"/>
                    </a:lnTo>
                    <a:lnTo>
                      <a:pt x="2111" y="726"/>
                    </a:lnTo>
                    <a:lnTo>
                      <a:pt x="1781" y="874"/>
                    </a:lnTo>
                    <a:lnTo>
                      <a:pt x="1402" y="709"/>
                    </a:lnTo>
                    <a:lnTo>
                      <a:pt x="1138" y="610"/>
                    </a:lnTo>
                    <a:lnTo>
                      <a:pt x="1055" y="577"/>
                    </a:lnTo>
                    <a:lnTo>
                      <a:pt x="1006" y="577"/>
                    </a:lnTo>
                    <a:lnTo>
                      <a:pt x="577" y="1006"/>
                    </a:lnTo>
                    <a:lnTo>
                      <a:pt x="594" y="1039"/>
                    </a:lnTo>
                    <a:lnTo>
                      <a:pt x="610" y="1121"/>
                    </a:lnTo>
                    <a:lnTo>
                      <a:pt x="726" y="1385"/>
                    </a:lnTo>
                    <a:lnTo>
                      <a:pt x="890" y="1748"/>
                    </a:lnTo>
                    <a:lnTo>
                      <a:pt x="759" y="2078"/>
                    </a:lnTo>
                    <a:lnTo>
                      <a:pt x="379" y="2226"/>
                    </a:lnTo>
                    <a:lnTo>
                      <a:pt x="116" y="2325"/>
                    </a:lnTo>
                    <a:lnTo>
                      <a:pt x="33" y="2374"/>
                    </a:lnTo>
                    <a:lnTo>
                      <a:pt x="0" y="2391"/>
                    </a:lnTo>
                    <a:lnTo>
                      <a:pt x="0" y="2984"/>
                    </a:lnTo>
                    <a:lnTo>
                      <a:pt x="33" y="3017"/>
                    </a:lnTo>
                    <a:lnTo>
                      <a:pt x="116" y="3050"/>
                    </a:lnTo>
                    <a:lnTo>
                      <a:pt x="379" y="3166"/>
                    </a:lnTo>
                    <a:lnTo>
                      <a:pt x="759" y="3298"/>
                    </a:lnTo>
                    <a:lnTo>
                      <a:pt x="890" y="3628"/>
                    </a:lnTo>
                    <a:lnTo>
                      <a:pt x="742" y="3990"/>
                    </a:lnTo>
                    <a:lnTo>
                      <a:pt x="627" y="4254"/>
                    </a:lnTo>
                    <a:lnTo>
                      <a:pt x="610" y="4337"/>
                    </a:lnTo>
                    <a:lnTo>
                      <a:pt x="594" y="4386"/>
                    </a:lnTo>
                    <a:lnTo>
                      <a:pt x="1022" y="4798"/>
                    </a:lnTo>
                    <a:lnTo>
                      <a:pt x="1072" y="4798"/>
                    </a:lnTo>
                    <a:lnTo>
                      <a:pt x="1154" y="4765"/>
                    </a:lnTo>
                    <a:lnTo>
                      <a:pt x="1418" y="4666"/>
                    </a:lnTo>
                    <a:lnTo>
                      <a:pt x="1781" y="4501"/>
                    </a:lnTo>
                    <a:lnTo>
                      <a:pt x="2127" y="4633"/>
                    </a:lnTo>
                    <a:lnTo>
                      <a:pt x="2275" y="4996"/>
                    </a:lnTo>
                    <a:lnTo>
                      <a:pt x="2391" y="5260"/>
                    </a:lnTo>
                    <a:lnTo>
                      <a:pt x="2424" y="5342"/>
                    </a:lnTo>
                    <a:lnTo>
                      <a:pt x="2457" y="5375"/>
                    </a:lnTo>
                    <a:lnTo>
                      <a:pt x="3067" y="5375"/>
                    </a:lnTo>
                    <a:lnTo>
                      <a:pt x="3083" y="5342"/>
                    </a:lnTo>
                    <a:lnTo>
                      <a:pt x="3133" y="5260"/>
                    </a:lnTo>
                    <a:lnTo>
                      <a:pt x="3232" y="4996"/>
                    </a:lnTo>
                    <a:lnTo>
                      <a:pt x="3380" y="4633"/>
                    </a:lnTo>
                    <a:lnTo>
                      <a:pt x="3710" y="4501"/>
                    </a:lnTo>
                    <a:lnTo>
                      <a:pt x="4089" y="4650"/>
                    </a:lnTo>
                    <a:lnTo>
                      <a:pt x="4353" y="4749"/>
                    </a:lnTo>
                    <a:lnTo>
                      <a:pt x="4435" y="4782"/>
                    </a:lnTo>
                    <a:lnTo>
                      <a:pt x="4485" y="4782"/>
                    </a:lnTo>
                    <a:lnTo>
                      <a:pt x="4914" y="4369"/>
                    </a:lnTo>
                    <a:lnTo>
                      <a:pt x="4914" y="4320"/>
                    </a:lnTo>
                    <a:lnTo>
                      <a:pt x="4881" y="4238"/>
                    </a:lnTo>
                    <a:lnTo>
                      <a:pt x="4765" y="3990"/>
                    </a:lnTo>
                    <a:lnTo>
                      <a:pt x="4600" y="3628"/>
                    </a:lnTo>
                    <a:lnTo>
                      <a:pt x="4732" y="3298"/>
                    </a:lnTo>
                    <a:lnTo>
                      <a:pt x="5111" y="3149"/>
                    </a:lnTo>
                    <a:lnTo>
                      <a:pt x="5375" y="3034"/>
                    </a:lnTo>
                    <a:lnTo>
                      <a:pt x="5458" y="2984"/>
                    </a:lnTo>
                    <a:lnTo>
                      <a:pt x="5491" y="2968"/>
                    </a:lnTo>
                    <a:lnTo>
                      <a:pt x="5491" y="2374"/>
                    </a:lnTo>
                    <a:lnTo>
                      <a:pt x="5458" y="2341"/>
                    </a:lnTo>
                    <a:lnTo>
                      <a:pt x="5375" y="2308"/>
                    </a:lnTo>
                    <a:lnTo>
                      <a:pt x="5111" y="2210"/>
                    </a:lnTo>
                    <a:lnTo>
                      <a:pt x="4732" y="2061"/>
                    </a:lnTo>
                    <a:lnTo>
                      <a:pt x="4600" y="1731"/>
                    </a:lnTo>
                    <a:lnTo>
                      <a:pt x="4749" y="1369"/>
                    </a:lnTo>
                    <a:lnTo>
                      <a:pt x="4864" y="1105"/>
                    </a:lnTo>
                    <a:lnTo>
                      <a:pt x="4881" y="1022"/>
                    </a:lnTo>
                    <a:lnTo>
                      <a:pt x="4897" y="973"/>
                    </a:lnTo>
                    <a:lnTo>
                      <a:pt x="4468" y="561"/>
                    </a:lnTo>
                    <a:lnTo>
                      <a:pt x="4419" y="561"/>
                    </a:lnTo>
                    <a:lnTo>
                      <a:pt x="4337" y="594"/>
                    </a:lnTo>
                    <a:lnTo>
                      <a:pt x="4073" y="709"/>
                    </a:lnTo>
                    <a:lnTo>
                      <a:pt x="3710" y="874"/>
                    </a:lnTo>
                    <a:lnTo>
                      <a:pt x="3364" y="726"/>
                    </a:lnTo>
                    <a:lnTo>
                      <a:pt x="3215" y="363"/>
                    </a:lnTo>
                    <a:lnTo>
                      <a:pt x="3100" y="115"/>
                    </a:lnTo>
                    <a:lnTo>
                      <a:pt x="3067" y="33"/>
                    </a:lnTo>
                    <a:lnTo>
                      <a:pt x="30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3401900" y="2062125"/>
                <a:ext cx="29700" cy="61050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2442" extrusionOk="0">
                    <a:moveTo>
                      <a:pt x="247" y="1"/>
                    </a:moveTo>
                    <a:lnTo>
                      <a:pt x="149" y="17"/>
                    </a:lnTo>
                    <a:lnTo>
                      <a:pt x="66" y="67"/>
                    </a:lnTo>
                    <a:lnTo>
                      <a:pt x="17" y="149"/>
                    </a:lnTo>
                    <a:lnTo>
                      <a:pt x="0" y="232"/>
                    </a:lnTo>
                    <a:lnTo>
                      <a:pt x="0" y="2210"/>
                    </a:lnTo>
                    <a:lnTo>
                      <a:pt x="17" y="2293"/>
                    </a:lnTo>
                    <a:lnTo>
                      <a:pt x="66" y="2375"/>
                    </a:lnTo>
                    <a:lnTo>
                      <a:pt x="149" y="2425"/>
                    </a:lnTo>
                    <a:lnTo>
                      <a:pt x="247" y="2441"/>
                    </a:lnTo>
                    <a:lnTo>
                      <a:pt x="956" y="2441"/>
                    </a:lnTo>
                    <a:lnTo>
                      <a:pt x="1039" y="2425"/>
                    </a:lnTo>
                    <a:lnTo>
                      <a:pt x="1121" y="2375"/>
                    </a:lnTo>
                    <a:lnTo>
                      <a:pt x="1171" y="2293"/>
                    </a:lnTo>
                    <a:lnTo>
                      <a:pt x="1187" y="2210"/>
                    </a:lnTo>
                    <a:lnTo>
                      <a:pt x="1187" y="232"/>
                    </a:lnTo>
                    <a:lnTo>
                      <a:pt x="1171" y="149"/>
                    </a:lnTo>
                    <a:lnTo>
                      <a:pt x="1121" y="67"/>
                    </a:lnTo>
                    <a:lnTo>
                      <a:pt x="1039" y="17"/>
                    </a:lnTo>
                    <a:lnTo>
                      <a:pt x="95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3439400" y="2006075"/>
                <a:ext cx="74625" cy="109250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4370" extrusionOk="0">
                    <a:moveTo>
                      <a:pt x="1254" y="0"/>
                    </a:moveTo>
                    <a:lnTo>
                      <a:pt x="1188" y="17"/>
                    </a:lnTo>
                    <a:lnTo>
                      <a:pt x="1138" y="33"/>
                    </a:lnTo>
                    <a:lnTo>
                      <a:pt x="1089" y="50"/>
                    </a:lnTo>
                    <a:lnTo>
                      <a:pt x="1006" y="116"/>
                    </a:lnTo>
                    <a:lnTo>
                      <a:pt x="957" y="215"/>
                    </a:lnTo>
                    <a:lnTo>
                      <a:pt x="957" y="281"/>
                    </a:lnTo>
                    <a:lnTo>
                      <a:pt x="940" y="347"/>
                    </a:lnTo>
                    <a:lnTo>
                      <a:pt x="957" y="495"/>
                    </a:lnTo>
                    <a:lnTo>
                      <a:pt x="973" y="643"/>
                    </a:lnTo>
                    <a:lnTo>
                      <a:pt x="973" y="693"/>
                    </a:lnTo>
                    <a:lnTo>
                      <a:pt x="973" y="742"/>
                    </a:lnTo>
                    <a:lnTo>
                      <a:pt x="940" y="808"/>
                    </a:lnTo>
                    <a:lnTo>
                      <a:pt x="891" y="874"/>
                    </a:lnTo>
                    <a:lnTo>
                      <a:pt x="743" y="1039"/>
                    </a:lnTo>
                    <a:lnTo>
                      <a:pt x="528" y="1270"/>
                    </a:lnTo>
                    <a:lnTo>
                      <a:pt x="281" y="1567"/>
                    </a:lnTo>
                    <a:lnTo>
                      <a:pt x="182" y="1732"/>
                    </a:lnTo>
                    <a:lnTo>
                      <a:pt x="100" y="1880"/>
                    </a:lnTo>
                    <a:lnTo>
                      <a:pt x="50" y="2028"/>
                    </a:lnTo>
                    <a:lnTo>
                      <a:pt x="17" y="2177"/>
                    </a:lnTo>
                    <a:lnTo>
                      <a:pt x="1" y="2391"/>
                    </a:lnTo>
                    <a:lnTo>
                      <a:pt x="1" y="2474"/>
                    </a:lnTo>
                    <a:lnTo>
                      <a:pt x="1" y="3150"/>
                    </a:lnTo>
                    <a:lnTo>
                      <a:pt x="1" y="3809"/>
                    </a:lnTo>
                    <a:lnTo>
                      <a:pt x="1" y="4122"/>
                    </a:lnTo>
                    <a:lnTo>
                      <a:pt x="17" y="4221"/>
                    </a:lnTo>
                    <a:lnTo>
                      <a:pt x="67" y="4287"/>
                    </a:lnTo>
                    <a:lnTo>
                      <a:pt x="149" y="4337"/>
                    </a:lnTo>
                    <a:lnTo>
                      <a:pt x="248" y="4370"/>
                    </a:lnTo>
                    <a:lnTo>
                      <a:pt x="2490" y="4370"/>
                    </a:lnTo>
                    <a:lnTo>
                      <a:pt x="2540" y="4353"/>
                    </a:lnTo>
                    <a:lnTo>
                      <a:pt x="2606" y="4337"/>
                    </a:lnTo>
                    <a:lnTo>
                      <a:pt x="2639" y="4320"/>
                    </a:lnTo>
                    <a:lnTo>
                      <a:pt x="2688" y="4287"/>
                    </a:lnTo>
                    <a:lnTo>
                      <a:pt x="2721" y="4238"/>
                    </a:lnTo>
                    <a:lnTo>
                      <a:pt x="2738" y="4188"/>
                    </a:lnTo>
                    <a:lnTo>
                      <a:pt x="2754" y="4139"/>
                    </a:lnTo>
                    <a:lnTo>
                      <a:pt x="2771" y="4089"/>
                    </a:lnTo>
                    <a:lnTo>
                      <a:pt x="2754" y="4040"/>
                    </a:lnTo>
                    <a:lnTo>
                      <a:pt x="2738" y="3974"/>
                    </a:lnTo>
                    <a:lnTo>
                      <a:pt x="2721" y="3941"/>
                    </a:lnTo>
                    <a:lnTo>
                      <a:pt x="2688" y="3892"/>
                    </a:lnTo>
                    <a:lnTo>
                      <a:pt x="2639" y="3859"/>
                    </a:lnTo>
                    <a:lnTo>
                      <a:pt x="2606" y="3842"/>
                    </a:lnTo>
                    <a:lnTo>
                      <a:pt x="2540" y="3826"/>
                    </a:lnTo>
                    <a:lnTo>
                      <a:pt x="2490" y="3809"/>
                    </a:lnTo>
                    <a:lnTo>
                      <a:pt x="2606" y="3809"/>
                    </a:lnTo>
                    <a:lnTo>
                      <a:pt x="2655" y="3793"/>
                    </a:lnTo>
                    <a:lnTo>
                      <a:pt x="2721" y="3760"/>
                    </a:lnTo>
                    <a:lnTo>
                      <a:pt x="2771" y="3710"/>
                    </a:lnTo>
                    <a:lnTo>
                      <a:pt x="2804" y="3661"/>
                    </a:lnTo>
                    <a:lnTo>
                      <a:pt x="2837" y="3611"/>
                    </a:lnTo>
                    <a:lnTo>
                      <a:pt x="2853" y="3545"/>
                    </a:lnTo>
                    <a:lnTo>
                      <a:pt x="2870" y="3479"/>
                    </a:lnTo>
                    <a:lnTo>
                      <a:pt x="2853" y="3413"/>
                    </a:lnTo>
                    <a:lnTo>
                      <a:pt x="2837" y="3348"/>
                    </a:lnTo>
                    <a:lnTo>
                      <a:pt x="2804" y="3298"/>
                    </a:lnTo>
                    <a:lnTo>
                      <a:pt x="2771" y="3249"/>
                    </a:lnTo>
                    <a:lnTo>
                      <a:pt x="2721" y="3199"/>
                    </a:lnTo>
                    <a:lnTo>
                      <a:pt x="2655" y="3166"/>
                    </a:lnTo>
                    <a:lnTo>
                      <a:pt x="2606" y="3150"/>
                    </a:lnTo>
                    <a:lnTo>
                      <a:pt x="2655" y="3150"/>
                    </a:lnTo>
                    <a:lnTo>
                      <a:pt x="2721" y="3133"/>
                    </a:lnTo>
                    <a:lnTo>
                      <a:pt x="2787" y="3117"/>
                    </a:lnTo>
                    <a:lnTo>
                      <a:pt x="2837" y="3084"/>
                    </a:lnTo>
                    <a:lnTo>
                      <a:pt x="2886" y="3051"/>
                    </a:lnTo>
                    <a:lnTo>
                      <a:pt x="2935" y="3001"/>
                    </a:lnTo>
                    <a:lnTo>
                      <a:pt x="2968" y="2935"/>
                    </a:lnTo>
                    <a:lnTo>
                      <a:pt x="2985" y="2869"/>
                    </a:lnTo>
                    <a:lnTo>
                      <a:pt x="2985" y="2803"/>
                    </a:lnTo>
                    <a:lnTo>
                      <a:pt x="2985" y="2737"/>
                    </a:lnTo>
                    <a:lnTo>
                      <a:pt x="2968" y="2671"/>
                    </a:lnTo>
                    <a:lnTo>
                      <a:pt x="2935" y="2622"/>
                    </a:lnTo>
                    <a:lnTo>
                      <a:pt x="2886" y="2573"/>
                    </a:lnTo>
                    <a:lnTo>
                      <a:pt x="2837" y="2523"/>
                    </a:lnTo>
                    <a:lnTo>
                      <a:pt x="2787" y="2507"/>
                    </a:lnTo>
                    <a:lnTo>
                      <a:pt x="2721" y="2474"/>
                    </a:lnTo>
                    <a:lnTo>
                      <a:pt x="2606" y="2474"/>
                    </a:lnTo>
                    <a:lnTo>
                      <a:pt x="2688" y="2457"/>
                    </a:lnTo>
                    <a:lnTo>
                      <a:pt x="2754" y="2441"/>
                    </a:lnTo>
                    <a:lnTo>
                      <a:pt x="2820" y="2408"/>
                    </a:lnTo>
                    <a:lnTo>
                      <a:pt x="2886" y="2358"/>
                    </a:lnTo>
                    <a:lnTo>
                      <a:pt x="2919" y="2309"/>
                    </a:lnTo>
                    <a:lnTo>
                      <a:pt x="2952" y="2243"/>
                    </a:lnTo>
                    <a:lnTo>
                      <a:pt x="2985" y="2177"/>
                    </a:lnTo>
                    <a:lnTo>
                      <a:pt x="2985" y="2094"/>
                    </a:lnTo>
                    <a:lnTo>
                      <a:pt x="2985" y="2012"/>
                    </a:lnTo>
                    <a:lnTo>
                      <a:pt x="2952" y="1946"/>
                    </a:lnTo>
                    <a:lnTo>
                      <a:pt x="2919" y="1880"/>
                    </a:lnTo>
                    <a:lnTo>
                      <a:pt x="2886" y="1831"/>
                    </a:lnTo>
                    <a:lnTo>
                      <a:pt x="2820" y="1781"/>
                    </a:lnTo>
                    <a:lnTo>
                      <a:pt x="2754" y="1748"/>
                    </a:lnTo>
                    <a:lnTo>
                      <a:pt x="2688" y="1732"/>
                    </a:lnTo>
                    <a:lnTo>
                      <a:pt x="2606" y="1715"/>
                    </a:lnTo>
                    <a:lnTo>
                      <a:pt x="1402" y="1715"/>
                    </a:lnTo>
                    <a:lnTo>
                      <a:pt x="1517" y="1517"/>
                    </a:lnTo>
                    <a:lnTo>
                      <a:pt x="1633" y="1286"/>
                    </a:lnTo>
                    <a:lnTo>
                      <a:pt x="1682" y="1155"/>
                    </a:lnTo>
                    <a:lnTo>
                      <a:pt x="1715" y="1039"/>
                    </a:lnTo>
                    <a:lnTo>
                      <a:pt x="1748" y="924"/>
                    </a:lnTo>
                    <a:lnTo>
                      <a:pt x="1748" y="792"/>
                    </a:lnTo>
                    <a:lnTo>
                      <a:pt x="1748" y="627"/>
                    </a:lnTo>
                    <a:lnTo>
                      <a:pt x="1715" y="479"/>
                    </a:lnTo>
                    <a:lnTo>
                      <a:pt x="1666" y="347"/>
                    </a:lnTo>
                    <a:lnTo>
                      <a:pt x="1600" y="231"/>
                    </a:lnTo>
                    <a:lnTo>
                      <a:pt x="1534" y="149"/>
                    </a:lnTo>
                    <a:lnTo>
                      <a:pt x="1452" y="83"/>
                    </a:lnTo>
                    <a:lnTo>
                      <a:pt x="1386" y="33"/>
                    </a:lnTo>
                    <a:lnTo>
                      <a:pt x="1320" y="17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3658700" y="2040275"/>
                <a:ext cx="29700" cy="61050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2442" extrusionOk="0">
                    <a:moveTo>
                      <a:pt x="248" y="1"/>
                    </a:moveTo>
                    <a:lnTo>
                      <a:pt x="149" y="17"/>
                    </a:lnTo>
                    <a:lnTo>
                      <a:pt x="83" y="67"/>
                    </a:lnTo>
                    <a:lnTo>
                      <a:pt x="33" y="149"/>
                    </a:lnTo>
                    <a:lnTo>
                      <a:pt x="0" y="248"/>
                    </a:lnTo>
                    <a:lnTo>
                      <a:pt x="0" y="2210"/>
                    </a:lnTo>
                    <a:lnTo>
                      <a:pt x="33" y="2293"/>
                    </a:lnTo>
                    <a:lnTo>
                      <a:pt x="83" y="2375"/>
                    </a:lnTo>
                    <a:lnTo>
                      <a:pt x="149" y="2425"/>
                    </a:lnTo>
                    <a:lnTo>
                      <a:pt x="248" y="2441"/>
                    </a:lnTo>
                    <a:lnTo>
                      <a:pt x="957" y="2441"/>
                    </a:lnTo>
                    <a:lnTo>
                      <a:pt x="1056" y="2425"/>
                    </a:lnTo>
                    <a:lnTo>
                      <a:pt x="1122" y="2375"/>
                    </a:lnTo>
                    <a:lnTo>
                      <a:pt x="1171" y="2293"/>
                    </a:lnTo>
                    <a:lnTo>
                      <a:pt x="1187" y="2210"/>
                    </a:lnTo>
                    <a:lnTo>
                      <a:pt x="1187" y="248"/>
                    </a:lnTo>
                    <a:lnTo>
                      <a:pt x="1171" y="149"/>
                    </a:lnTo>
                    <a:lnTo>
                      <a:pt x="1122" y="67"/>
                    </a:lnTo>
                    <a:lnTo>
                      <a:pt x="1056" y="17"/>
                    </a:lnTo>
                    <a:lnTo>
                      <a:pt x="95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3576250" y="2048525"/>
                <a:ext cx="74650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4354" extrusionOk="0">
                    <a:moveTo>
                      <a:pt x="446" y="1"/>
                    </a:moveTo>
                    <a:lnTo>
                      <a:pt x="396" y="17"/>
                    </a:lnTo>
                    <a:lnTo>
                      <a:pt x="347" y="50"/>
                    </a:lnTo>
                    <a:lnTo>
                      <a:pt x="314" y="83"/>
                    </a:lnTo>
                    <a:lnTo>
                      <a:pt x="281" y="116"/>
                    </a:lnTo>
                    <a:lnTo>
                      <a:pt x="248" y="166"/>
                    </a:lnTo>
                    <a:lnTo>
                      <a:pt x="232" y="215"/>
                    </a:lnTo>
                    <a:lnTo>
                      <a:pt x="232" y="264"/>
                    </a:lnTo>
                    <a:lnTo>
                      <a:pt x="232" y="330"/>
                    </a:lnTo>
                    <a:lnTo>
                      <a:pt x="248" y="380"/>
                    </a:lnTo>
                    <a:lnTo>
                      <a:pt x="281" y="429"/>
                    </a:lnTo>
                    <a:lnTo>
                      <a:pt x="314" y="462"/>
                    </a:lnTo>
                    <a:lnTo>
                      <a:pt x="347" y="495"/>
                    </a:lnTo>
                    <a:lnTo>
                      <a:pt x="396" y="528"/>
                    </a:lnTo>
                    <a:lnTo>
                      <a:pt x="446" y="545"/>
                    </a:lnTo>
                    <a:lnTo>
                      <a:pt x="396" y="545"/>
                    </a:lnTo>
                    <a:lnTo>
                      <a:pt x="330" y="578"/>
                    </a:lnTo>
                    <a:lnTo>
                      <a:pt x="281" y="594"/>
                    </a:lnTo>
                    <a:lnTo>
                      <a:pt x="232" y="644"/>
                    </a:lnTo>
                    <a:lnTo>
                      <a:pt x="182" y="693"/>
                    </a:lnTo>
                    <a:lnTo>
                      <a:pt x="149" y="743"/>
                    </a:lnTo>
                    <a:lnTo>
                      <a:pt x="133" y="809"/>
                    </a:lnTo>
                    <a:lnTo>
                      <a:pt x="133" y="875"/>
                    </a:lnTo>
                    <a:lnTo>
                      <a:pt x="133" y="941"/>
                    </a:lnTo>
                    <a:lnTo>
                      <a:pt x="149" y="1006"/>
                    </a:lnTo>
                    <a:lnTo>
                      <a:pt x="182" y="1072"/>
                    </a:lnTo>
                    <a:lnTo>
                      <a:pt x="232" y="1122"/>
                    </a:lnTo>
                    <a:lnTo>
                      <a:pt x="281" y="1155"/>
                    </a:lnTo>
                    <a:lnTo>
                      <a:pt x="330" y="1188"/>
                    </a:lnTo>
                    <a:lnTo>
                      <a:pt x="396" y="1204"/>
                    </a:lnTo>
                    <a:lnTo>
                      <a:pt x="462" y="1221"/>
                    </a:lnTo>
                    <a:lnTo>
                      <a:pt x="281" y="1221"/>
                    </a:lnTo>
                    <a:lnTo>
                      <a:pt x="215" y="1237"/>
                    </a:lnTo>
                    <a:lnTo>
                      <a:pt x="149" y="1270"/>
                    </a:lnTo>
                    <a:lnTo>
                      <a:pt x="100" y="1320"/>
                    </a:lnTo>
                    <a:lnTo>
                      <a:pt x="67" y="1369"/>
                    </a:lnTo>
                    <a:lnTo>
                      <a:pt x="34" y="1419"/>
                    </a:lnTo>
                    <a:lnTo>
                      <a:pt x="17" y="1485"/>
                    </a:lnTo>
                    <a:lnTo>
                      <a:pt x="1" y="1551"/>
                    </a:lnTo>
                    <a:lnTo>
                      <a:pt x="17" y="1617"/>
                    </a:lnTo>
                    <a:lnTo>
                      <a:pt x="34" y="1682"/>
                    </a:lnTo>
                    <a:lnTo>
                      <a:pt x="67" y="1732"/>
                    </a:lnTo>
                    <a:lnTo>
                      <a:pt x="100" y="1781"/>
                    </a:lnTo>
                    <a:lnTo>
                      <a:pt x="149" y="1831"/>
                    </a:lnTo>
                    <a:lnTo>
                      <a:pt x="215" y="1864"/>
                    </a:lnTo>
                    <a:lnTo>
                      <a:pt x="281" y="1880"/>
                    </a:lnTo>
                    <a:lnTo>
                      <a:pt x="380" y="1880"/>
                    </a:lnTo>
                    <a:lnTo>
                      <a:pt x="314" y="1897"/>
                    </a:lnTo>
                    <a:lnTo>
                      <a:pt x="232" y="1913"/>
                    </a:lnTo>
                    <a:lnTo>
                      <a:pt x="166" y="1946"/>
                    </a:lnTo>
                    <a:lnTo>
                      <a:pt x="116" y="1996"/>
                    </a:lnTo>
                    <a:lnTo>
                      <a:pt x="67" y="2045"/>
                    </a:lnTo>
                    <a:lnTo>
                      <a:pt x="34" y="2111"/>
                    </a:lnTo>
                    <a:lnTo>
                      <a:pt x="17" y="2194"/>
                    </a:lnTo>
                    <a:lnTo>
                      <a:pt x="1" y="2260"/>
                    </a:lnTo>
                    <a:lnTo>
                      <a:pt x="17" y="2342"/>
                    </a:lnTo>
                    <a:lnTo>
                      <a:pt x="34" y="2408"/>
                    </a:lnTo>
                    <a:lnTo>
                      <a:pt x="67" y="2474"/>
                    </a:lnTo>
                    <a:lnTo>
                      <a:pt x="116" y="2523"/>
                    </a:lnTo>
                    <a:lnTo>
                      <a:pt x="166" y="2573"/>
                    </a:lnTo>
                    <a:lnTo>
                      <a:pt x="232" y="2606"/>
                    </a:lnTo>
                    <a:lnTo>
                      <a:pt x="314" y="2639"/>
                    </a:lnTo>
                    <a:lnTo>
                      <a:pt x="1600" y="2639"/>
                    </a:lnTo>
                    <a:lnTo>
                      <a:pt x="1485" y="2837"/>
                    </a:lnTo>
                    <a:lnTo>
                      <a:pt x="1369" y="3068"/>
                    </a:lnTo>
                    <a:lnTo>
                      <a:pt x="1320" y="3199"/>
                    </a:lnTo>
                    <a:lnTo>
                      <a:pt x="1270" y="3315"/>
                    </a:lnTo>
                    <a:lnTo>
                      <a:pt x="1254" y="3447"/>
                    </a:lnTo>
                    <a:lnTo>
                      <a:pt x="1237" y="3562"/>
                    </a:lnTo>
                    <a:lnTo>
                      <a:pt x="1254" y="3727"/>
                    </a:lnTo>
                    <a:lnTo>
                      <a:pt x="1287" y="3875"/>
                    </a:lnTo>
                    <a:lnTo>
                      <a:pt x="1336" y="4007"/>
                    </a:lnTo>
                    <a:lnTo>
                      <a:pt x="1402" y="4123"/>
                    </a:lnTo>
                    <a:lnTo>
                      <a:pt x="1468" y="4205"/>
                    </a:lnTo>
                    <a:lnTo>
                      <a:pt x="1534" y="4271"/>
                    </a:lnTo>
                    <a:lnTo>
                      <a:pt x="1617" y="4321"/>
                    </a:lnTo>
                    <a:lnTo>
                      <a:pt x="1682" y="4337"/>
                    </a:lnTo>
                    <a:lnTo>
                      <a:pt x="1748" y="4354"/>
                    </a:lnTo>
                    <a:lnTo>
                      <a:pt x="1798" y="4354"/>
                    </a:lnTo>
                    <a:lnTo>
                      <a:pt x="1864" y="4337"/>
                    </a:lnTo>
                    <a:lnTo>
                      <a:pt x="1897" y="4304"/>
                    </a:lnTo>
                    <a:lnTo>
                      <a:pt x="1979" y="4238"/>
                    </a:lnTo>
                    <a:lnTo>
                      <a:pt x="2029" y="4139"/>
                    </a:lnTo>
                    <a:lnTo>
                      <a:pt x="2045" y="4073"/>
                    </a:lnTo>
                    <a:lnTo>
                      <a:pt x="2045" y="4007"/>
                    </a:lnTo>
                    <a:lnTo>
                      <a:pt x="2045" y="3859"/>
                    </a:lnTo>
                    <a:lnTo>
                      <a:pt x="2029" y="3711"/>
                    </a:lnTo>
                    <a:lnTo>
                      <a:pt x="2029" y="3661"/>
                    </a:lnTo>
                    <a:lnTo>
                      <a:pt x="2029" y="3612"/>
                    </a:lnTo>
                    <a:lnTo>
                      <a:pt x="2062" y="3546"/>
                    </a:lnTo>
                    <a:lnTo>
                      <a:pt x="2111" y="3480"/>
                    </a:lnTo>
                    <a:lnTo>
                      <a:pt x="2260" y="3315"/>
                    </a:lnTo>
                    <a:lnTo>
                      <a:pt x="2457" y="3100"/>
                    </a:lnTo>
                    <a:lnTo>
                      <a:pt x="2705" y="2787"/>
                    </a:lnTo>
                    <a:lnTo>
                      <a:pt x="2820" y="2639"/>
                    </a:lnTo>
                    <a:lnTo>
                      <a:pt x="2886" y="2474"/>
                    </a:lnTo>
                    <a:lnTo>
                      <a:pt x="2936" y="2326"/>
                    </a:lnTo>
                    <a:lnTo>
                      <a:pt x="2969" y="2177"/>
                    </a:lnTo>
                    <a:lnTo>
                      <a:pt x="2985" y="1963"/>
                    </a:lnTo>
                    <a:lnTo>
                      <a:pt x="2985" y="1880"/>
                    </a:lnTo>
                    <a:lnTo>
                      <a:pt x="2985" y="1221"/>
                    </a:lnTo>
                    <a:lnTo>
                      <a:pt x="2985" y="545"/>
                    </a:lnTo>
                    <a:lnTo>
                      <a:pt x="2985" y="232"/>
                    </a:lnTo>
                    <a:lnTo>
                      <a:pt x="2969" y="133"/>
                    </a:lnTo>
                    <a:lnTo>
                      <a:pt x="2919" y="67"/>
                    </a:lnTo>
                    <a:lnTo>
                      <a:pt x="2853" y="17"/>
                    </a:lnTo>
                    <a:lnTo>
                      <a:pt x="27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05600" y="936800"/>
                <a:ext cx="801350" cy="801775"/>
              </a:xfrm>
              <a:custGeom>
                <a:avLst/>
                <a:gdLst/>
                <a:ahLst/>
                <a:cxnLst/>
                <a:rect l="l" t="t" r="r" b="b"/>
                <a:pathLst>
                  <a:path w="32054" h="32071" extrusionOk="0">
                    <a:moveTo>
                      <a:pt x="16027" y="1"/>
                    </a:moveTo>
                    <a:lnTo>
                      <a:pt x="15614" y="17"/>
                    </a:lnTo>
                    <a:lnTo>
                      <a:pt x="15202" y="34"/>
                    </a:lnTo>
                    <a:lnTo>
                      <a:pt x="14807" y="50"/>
                    </a:lnTo>
                    <a:lnTo>
                      <a:pt x="14394" y="83"/>
                    </a:lnTo>
                    <a:lnTo>
                      <a:pt x="13999" y="133"/>
                    </a:lnTo>
                    <a:lnTo>
                      <a:pt x="13586" y="199"/>
                    </a:lnTo>
                    <a:lnTo>
                      <a:pt x="13191" y="265"/>
                    </a:lnTo>
                    <a:lnTo>
                      <a:pt x="12795" y="330"/>
                    </a:lnTo>
                    <a:lnTo>
                      <a:pt x="12416" y="413"/>
                    </a:lnTo>
                    <a:lnTo>
                      <a:pt x="12020" y="512"/>
                    </a:lnTo>
                    <a:lnTo>
                      <a:pt x="11262" y="726"/>
                    </a:lnTo>
                    <a:lnTo>
                      <a:pt x="10520" y="974"/>
                    </a:lnTo>
                    <a:lnTo>
                      <a:pt x="9794" y="1270"/>
                    </a:lnTo>
                    <a:lnTo>
                      <a:pt x="9085" y="1584"/>
                    </a:lnTo>
                    <a:lnTo>
                      <a:pt x="8393" y="1946"/>
                    </a:lnTo>
                    <a:lnTo>
                      <a:pt x="7717" y="2326"/>
                    </a:lnTo>
                    <a:lnTo>
                      <a:pt x="7074" y="2738"/>
                    </a:lnTo>
                    <a:lnTo>
                      <a:pt x="6447" y="3199"/>
                    </a:lnTo>
                    <a:lnTo>
                      <a:pt x="5837" y="3661"/>
                    </a:lnTo>
                    <a:lnTo>
                      <a:pt x="5260" y="4172"/>
                    </a:lnTo>
                    <a:lnTo>
                      <a:pt x="4699" y="4700"/>
                    </a:lnTo>
                    <a:lnTo>
                      <a:pt x="4172" y="5260"/>
                    </a:lnTo>
                    <a:lnTo>
                      <a:pt x="3660" y="5838"/>
                    </a:lnTo>
                    <a:lnTo>
                      <a:pt x="3182" y="6448"/>
                    </a:lnTo>
                    <a:lnTo>
                      <a:pt x="2737" y="7074"/>
                    </a:lnTo>
                    <a:lnTo>
                      <a:pt x="2325" y="7717"/>
                    </a:lnTo>
                    <a:lnTo>
                      <a:pt x="1946" y="8393"/>
                    </a:lnTo>
                    <a:lnTo>
                      <a:pt x="1583" y="9086"/>
                    </a:lnTo>
                    <a:lnTo>
                      <a:pt x="1270" y="9795"/>
                    </a:lnTo>
                    <a:lnTo>
                      <a:pt x="973" y="10520"/>
                    </a:lnTo>
                    <a:lnTo>
                      <a:pt x="726" y="11262"/>
                    </a:lnTo>
                    <a:lnTo>
                      <a:pt x="511" y="12037"/>
                    </a:lnTo>
                    <a:lnTo>
                      <a:pt x="412" y="12416"/>
                    </a:lnTo>
                    <a:lnTo>
                      <a:pt x="330" y="12812"/>
                    </a:lnTo>
                    <a:lnTo>
                      <a:pt x="247" y="13191"/>
                    </a:lnTo>
                    <a:lnTo>
                      <a:pt x="181" y="13604"/>
                    </a:lnTo>
                    <a:lnTo>
                      <a:pt x="132" y="13999"/>
                    </a:lnTo>
                    <a:lnTo>
                      <a:pt x="83" y="14395"/>
                    </a:lnTo>
                    <a:lnTo>
                      <a:pt x="50" y="14807"/>
                    </a:lnTo>
                    <a:lnTo>
                      <a:pt x="17" y="15219"/>
                    </a:lnTo>
                    <a:lnTo>
                      <a:pt x="17" y="15615"/>
                    </a:lnTo>
                    <a:lnTo>
                      <a:pt x="0" y="16044"/>
                    </a:lnTo>
                    <a:lnTo>
                      <a:pt x="17" y="16456"/>
                    </a:lnTo>
                    <a:lnTo>
                      <a:pt x="17" y="16868"/>
                    </a:lnTo>
                    <a:lnTo>
                      <a:pt x="50" y="17264"/>
                    </a:lnTo>
                    <a:lnTo>
                      <a:pt x="83" y="17676"/>
                    </a:lnTo>
                    <a:lnTo>
                      <a:pt x="132" y="18072"/>
                    </a:lnTo>
                    <a:lnTo>
                      <a:pt x="181" y="18484"/>
                    </a:lnTo>
                    <a:lnTo>
                      <a:pt x="247" y="18880"/>
                    </a:lnTo>
                    <a:lnTo>
                      <a:pt x="330" y="19259"/>
                    </a:lnTo>
                    <a:lnTo>
                      <a:pt x="412" y="19655"/>
                    </a:lnTo>
                    <a:lnTo>
                      <a:pt x="511" y="20050"/>
                    </a:lnTo>
                    <a:lnTo>
                      <a:pt x="726" y="20809"/>
                    </a:lnTo>
                    <a:lnTo>
                      <a:pt x="973" y="21551"/>
                    </a:lnTo>
                    <a:lnTo>
                      <a:pt x="1270" y="22276"/>
                    </a:lnTo>
                    <a:lnTo>
                      <a:pt x="1583" y="22985"/>
                    </a:lnTo>
                    <a:lnTo>
                      <a:pt x="1946" y="23678"/>
                    </a:lnTo>
                    <a:lnTo>
                      <a:pt x="2325" y="24354"/>
                    </a:lnTo>
                    <a:lnTo>
                      <a:pt x="2737" y="24997"/>
                    </a:lnTo>
                    <a:lnTo>
                      <a:pt x="3182" y="25624"/>
                    </a:lnTo>
                    <a:lnTo>
                      <a:pt x="3660" y="26234"/>
                    </a:lnTo>
                    <a:lnTo>
                      <a:pt x="4172" y="26811"/>
                    </a:lnTo>
                    <a:lnTo>
                      <a:pt x="4699" y="27371"/>
                    </a:lnTo>
                    <a:lnTo>
                      <a:pt x="5260" y="27899"/>
                    </a:lnTo>
                    <a:lnTo>
                      <a:pt x="5837" y="28410"/>
                    </a:lnTo>
                    <a:lnTo>
                      <a:pt x="6447" y="28888"/>
                    </a:lnTo>
                    <a:lnTo>
                      <a:pt x="7074" y="29333"/>
                    </a:lnTo>
                    <a:lnTo>
                      <a:pt x="7717" y="29746"/>
                    </a:lnTo>
                    <a:lnTo>
                      <a:pt x="8393" y="30125"/>
                    </a:lnTo>
                    <a:lnTo>
                      <a:pt x="9085" y="30488"/>
                    </a:lnTo>
                    <a:lnTo>
                      <a:pt x="9794" y="30801"/>
                    </a:lnTo>
                    <a:lnTo>
                      <a:pt x="10520" y="31098"/>
                    </a:lnTo>
                    <a:lnTo>
                      <a:pt x="11262" y="31345"/>
                    </a:lnTo>
                    <a:lnTo>
                      <a:pt x="12020" y="31559"/>
                    </a:lnTo>
                    <a:lnTo>
                      <a:pt x="12416" y="31658"/>
                    </a:lnTo>
                    <a:lnTo>
                      <a:pt x="12795" y="31741"/>
                    </a:lnTo>
                    <a:lnTo>
                      <a:pt x="13191" y="31823"/>
                    </a:lnTo>
                    <a:lnTo>
                      <a:pt x="13586" y="31873"/>
                    </a:lnTo>
                    <a:lnTo>
                      <a:pt x="13999" y="31939"/>
                    </a:lnTo>
                    <a:lnTo>
                      <a:pt x="14394" y="31988"/>
                    </a:lnTo>
                    <a:lnTo>
                      <a:pt x="14807" y="32021"/>
                    </a:lnTo>
                    <a:lnTo>
                      <a:pt x="15202" y="32037"/>
                    </a:lnTo>
                    <a:lnTo>
                      <a:pt x="15614" y="32054"/>
                    </a:lnTo>
                    <a:lnTo>
                      <a:pt x="16027" y="32070"/>
                    </a:lnTo>
                    <a:lnTo>
                      <a:pt x="16439" y="32054"/>
                    </a:lnTo>
                    <a:lnTo>
                      <a:pt x="16851" y="32037"/>
                    </a:lnTo>
                    <a:lnTo>
                      <a:pt x="17263" y="32021"/>
                    </a:lnTo>
                    <a:lnTo>
                      <a:pt x="17675" y="31988"/>
                    </a:lnTo>
                    <a:lnTo>
                      <a:pt x="18071" y="31939"/>
                    </a:lnTo>
                    <a:lnTo>
                      <a:pt x="18467" y="31873"/>
                    </a:lnTo>
                    <a:lnTo>
                      <a:pt x="18863" y="31823"/>
                    </a:lnTo>
                    <a:lnTo>
                      <a:pt x="19258" y="31741"/>
                    </a:lnTo>
                    <a:lnTo>
                      <a:pt x="19654" y="31658"/>
                    </a:lnTo>
                    <a:lnTo>
                      <a:pt x="20033" y="31559"/>
                    </a:lnTo>
                    <a:lnTo>
                      <a:pt x="20792" y="31345"/>
                    </a:lnTo>
                    <a:lnTo>
                      <a:pt x="21550" y="31098"/>
                    </a:lnTo>
                    <a:lnTo>
                      <a:pt x="22276" y="30801"/>
                    </a:lnTo>
                    <a:lnTo>
                      <a:pt x="22985" y="30488"/>
                    </a:lnTo>
                    <a:lnTo>
                      <a:pt x="23677" y="30125"/>
                    </a:lnTo>
                    <a:lnTo>
                      <a:pt x="24337" y="29746"/>
                    </a:lnTo>
                    <a:lnTo>
                      <a:pt x="24996" y="29333"/>
                    </a:lnTo>
                    <a:lnTo>
                      <a:pt x="25623" y="28888"/>
                    </a:lnTo>
                    <a:lnTo>
                      <a:pt x="26233" y="28410"/>
                    </a:lnTo>
                    <a:lnTo>
                      <a:pt x="26810" y="27899"/>
                    </a:lnTo>
                    <a:lnTo>
                      <a:pt x="27371" y="27371"/>
                    </a:lnTo>
                    <a:lnTo>
                      <a:pt x="27898" y="26811"/>
                    </a:lnTo>
                    <a:lnTo>
                      <a:pt x="28409" y="26234"/>
                    </a:lnTo>
                    <a:lnTo>
                      <a:pt x="28871" y="25624"/>
                    </a:lnTo>
                    <a:lnTo>
                      <a:pt x="29316" y="24997"/>
                    </a:lnTo>
                    <a:lnTo>
                      <a:pt x="29745" y="24354"/>
                    </a:lnTo>
                    <a:lnTo>
                      <a:pt x="30124" y="23678"/>
                    </a:lnTo>
                    <a:lnTo>
                      <a:pt x="30487" y="22985"/>
                    </a:lnTo>
                    <a:lnTo>
                      <a:pt x="30800" y="22276"/>
                    </a:lnTo>
                    <a:lnTo>
                      <a:pt x="31097" y="21551"/>
                    </a:lnTo>
                    <a:lnTo>
                      <a:pt x="31344" y="20809"/>
                    </a:lnTo>
                    <a:lnTo>
                      <a:pt x="31559" y="20050"/>
                    </a:lnTo>
                    <a:lnTo>
                      <a:pt x="31657" y="19655"/>
                    </a:lnTo>
                    <a:lnTo>
                      <a:pt x="31740" y="19259"/>
                    </a:lnTo>
                    <a:lnTo>
                      <a:pt x="31806" y="18880"/>
                    </a:lnTo>
                    <a:lnTo>
                      <a:pt x="31872" y="18484"/>
                    </a:lnTo>
                    <a:lnTo>
                      <a:pt x="31938" y="18072"/>
                    </a:lnTo>
                    <a:lnTo>
                      <a:pt x="31971" y="17676"/>
                    </a:lnTo>
                    <a:lnTo>
                      <a:pt x="32020" y="17264"/>
                    </a:lnTo>
                    <a:lnTo>
                      <a:pt x="32037" y="16868"/>
                    </a:lnTo>
                    <a:lnTo>
                      <a:pt x="32053" y="16456"/>
                    </a:lnTo>
                    <a:lnTo>
                      <a:pt x="32053" y="16044"/>
                    </a:lnTo>
                    <a:lnTo>
                      <a:pt x="32053" y="15615"/>
                    </a:lnTo>
                    <a:lnTo>
                      <a:pt x="32037" y="15219"/>
                    </a:lnTo>
                    <a:lnTo>
                      <a:pt x="32020" y="14807"/>
                    </a:lnTo>
                    <a:lnTo>
                      <a:pt x="31971" y="14395"/>
                    </a:lnTo>
                    <a:lnTo>
                      <a:pt x="31938" y="13999"/>
                    </a:lnTo>
                    <a:lnTo>
                      <a:pt x="31872" y="13604"/>
                    </a:lnTo>
                    <a:lnTo>
                      <a:pt x="31806" y="13191"/>
                    </a:lnTo>
                    <a:lnTo>
                      <a:pt x="31740" y="12812"/>
                    </a:lnTo>
                    <a:lnTo>
                      <a:pt x="31657" y="12416"/>
                    </a:lnTo>
                    <a:lnTo>
                      <a:pt x="31559" y="12037"/>
                    </a:lnTo>
                    <a:lnTo>
                      <a:pt x="31344" y="11262"/>
                    </a:lnTo>
                    <a:lnTo>
                      <a:pt x="31097" y="10520"/>
                    </a:lnTo>
                    <a:lnTo>
                      <a:pt x="30800" y="9795"/>
                    </a:lnTo>
                    <a:lnTo>
                      <a:pt x="30487" y="9086"/>
                    </a:lnTo>
                    <a:lnTo>
                      <a:pt x="30124" y="8393"/>
                    </a:lnTo>
                    <a:lnTo>
                      <a:pt x="29745" y="7717"/>
                    </a:lnTo>
                    <a:lnTo>
                      <a:pt x="29316" y="7074"/>
                    </a:lnTo>
                    <a:lnTo>
                      <a:pt x="28871" y="6448"/>
                    </a:lnTo>
                    <a:lnTo>
                      <a:pt x="28409" y="5838"/>
                    </a:lnTo>
                    <a:lnTo>
                      <a:pt x="27898" y="5260"/>
                    </a:lnTo>
                    <a:lnTo>
                      <a:pt x="27371" y="4700"/>
                    </a:lnTo>
                    <a:lnTo>
                      <a:pt x="26810" y="4172"/>
                    </a:lnTo>
                    <a:lnTo>
                      <a:pt x="26233" y="3661"/>
                    </a:lnTo>
                    <a:lnTo>
                      <a:pt x="25623" y="3199"/>
                    </a:lnTo>
                    <a:lnTo>
                      <a:pt x="24996" y="2738"/>
                    </a:lnTo>
                    <a:lnTo>
                      <a:pt x="24337" y="2326"/>
                    </a:lnTo>
                    <a:lnTo>
                      <a:pt x="23677" y="1946"/>
                    </a:lnTo>
                    <a:lnTo>
                      <a:pt x="22985" y="1584"/>
                    </a:lnTo>
                    <a:lnTo>
                      <a:pt x="22276" y="1270"/>
                    </a:lnTo>
                    <a:lnTo>
                      <a:pt x="21550" y="974"/>
                    </a:lnTo>
                    <a:lnTo>
                      <a:pt x="20792" y="726"/>
                    </a:lnTo>
                    <a:lnTo>
                      <a:pt x="20033" y="512"/>
                    </a:lnTo>
                    <a:lnTo>
                      <a:pt x="19654" y="413"/>
                    </a:lnTo>
                    <a:lnTo>
                      <a:pt x="19258" y="330"/>
                    </a:lnTo>
                    <a:lnTo>
                      <a:pt x="18863" y="265"/>
                    </a:lnTo>
                    <a:lnTo>
                      <a:pt x="18467" y="199"/>
                    </a:lnTo>
                    <a:lnTo>
                      <a:pt x="18071" y="133"/>
                    </a:lnTo>
                    <a:lnTo>
                      <a:pt x="17675" y="83"/>
                    </a:lnTo>
                    <a:lnTo>
                      <a:pt x="17263" y="50"/>
                    </a:lnTo>
                    <a:lnTo>
                      <a:pt x="16851" y="34"/>
                    </a:lnTo>
                    <a:lnTo>
                      <a:pt x="16439" y="17"/>
                    </a:lnTo>
                    <a:lnTo>
                      <a:pt x="160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700325" y="1125175"/>
                <a:ext cx="320725" cy="425025"/>
              </a:xfrm>
              <a:custGeom>
                <a:avLst/>
                <a:gdLst/>
                <a:ahLst/>
                <a:cxnLst/>
                <a:rect l="l" t="t" r="r" b="b"/>
                <a:pathLst>
                  <a:path w="12829" h="17001" extrusionOk="0">
                    <a:moveTo>
                      <a:pt x="0" y="1"/>
                    </a:moveTo>
                    <a:lnTo>
                      <a:pt x="0" y="17000"/>
                    </a:lnTo>
                    <a:lnTo>
                      <a:pt x="12828" y="850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3947250" y="856000"/>
                <a:ext cx="246525" cy="246525"/>
              </a:xfrm>
              <a:custGeom>
                <a:avLst/>
                <a:gdLst/>
                <a:ahLst/>
                <a:cxnLst/>
                <a:rect l="l" t="t" r="r" b="b"/>
                <a:pathLst>
                  <a:path w="9861" h="9861" extrusionOk="0">
                    <a:moveTo>
                      <a:pt x="4666" y="1"/>
                    </a:moveTo>
                    <a:lnTo>
                      <a:pt x="4419" y="34"/>
                    </a:lnTo>
                    <a:lnTo>
                      <a:pt x="4172" y="50"/>
                    </a:lnTo>
                    <a:lnTo>
                      <a:pt x="3941" y="100"/>
                    </a:lnTo>
                    <a:lnTo>
                      <a:pt x="3693" y="149"/>
                    </a:lnTo>
                    <a:lnTo>
                      <a:pt x="3463" y="215"/>
                    </a:lnTo>
                    <a:lnTo>
                      <a:pt x="3232" y="298"/>
                    </a:lnTo>
                    <a:lnTo>
                      <a:pt x="3001" y="397"/>
                    </a:lnTo>
                    <a:lnTo>
                      <a:pt x="2787" y="496"/>
                    </a:lnTo>
                    <a:lnTo>
                      <a:pt x="2572" y="595"/>
                    </a:lnTo>
                    <a:lnTo>
                      <a:pt x="2374" y="710"/>
                    </a:lnTo>
                    <a:lnTo>
                      <a:pt x="2177" y="842"/>
                    </a:lnTo>
                    <a:lnTo>
                      <a:pt x="1979" y="974"/>
                    </a:lnTo>
                    <a:lnTo>
                      <a:pt x="1797" y="1122"/>
                    </a:lnTo>
                    <a:lnTo>
                      <a:pt x="1616" y="1287"/>
                    </a:lnTo>
                    <a:lnTo>
                      <a:pt x="1435" y="1452"/>
                    </a:lnTo>
                    <a:lnTo>
                      <a:pt x="1286" y="1617"/>
                    </a:lnTo>
                    <a:lnTo>
                      <a:pt x="1121" y="1798"/>
                    </a:lnTo>
                    <a:lnTo>
                      <a:pt x="973" y="1980"/>
                    </a:lnTo>
                    <a:lnTo>
                      <a:pt x="841" y="2177"/>
                    </a:lnTo>
                    <a:lnTo>
                      <a:pt x="709" y="2375"/>
                    </a:lnTo>
                    <a:lnTo>
                      <a:pt x="594" y="2590"/>
                    </a:lnTo>
                    <a:lnTo>
                      <a:pt x="478" y="2788"/>
                    </a:lnTo>
                    <a:lnTo>
                      <a:pt x="379" y="3018"/>
                    </a:lnTo>
                    <a:lnTo>
                      <a:pt x="297" y="3233"/>
                    </a:lnTo>
                    <a:lnTo>
                      <a:pt x="214" y="3464"/>
                    </a:lnTo>
                    <a:lnTo>
                      <a:pt x="148" y="3694"/>
                    </a:lnTo>
                    <a:lnTo>
                      <a:pt x="99" y="3942"/>
                    </a:lnTo>
                    <a:lnTo>
                      <a:pt x="50" y="4189"/>
                    </a:lnTo>
                    <a:lnTo>
                      <a:pt x="17" y="4420"/>
                    </a:lnTo>
                    <a:lnTo>
                      <a:pt x="0" y="4684"/>
                    </a:lnTo>
                    <a:lnTo>
                      <a:pt x="0" y="4931"/>
                    </a:lnTo>
                    <a:lnTo>
                      <a:pt x="0" y="5178"/>
                    </a:lnTo>
                    <a:lnTo>
                      <a:pt x="17" y="5442"/>
                    </a:lnTo>
                    <a:lnTo>
                      <a:pt x="50" y="5689"/>
                    </a:lnTo>
                    <a:lnTo>
                      <a:pt x="99" y="5920"/>
                    </a:lnTo>
                    <a:lnTo>
                      <a:pt x="148" y="6168"/>
                    </a:lnTo>
                    <a:lnTo>
                      <a:pt x="214" y="6398"/>
                    </a:lnTo>
                    <a:lnTo>
                      <a:pt x="297" y="6629"/>
                    </a:lnTo>
                    <a:lnTo>
                      <a:pt x="379" y="6844"/>
                    </a:lnTo>
                    <a:lnTo>
                      <a:pt x="478" y="7074"/>
                    </a:lnTo>
                    <a:lnTo>
                      <a:pt x="594" y="7289"/>
                    </a:lnTo>
                    <a:lnTo>
                      <a:pt x="709" y="7487"/>
                    </a:lnTo>
                    <a:lnTo>
                      <a:pt x="841" y="7685"/>
                    </a:lnTo>
                    <a:lnTo>
                      <a:pt x="973" y="7882"/>
                    </a:lnTo>
                    <a:lnTo>
                      <a:pt x="1121" y="8064"/>
                    </a:lnTo>
                    <a:lnTo>
                      <a:pt x="1286" y="8245"/>
                    </a:lnTo>
                    <a:lnTo>
                      <a:pt x="1435" y="8427"/>
                    </a:lnTo>
                    <a:lnTo>
                      <a:pt x="1616" y="8575"/>
                    </a:lnTo>
                    <a:lnTo>
                      <a:pt x="1797" y="8740"/>
                    </a:lnTo>
                    <a:lnTo>
                      <a:pt x="1979" y="8888"/>
                    </a:lnTo>
                    <a:lnTo>
                      <a:pt x="2177" y="9020"/>
                    </a:lnTo>
                    <a:lnTo>
                      <a:pt x="2374" y="9152"/>
                    </a:lnTo>
                    <a:lnTo>
                      <a:pt x="2572" y="9267"/>
                    </a:lnTo>
                    <a:lnTo>
                      <a:pt x="2787" y="9383"/>
                    </a:lnTo>
                    <a:lnTo>
                      <a:pt x="3001" y="9482"/>
                    </a:lnTo>
                    <a:lnTo>
                      <a:pt x="3232" y="9564"/>
                    </a:lnTo>
                    <a:lnTo>
                      <a:pt x="3463" y="9647"/>
                    </a:lnTo>
                    <a:lnTo>
                      <a:pt x="3693" y="9713"/>
                    </a:lnTo>
                    <a:lnTo>
                      <a:pt x="3941" y="9762"/>
                    </a:lnTo>
                    <a:lnTo>
                      <a:pt x="4172" y="9812"/>
                    </a:lnTo>
                    <a:lnTo>
                      <a:pt x="4419" y="9845"/>
                    </a:lnTo>
                    <a:lnTo>
                      <a:pt x="4666" y="9861"/>
                    </a:lnTo>
                    <a:lnTo>
                      <a:pt x="5177" y="9861"/>
                    </a:lnTo>
                    <a:lnTo>
                      <a:pt x="5425" y="9845"/>
                    </a:lnTo>
                    <a:lnTo>
                      <a:pt x="5672" y="9812"/>
                    </a:lnTo>
                    <a:lnTo>
                      <a:pt x="5919" y="9762"/>
                    </a:lnTo>
                    <a:lnTo>
                      <a:pt x="6167" y="9713"/>
                    </a:lnTo>
                    <a:lnTo>
                      <a:pt x="6398" y="9647"/>
                    </a:lnTo>
                    <a:lnTo>
                      <a:pt x="6628" y="9564"/>
                    </a:lnTo>
                    <a:lnTo>
                      <a:pt x="6843" y="9482"/>
                    </a:lnTo>
                    <a:lnTo>
                      <a:pt x="7074" y="9383"/>
                    </a:lnTo>
                    <a:lnTo>
                      <a:pt x="7271" y="9267"/>
                    </a:lnTo>
                    <a:lnTo>
                      <a:pt x="7486" y="9152"/>
                    </a:lnTo>
                    <a:lnTo>
                      <a:pt x="7684" y="9020"/>
                    </a:lnTo>
                    <a:lnTo>
                      <a:pt x="7881" y="8888"/>
                    </a:lnTo>
                    <a:lnTo>
                      <a:pt x="8063" y="8740"/>
                    </a:lnTo>
                    <a:lnTo>
                      <a:pt x="8244" y="8575"/>
                    </a:lnTo>
                    <a:lnTo>
                      <a:pt x="8409" y="8427"/>
                    </a:lnTo>
                    <a:lnTo>
                      <a:pt x="8574" y="8245"/>
                    </a:lnTo>
                    <a:lnTo>
                      <a:pt x="8739" y="8064"/>
                    </a:lnTo>
                    <a:lnTo>
                      <a:pt x="8887" y="7882"/>
                    </a:lnTo>
                    <a:lnTo>
                      <a:pt x="9019" y="7685"/>
                    </a:lnTo>
                    <a:lnTo>
                      <a:pt x="9151" y="7487"/>
                    </a:lnTo>
                    <a:lnTo>
                      <a:pt x="9266" y="7289"/>
                    </a:lnTo>
                    <a:lnTo>
                      <a:pt x="9365" y="7074"/>
                    </a:lnTo>
                    <a:lnTo>
                      <a:pt x="9464" y="6844"/>
                    </a:lnTo>
                    <a:lnTo>
                      <a:pt x="9563" y="6629"/>
                    </a:lnTo>
                    <a:lnTo>
                      <a:pt x="9629" y="6398"/>
                    </a:lnTo>
                    <a:lnTo>
                      <a:pt x="9695" y="6168"/>
                    </a:lnTo>
                    <a:lnTo>
                      <a:pt x="9761" y="5920"/>
                    </a:lnTo>
                    <a:lnTo>
                      <a:pt x="9794" y="5689"/>
                    </a:lnTo>
                    <a:lnTo>
                      <a:pt x="9827" y="5442"/>
                    </a:lnTo>
                    <a:lnTo>
                      <a:pt x="9860" y="5178"/>
                    </a:lnTo>
                    <a:lnTo>
                      <a:pt x="9860" y="4931"/>
                    </a:lnTo>
                    <a:lnTo>
                      <a:pt x="9860" y="4684"/>
                    </a:lnTo>
                    <a:lnTo>
                      <a:pt x="9827" y="4420"/>
                    </a:lnTo>
                    <a:lnTo>
                      <a:pt x="9794" y="4189"/>
                    </a:lnTo>
                    <a:lnTo>
                      <a:pt x="9761" y="3942"/>
                    </a:lnTo>
                    <a:lnTo>
                      <a:pt x="9695" y="3694"/>
                    </a:lnTo>
                    <a:lnTo>
                      <a:pt x="9629" y="3464"/>
                    </a:lnTo>
                    <a:lnTo>
                      <a:pt x="9563" y="3233"/>
                    </a:lnTo>
                    <a:lnTo>
                      <a:pt x="9464" y="3018"/>
                    </a:lnTo>
                    <a:lnTo>
                      <a:pt x="9365" y="2788"/>
                    </a:lnTo>
                    <a:lnTo>
                      <a:pt x="9266" y="2590"/>
                    </a:lnTo>
                    <a:lnTo>
                      <a:pt x="9151" y="2375"/>
                    </a:lnTo>
                    <a:lnTo>
                      <a:pt x="9019" y="2177"/>
                    </a:lnTo>
                    <a:lnTo>
                      <a:pt x="8887" y="1980"/>
                    </a:lnTo>
                    <a:lnTo>
                      <a:pt x="8739" y="1798"/>
                    </a:lnTo>
                    <a:lnTo>
                      <a:pt x="8574" y="1617"/>
                    </a:lnTo>
                    <a:lnTo>
                      <a:pt x="8409" y="1452"/>
                    </a:lnTo>
                    <a:lnTo>
                      <a:pt x="8244" y="1287"/>
                    </a:lnTo>
                    <a:lnTo>
                      <a:pt x="8063" y="1122"/>
                    </a:lnTo>
                    <a:lnTo>
                      <a:pt x="7881" y="974"/>
                    </a:lnTo>
                    <a:lnTo>
                      <a:pt x="7684" y="842"/>
                    </a:lnTo>
                    <a:lnTo>
                      <a:pt x="7486" y="710"/>
                    </a:lnTo>
                    <a:lnTo>
                      <a:pt x="7271" y="595"/>
                    </a:lnTo>
                    <a:lnTo>
                      <a:pt x="7074" y="496"/>
                    </a:lnTo>
                    <a:lnTo>
                      <a:pt x="6843" y="397"/>
                    </a:lnTo>
                    <a:lnTo>
                      <a:pt x="6628" y="298"/>
                    </a:lnTo>
                    <a:lnTo>
                      <a:pt x="6398" y="215"/>
                    </a:lnTo>
                    <a:lnTo>
                      <a:pt x="6167" y="149"/>
                    </a:lnTo>
                    <a:lnTo>
                      <a:pt x="5919" y="100"/>
                    </a:lnTo>
                    <a:lnTo>
                      <a:pt x="5672" y="50"/>
                    </a:lnTo>
                    <a:lnTo>
                      <a:pt x="5425" y="34"/>
                    </a:lnTo>
                    <a:lnTo>
                      <a:pt x="517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4037925" y="913725"/>
                <a:ext cx="98550" cy="131100"/>
              </a:xfrm>
              <a:custGeom>
                <a:avLst/>
                <a:gdLst/>
                <a:ahLst/>
                <a:cxnLst/>
                <a:rect l="l" t="t" r="r" b="b"/>
                <a:pathLst>
                  <a:path w="3942" h="5244" extrusionOk="0">
                    <a:moveTo>
                      <a:pt x="1" y="0"/>
                    </a:moveTo>
                    <a:lnTo>
                      <a:pt x="1" y="5244"/>
                    </a:lnTo>
                    <a:lnTo>
                      <a:pt x="3941" y="26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3947250" y="1364275"/>
                <a:ext cx="246525" cy="246525"/>
              </a:xfrm>
              <a:custGeom>
                <a:avLst/>
                <a:gdLst/>
                <a:ahLst/>
                <a:cxnLst/>
                <a:rect l="l" t="t" r="r" b="b"/>
                <a:pathLst>
                  <a:path w="9861" h="9861" extrusionOk="0">
                    <a:moveTo>
                      <a:pt x="4930" y="0"/>
                    </a:moveTo>
                    <a:lnTo>
                      <a:pt x="4666" y="17"/>
                    </a:lnTo>
                    <a:lnTo>
                      <a:pt x="4419" y="33"/>
                    </a:lnTo>
                    <a:lnTo>
                      <a:pt x="4172" y="66"/>
                    </a:lnTo>
                    <a:lnTo>
                      <a:pt x="3941" y="99"/>
                    </a:lnTo>
                    <a:lnTo>
                      <a:pt x="3693" y="165"/>
                    </a:lnTo>
                    <a:lnTo>
                      <a:pt x="3463" y="231"/>
                    </a:lnTo>
                    <a:lnTo>
                      <a:pt x="3232" y="313"/>
                    </a:lnTo>
                    <a:lnTo>
                      <a:pt x="3001" y="396"/>
                    </a:lnTo>
                    <a:lnTo>
                      <a:pt x="2787" y="495"/>
                    </a:lnTo>
                    <a:lnTo>
                      <a:pt x="2572" y="610"/>
                    </a:lnTo>
                    <a:lnTo>
                      <a:pt x="2374" y="726"/>
                    </a:lnTo>
                    <a:lnTo>
                      <a:pt x="2177" y="841"/>
                    </a:lnTo>
                    <a:lnTo>
                      <a:pt x="1979" y="989"/>
                    </a:lnTo>
                    <a:lnTo>
                      <a:pt x="1797" y="1138"/>
                    </a:lnTo>
                    <a:lnTo>
                      <a:pt x="1616" y="1286"/>
                    </a:lnTo>
                    <a:lnTo>
                      <a:pt x="1435" y="1451"/>
                    </a:lnTo>
                    <a:lnTo>
                      <a:pt x="1286" y="1616"/>
                    </a:lnTo>
                    <a:lnTo>
                      <a:pt x="1121" y="1797"/>
                    </a:lnTo>
                    <a:lnTo>
                      <a:pt x="973" y="1995"/>
                    </a:lnTo>
                    <a:lnTo>
                      <a:pt x="841" y="2177"/>
                    </a:lnTo>
                    <a:lnTo>
                      <a:pt x="709" y="2374"/>
                    </a:lnTo>
                    <a:lnTo>
                      <a:pt x="594" y="2589"/>
                    </a:lnTo>
                    <a:lnTo>
                      <a:pt x="478" y="2803"/>
                    </a:lnTo>
                    <a:lnTo>
                      <a:pt x="379" y="3017"/>
                    </a:lnTo>
                    <a:lnTo>
                      <a:pt x="297" y="3248"/>
                    </a:lnTo>
                    <a:lnTo>
                      <a:pt x="214" y="3479"/>
                    </a:lnTo>
                    <a:lnTo>
                      <a:pt x="148" y="3710"/>
                    </a:lnTo>
                    <a:lnTo>
                      <a:pt x="99" y="3941"/>
                    </a:lnTo>
                    <a:lnTo>
                      <a:pt x="50" y="4188"/>
                    </a:lnTo>
                    <a:lnTo>
                      <a:pt x="17" y="4435"/>
                    </a:lnTo>
                    <a:lnTo>
                      <a:pt x="0" y="4683"/>
                    </a:lnTo>
                    <a:lnTo>
                      <a:pt x="0" y="4930"/>
                    </a:lnTo>
                    <a:lnTo>
                      <a:pt x="0" y="5194"/>
                    </a:lnTo>
                    <a:lnTo>
                      <a:pt x="17" y="5441"/>
                    </a:lnTo>
                    <a:lnTo>
                      <a:pt x="50" y="5689"/>
                    </a:lnTo>
                    <a:lnTo>
                      <a:pt x="99" y="5936"/>
                    </a:lnTo>
                    <a:lnTo>
                      <a:pt x="148" y="6167"/>
                    </a:lnTo>
                    <a:lnTo>
                      <a:pt x="214" y="6398"/>
                    </a:lnTo>
                    <a:lnTo>
                      <a:pt x="297" y="6628"/>
                    </a:lnTo>
                    <a:lnTo>
                      <a:pt x="379" y="6859"/>
                    </a:lnTo>
                    <a:lnTo>
                      <a:pt x="478" y="7074"/>
                    </a:lnTo>
                    <a:lnTo>
                      <a:pt x="594" y="7288"/>
                    </a:lnTo>
                    <a:lnTo>
                      <a:pt x="709" y="7502"/>
                    </a:lnTo>
                    <a:lnTo>
                      <a:pt x="841" y="7700"/>
                    </a:lnTo>
                    <a:lnTo>
                      <a:pt x="973" y="7881"/>
                    </a:lnTo>
                    <a:lnTo>
                      <a:pt x="1121" y="8079"/>
                    </a:lnTo>
                    <a:lnTo>
                      <a:pt x="1286" y="8261"/>
                    </a:lnTo>
                    <a:lnTo>
                      <a:pt x="1435" y="8426"/>
                    </a:lnTo>
                    <a:lnTo>
                      <a:pt x="1616" y="8590"/>
                    </a:lnTo>
                    <a:lnTo>
                      <a:pt x="1797" y="8739"/>
                    </a:lnTo>
                    <a:lnTo>
                      <a:pt x="1979" y="8887"/>
                    </a:lnTo>
                    <a:lnTo>
                      <a:pt x="2177" y="9019"/>
                    </a:lnTo>
                    <a:lnTo>
                      <a:pt x="2374" y="9151"/>
                    </a:lnTo>
                    <a:lnTo>
                      <a:pt x="2572" y="9267"/>
                    </a:lnTo>
                    <a:lnTo>
                      <a:pt x="2787" y="9382"/>
                    </a:lnTo>
                    <a:lnTo>
                      <a:pt x="3001" y="9481"/>
                    </a:lnTo>
                    <a:lnTo>
                      <a:pt x="3232" y="9563"/>
                    </a:lnTo>
                    <a:lnTo>
                      <a:pt x="3463" y="9646"/>
                    </a:lnTo>
                    <a:lnTo>
                      <a:pt x="3693" y="9712"/>
                    </a:lnTo>
                    <a:lnTo>
                      <a:pt x="3941" y="9761"/>
                    </a:lnTo>
                    <a:lnTo>
                      <a:pt x="4172" y="9811"/>
                    </a:lnTo>
                    <a:lnTo>
                      <a:pt x="4419" y="9844"/>
                    </a:lnTo>
                    <a:lnTo>
                      <a:pt x="4666" y="9860"/>
                    </a:lnTo>
                    <a:lnTo>
                      <a:pt x="5177" y="9860"/>
                    </a:lnTo>
                    <a:lnTo>
                      <a:pt x="5425" y="9844"/>
                    </a:lnTo>
                    <a:lnTo>
                      <a:pt x="5672" y="9811"/>
                    </a:lnTo>
                    <a:lnTo>
                      <a:pt x="5919" y="9761"/>
                    </a:lnTo>
                    <a:lnTo>
                      <a:pt x="6167" y="9712"/>
                    </a:lnTo>
                    <a:lnTo>
                      <a:pt x="6398" y="9646"/>
                    </a:lnTo>
                    <a:lnTo>
                      <a:pt x="6628" y="9563"/>
                    </a:lnTo>
                    <a:lnTo>
                      <a:pt x="6843" y="9481"/>
                    </a:lnTo>
                    <a:lnTo>
                      <a:pt x="7074" y="9382"/>
                    </a:lnTo>
                    <a:lnTo>
                      <a:pt x="7271" y="9267"/>
                    </a:lnTo>
                    <a:lnTo>
                      <a:pt x="7486" y="9151"/>
                    </a:lnTo>
                    <a:lnTo>
                      <a:pt x="7684" y="9019"/>
                    </a:lnTo>
                    <a:lnTo>
                      <a:pt x="7881" y="8887"/>
                    </a:lnTo>
                    <a:lnTo>
                      <a:pt x="8063" y="8739"/>
                    </a:lnTo>
                    <a:lnTo>
                      <a:pt x="8244" y="8590"/>
                    </a:lnTo>
                    <a:lnTo>
                      <a:pt x="8409" y="8426"/>
                    </a:lnTo>
                    <a:lnTo>
                      <a:pt x="8574" y="8261"/>
                    </a:lnTo>
                    <a:lnTo>
                      <a:pt x="8739" y="8079"/>
                    </a:lnTo>
                    <a:lnTo>
                      <a:pt x="8887" y="7881"/>
                    </a:lnTo>
                    <a:lnTo>
                      <a:pt x="9019" y="7700"/>
                    </a:lnTo>
                    <a:lnTo>
                      <a:pt x="9151" y="7502"/>
                    </a:lnTo>
                    <a:lnTo>
                      <a:pt x="9266" y="7288"/>
                    </a:lnTo>
                    <a:lnTo>
                      <a:pt x="9365" y="7074"/>
                    </a:lnTo>
                    <a:lnTo>
                      <a:pt x="9464" y="6859"/>
                    </a:lnTo>
                    <a:lnTo>
                      <a:pt x="9563" y="6628"/>
                    </a:lnTo>
                    <a:lnTo>
                      <a:pt x="9629" y="6398"/>
                    </a:lnTo>
                    <a:lnTo>
                      <a:pt x="9695" y="6167"/>
                    </a:lnTo>
                    <a:lnTo>
                      <a:pt x="9761" y="5936"/>
                    </a:lnTo>
                    <a:lnTo>
                      <a:pt x="9794" y="5689"/>
                    </a:lnTo>
                    <a:lnTo>
                      <a:pt x="9827" y="5441"/>
                    </a:lnTo>
                    <a:lnTo>
                      <a:pt x="9860" y="5194"/>
                    </a:lnTo>
                    <a:lnTo>
                      <a:pt x="9860" y="4930"/>
                    </a:lnTo>
                    <a:lnTo>
                      <a:pt x="9860" y="4683"/>
                    </a:lnTo>
                    <a:lnTo>
                      <a:pt x="9827" y="4435"/>
                    </a:lnTo>
                    <a:lnTo>
                      <a:pt x="9794" y="4188"/>
                    </a:lnTo>
                    <a:lnTo>
                      <a:pt x="9761" y="3941"/>
                    </a:lnTo>
                    <a:lnTo>
                      <a:pt x="9695" y="3710"/>
                    </a:lnTo>
                    <a:lnTo>
                      <a:pt x="9629" y="3479"/>
                    </a:lnTo>
                    <a:lnTo>
                      <a:pt x="9563" y="3248"/>
                    </a:lnTo>
                    <a:lnTo>
                      <a:pt x="9464" y="3017"/>
                    </a:lnTo>
                    <a:lnTo>
                      <a:pt x="9365" y="2803"/>
                    </a:lnTo>
                    <a:lnTo>
                      <a:pt x="9266" y="2589"/>
                    </a:lnTo>
                    <a:lnTo>
                      <a:pt x="9151" y="2374"/>
                    </a:lnTo>
                    <a:lnTo>
                      <a:pt x="9019" y="2177"/>
                    </a:lnTo>
                    <a:lnTo>
                      <a:pt x="8887" y="1995"/>
                    </a:lnTo>
                    <a:lnTo>
                      <a:pt x="8739" y="1797"/>
                    </a:lnTo>
                    <a:lnTo>
                      <a:pt x="8574" y="1616"/>
                    </a:lnTo>
                    <a:lnTo>
                      <a:pt x="8409" y="1451"/>
                    </a:lnTo>
                    <a:lnTo>
                      <a:pt x="8244" y="1286"/>
                    </a:lnTo>
                    <a:lnTo>
                      <a:pt x="8063" y="1138"/>
                    </a:lnTo>
                    <a:lnTo>
                      <a:pt x="7881" y="989"/>
                    </a:lnTo>
                    <a:lnTo>
                      <a:pt x="7684" y="841"/>
                    </a:lnTo>
                    <a:lnTo>
                      <a:pt x="7486" y="726"/>
                    </a:lnTo>
                    <a:lnTo>
                      <a:pt x="7271" y="610"/>
                    </a:lnTo>
                    <a:lnTo>
                      <a:pt x="7074" y="495"/>
                    </a:lnTo>
                    <a:lnTo>
                      <a:pt x="6843" y="396"/>
                    </a:lnTo>
                    <a:lnTo>
                      <a:pt x="6628" y="313"/>
                    </a:lnTo>
                    <a:lnTo>
                      <a:pt x="6398" y="231"/>
                    </a:lnTo>
                    <a:lnTo>
                      <a:pt x="6167" y="165"/>
                    </a:lnTo>
                    <a:lnTo>
                      <a:pt x="5919" y="99"/>
                    </a:lnTo>
                    <a:lnTo>
                      <a:pt x="5672" y="66"/>
                    </a:lnTo>
                    <a:lnTo>
                      <a:pt x="5425" y="33"/>
                    </a:lnTo>
                    <a:lnTo>
                      <a:pt x="5177" y="17"/>
                    </a:lnTo>
                    <a:lnTo>
                      <a:pt x="493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4037925" y="1422375"/>
                <a:ext cx="98550" cy="130700"/>
              </a:xfrm>
              <a:custGeom>
                <a:avLst/>
                <a:gdLst/>
                <a:ahLst/>
                <a:cxnLst/>
                <a:rect l="l" t="t" r="r" b="b"/>
                <a:pathLst>
                  <a:path w="3942" h="5228" extrusionOk="0">
                    <a:moveTo>
                      <a:pt x="1" y="1"/>
                    </a:moveTo>
                    <a:lnTo>
                      <a:pt x="1" y="5228"/>
                    </a:lnTo>
                    <a:lnTo>
                      <a:pt x="3941" y="26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3947250" y="1872925"/>
                <a:ext cx="246525" cy="246525"/>
              </a:xfrm>
              <a:custGeom>
                <a:avLst/>
                <a:gdLst/>
                <a:ahLst/>
                <a:cxnLst/>
                <a:rect l="l" t="t" r="r" b="b"/>
                <a:pathLst>
                  <a:path w="9861" h="9861" extrusionOk="0">
                    <a:moveTo>
                      <a:pt x="4666" y="1"/>
                    </a:moveTo>
                    <a:lnTo>
                      <a:pt x="4419" y="17"/>
                    </a:lnTo>
                    <a:lnTo>
                      <a:pt x="4172" y="50"/>
                    </a:lnTo>
                    <a:lnTo>
                      <a:pt x="3941" y="100"/>
                    </a:lnTo>
                    <a:lnTo>
                      <a:pt x="3693" y="149"/>
                    </a:lnTo>
                    <a:lnTo>
                      <a:pt x="3463" y="215"/>
                    </a:lnTo>
                    <a:lnTo>
                      <a:pt x="3232" y="297"/>
                    </a:lnTo>
                    <a:lnTo>
                      <a:pt x="3001" y="380"/>
                    </a:lnTo>
                    <a:lnTo>
                      <a:pt x="2787" y="479"/>
                    </a:lnTo>
                    <a:lnTo>
                      <a:pt x="2572" y="594"/>
                    </a:lnTo>
                    <a:lnTo>
                      <a:pt x="2374" y="710"/>
                    </a:lnTo>
                    <a:lnTo>
                      <a:pt x="2177" y="842"/>
                    </a:lnTo>
                    <a:lnTo>
                      <a:pt x="1979" y="973"/>
                    </a:lnTo>
                    <a:lnTo>
                      <a:pt x="1797" y="1122"/>
                    </a:lnTo>
                    <a:lnTo>
                      <a:pt x="1616" y="1270"/>
                    </a:lnTo>
                    <a:lnTo>
                      <a:pt x="1435" y="1435"/>
                    </a:lnTo>
                    <a:lnTo>
                      <a:pt x="1286" y="1617"/>
                    </a:lnTo>
                    <a:lnTo>
                      <a:pt x="1121" y="1798"/>
                    </a:lnTo>
                    <a:lnTo>
                      <a:pt x="973" y="1979"/>
                    </a:lnTo>
                    <a:lnTo>
                      <a:pt x="841" y="2177"/>
                    </a:lnTo>
                    <a:lnTo>
                      <a:pt x="709" y="2375"/>
                    </a:lnTo>
                    <a:lnTo>
                      <a:pt x="594" y="2573"/>
                    </a:lnTo>
                    <a:lnTo>
                      <a:pt x="478" y="2787"/>
                    </a:lnTo>
                    <a:lnTo>
                      <a:pt x="379" y="3002"/>
                    </a:lnTo>
                    <a:lnTo>
                      <a:pt x="297" y="3232"/>
                    </a:lnTo>
                    <a:lnTo>
                      <a:pt x="214" y="3463"/>
                    </a:lnTo>
                    <a:lnTo>
                      <a:pt x="148" y="3694"/>
                    </a:lnTo>
                    <a:lnTo>
                      <a:pt x="99" y="3941"/>
                    </a:lnTo>
                    <a:lnTo>
                      <a:pt x="50" y="4172"/>
                    </a:lnTo>
                    <a:lnTo>
                      <a:pt x="17" y="4420"/>
                    </a:lnTo>
                    <a:lnTo>
                      <a:pt x="0" y="4667"/>
                    </a:lnTo>
                    <a:lnTo>
                      <a:pt x="0" y="4931"/>
                    </a:lnTo>
                    <a:lnTo>
                      <a:pt x="0" y="5178"/>
                    </a:lnTo>
                    <a:lnTo>
                      <a:pt x="17" y="5425"/>
                    </a:lnTo>
                    <a:lnTo>
                      <a:pt x="50" y="5673"/>
                    </a:lnTo>
                    <a:lnTo>
                      <a:pt x="99" y="5920"/>
                    </a:lnTo>
                    <a:lnTo>
                      <a:pt x="148" y="6167"/>
                    </a:lnTo>
                    <a:lnTo>
                      <a:pt x="214" y="6398"/>
                    </a:lnTo>
                    <a:lnTo>
                      <a:pt x="297" y="6629"/>
                    </a:lnTo>
                    <a:lnTo>
                      <a:pt x="379" y="6843"/>
                    </a:lnTo>
                    <a:lnTo>
                      <a:pt x="478" y="7058"/>
                    </a:lnTo>
                    <a:lnTo>
                      <a:pt x="594" y="7272"/>
                    </a:lnTo>
                    <a:lnTo>
                      <a:pt x="709" y="7486"/>
                    </a:lnTo>
                    <a:lnTo>
                      <a:pt x="841" y="7684"/>
                    </a:lnTo>
                    <a:lnTo>
                      <a:pt x="973" y="7882"/>
                    </a:lnTo>
                    <a:lnTo>
                      <a:pt x="1121" y="8063"/>
                    </a:lnTo>
                    <a:lnTo>
                      <a:pt x="1286" y="8245"/>
                    </a:lnTo>
                    <a:lnTo>
                      <a:pt x="1435" y="8410"/>
                    </a:lnTo>
                    <a:lnTo>
                      <a:pt x="1616" y="8575"/>
                    </a:lnTo>
                    <a:lnTo>
                      <a:pt x="1797" y="8739"/>
                    </a:lnTo>
                    <a:lnTo>
                      <a:pt x="1979" y="8871"/>
                    </a:lnTo>
                    <a:lnTo>
                      <a:pt x="2177" y="9020"/>
                    </a:lnTo>
                    <a:lnTo>
                      <a:pt x="2374" y="9152"/>
                    </a:lnTo>
                    <a:lnTo>
                      <a:pt x="2572" y="9267"/>
                    </a:lnTo>
                    <a:lnTo>
                      <a:pt x="2787" y="9366"/>
                    </a:lnTo>
                    <a:lnTo>
                      <a:pt x="3001" y="9465"/>
                    </a:lnTo>
                    <a:lnTo>
                      <a:pt x="3232" y="9564"/>
                    </a:lnTo>
                    <a:lnTo>
                      <a:pt x="3463" y="9630"/>
                    </a:lnTo>
                    <a:lnTo>
                      <a:pt x="3693" y="9696"/>
                    </a:lnTo>
                    <a:lnTo>
                      <a:pt x="3941" y="9762"/>
                    </a:lnTo>
                    <a:lnTo>
                      <a:pt x="4172" y="9795"/>
                    </a:lnTo>
                    <a:lnTo>
                      <a:pt x="4419" y="9828"/>
                    </a:lnTo>
                    <a:lnTo>
                      <a:pt x="4666" y="9844"/>
                    </a:lnTo>
                    <a:lnTo>
                      <a:pt x="4930" y="9861"/>
                    </a:lnTo>
                    <a:lnTo>
                      <a:pt x="5177" y="9844"/>
                    </a:lnTo>
                    <a:lnTo>
                      <a:pt x="5425" y="9828"/>
                    </a:lnTo>
                    <a:lnTo>
                      <a:pt x="5672" y="9795"/>
                    </a:lnTo>
                    <a:lnTo>
                      <a:pt x="5919" y="9762"/>
                    </a:lnTo>
                    <a:lnTo>
                      <a:pt x="6167" y="9696"/>
                    </a:lnTo>
                    <a:lnTo>
                      <a:pt x="6398" y="9630"/>
                    </a:lnTo>
                    <a:lnTo>
                      <a:pt x="6628" y="9564"/>
                    </a:lnTo>
                    <a:lnTo>
                      <a:pt x="6843" y="9465"/>
                    </a:lnTo>
                    <a:lnTo>
                      <a:pt x="7074" y="9366"/>
                    </a:lnTo>
                    <a:lnTo>
                      <a:pt x="7271" y="9267"/>
                    </a:lnTo>
                    <a:lnTo>
                      <a:pt x="7486" y="9152"/>
                    </a:lnTo>
                    <a:lnTo>
                      <a:pt x="7684" y="9020"/>
                    </a:lnTo>
                    <a:lnTo>
                      <a:pt x="7881" y="8871"/>
                    </a:lnTo>
                    <a:lnTo>
                      <a:pt x="8063" y="8739"/>
                    </a:lnTo>
                    <a:lnTo>
                      <a:pt x="8244" y="8575"/>
                    </a:lnTo>
                    <a:lnTo>
                      <a:pt x="8409" y="8410"/>
                    </a:lnTo>
                    <a:lnTo>
                      <a:pt x="8574" y="8245"/>
                    </a:lnTo>
                    <a:lnTo>
                      <a:pt x="8739" y="8063"/>
                    </a:lnTo>
                    <a:lnTo>
                      <a:pt x="8887" y="7882"/>
                    </a:lnTo>
                    <a:lnTo>
                      <a:pt x="9019" y="7684"/>
                    </a:lnTo>
                    <a:lnTo>
                      <a:pt x="9151" y="7486"/>
                    </a:lnTo>
                    <a:lnTo>
                      <a:pt x="9266" y="7272"/>
                    </a:lnTo>
                    <a:lnTo>
                      <a:pt x="9365" y="7058"/>
                    </a:lnTo>
                    <a:lnTo>
                      <a:pt x="9464" y="6843"/>
                    </a:lnTo>
                    <a:lnTo>
                      <a:pt x="9563" y="6629"/>
                    </a:lnTo>
                    <a:lnTo>
                      <a:pt x="9629" y="6398"/>
                    </a:lnTo>
                    <a:lnTo>
                      <a:pt x="9695" y="6167"/>
                    </a:lnTo>
                    <a:lnTo>
                      <a:pt x="9761" y="5920"/>
                    </a:lnTo>
                    <a:lnTo>
                      <a:pt x="9794" y="5673"/>
                    </a:lnTo>
                    <a:lnTo>
                      <a:pt x="9827" y="5425"/>
                    </a:lnTo>
                    <a:lnTo>
                      <a:pt x="9860" y="5178"/>
                    </a:lnTo>
                    <a:lnTo>
                      <a:pt x="9860" y="4931"/>
                    </a:lnTo>
                    <a:lnTo>
                      <a:pt x="9860" y="4667"/>
                    </a:lnTo>
                    <a:lnTo>
                      <a:pt x="9827" y="4420"/>
                    </a:lnTo>
                    <a:lnTo>
                      <a:pt x="9794" y="4172"/>
                    </a:lnTo>
                    <a:lnTo>
                      <a:pt x="9761" y="3941"/>
                    </a:lnTo>
                    <a:lnTo>
                      <a:pt x="9695" y="3694"/>
                    </a:lnTo>
                    <a:lnTo>
                      <a:pt x="9629" y="3463"/>
                    </a:lnTo>
                    <a:lnTo>
                      <a:pt x="9563" y="3232"/>
                    </a:lnTo>
                    <a:lnTo>
                      <a:pt x="9464" y="3002"/>
                    </a:lnTo>
                    <a:lnTo>
                      <a:pt x="9365" y="2787"/>
                    </a:lnTo>
                    <a:lnTo>
                      <a:pt x="9266" y="2573"/>
                    </a:lnTo>
                    <a:lnTo>
                      <a:pt x="9151" y="2375"/>
                    </a:lnTo>
                    <a:lnTo>
                      <a:pt x="9019" y="2177"/>
                    </a:lnTo>
                    <a:lnTo>
                      <a:pt x="8887" y="1979"/>
                    </a:lnTo>
                    <a:lnTo>
                      <a:pt x="8739" y="1798"/>
                    </a:lnTo>
                    <a:lnTo>
                      <a:pt x="8574" y="1617"/>
                    </a:lnTo>
                    <a:lnTo>
                      <a:pt x="8409" y="1435"/>
                    </a:lnTo>
                    <a:lnTo>
                      <a:pt x="8244" y="1270"/>
                    </a:lnTo>
                    <a:lnTo>
                      <a:pt x="8063" y="1122"/>
                    </a:lnTo>
                    <a:lnTo>
                      <a:pt x="7881" y="973"/>
                    </a:lnTo>
                    <a:lnTo>
                      <a:pt x="7684" y="842"/>
                    </a:lnTo>
                    <a:lnTo>
                      <a:pt x="7486" y="710"/>
                    </a:lnTo>
                    <a:lnTo>
                      <a:pt x="7271" y="594"/>
                    </a:lnTo>
                    <a:lnTo>
                      <a:pt x="7074" y="479"/>
                    </a:lnTo>
                    <a:lnTo>
                      <a:pt x="6843" y="380"/>
                    </a:lnTo>
                    <a:lnTo>
                      <a:pt x="6628" y="297"/>
                    </a:lnTo>
                    <a:lnTo>
                      <a:pt x="6398" y="215"/>
                    </a:lnTo>
                    <a:lnTo>
                      <a:pt x="6167" y="149"/>
                    </a:lnTo>
                    <a:lnTo>
                      <a:pt x="5919" y="100"/>
                    </a:lnTo>
                    <a:lnTo>
                      <a:pt x="5672" y="50"/>
                    </a:lnTo>
                    <a:lnTo>
                      <a:pt x="5425" y="17"/>
                    </a:lnTo>
                    <a:lnTo>
                      <a:pt x="51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4037925" y="1930650"/>
                <a:ext cx="98550" cy="130675"/>
              </a:xfrm>
              <a:custGeom>
                <a:avLst/>
                <a:gdLst/>
                <a:ahLst/>
                <a:cxnLst/>
                <a:rect l="l" t="t" r="r" b="b"/>
                <a:pathLst>
                  <a:path w="3942" h="5227" extrusionOk="0">
                    <a:moveTo>
                      <a:pt x="1" y="0"/>
                    </a:moveTo>
                    <a:lnTo>
                      <a:pt x="1" y="5227"/>
                    </a:lnTo>
                    <a:lnTo>
                      <a:pt x="3941" y="26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458" name="Google Shape;1458;p29"/>
          <p:cNvSpPr txBox="1"/>
          <p:nvPr/>
        </p:nvSpPr>
        <p:spPr>
          <a:xfrm>
            <a:off x="8986300" y="3316667"/>
            <a:ext cx="1152400" cy="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2k</a:t>
            </a:r>
            <a:endParaRPr sz="32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459" name="Google Shape;1459;p29"/>
          <p:cNvGrpSpPr/>
          <p:nvPr/>
        </p:nvGrpSpPr>
        <p:grpSpPr>
          <a:xfrm>
            <a:off x="6745085" y="3007193"/>
            <a:ext cx="4822000" cy="1441000"/>
            <a:chOff x="5070300" y="2210738"/>
            <a:chExt cx="3616500" cy="1080750"/>
          </a:xfrm>
        </p:grpSpPr>
        <p:cxnSp>
          <p:nvCxnSpPr>
            <p:cNvPr id="1460" name="Google Shape;1460;p29"/>
            <p:cNvCxnSpPr>
              <a:stCxn id="1461" idx="3"/>
            </p:cNvCxnSpPr>
            <p:nvPr/>
          </p:nvCxnSpPr>
          <p:spPr>
            <a:xfrm rot="10800000">
              <a:off x="5070300" y="2210738"/>
              <a:ext cx="1779300" cy="9567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1462" name="Google Shape;1462;p29"/>
            <p:cNvGrpSpPr/>
            <p:nvPr/>
          </p:nvGrpSpPr>
          <p:grpSpPr>
            <a:xfrm>
              <a:off x="6849600" y="3044588"/>
              <a:ext cx="1837200" cy="246900"/>
              <a:chOff x="6849750" y="2527775"/>
              <a:chExt cx="1837200" cy="246900"/>
            </a:xfrm>
          </p:grpSpPr>
          <p:sp>
            <p:nvSpPr>
              <p:cNvPr id="1463" name="Google Shape;1463;p29"/>
              <p:cNvSpPr/>
              <p:nvPr/>
            </p:nvSpPr>
            <p:spPr>
              <a:xfrm>
                <a:off x="6849750" y="2527775"/>
                <a:ext cx="1837200" cy="2469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 rot="-5400000">
                <a:off x="6990600" y="2387075"/>
                <a:ext cx="245400" cy="527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466" name="Google Shape;1466;p29"/>
          <p:cNvSpPr txBox="1"/>
          <p:nvPr/>
        </p:nvSpPr>
        <p:spPr>
          <a:xfrm>
            <a:off x="8986300" y="5237451"/>
            <a:ext cx="1152400" cy="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10k </a:t>
            </a:r>
            <a:endParaRPr sz="32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467" name="Google Shape;1467;p29"/>
          <p:cNvGrpSpPr/>
          <p:nvPr/>
        </p:nvGrpSpPr>
        <p:grpSpPr>
          <a:xfrm>
            <a:off x="6793868" y="3449633"/>
            <a:ext cx="4788532" cy="2859800"/>
            <a:chOff x="5095401" y="2587225"/>
            <a:chExt cx="3591399" cy="2144850"/>
          </a:xfrm>
        </p:grpSpPr>
        <p:cxnSp>
          <p:nvCxnSpPr>
            <p:cNvPr id="1468" name="Google Shape;1468;p29"/>
            <p:cNvCxnSpPr>
              <a:cxnSpLocks/>
              <a:stCxn id="1469" idx="3"/>
              <a:endCxn id="1316" idx="3"/>
            </p:cNvCxnSpPr>
            <p:nvPr/>
          </p:nvCxnSpPr>
          <p:spPr>
            <a:xfrm rot="10800000">
              <a:off x="5095401" y="2587225"/>
              <a:ext cx="1754200" cy="20208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1470" name="Google Shape;1470;p29"/>
            <p:cNvGrpSpPr/>
            <p:nvPr/>
          </p:nvGrpSpPr>
          <p:grpSpPr>
            <a:xfrm>
              <a:off x="6849599" y="4485175"/>
              <a:ext cx="1837201" cy="246900"/>
              <a:chOff x="6849749" y="2527775"/>
              <a:chExt cx="1837201" cy="246900"/>
            </a:xfrm>
          </p:grpSpPr>
          <p:sp>
            <p:nvSpPr>
              <p:cNvPr id="1471" name="Google Shape;1471;p29"/>
              <p:cNvSpPr/>
              <p:nvPr/>
            </p:nvSpPr>
            <p:spPr>
              <a:xfrm>
                <a:off x="6849750" y="2527775"/>
                <a:ext cx="1837200" cy="2469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9" name="Google Shape;1469;p29"/>
              <p:cNvSpPr/>
              <p:nvPr/>
            </p:nvSpPr>
            <p:spPr>
              <a:xfrm rot="16200000">
                <a:off x="7218267" y="2159407"/>
                <a:ext cx="245400" cy="98243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474" name="Google Shape;1474;p29"/>
          <p:cNvSpPr txBox="1"/>
          <p:nvPr/>
        </p:nvSpPr>
        <p:spPr>
          <a:xfrm>
            <a:off x="8986300" y="1396033"/>
            <a:ext cx="1152400" cy="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b="1" dirty="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23</a:t>
            </a:r>
            <a:endParaRPr sz="3200" b="1" dirty="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475" name="Google Shape;1475;p29"/>
          <p:cNvGrpSpPr/>
          <p:nvPr/>
        </p:nvGrpSpPr>
        <p:grpSpPr>
          <a:xfrm>
            <a:off x="6775202" y="2085377"/>
            <a:ext cx="4807198" cy="329200"/>
            <a:chOff x="5081402" y="1604000"/>
            <a:chExt cx="3605398" cy="246900"/>
          </a:xfrm>
        </p:grpSpPr>
        <p:cxnSp>
          <p:nvCxnSpPr>
            <p:cNvPr id="1476" name="Google Shape;1476;p29"/>
            <p:cNvCxnSpPr>
              <a:cxnSpLocks/>
              <a:stCxn id="1477" idx="3"/>
            </p:cNvCxnSpPr>
            <p:nvPr/>
          </p:nvCxnSpPr>
          <p:spPr>
            <a:xfrm rot="10800000" flipV="1">
              <a:off x="5081402" y="1726825"/>
              <a:ext cx="1768198" cy="891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1478" name="Google Shape;1478;p29"/>
            <p:cNvGrpSpPr/>
            <p:nvPr/>
          </p:nvGrpSpPr>
          <p:grpSpPr>
            <a:xfrm>
              <a:off x="6849599" y="1604000"/>
              <a:ext cx="1837201" cy="246900"/>
              <a:chOff x="6849749" y="1619275"/>
              <a:chExt cx="1837201" cy="246900"/>
            </a:xfrm>
          </p:grpSpPr>
          <p:sp>
            <p:nvSpPr>
              <p:cNvPr id="1479" name="Google Shape;1479;p29"/>
              <p:cNvSpPr/>
              <p:nvPr/>
            </p:nvSpPr>
            <p:spPr>
              <a:xfrm>
                <a:off x="6849750" y="1619275"/>
                <a:ext cx="1837200" cy="2469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 rot="16200000">
                <a:off x="6744194" y="1724955"/>
                <a:ext cx="245400" cy="3428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480" name="Google Shape;1480;p29"/>
          <p:cNvGrpSpPr/>
          <p:nvPr/>
        </p:nvGrpSpPr>
        <p:grpSpPr>
          <a:xfrm>
            <a:off x="609600" y="1318600"/>
            <a:ext cx="4128000" cy="3014311"/>
            <a:chOff x="457200" y="988950"/>
            <a:chExt cx="3096000" cy="2260733"/>
          </a:xfrm>
        </p:grpSpPr>
        <p:sp>
          <p:nvSpPr>
            <p:cNvPr id="1483" name="Google Shape;1483;p29"/>
            <p:cNvSpPr txBox="1"/>
            <p:nvPr/>
          </p:nvSpPr>
          <p:spPr>
            <a:xfrm>
              <a:off x="457200" y="2127570"/>
              <a:ext cx="2061000" cy="11221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Does the number of comments matter?</a:t>
              </a:r>
              <a:endParaRPr sz="24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4" name="Google Shape;1484;p29"/>
            <p:cNvSpPr txBox="1"/>
            <p:nvPr/>
          </p:nvSpPr>
          <p:spPr>
            <a:xfrm>
              <a:off x="457200" y="988950"/>
              <a:ext cx="10995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5333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20k</a:t>
              </a:r>
              <a:endParaRPr sz="5333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1485" name="Google Shape;1485;p29"/>
            <p:cNvCxnSpPr>
              <a:stCxn id="1484" idx="3"/>
            </p:cNvCxnSpPr>
            <p:nvPr/>
          </p:nvCxnSpPr>
          <p:spPr>
            <a:xfrm>
              <a:off x="1556700" y="1299750"/>
              <a:ext cx="1996500" cy="7869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27013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E389E-F5EC-71EB-86B5-7A3640F0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Design cont.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9A4A3A7-0388-1711-68EF-7A96FF0B4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4035963"/>
              </p:ext>
            </p:extLst>
          </p:nvPr>
        </p:nvGraphicFramePr>
        <p:xfrm>
          <a:off x="2250440" y="1690688"/>
          <a:ext cx="6954520" cy="378555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688381">
                  <a:extLst>
                    <a:ext uri="{9D8B030D-6E8A-4147-A177-3AD203B41FA5}">
                      <a16:colId xmlns:a16="http://schemas.microsoft.com/office/drawing/2014/main" val="4102265957"/>
                    </a:ext>
                  </a:extLst>
                </a:gridCol>
                <a:gridCol w="1486619">
                  <a:extLst>
                    <a:ext uri="{9D8B030D-6E8A-4147-A177-3AD203B41FA5}">
                      <a16:colId xmlns:a16="http://schemas.microsoft.com/office/drawing/2014/main" val="1137473799"/>
                    </a:ext>
                  </a:extLst>
                </a:gridCol>
                <a:gridCol w="1107309">
                  <a:extLst>
                    <a:ext uri="{9D8B030D-6E8A-4147-A177-3AD203B41FA5}">
                      <a16:colId xmlns:a16="http://schemas.microsoft.com/office/drawing/2014/main" val="1614929285"/>
                    </a:ext>
                  </a:extLst>
                </a:gridCol>
                <a:gridCol w="1141455">
                  <a:extLst>
                    <a:ext uri="{9D8B030D-6E8A-4147-A177-3AD203B41FA5}">
                      <a16:colId xmlns:a16="http://schemas.microsoft.com/office/drawing/2014/main" val="436988072"/>
                    </a:ext>
                  </a:extLst>
                </a:gridCol>
                <a:gridCol w="1530756">
                  <a:extLst>
                    <a:ext uri="{9D8B030D-6E8A-4147-A177-3AD203B41FA5}">
                      <a16:colId xmlns:a16="http://schemas.microsoft.com/office/drawing/2014/main" val="2110880203"/>
                    </a:ext>
                  </a:extLst>
                </a:gridCol>
              </a:tblGrid>
              <a:tr h="1210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Video Id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Approximate number of comments as of 9/11/2023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Episode identified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Season Identified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Found in </a:t>
                      </a:r>
                      <a:r>
                        <a:rPr lang="en-US" sz="1100" kern="100" dirty="0" err="1">
                          <a:effectLst/>
                        </a:rPr>
                        <a:t>episode.json</a:t>
                      </a:r>
                      <a:r>
                        <a:rPr lang="en-US" sz="1100" kern="100" dirty="0">
                          <a:effectLst/>
                        </a:rPr>
                        <a:t>?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647689"/>
                  </a:ext>
                </a:extLst>
              </a:tr>
              <a:tr h="2324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IAZSqXhVgk0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2000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7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Yes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8054049"/>
                  </a:ext>
                </a:extLst>
              </a:tr>
              <a:tr h="2324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oHXl4mKTHbA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2600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Yes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3351409"/>
                  </a:ext>
                </a:extLst>
              </a:tr>
              <a:tr h="2324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nK51l6GSkG4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8900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13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18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Yes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1477349"/>
                  </a:ext>
                </a:extLst>
              </a:tr>
              <a:tr h="2324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fYJDDLB45c8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759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12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Yes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171043"/>
                  </a:ext>
                </a:extLst>
              </a:tr>
              <a:tr h="2324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RYYJnYLMbzQ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6600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Yes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2281646"/>
                  </a:ext>
                </a:extLst>
              </a:tr>
              <a:tr h="3174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phOHc0u-5DA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1000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16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12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0104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	                Yes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536590"/>
                  </a:ext>
                </a:extLst>
              </a:tr>
              <a:tr h="2324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2j7apjKaemo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9800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Yes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9638518"/>
                  </a:ext>
                </a:extLst>
              </a:tr>
              <a:tr h="2324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DODBr-8Cw_U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383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5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Yes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8976317"/>
                  </a:ext>
                </a:extLst>
              </a:tr>
              <a:tr h="2324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t9ntcd-hfL8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21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6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Yes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3156056"/>
                  </a:ext>
                </a:extLst>
              </a:tr>
              <a:tr h="3984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bBNyWRe5KVA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722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10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5</a:t>
                      </a:r>
                      <a:endParaRPr lang="en-US" sz="10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Yes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1348569"/>
                  </a:ext>
                </a:extLst>
              </a:tr>
            </a:tbl>
          </a:graphicData>
        </a:graphic>
      </p:graphicFrame>
      <p:grpSp>
        <p:nvGrpSpPr>
          <p:cNvPr id="8" name="Google Shape;1228;p27">
            <a:extLst>
              <a:ext uri="{FF2B5EF4-FFF2-40B4-BE49-F238E27FC236}">
                <a16:creationId xmlns:a16="http://schemas.microsoft.com/office/drawing/2014/main" id="{C915EC0E-43FE-51F0-370C-F20E6BC24B9B}"/>
              </a:ext>
            </a:extLst>
          </p:cNvPr>
          <p:cNvGrpSpPr/>
          <p:nvPr/>
        </p:nvGrpSpPr>
        <p:grpSpPr>
          <a:xfrm>
            <a:off x="10111338" y="3992880"/>
            <a:ext cx="1846982" cy="2757190"/>
            <a:chOff x="4954592" y="984299"/>
            <a:chExt cx="3521244" cy="3747790"/>
          </a:xfrm>
        </p:grpSpPr>
        <p:sp>
          <p:nvSpPr>
            <p:cNvPr id="9" name="Google Shape;1229;p27">
              <a:extLst>
                <a:ext uri="{FF2B5EF4-FFF2-40B4-BE49-F238E27FC236}">
                  <a16:creationId xmlns:a16="http://schemas.microsoft.com/office/drawing/2014/main" id="{6BBE5C8E-59F2-F079-8A17-6D0644ABE62A}"/>
                </a:ext>
              </a:extLst>
            </p:cNvPr>
            <p:cNvSpPr/>
            <p:nvPr/>
          </p:nvSpPr>
          <p:spPr>
            <a:xfrm>
              <a:off x="6179786" y="1063150"/>
              <a:ext cx="465682" cy="617478"/>
            </a:xfrm>
            <a:custGeom>
              <a:avLst/>
              <a:gdLst/>
              <a:ahLst/>
              <a:cxnLst/>
              <a:rect l="l" t="t" r="r" b="b"/>
              <a:pathLst>
                <a:path w="41440" h="54948" extrusionOk="0">
                  <a:moveTo>
                    <a:pt x="2604" y="1"/>
                  </a:moveTo>
                  <a:lnTo>
                    <a:pt x="1" y="2041"/>
                  </a:lnTo>
                  <a:lnTo>
                    <a:pt x="38819" y="54947"/>
                  </a:lnTo>
                  <a:lnTo>
                    <a:pt x="41440" y="52925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rgbClr val="645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30;p27">
              <a:extLst>
                <a:ext uri="{FF2B5EF4-FFF2-40B4-BE49-F238E27FC236}">
                  <a16:creationId xmlns:a16="http://schemas.microsoft.com/office/drawing/2014/main" id="{8CBE6DEE-0FAF-B56C-2EFB-3BD9FA2EE78A}"/>
                </a:ext>
              </a:extLst>
            </p:cNvPr>
            <p:cNvSpPr/>
            <p:nvPr/>
          </p:nvSpPr>
          <p:spPr>
            <a:xfrm>
              <a:off x="6104296" y="984299"/>
              <a:ext cx="184216" cy="184216"/>
            </a:xfrm>
            <a:custGeom>
              <a:avLst/>
              <a:gdLst/>
              <a:ahLst/>
              <a:cxnLst/>
              <a:rect l="l" t="t" r="r" b="b"/>
              <a:pathLst>
                <a:path w="16393" h="16393" extrusionOk="0">
                  <a:moveTo>
                    <a:pt x="8196" y="0"/>
                  </a:moveTo>
                  <a:lnTo>
                    <a:pt x="7774" y="18"/>
                  </a:lnTo>
                  <a:lnTo>
                    <a:pt x="7352" y="53"/>
                  </a:lnTo>
                  <a:lnTo>
                    <a:pt x="6948" y="106"/>
                  </a:lnTo>
                  <a:lnTo>
                    <a:pt x="6543" y="176"/>
                  </a:lnTo>
                  <a:lnTo>
                    <a:pt x="6139" y="264"/>
                  </a:lnTo>
                  <a:lnTo>
                    <a:pt x="5752" y="369"/>
                  </a:lnTo>
                  <a:lnTo>
                    <a:pt x="5382" y="510"/>
                  </a:lnTo>
                  <a:lnTo>
                    <a:pt x="4995" y="651"/>
                  </a:lnTo>
                  <a:lnTo>
                    <a:pt x="4644" y="809"/>
                  </a:lnTo>
                  <a:lnTo>
                    <a:pt x="4292" y="1003"/>
                  </a:lnTo>
                  <a:lnTo>
                    <a:pt x="3940" y="1196"/>
                  </a:lnTo>
                  <a:lnTo>
                    <a:pt x="3606" y="1407"/>
                  </a:lnTo>
                  <a:lnTo>
                    <a:pt x="3289" y="1636"/>
                  </a:lnTo>
                  <a:lnTo>
                    <a:pt x="2973" y="1882"/>
                  </a:lnTo>
                  <a:lnTo>
                    <a:pt x="2674" y="2128"/>
                  </a:lnTo>
                  <a:lnTo>
                    <a:pt x="2392" y="2410"/>
                  </a:lnTo>
                  <a:lnTo>
                    <a:pt x="2128" y="2691"/>
                  </a:lnTo>
                  <a:lnTo>
                    <a:pt x="1865" y="2990"/>
                  </a:lnTo>
                  <a:lnTo>
                    <a:pt x="1618" y="3307"/>
                  </a:lnTo>
                  <a:lnTo>
                    <a:pt x="1390" y="3623"/>
                  </a:lnTo>
                  <a:lnTo>
                    <a:pt x="1179" y="3957"/>
                  </a:lnTo>
                  <a:lnTo>
                    <a:pt x="985" y="4292"/>
                  </a:lnTo>
                  <a:lnTo>
                    <a:pt x="809" y="4643"/>
                  </a:lnTo>
                  <a:lnTo>
                    <a:pt x="633" y="5013"/>
                  </a:lnTo>
                  <a:lnTo>
                    <a:pt x="493" y="5382"/>
                  </a:lnTo>
                  <a:lnTo>
                    <a:pt x="369" y="5769"/>
                  </a:lnTo>
                  <a:lnTo>
                    <a:pt x="264" y="6156"/>
                  </a:lnTo>
                  <a:lnTo>
                    <a:pt x="158" y="6543"/>
                  </a:lnTo>
                  <a:lnTo>
                    <a:pt x="88" y="6947"/>
                  </a:lnTo>
                  <a:lnTo>
                    <a:pt x="35" y="7370"/>
                  </a:lnTo>
                  <a:lnTo>
                    <a:pt x="0" y="7774"/>
                  </a:lnTo>
                  <a:lnTo>
                    <a:pt x="0" y="8196"/>
                  </a:lnTo>
                  <a:lnTo>
                    <a:pt x="0" y="8618"/>
                  </a:lnTo>
                  <a:lnTo>
                    <a:pt x="35" y="9041"/>
                  </a:lnTo>
                  <a:lnTo>
                    <a:pt x="88" y="9445"/>
                  </a:lnTo>
                  <a:lnTo>
                    <a:pt x="158" y="9850"/>
                  </a:lnTo>
                  <a:lnTo>
                    <a:pt x="264" y="10254"/>
                  </a:lnTo>
                  <a:lnTo>
                    <a:pt x="369" y="10641"/>
                  </a:lnTo>
                  <a:lnTo>
                    <a:pt x="493" y="11010"/>
                  </a:lnTo>
                  <a:lnTo>
                    <a:pt x="633" y="11397"/>
                  </a:lnTo>
                  <a:lnTo>
                    <a:pt x="809" y="11749"/>
                  </a:lnTo>
                  <a:lnTo>
                    <a:pt x="985" y="12101"/>
                  </a:lnTo>
                  <a:lnTo>
                    <a:pt x="1179" y="12453"/>
                  </a:lnTo>
                  <a:lnTo>
                    <a:pt x="1390" y="12787"/>
                  </a:lnTo>
                  <a:lnTo>
                    <a:pt x="1618" y="13103"/>
                  </a:lnTo>
                  <a:lnTo>
                    <a:pt x="1865" y="13420"/>
                  </a:lnTo>
                  <a:lnTo>
                    <a:pt x="2128" y="13719"/>
                  </a:lnTo>
                  <a:lnTo>
                    <a:pt x="2392" y="14000"/>
                  </a:lnTo>
                  <a:lnTo>
                    <a:pt x="2674" y="14264"/>
                  </a:lnTo>
                  <a:lnTo>
                    <a:pt x="2973" y="14528"/>
                  </a:lnTo>
                  <a:lnTo>
                    <a:pt x="3289" y="14774"/>
                  </a:lnTo>
                  <a:lnTo>
                    <a:pt x="3606" y="15003"/>
                  </a:lnTo>
                  <a:lnTo>
                    <a:pt x="3940" y="15214"/>
                  </a:lnTo>
                  <a:lnTo>
                    <a:pt x="4292" y="15408"/>
                  </a:lnTo>
                  <a:lnTo>
                    <a:pt x="4644" y="15583"/>
                  </a:lnTo>
                  <a:lnTo>
                    <a:pt x="4995" y="15759"/>
                  </a:lnTo>
                  <a:lnTo>
                    <a:pt x="5382" y="15900"/>
                  </a:lnTo>
                  <a:lnTo>
                    <a:pt x="5752" y="16023"/>
                  </a:lnTo>
                  <a:lnTo>
                    <a:pt x="6139" y="16146"/>
                  </a:lnTo>
                  <a:lnTo>
                    <a:pt x="6543" y="16234"/>
                  </a:lnTo>
                  <a:lnTo>
                    <a:pt x="6948" y="16305"/>
                  </a:lnTo>
                  <a:lnTo>
                    <a:pt x="7352" y="16357"/>
                  </a:lnTo>
                  <a:lnTo>
                    <a:pt x="7774" y="16393"/>
                  </a:lnTo>
                  <a:lnTo>
                    <a:pt x="8619" y="16393"/>
                  </a:lnTo>
                  <a:lnTo>
                    <a:pt x="9023" y="16357"/>
                  </a:lnTo>
                  <a:lnTo>
                    <a:pt x="9445" y="16305"/>
                  </a:lnTo>
                  <a:lnTo>
                    <a:pt x="9850" y="16234"/>
                  </a:lnTo>
                  <a:lnTo>
                    <a:pt x="10237" y="16146"/>
                  </a:lnTo>
                  <a:lnTo>
                    <a:pt x="10624" y="16023"/>
                  </a:lnTo>
                  <a:lnTo>
                    <a:pt x="11011" y="15900"/>
                  </a:lnTo>
                  <a:lnTo>
                    <a:pt x="11380" y="15759"/>
                  </a:lnTo>
                  <a:lnTo>
                    <a:pt x="11749" y="15583"/>
                  </a:lnTo>
                  <a:lnTo>
                    <a:pt x="12101" y="15408"/>
                  </a:lnTo>
                  <a:lnTo>
                    <a:pt x="12435" y="15214"/>
                  </a:lnTo>
                  <a:lnTo>
                    <a:pt x="12769" y="15003"/>
                  </a:lnTo>
                  <a:lnTo>
                    <a:pt x="13104" y="14774"/>
                  </a:lnTo>
                  <a:lnTo>
                    <a:pt x="13403" y="14528"/>
                  </a:lnTo>
                  <a:lnTo>
                    <a:pt x="13702" y="14264"/>
                  </a:lnTo>
                  <a:lnTo>
                    <a:pt x="13983" y="14000"/>
                  </a:lnTo>
                  <a:lnTo>
                    <a:pt x="14264" y="13719"/>
                  </a:lnTo>
                  <a:lnTo>
                    <a:pt x="14511" y="13420"/>
                  </a:lnTo>
                  <a:lnTo>
                    <a:pt x="14757" y="13103"/>
                  </a:lnTo>
                  <a:lnTo>
                    <a:pt x="14986" y="12787"/>
                  </a:lnTo>
                  <a:lnTo>
                    <a:pt x="15197" y="12453"/>
                  </a:lnTo>
                  <a:lnTo>
                    <a:pt x="15390" y="12101"/>
                  </a:lnTo>
                  <a:lnTo>
                    <a:pt x="15584" y="11749"/>
                  </a:lnTo>
                  <a:lnTo>
                    <a:pt x="15742" y="11397"/>
                  </a:lnTo>
                  <a:lnTo>
                    <a:pt x="15883" y="11010"/>
                  </a:lnTo>
                  <a:lnTo>
                    <a:pt x="16023" y="10641"/>
                  </a:lnTo>
                  <a:lnTo>
                    <a:pt x="16129" y="10254"/>
                  </a:lnTo>
                  <a:lnTo>
                    <a:pt x="16217" y="9850"/>
                  </a:lnTo>
                  <a:lnTo>
                    <a:pt x="16287" y="9445"/>
                  </a:lnTo>
                  <a:lnTo>
                    <a:pt x="16340" y="9041"/>
                  </a:lnTo>
                  <a:lnTo>
                    <a:pt x="16375" y="8618"/>
                  </a:lnTo>
                  <a:lnTo>
                    <a:pt x="16393" y="8196"/>
                  </a:lnTo>
                  <a:lnTo>
                    <a:pt x="16375" y="7774"/>
                  </a:lnTo>
                  <a:lnTo>
                    <a:pt x="16340" y="7370"/>
                  </a:lnTo>
                  <a:lnTo>
                    <a:pt x="16287" y="6947"/>
                  </a:lnTo>
                  <a:lnTo>
                    <a:pt x="16217" y="6543"/>
                  </a:lnTo>
                  <a:lnTo>
                    <a:pt x="16129" y="6156"/>
                  </a:lnTo>
                  <a:lnTo>
                    <a:pt x="16023" y="5769"/>
                  </a:lnTo>
                  <a:lnTo>
                    <a:pt x="15883" y="5382"/>
                  </a:lnTo>
                  <a:lnTo>
                    <a:pt x="15742" y="5013"/>
                  </a:lnTo>
                  <a:lnTo>
                    <a:pt x="15584" y="4643"/>
                  </a:lnTo>
                  <a:lnTo>
                    <a:pt x="15390" y="4292"/>
                  </a:lnTo>
                  <a:lnTo>
                    <a:pt x="15197" y="3957"/>
                  </a:lnTo>
                  <a:lnTo>
                    <a:pt x="14986" y="3623"/>
                  </a:lnTo>
                  <a:lnTo>
                    <a:pt x="14757" y="3307"/>
                  </a:lnTo>
                  <a:lnTo>
                    <a:pt x="14511" y="2990"/>
                  </a:lnTo>
                  <a:lnTo>
                    <a:pt x="14264" y="2691"/>
                  </a:lnTo>
                  <a:lnTo>
                    <a:pt x="13983" y="2410"/>
                  </a:lnTo>
                  <a:lnTo>
                    <a:pt x="13702" y="2128"/>
                  </a:lnTo>
                  <a:lnTo>
                    <a:pt x="13403" y="1882"/>
                  </a:lnTo>
                  <a:lnTo>
                    <a:pt x="13104" y="1636"/>
                  </a:lnTo>
                  <a:lnTo>
                    <a:pt x="12769" y="1407"/>
                  </a:lnTo>
                  <a:lnTo>
                    <a:pt x="12435" y="1196"/>
                  </a:lnTo>
                  <a:lnTo>
                    <a:pt x="12101" y="1003"/>
                  </a:lnTo>
                  <a:lnTo>
                    <a:pt x="11749" y="809"/>
                  </a:lnTo>
                  <a:lnTo>
                    <a:pt x="11380" y="651"/>
                  </a:lnTo>
                  <a:lnTo>
                    <a:pt x="11011" y="510"/>
                  </a:lnTo>
                  <a:lnTo>
                    <a:pt x="10624" y="369"/>
                  </a:lnTo>
                  <a:lnTo>
                    <a:pt x="10237" y="264"/>
                  </a:lnTo>
                  <a:lnTo>
                    <a:pt x="9850" y="176"/>
                  </a:lnTo>
                  <a:lnTo>
                    <a:pt x="9445" y="106"/>
                  </a:lnTo>
                  <a:lnTo>
                    <a:pt x="9023" y="53"/>
                  </a:lnTo>
                  <a:lnTo>
                    <a:pt x="8619" y="18"/>
                  </a:lnTo>
                  <a:lnTo>
                    <a:pt x="8196" y="0"/>
                  </a:lnTo>
                  <a:close/>
                </a:path>
              </a:pathLst>
            </a:custGeom>
            <a:solidFill>
              <a:srgbClr val="645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31;p27">
              <a:extLst>
                <a:ext uri="{FF2B5EF4-FFF2-40B4-BE49-F238E27FC236}">
                  <a16:creationId xmlns:a16="http://schemas.microsoft.com/office/drawing/2014/main" id="{A4A261AD-F634-647D-40D3-E4C9F08A473B}"/>
                </a:ext>
              </a:extLst>
            </p:cNvPr>
            <p:cNvSpPr/>
            <p:nvPr/>
          </p:nvSpPr>
          <p:spPr>
            <a:xfrm>
              <a:off x="6784978" y="1063150"/>
              <a:ext cx="465671" cy="617478"/>
            </a:xfrm>
            <a:custGeom>
              <a:avLst/>
              <a:gdLst/>
              <a:ahLst/>
              <a:cxnLst/>
              <a:rect l="l" t="t" r="r" b="b"/>
              <a:pathLst>
                <a:path w="41439" h="54948" extrusionOk="0">
                  <a:moveTo>
                    <a:pt x="38818" y="1"/>
                  </a:moveTo>
                  <a:lnTo>
                    <a:pt x="0" y="52925"/>
                  </a:lnTo>
                  <a:lnTo>
                    <a:pt x="2621" y="54947"/>
                  </a:lnTo>
                  <a:lnTo>
                    <a:pt x="41439" y="2041"/>
                  </a:lnTo>
                  <a:lnTo>
                    <a:pt x="38818" y="1"/>
                  </a:lnTo>
                  <a:close/>
                </a:path>
              </a:pathLst>
            </a:custGeom>
            <a:solidFill>
              <a:srgbClr val="645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32;p27">
              <a:extLst>
                <a:ext uri="{FF2B5EF4-FFF2-40B4-BE49-F238E27FC236}">
                  <a16:creationId xmlns:a16="http://schemas.microsoft.com/office/drawing/2014/main" id="{E786FF0D-EDAD-F685-6FB1-5F28896073C0}"/>
                </a:ext>
              </a:extLst>
            </p:cNvPr>
            <p:cNvSpPr/>
            <p:nvPr/>
          </p:nvSpPr>
          <p:spPr>
            <a:xfrm>
              <a:off x="7141911" y="984299"/>
              <a:ext cx="184228" cy="184216"/>
            </a:xfrm>
            <a:custGeom>
              <a:avLst/>
              <a:gdLst/>
              <a:ahLst/>
              <a:cxnLst/>
              <a:rect l="l" t="t" r="r" b="b"/>
              <a:pathLst>
                <a:path w="16394" h="16393" extrusionOk="0">
                  <a:moveTo>
                    <a:pt x="8197" y="0"/>
                  </a:moveTo>
                  <a:lnTo>
                    <a:pt x="7775" y="18"/>
                  </a:lnTo>
                  <a:lnTo>
                    <a:pt x="7353" y="53"/>
                  </a:lnTo>
                  <a:lnTo>
                    <a:pt x="6948" y="106"/>
                  </a:lnTo>
                  <a:lnTo>
                    <a:pt x="6544" y="176"/>
                  </a:lnTo>
                  <a:lnTo>
                    <a:pt x="6139" y="264"/>
                  </a:lnTo>
                  <a:lnTo>
                    <a:pt x="5752" y="369"/>
                  </a:lnTo>
                  <a:lnTo>
                    <a:pt x="5383" y="510"/>
                  </a:lnTo>
                  <a:lnTo>
                    <a:pt x="5014" y="651"/>
                  </a:lnTo>
                  <a:lnTo>
                    <a:pt x="4644" y="809"/>
                  </a:lnTo>
                  <a:lnTo>
                    <a:pt x="4293" y="1003"/>
                  </a:lnTo>
                  <a:lnTo>
                    <a:pt x="3941" y="1196"/>
                  </a:lnTo>
                  <a:lnTo>
                    <a:pt x="3607" y="1407"/>
                  </a:lnTo>
                  <a:lnTo>
                    <a:pt x="3290" y="1636"/>
                  </a:lnTo>
                  <a:lnTo>
                    <a:pt x="2973" y="1882"/>
                  </a:lnTo>
                  <a:lnTo>
                    <a:pt x="2692" y="2128"/>
                  </a:lnTo>
                  <a:lnTo>
                    <a:pt x="2393" y="2410"/>
                  </a:lnTo>
                  <a:lnTo>
                    <a:pt x="2129" y="2691"/>
                  </a:lnTo>
                  <a:lnTo>
                    <a:pt x="1865" y="2990"/>
                  </a:lnTo>
                  <a:lnTo>
                    <a:pt x="1637" y="3307"/>
                  </a:lnTo>
                  <a:lnTo>
                    <a:pt x="1408" y="3623"/>
                  </a:lnTo>
                  <a:lnTo>
                    <a:pt x="1179" y="3957"/>
                  </a:lnTo>
                  <a:lnTo>
                    <a:pt x="986" y="4292"/>
                  </a:lnTo>
                  <a:lnTo>
                    <a:pt x="810" y="4643"/>
                  </a:lnTo>
                  <a:lnTo>
                    <a:pt x="652" y="5013"/>
                  </a:lnTo>
                  <a:lnTo>
                    <a:pt x="493" y="5382"/>
                  </a:lnTo>
                  <a:lnTo>
                    <a:pt x="370" y="5769"/>
                  </a:lnTo>
                  <a:lnTo>
                    <a:pt x="265" y="6156"/>
                  </a:lnTo>
                  <a:lnTo>
                    <a:pt x="159" y="6543"/>
                  </a:lnTo>
                  <a:lnTo>
                    <a:pt x="89" y="6947"/>
                  </a:lnTo>
                  <a:lnTo>
                    <a:pt x="36" y="7370"/>
                  </a:lnTo>
                  <a:lnTo>
                    <a:pt x="19" y="7774"/>
                  </a:lnTo>
                  <a:lnTo>
                    <a:pt x="1" y="8196"/>
                  </a:lnTo>
                  <a:lnTo>
                    <a:pt x="19" y="8618"/>
                  </a:lnTo>
                  <a:lnTo>
                    <a:pt x="36" y="9041"/>
                  </a:lnTo>
                  <a:lnTo>
                    <a:pt x="89" y="9445"/>
                  </a:lnTo>
                  <a:lnTo>
                    <a:pt x="159" y="9850"/>
                  </a:lnTo>
                  <a:lnTo>
                    <a:pt x="265" y="10254"/>
                  </a:lnTo>
                  <a:lnTo>
                    <a:pt x="370" y="10641"/>
                  </a:lnTo>
                  <a:lnTo>
                    <a:pt x="493" y="11010"/>
                  </a:lnTo>
                  <a:lnTo>
                    <a:pt x="652" y="11397"/>
                  </a:lnTo>
                  <a:lnTo>
                    <a:pt x="810" y="11749"/>
                  </a:lnTo>
                  <a:lnTo>
                    <a:pt x="986" y="12101"/>
                  </a:lnTo>
                  <a:lnTo>
                    <a:pt x="1179" y="12453"/>
                  </a:lnTo>
                  <a:lnTo>
                    <a:pt x="1408" y="12787"/>
                  </a:lnTo>
                  <a:lnTo>
                    <a:pt x="1637" y="13103"/>
                  </a:lnTo>
                  <a:lnTo>
                    <a:pt x="1865" y="13420"/>
                  </a:lnTo>
                  <a:lnTo>
                    <a:pt x="2129" y="13719"/>
                  </a:lnTo>
                  <a:lnTo>
                    <a:pt x="2393" y="14000"/>
                  </a:lnTo>
                  <a:lnTo>
                    <a:pt x="2692" y="14264"/>
                  </a:lnTo>
                  <a:lnTo>
                    <a:pt x="2973" y="14528"/>
                  </a:lnTo>
                  <a:lnTo>
                    <a:pt x="3290" y="14774"/>
                  </a:lnTo>
                  <a:lnTo>
                    <a:pt x="3607" y="15003"/>
                  </a:lnTo>
                  <a:lnTo>
                    <a:pt x="3941" y="15214"/>
                  </a:lnTo>
                  <a:lnTo>
                    <a:pt x="4293" y="15408"/>
                  </a:lnTo>
                  <a:lnTo>
                    <a:pt x="4644" y="15583"/>
                  </a:lnTo>
                  <a:lnTo>
                    <a:pt x="5014" y="15759"/>
                  </a:lnTo>
                  <a:lnTo>
                    <a:pt x="5383" y="15900"/>
                  </a:lnTo>
                  <a:lnTo>
                    <a:pt x="5752" y="16023"/>
                  </a:lnTo>
                  <a:lnTo>
                    <a:pt x="6139" y="16146"/>
                  </a:lnTo>
                  <a:lnTo>
                    <a:pt x="6544" y="16234"/>
                  </a:lnTo>
                  <a:lnTo>
                    <a:pt x="6948" y="16305"/>
                  </a:lnTo>
                  <a:lnTo>
                    <a:pt x="7353" y="16357"/>
                  </a:lnTo>
                  <a:lnTo>
                    <a:pt x="7775" y="16393"/>
                  </a:lnTo>
                  <a:lnTo>
                    <a:pt x="8619" y="16393"/>
                  </a:lnTo>
                  <a:lnTo>
                    <a:pt x="9024" y="16357"/>
                  </a:lnTo>
                  <a:lnTo>
                    <a:pt x="9446" y="16305"/>
                  </a:lnTo>
                  <a:lnTo>
                    <a:pt x="9851" y="16234"/>
                  </a:lnTo>
                  <a:lnTo>
                    <a:pt x="10237" y="16146"/>
                  </a:lnTo>
                  <a:lnTo>
                    <a:pt x="10624" y="16023"/>
                  </a:lnTo>
                  <a:lnTo>
                    <a:pt x="11011" y="15900"/>
                  </a:lnTo>
                  <a:lnTo>
                    <a:pt x="11381" y="15759"/>
                  </a:lnTo>
                  <a:lnTo>
                    <a:pt x="11750" y="15583"/>
                  </a:lnTo>
                  <a:lnTo>
                    <a:pt x="12102" y="15408"/>
                  </a:lnTo>
                  <a:lnTo>
                    <a:pt x="12436" y="15214"/>
                  </a:lnTo>
                  <a:lnTo>
                    <a:pt x="12770" y="15003"/>
                  </a:lnTo>
                  <a:lnTo>
                    <a:pt x="13104" y="14774"/>
                  </a:lnTo>
                  <a:lnTo>
                    <a:pt x="13403" y="14528"/>
                  </a:lnTo>
                  <a:lnTo>
                    <a:pt x="13702" y="14264"/>
                  </a:lnTo>
                  <a:lnTo>
                    <a:pt x="13984" y="14000"/>
                  </a:lnTo>
                  <a:lnTo>
                    <a:pt x="14265" y="13719"/>
                  </a:lnTo>
                  <a:lnTo>
                    <a:pt x="14511" y="13420"/>
                  </a:lnTo>
                  <a:lnTo>
                    <a:pt x="14758" y="13103"/>
                  </a:lnTo>
                  <a:lnTo>
                    <a:pt x="14986" y="12787"/>
                  </a:lnTo>
                  <a:lnTo>
                    <a:pt x="15197" y="12453"/>
                  </a:lnTo>
                  <a:lnTo>
                    <a:pt x="15409" y="12101"/>
                  </a:lnTo>
                  <a:lnTo>
                    <a:pt x="15584" y="11749"/>
                  </a:lnTo>
                  <a:lnTo>
                    <a:pt x="15743" y="11397"/>
                  </a:lnTo>
                  <a:lnTo>
                    <a:pt x="15883" y="11010"/>
                  </a:lnTo>
                  <a:lnTo>
                    <a:pt x="16024" y="10641"/>
                  </a:lnTo>
                  <a:lnTo>
                    <a:pt x="16130" y="10254"/>
                  </a:lnTo>
                  <a:lnTo>
                    <a:pt x="16218" y="9850"/>
                  </a:lnTo>
                  <a:lnTo>
                    <a:pt x="16288" y="9445"/>
                  </a:lnTo>
                  <a:lnTo>
                    <a:pt x="16341" y="9041"/>
                  </a:lnTo>
                  <a:lnTo>
                    <a:pt x="16376" y="8618"/>
                  </a:lnTo>
                  <a:lnTo>
                    <a:pt x="16393" y="8196"/>
                  </a:lnTo>
                  <a:lnTo>
                    <a:pt x="16376" y="7774"/>
                  </a:lnTo>
                  <a:lnTo>
                    <a:pt x="16341" y="7370"/>
                  </a:lnTo>
                  <a:lnTo>
                    <a:pt x="16288" y="6947"/>
                  </a:lnTo>
                  <a:lnTo>
                    <a:pt x="16218" y="6543"/>
                  </a:lnTo>
                  <a:lnTo>
                    <a:pt x="16130" y="6156"/>
                  </a:lnTo>
                  <a:lnTo>
                    <a:pt x="16024" y="5769"/>
                  </a:lnTo>
                  <a:lnTo>
                    <a:pt x="15883" y="5382"/>
                  </a:lnTo>
                  <a:lnTo>
                    <a:pt x="15743" y="5013"/>
                  </a:lnTo>
                  <a:lnTo>
                    <a:pt x="15584" y="4643"/>
                  </a:lnTo>
                  <a:lnTo>
                    <a:pt x="15409" y="4292"/>
                  </a:lnTo>
                  <a:lnTo>
                    <a:pt x="15197" y="3957"/>
                  </a:lnTo>
                  <a:lnTo>
                    <a:pt x="14986" y="3623"/>
                  </a:lnTo>
                  <a:lnTo>
                    <a:pt x="14758" y="3307"/>
                  </a:lnTo>
                  <a:lnTo>
                    <a:pt x="14511" y="2990"/>
                  </a:lnTo>
                  <a:lnTo>
                    <a:pt x="14265" y="2691"/>
                  </a:lnTo>
                  <a:lnTo>
                    <a:pt x="13984" y="2410"/>
                  </a:lnTo>
                  <a:lnTo>
                    <a:pt x="13702" y="2128"/>
                  </a:lnTo>
                  <a:lnTo>
                    <a:pt x="13403" y="1882"/>
                  </a:lnTo>
                  <a:lnTo>
                    <a:pt x="13104" y="1636"/>
                  </a:lnTo>
                  <a:lnTo>
                    <a:pt x="12770" y="1407"/>
                  </a:lnTo>
                  <a:lnTo>
                    <a:pt x="12436" y="1196"/>
                  </a:lnTo>
                  <a:lnTo>
                    <a:pt x="12102" y="1003"/>
                  </a:lnTo>
                  <a:lnTo>
                    <a:pt x="11750" y="809"/>
                  </a:lnTo>
                  <a:lnTo>
                    <a:pt x="11381" y="651"/>
                  </a:lnTo>
                  <a:lnTo>
                    <a:pt x="11011" y="510"/>
                  </a:lnTo>
                  <a:lnTo>
                    <a:pt x="10624" y="369"/>
                  </a:lnTo>
                  <a:lnTo>
                    <a:pt x="10237" y="264"/>
                  </a:lnTo>
                  <a:lnTo>
                    <a:pt x="9851" y="176"/>
                  </a:lnTo>
                  <a:lnTo>
                    <a:pt x="9446" y="106"/>
                  </a:lnTo>
                  <a:lnTo>
                    <a:pt x="9024" y="53"/>
                  </a:lnTo>
                  <a:lnTo>
                    <a:pt x="8619" y="18"/>
                  </a:lnTo>
                  <a:lnTo>
                    <a:pt x="8197" y="0"/>
                  </a:lnTo>
                  <a:close/>
                </a:path>
              </a:pathLst>
            </a:custGeom>
            <a:solidFill>
              <a:srgbClr val="645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33;p27">
              <a:extLst>
                <a:ext uri="{FF2B5EF4-FFF2-40B4-BE49-F238E27FC236}">
                  <a16:creationId xmlns:a16="http://schemas.microsoft.com/office/drawing/2014/main" id="{BA96001B-F61B-996B-C9CD-71A4159E8C89}"/>
                </a:ext>
              </a:extLst>
            </p:cNvPr>
            <p:cNvSpPr/>
            <p:nvPr/>
          </p:nvSpPr>
          <p:spPr>
            <a:xfrm>
              <a:off x="6179786" y="1063150"/>
              <a:ext cx="465682" cy="617478"/>
            </a:xfrm>
            <a:custGeom>
              <a:avLst/>
              <a:gdLst/>
              <a:ahLst/>
              <a:cxnLst/>
              <a:rect l="l" t="t" r="r" b="b"/>
              <a:pathLst>
                <a:path w="41440" h="54948" extrusionOk="0">
                  <a:moveTo>
                    <a:pt x="2604" y="1"/>
                  </a:moveTo>
                  <a:lnTo>
                    <a:pt x="1" y="2041"/>
                  </a:lnTo>
                  <a:lnTo>
                    <a:pt x="38819" y="54947"/>
                  </a:lnTo>
                  <a:lnTo>
                    <a:pt x="41440" y="52925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34;p27">
              <a:extLst>
                <a:ext uri="{FF2B5EF4-FFF2-40B4-BE49-F238E27FC236}">
                  <a16:creationId xmlns:a16="http://schemas.microsoft.com/office/drawing/2014/main" id="{5220E6CB-3BA1-9980-DE6D-7D7902459A6B}"/>
                </a:ext>
              </a:extLst>
            </p:cNvPr>
            <p:cNvSpPr/>
            <p:nvPr/>
          </p:nvSpPr>
          <p:spPr>
            <a:xfrm>
              <a:off x="6104296" y="984299"/>
              <a:ext cx="184216" cy="184216"/>
            </a:xfrm>
            <a:custGeom>
              <a:avLst/>
              <a:gdLst/>
              <a:ahLst/>
              <a:cxnLst/>
              <a:rect l="l" t="t" r="r" b="b"/>
              <a:pathLst>
                <a:path w="16393" h="16393" extrusionOk="0">
                  <a:moveTo>
                    <a:pt x="8196" y="0"/>
                  </a:moveTo>
                  <a:lnTo>
                    <a:pt x="7774" y="18"/>
                  </a:lnTo>
                  <a:lnTo>
                    <a:pt x="7352" y="53"/>
                  </a:lnTo>
                  <a:lnTo>
                    <a:pt x="6948" y="106"/>
                  </a:lnTo>
                  <a:lnTo>
                    <a:pt x="6543" y="176"/>
                  </a:lnTo>
                  <a:lnTo>
                    <a:pt x="6139" y="264"/>
                  </a:lnTo>
                  <a:lnTo>
                    <a:pt x="5752" y="369"/>
                  </a:lnTo>
                  <a:lnTo>
                    <a:pt x="5382" y="510"/>
                  </a:lnTo>
                  <a:lnTo>
                    <a:pt x="4995" y="651"/>
                  </a:lnTo>
                  <a:lnTo>
                    <a:pt x="4644" y="809"/>
                  </a:lnTo>
                  <a:lnTo>
                    <a:pt x="4292" y="1003"/>
                  </a:lnTo>
                  <a:lnTo>
                    <a:pt x="3940" y="1196"/>
                  </a:lnTo>
                  <a:lnTo>
                    <a:pt x="3606" y="1407"/>
                  </a:lnTo>
                  <a:lnTo>
                    <a:pt x="3289" y="1636"/>
                  </a:lnTo>
                  <a:lnTo>
                    <a:pt x="2973" y="1882"/>
                  </a:lnTo>
                  <a:lnTo>
                    <a:pt x="2674" y="2128"/>
                  </a:lnTo>
                  <a:lnTo>
                    <a:pt x="2392" y="2410"/>
                  </a:lnTo>
                  <a:lnTo>
                    <a:pt x="2128" y="2691"/>
                  </a:lnTo>
                  <a:lnTo>
                    <a:pt x="1865" y="2990"/>
                  </a:lnTo>
                  <a:lnTo>
                    <a:pt x="1618" y="3307"/>
                  </a:lnTo>
                  <a:lnTo>
                    <a:pt x="1390" y="3623"/>
                  </a:lnTo>
                  <a:lnTo>
                    <a:pt x="1179" y="3957"/>
                  </a:lnTo>
                  <a:lnTo>
                    <a:pt x="985" y="4292"/>
                  </a:lnTo>
                  <a:lnTo>
                    <a:pt x="809" y="4643"/>
                  </a:lnTo>
                  <a:lnTo>
                    <a:pt x="633" y="5013"/>
                  </a:lnTo>
                  <a:lnTo>
                    <a:pt x="493" y="5382"/>
                  </a:lnTo>
                  <a:lnTo>
                    <a:pt x="369" y="5769"/>
                  </a:lnTo>
                  <a:lnTo>
                    <a:pt x="264" y="6156"/>
                  </a:lnTo>
                  <a:lnTo>
                    <a:pt x="158" y="6543"/>
                  </a:lnTo>
                  <a:lnTo>
                    <a:pt x="88" y="6947"/>
                  </a:lnTo>
                  <a:lnTo>
                    <a:pt x="35" y="7370"/>
                  </a:lnTo>
                  <a:lnTo>
                    <a:pt x="0" y="7774"/>
                  </a:lnTo>
                  <a:lnTo>
                    <a:pt x="0" y="8196"/>
                  </a:lnTo>
                  <a:lnTo>
                    <a:pt x="0" y="8618"/>
                  </a:lnTo>
                  <a:lnTo>
                    <a:pt x="35" y="9041"/>
                  </a:lnTo>
                  <a:lnTo>
                    <a:pt x="88" y="9445"/>
                  </a:lnTo>
                  <a:lnTo>
                    <a:pt x="158" y="9850"/>
                  </a:lnTo>
                  <a:lnTo>
                    <a:pt x="264" y="10254"/>
                  </a:lnTo>
                  <a:lnTo>
                    <a:pt x="369" y="10641"/>
                  </a:lnTo>
                  <a:lnTo>
                    <a:pt x="493" y="11010"/>
                  </a:lnTo>
                  <a:lnTo>
                    <a:pt x="633" y="11397"/>
                  </a:lnTo>
                  <a:lnTo>
                    <a:pt x="809" y="11749"/>
                  </a:lnTo>
                  <a:lnTo>
                    <a:pt x="985" y="12101"/>
                  </a:lnTo>
                  <a:lnTo>
                    <a:pt x="1179" y="12453"/>
                  </a:lnTo>
                  <a:lnTo>
                    <a:pt x="1390" y="12787"/>
                  </a:lnTo>
                  <a:lnTo>
                    <a:pt x="1618" y="13103"/>
                  </a:lnTo>
                  <a:lnTo>
                    <a:pt x="1865" y="13420"/>
                  </a:lnTo>
                  <a:lnTo>
                    <a:pt x="2128" y="13719"/>
                  </a:lnTo>
                  <a:lnTo>
                    <a:pt x="2392" y="14000"/>
                  </a:lnTo>
                  <a:lnTo>
                    <a:pt x="2674" y="14264"/>
                  </a:lnTo>
                  <a:lnTo>
                    <a:pt x="2973" y="14528"/>
                  </a:lnTo>
                  <a:lnTo>
                    <a:pt x="3289" y="14774"/>
                  </a:lnTo>
                  <a:lnTo>
                    <a:pt x="3606" y="15003"/>
                  </a:lnTo>
                  <a:lnTo>
                    <a:pt x="3940" y="15214"/>
                  </a:lnTo>
                  <a:lnTo>
                    <a:pt x="4292" y="15408"/>
                  </a:lnTo>
                  <a:lnTo>
                    <a:pt x="4644" y="15583"/>
                  </a:lnTo>
                  <a:lnTo>
                    <a:pt x="4995" y="15759"/>
                  </a:lnTo>
                  <a:lnTo>
                    <a:pt x="5382" y="15900"/>
                  </a:lnTo>
                  <a:lnTo>
                    <a:pt x="5752" y="16023"/>
                  </a:lnTo>
                  <a:lnTo>
                    <a:pt x="6139" y="16146"/>
                  </a:lnTo>
                  <a:lnTo>
                    <a:pt x="6543" y="16234"/>
                  </a:lnTo>
                  <a:lnTo>
                    <a:pt x="6948" y="16305"/>
                  </a:lnTo>
                  <a:lnTo>
                    <a:pt x="7352" y="16357"/>
                  </a:lnTo>
                  <a:lnTo>
                    <a:pt x="7774" y="16393"/>
                  </a:lnTo>
                  <a:lnTo>
                    <a:pt x="8619" y="16393"/>
                  </a:lnTo>
                  <a:lnTo>
                    <a:pt x="9023" y="16357"/>
                  </a:lnTo>
                  <a:lnTo>
                    <a:pt x="9445" y="16305"/>
                  </a:lnTo>
                  <a:lnTo>
                    <a:pt x="9850" y="16234"/>
                  </a:lnTo>
                  <a:lnTo>
                    <a:pt x="10237" y="16146"/>
                  </a:lnTo>
                  <a:lnTo>
                    <a:pt x="10624" y="16023"/>
                  </a:lnTo>
                  <a:lnTo>
                    <a:pt x="11011" y="15900"/>
                  </a:lnTo>
                  <a:lnTo>
                    <a:pt x="11380" y="15759"/>
                  </a:lnTo>
                  <a:lnTo>
                    <a:pt x="11749" y="15583"/>
                  </a:lnTo>
                  <a:lnTo>
                    <a:pt x="12101" y="15408"/>
                  </a:lnTo>
                  <a:lnTo>
                    <a:pt x="12435" y="15214"/>
                  </a:lnTo>
                  <a:lnTo>
                    <a:pt x="12769" y="15003"/>
                  </a:lnTo>
                  <a:lnTo>
                    <a:pt x="13104" y="14774"/>
                  </a:lnTo>
                  <a:lnTo>
                    <a:pt x="13403" y="14528"/>
                  </a:lnTo>
                  <a:lnTo>
                    <a:pt x="13702" y="14264"/>
                  </a:lnTo>
                  <a:lnTo>
                    <a:pt x="13983" y="14000"/>
                  </a:lnTo>
                  <a:lnTo>
                    <a:pt x="14264" y="13719"/>
                  </a:lnTo>
                  <a:lnTo>
                    <a:pt x="14511" y="13420"/>
                  </a:lnTo>
                  <a:lnTo>
                    <a:pt x="14757" y="13103"/>
                  </a:lnTo>
                  <a:lnTo>
                    <a:pt x="14986" y="12787"/>
                  </a:lnTo>
                  <a:lnTo>
                    <a:pt x="15197" y="12453"/>
                  </a:lnTo>
                  <a:lnTo>
                    <a:pt x="15390" y="12101"/>
                  </a:lnTo>
                  <a:lnTo>
                    <a:pt x="15584" y="11749"/>
                  </a:lnTo>
                  <a:lnTo>
                    <a:pt x="15742" y="11397"/>
                  </a:lnTo>
                  <a:lnTo>
                    <a:pt x="15883" y="11010"/>
                  </a:lnTo>
                  <a:lnTo>
                    <a:pt x="16023" y="10641"/>
                  </a:lnTo>
                  <a:lnTo>
                    <a:pt x="16129" y="10254"/>
                  </a:lnTo>
                  <a:lnTo>
                    <a:pt x="16217" y="9850"/>
                  </a:lnTo>
                  <a:lnTo>
                    <a:pt x="16287" y="9445"/>
                  </a:lnTo>
                  <a:lnTo>
                    <a:pt x="16340" y="9041"/>
                  </a:lnTo>
                  <a:lnTo>
                    <a:pt x="16375" y="8618"/>
                  </a:lnTo>
                  <a:lnTo>
                    <a:pt x="16393" y="8196"/>
                  </a:lnTo>
                  <a:lnTo>
                    <a:pt x="16375" y="7774"/>
                  </a:lnTo>
                  <a:lnTo>
                    <a:pt x="16340" y="7370"/>
                  </a:lnTo>
                  <a:lnTo>
                    <a:pt x="16287" y="6947"/>
                  </a:lnTo>
                  <a:lnTo>
                    <a:pt x="16217" y="6543"/>
                  </a:lnTo>
                  <a:lnTo>
                    <a:pt x="16129" y="6156"/>
                  </a:lnTo>
                  <a:lnTo>
                    <a:pt x="16023" y="5769"/>
                  </a:lnTo>
                  <a:lnTo>
                    <a:pt x="15883" y="5382"/>
                  </a:lnTo>
                  <a:lnTo>
                    <a:pt x="15742" y="5013"/>
                  </a:lnTo>
                  <a:lnTo>
                    <a:pt x="15584" y="4643"/>
                  </a:lnTo>
                  <a:lnTo>
                    <a:pt x="15390" y="4292"/>
                  </a:lnTo>
                  <a:lnTo>
                    <a:pt x="15197" y="3957"/>
                  </a:lnTo>
                  <a:lnTo>
                    <a:pt x="14986" y="3623"/>
                  </a:lnTo>
                  <a:lnTo>
                    <a:pt x="14757" y="3307"/>
                  </a:lnTo>
                  <a:lnTo>
                    <a:pt x="14511" y="2990"/>
                  </a:lnTo>
                  <a:lnTo>
                    <a:pt x="14264" y="2691"/>
                  </a:lnTo>
                  <a:lnTo>
                    <a:pt x="13983" y="2410"/>
                  </a:lnTo>
                  <a:lnTo>
                    <a:pt x="13702" y="2128"/>
                  </a:lnTo>
                  <a:lnTo>
                    <a:pt x="13403" y="1882"/>
                  </a:lnTo>
                  <a:lnTo>
                    <a:pt x="13104" y="1636"/>
                  </a:lnTo>
                  <a:lnTo>
                    <a:pt x="12769" y="1407"/>
                  </a:lnTo>
                  <a:lnTo>
                    <a:pt x="12435" y="1196"/>
                  </a:lnTo>
                  <a:lnTo>
                    <a:pt x="12101" y="1003"/>
                  </a:lnTo>
                  <a:lnTo>
                    <a:pt x="11749" y="809"/>
                  </a:lnTo>
                  <a:lnTo>
                    <a:pt x="11380" y="651"/>
                  </a:lnTo>
                  <a:lnTo>
                    <a:pt x="11011" y="510"/>
                  </a:lnTo>
                  <a:lnTo>
                    <a:pt x="10624" y="369"/>
                  </a:lnTo>
                  <a:lnTo>
                    <a:pt x="10237" y="264"/>
                  </a:lnTo>
                  <a:lnTo>
                    <a:pt x="9850" y="176"/>
                  </a:lnTo>
                  <a:lnTo>
                    <a:pt x="9445" y="106"/>
                  </a:lnTo>
                  <a:lnTo>
                    <a:pt x="9023" y="53"/>
                  </a:lnTo>
                  <a:lnTo>
                    <a:pt x="8619" y="18"/>
                  </a:lnTo>
                  <a:lnTo>
                    <a:pt x="81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35;p27">
              <a:extLst>
                <a:ext uri="{FF2B5EF4-FFF2-40B4-BE49-F238E27FC236}">
                  <a16:creationId xmlns:a16="http://schemas.microsoft.com/office/drawing/2014/main" id="{C0CFC81B-D499-0109-8BD2-77A32F6B0D5D}"/>
                </a:ext>
              </a:extLst>
            </p:cNvPr>
            <p:cNvSpPr/>
            <p:nvPr/>
          </p:nvSpPr>
          <p:spPr>
            <a:xfrm>
              <a:off x="6784978" y="1063150"/>
              <a:ext cx="465671" cy="617478"/>
            </a:xfrm>
            <a:custGeom>
              <a:avLst/>
              <a:gdLst/>
              <a:ahLst/>
              <a:cxnLst/>
              <a:rect l="l" t="t" r="r" b="b"/>
              <a:pathLst>
                <a:path w="41439" h="54948" extrusionOk="0">
                  <a:moveTo>
                    <a:pt x="38818" y="1"/>
                  </a:moveTo>
                  <a:lnTo>
                    <a:pt x="0" y="52925"/>
                  </a:lnTo>
                  <a:lnTo>
                    <a:pt x="2621" y="54947"/>
                  </a:lnTo>
                  <a:lnTo>
                    <a:pt x="41439" y="2041"/>
                  </a:lnTo>
                  <a:lnTo>
                    <a:pt x="388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36;p27">
              <a:extLst>
                <a:ext uri="{FF2B5EF4-FFF2-40B4-BE49-F238E27FC236}">
                  <a16:creationId xmlns:a16="http://schemas.microsoft.com/office/drawing/2014/main" id="{EA3BDC38-E5F1-976D-B5AE-D6BCE6CC4637}"/>
                </a:ext>
              </a:extLst>
            </p:cNvPr>
            <p:cNvSpPr/>
            <p:nvPr/>
          </p:nvSpPr>
          <p:spPr>
            <a:xfrm>
              <a:off x="7141911" y="984299"/>
              <a:ext cx="184228" cy="184216"/>
            </a:xfrm>
            <a:custGeom>
              <a:avLst/>
              <a:gdLst/>
              <a:ahLst/>
              <a:cxnLst/>
              <a:rect l="l" t="t" r="r" b="b"/>
              <a:pathLst>
                <a:path w="16394" h="16393" extrusionOk="0">
                  <a:moveTo>
                    <a:pt x="8197" y="0"/>
                  </a:moveTo>
                  <a:lnTo>
                    <a:pt x="7775" y="18"/>
                  </a:lnTo>
                  <a:lnTo>
                    <a:pt x="7353" y="53"/>
                  </a:lnTo>
                  <a:lnTo>
                    <a:pt x="6948" y="106"/>
                  </a:lnTo>
                  <a:lnTo>
                    <a:pt x="6544" y="176"/>
                  </a:lnTo>
                  <a:lnTo>
                    <a:pt x="6139" y="264"/>
                  </a:lnTo>
                  <a:lnTo>
                    <a:pt x="5752" y="369"/>
                  </a:lnTo>
                  <a:lnTo>
                    <a:pt x="5383" y="510"/>
                  </a:lnTo>
                  <a:lnTo>
                    <a:pt x="5014" y="651"/>
                  </a:lnTo>
                  <a:lnTo>
                    <a:pt x="4644" y="809"/>
                  </a:lnTo>
                  <a:lnTo>
                    <a:pt x="4293" y="1003"/>
                  </a:lnTo>
                  <a:lnTo>
                    <a:pt x="3941" y="1196"/>
                  </a:lnTo>
                  <a:lnTo>
                    <a:pt x="3607" y="1407"/>
                  </a:lnTo>
                  <a:lnTo>
                    <a:pt x="3290" y="1636"/>
                  </a:lnTo>
                  <a:lnTo>
                    <a:pt x="2973" y="1882"/>
                  </a:lnTo>
                  <a:lnTo>
                    <a:pt x="2692" y="2128"/>
                  </a:lnTo>
                  <a:lnTo>
                    <a:pt x="2393" y="2410"/>
                  </a:lnTo>
                  <a:lnTo>
                    <a:pt x="2129" y="2691"/>
                  </a:lnTo>
                  <a:lnTo>
                    <a:pt x="1865" y="2990"/>
                  </a:lnTo>
                  <a:lnTo>
                    <a:pt x="1637" y="3307"/>
                  </a:lnTo>
                  <a:lnTo>
                    <a:pt x="1408" y="3623"/>
                  </a:lnTo>
                  <a:lnTo>
                    <a:pt x="1179" y="3957"/>
                  </a:lnTo>
                  <a:lnTo>
                    <a:pt x="986" y="4292"/>
                  </a:lnTo>
                  <a:lnTo>
                    <a:pt x="810" y="4643"/>
                  </a:lnTo>
                  <a:lnTo>
                    <a:pt x="652" y="5013"/>
                  </a:lnTo>
                  <a:lnTo>
                    <a:pt x="493" y="5382"/>
                  </a:lnTo>
                  <a:lnTo>
                    <a:pt x="370" y="5769"/>
                  </a:lnTo>
                  <a:lnTo>
                    <a:pt x="265" y="6156"/>
                  </a:lnTo>
                  <a:lnTo>
                    <a:pt x="159" y="6543"/>
                  </a:lnTo>
                  <a:lnTo>
                    <a:pt x="89" y="6947"/>
                  </a:lnTo>
                  <a:lnTo>
                    <a:pt x="36" y="7370"/>
                  </a:lnTo>
                  <a:lnTo>
                    <a:pt x="19" y="7774"/>
                  </a:lnTo>
                  <a:lnTo>
                    <a:pt x="1" y="8196"/>
                  </a:lnTo>
                  <a:lnTo>
                    <a:pt x="19" y="8618"/>
                  </a:lnTo>
                  <a:lnTo>
                    <a:pt x="36" y="9041"/>
                  </a:lnTo>
                  <a:lnTo>
                    <a:pt x="89" y="9445"/>
                  </a:lnTo>
                  <a:lnTo>
                    <a:pt x="159" y="9850"/>
                  </a:lnTo>
                  <a:lnTo>
                    <a:pt x="265" y="10254"/>
                  </a:lnTo>
                  <a:lnTo>
                    <a:pt x="370" y="10641"/>
                  </a:lnTo>
                  <a:lnTo>
                    <a:pt x="493" y="11010"/>
                  </a:lnTo>
                  <a:lnTo>
                    <a:pt x="652" y="11397"/>
                  </a:lnTo>
                  <a:lnTo>
                    <a:pt x="810" y="11749"/>
                  </a:lnTo>
                  <a:lnTo>
                    <a:pt x="986" y="12101"/>
                  </a:lnTo>
                  <a:lnTo>
                    <a:pt x="1179" y="12453"/>
                  </a:lnTo>
                  <a:lnTo>
                    <a:pt x="1408" y="12787"/>
                  </a:lnTo>
                  <a:lnTo>
                    <a:pt x="1637" y="13103"/>
                  </a:lnTo>
                  <a:lnTo>
                    <a:pt x="1865" y="13420"/>
                  </a:lnTo>
                  <a:lnTo>
                    <a:pt x="2129" y="13719"/>
                  </a:lnTo>
                  <a:lnTo>
                    <a:pt x="2393" y="14000"/>
                  </a:lnTo>
                  <a:lnTo>
                    <a:pt x="2692" y="14264"/>
                  </a:lnTo>
                  <a:lnTo>
                    <a:pt x="2973" y="14528"/>
                  </a:lnTo>
                  <a:lnTo>
                    <a:pt x="3290" y="14774"/>
                  </a:lnTo>
                  <a:lnTo>
                    <a:pt x="3607" y="15003"/>
                  </a:lnTo>
                  <a:lnTo>
                    <a:pt x="3941" y="15214"/>
                  </a:lnTo>
                  <a:lnTo>
                    <a:pt x="4293" y="15408"/>
                  </a:lnTo>
                  <a:lnTo>
                    <a:pt x="4644" y="15583"/>
                  </a:lnTo>
                  <a:lnTo>
                    <a:pt x="5014" y="15759"/>
                  </a:lnTo>
                  <a:lnTo>
                    <a:pt x="5383" y="15900"/>
                  </a:lnTo>
                  <a:lnTo>
                    <a:pt x="5752" y="16023"/>
                  </a:lnTo>
                  <a:lnTo>
                    <a:pt x="6139" y="16146"/>
                  </a:lnTo>
                  <a:lnTo>
                    <a:pt x="6544" y="16234"/>
                  </a:lnTo>
                  <a:lnTo>
                    <a:pt x="6948" y="16305"/>
                  </a:lnTo>
                  <a:lnTo>
                    <a:pt x="7353" y="16357"/>
                  </a:lnTo>
                  <a:lnTo>
                    <a:pt x="7775" y="16393"/>
                  </a:lnTo>
                  <a:lnTo>
                    <a:pt x="8619" y="16393"/>
                  </a:lnTo>
                  <a:lnTo>
                    <a:pt x="9024" y="16357"/>
                  </a:lnTo>
                  <a:lnTo>
                    <a:pt x="9446" y="16305"/>
                  </a:lnTo>
                  <a:lnTo>
                    <a:pt x="9851" y="16234"/>
                  </a:lnTo>
                  <a:lnTo>
                    <a:pt x="10237" y="16146"/>
                  </a:lnTo>
                  <a:lnTo>
                    <a:pt x="10624" y="16023"/>
                  </a:lnTo>
                  <a:lnTo>
                    <a:pt x="11011" y="15900"/>
                  </a:lnTo>
                  <a:lnTo>
                    <a:pt x="11381" y="15759"/>
                  </a:lnTo>
                  <a:lnTo>
                    <a:pt x="11750" y="15583"/>
                  </a:lnTo>
                  <a:lnTo>
                    <a:pt x="12102" y="15408"/>
                  </a:lnTo>
                  <a:lnTo>
                    <a:pt x="12436" y="15214"/>
                  </a:lnTo>
                  <a:lnTo>
                    <a:pt x="12770" y="15003"/>
                  </a:lnTo>
                  <a:lnTo>
                    <a:pt x="13104" y="14774"/>
                  </a:lnTo>
                  <a:lnTo>
                    <a:pt x="13403" y="14528"/>
                  </a:lnTo>
                  <a:lnTo>
                    <a:pt x="13702" y="14264"/>
                  </a:lnTo>
                  <a:lnTo>
                    <a:pt x="13984" y="14000"/>
                  </a:lnTo>
                  <a:lnTo>
                    <a:pt x="14265" y="13719"/>
                  </a:lnTo>
                  <a:lnTo>
                    <a:pt x="14511" y="13420"/>
                  </a:lnTo>
                  <a:lnTo>
                    <a:pt x="14758" y="13103"/>
                  </a:lnTo>
                  <a:lnTo>
                    <a:pt x="14986" y="12787"/>
                  </a:lnTo>
                  <a:lnTo>
                    <a:pt x="15197" y="12453"/>
                  </a:lnTo>
                  <a:lnTo>
                    <a:pt x="15409" y="12101"/>
                  </a:lnTo>
                  <a:lnTo>
                    <a:pt x="15584" y="11749"/>
                  </a:lnTo>
                  <a:lnTo>
                    <a:pt x="15743" y="11397"/>
                  </a:lnTo>
                  <a:lnTo>
                    <a:pt x="15883" y="11010"/>
                  </a:lnTo>
                  <a:lnTo>
                    <a:pt x="16024" y="10641"/>
                  </a:lnTo>
                  <a:lnTo>
                    <a:pt x="16130" y="10254"/>
                  </a:lnTo>
                  <a:lnTo>
                    <a:pt x="16218" y="9850"/>
                  </a:lnTo>
                  <a:lnTo>
                    <a:pt x="16288" y="9445"/>
                  </a:lnTo>
                  <a:lnTo>
                    <a:pt x="16341" y="9041"/>
                  </a:lnTo>
                  <a:lnTo>
                    <a:pt x="16376" y="8618"/>
                  </a:lnTo>
                  <a:lnTo>
                    <a:pt x="16393" y="8196"/>
                  </a:lnTo>
                  <a:lnTo>
                    <a:pt x="16376" y="7774"/>
                  </a:lnTo>
                  <a:lnTo>
                    <a:pt x="16341" y="7370"/>
                  </a:lnTo>
                  <a:lnTo>
                    <a:pt x="16288" y="6947"/>
                  </a:lnTo>
                  <a:lnTo>
                    <a:pt x="16218" y="6543"/>
                  </a:lnTo>
                  <a:lnTo>
                    <a:pt x="16130" y="6156"/>
                  </a:lnTo>
                  <a:lnTo>
                    <a:pt x="16024" y="5769"/>
                  </a:lnTo>
                  <a:lnTo>
                    <a:pt x="15883" y="5382"/>
                  </a:lnTo>
                  <a:lnTo>
                    <a:pt x="15743" y="5013"/>
                  </a:lnTo>
                  <a:lnTo>
                    <a:pt x="15584" y="4643"/>
                  </a:lnTo>
                  <a:lnTo>
                    <a:pt x="15409" y="4292"/>
                  </a:lnTo>
                  <a:lnTo>
                    <a:pt x="15197" y="3957"/>
                  </a:lnTo>
                  <a:lnTo>
                    <a:pt x="14986" y="3623"/>
                  </a:lnTo>
                  <a:lnTo>
                    <a:pt x="14758" y="3307"/>
                  </a:lnTo>
                  <a:lnTo>
                    <a:pt x="14511" y="2990"/>
                  </a:lnTo>
                  <a:lnTo>
                    <a:pt x="14265" y="2691"/>
                  </a:lnTo>
                  <a:lnTo>
                    <a:pt x="13984" y="2410"/>
                  </a:lnTo>
                  <a:lnTo>
                    <a:pt x="13702" y="2128"/>
                  </a:lnTo>
                  <a:lnTo>
                    <a:pt x="13403" y="1882"/>
                  </a:lnTo>
                  <a:lnTo>
                    <a:pt x="13104" y="1636"/>
                  </a:lnTo>
                  <a:lnTo>
                    <a:pt x="12770" y="1407"/>
                  </a:lnTo>
                  <a:lnTo>
                    <a:pt x="12436" y="1196"/>
                  </a:lnTo>
                  <a:lnTo>
                    <a:pt x="12102" y="1003"/>
                  </a:lnTo>
                  <a:lnTo>
                    <a:pt x="11750" y="809"/>
                  </a:lnTo>
                  <a:lnTo>
                    <a:pt x="11381" y="651"/>
                  </a:lnTo>
                  <a:lnTo>
                    <a:pt x="11011" y="510"/>
                  </a:lnTo>
                  <a:lnTo>
                    <a:pt x="10624" y="369"/>
                  </a:lnTo>
                  <a:lnTo>
                    <a:pt x="10237" y="264"/>
                  </a:lnTo>
                  <a:lnTo>
                    <a:pt x="9851" y="176"/>
                  </a:lnTo>
                  <a:lnTo>
                    <a:pt x="9446" y="106"/>
                  </a:lnTo>
                  <a:lnTo>
                    <a:pt x="9024" y="53"/>
                  </a:lnTo>
                  <a:lnTo>
                    <a:pt x="8619" y="18"/>
                  </a:lnTo>
                  <a:lnTo>
                    <a:pt x="81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37;p27">
              <a:extLst>
                <a:ext uri="{FF2B5EF4-FFF2-40B4-BE49-F238E27FC236}">
                  <a16:creationId xmlns:a16="http://schemas.microsoft.com/office/drawing/2014/main" id="{95ADF36A-443B-5111-FD42-DDADA9426F03}"/>
                </a:ext>
              </a:extLst>
            </p:cNvPr>
            <p:cNvSpPr/>
            <p:nvPr/>
          </p:nvSpPr>
          <p:spPr>
            <a:xfrm>
              <a:off x="6499581" y="1609835"/>
              <a:ext cx="431284" cy="220985"/>
            </a:xfrm>
            <a:custGeom>
              <a:avLst/>
              <a:gdLst/>
              <a:ahLst/>
              <a:cxnLst/>
              <a:rect l="l" t="t" r="r" b="b"/>
              <a:pathLst>
                <a:path w="38379" h="19665" extrusionOk="0">
                  <a:moveTo>
                    <a:pt x="8109" y="1"/>
                  </a:moveTo>
                  <a:lnTo>
                    <a:pt x="7669" y="36"/>
                  </a:lnTo>
                  <a:lnTo>
                    <a:pt x="7247" y="89"/>
                  </a:lnTo>
                  <a:lnTo>
                    <a:pt x="6825" y="177"/>
                  </a:lnTo>
                  <a:lnTo>
                    <a:pt x="6420" y="265"/>
                  </a:lnTo>
                  <a:lnTo>
                    <a:pt x="6015" y="388"/>
                  </a:lnTo>
                  <a:lnTo>
                    <a:pt x="5611" y="511"/>
                  </a:lnTo>
                  <a:lnTo>
                    <a:pt x="5224" y="669"/>
                  </a:lnTo>
                  <a:lnTo>
                    <a:pt x="4855" y="845"/>
                  </a:lnTo>
                  <a:lnTo>
                    <a:pt x="4485" y="1038"/>
                  </a:lnTo>
                  <a:lnTo>
                    <a:pt x="4116" y="1232"/>
                  </a:lnTo>
                  <a:lnTo>
                    <a:pt x="3782" y="1461"/>
                  </a:lnTo>
                  <a:lnTo>
                    <a:pt x="3430" y="1707"/>
                  </a:lnTo>
                  <a:lnTo>
                    <a:pt x="3113" y="1953"/>
                  </a:lnTo>
                  <a:lnTo>
                    <a:pt x="2797" y="2217"/>
                  </a:lnTo>
                  <a:lnTo>
                    <a:pt x="2515" y="2516"/>
                  </a:lnTo>
                  <a:lnTo>
                    <a:pt x="2216" y="2797"/>
                  </a:lnTo>
                  <a:lnTo>
                    <a:pt x="1953" y="3114"/>
                  </a:lnTo>
                  <a:lnTo>
                    <a:pt x="1706" y="3431"/>
                  </a:lnTo>
                  <a:lnTo>
                    <a:pt x="1460" y="3765"/>
                  </a:lnTo>
                  <a:lnTo>
                    <a:pt x="1231" y="4116"/>
                  </a:lnTo>
                  <a:lnTo>
                    <a:pt x="1038" y="4486"/>
                  </a:lnTo>
                  <a:lnTo>
                    <a:pt x="844" y="4838"/>
                  </a:lnTo>
                  <a:lnTo>
                    <a:pt x="669" y="5225"/>
                  </a:lnTo>
                  <a:lnTo>
                    <a:pt x="510" y="5612"/>
                  </a:lnTo>
                  <a:lnTo>
                    <a:pt x="387" y="6016"/>
                  </a:lnTo>
                  <a:lnTo>
                    <a:pt x="264" y="6421"/>
                  </a:lnTo>
                  <a:lnTo>
                    <a:pt x="176" y="6825"/>
                  </a:lnTo>
                  <a:lnTo>
                    <a:pt x="106" y="7247"/>
                  </a:lnTo>
                  <a:lnTo>
                    <a:pt x="35" y="7669"/>
                  </a:lnTo>
                  <a:lnTo>
                    <a:pt x="18" y="8109"/>
                  </a:lnTo>
                  <a:lnTo>
                    <a:pt x="0" y="8549"/>
                  </a:lnTo>
                  <a:lnTo>
                    <a:pt x="0" y="11117"/>
                  </a:lnTo>
                  <a:lnTo>
                    <a:pt x="18" y="11556"/>
                  </a:lnTo>
                  <a:lnTo>
                    <a:pt x="35" y="11979"/>
                  </a:lnTo>
                  <a:lnTo>
                    <a:pt x="106" y="12401"/>
                  </a:lnTo>
                  <a:lnTo>
                    <a:pt x="176" y="12823"/>
                  </a:lnTo>
                  <a:lnTo>
                    <a:pt x="264" y="13245"/>
                  </a:lnTo>
                  <a:lnTo>
                    <a:pt x="387" y="13649"/>
                  </a:lnTo>
                  <a:lnTo>
                    <a:pt x="510" y="14036"/>
                  </a:lnTo>
                  <a:lnTo>
                    <a:pt x="669" y="14423"/>
                  </a:lnTo>
                  <a:lnTo>
                    <a:pt x="844" y="14810"/>
                  </a:lnTo>
                  <a:lnTo>
                    <a:pt x="1038" y="15180"/>
                  </a:lnTo>
                  <a:lnTo>
                    <a:pt x="1231" y="15531"/>
                  </a:lnTo>
                  <a:lnTo>
                    <a:pt x="1460" y="15883"/>
                  </a:lnTo>
                  <a:lnTo>
                    <a:pt x="1706" y="16217"/>
                  </a:lnTo>
                  <a:lnTo>
                    <a:pt x="1953" y="16534"/>
                  </a:lnTo>
                  <a:lnTo>
                    <a:pt x="2216" y="16851"/>
                  </a:lnTo>
                  <a:lnTo>
                    <a:pt x="2515" y="17150"/>
                  </a:lnTo>
                  <a:lnTo>
                    <a:pt x="2797" y="17431"/>
                  </a:lnTo>
                  <a:lnTo>
                    <a:pt x="3113" y="17695"/>
                  </a:lnTo>
                  <a:lnTo>
                    <a:pt x="3430" y="17959"/>
                  </a:lnTo>
                  <a:lnTo>
                    <a:pt x="3782" y="18187"/>
                  </a:lnTo>
                  <a:lnTo>
                    <a:pt x="4116" y="18416"/>
                  </a:lnTo>
                  <a:lnTo>
                    <a:pt x="4485" y="18627"/>
                  </a:lnTo>
                  <a:lnTo>
                    <a:pt x="4855" y="18803"/>
                  </a:lnTo>
                  <a:lnTo>
                    <a:pt x="5224" y="18979"/>
                  </a:lnTo>
                  <a:lnTo>
                    <a:pt x="5611" y="19137"/>
                  </a:lnTo>
                  <a:lnTo>
                    <a:pt x="6015" y="19278"/>
                  </a:lnTo>
                  <a:lnTo>
                    <a:pt x="6420" y="19383"/>
                  </a:lnTo>
                  <a:lnTo>
                    <a:pt x="6825" y="19489"/>
                  </a:lnTo>
                  <a:lnTo>
                    <a:pt x="7247" y="19559"/>
                  </a:lnTo>
                  <a:lnTo>
                    <a:pt x="7669" y="19612"/>
                  </a:lnTo>
                  <a:lnTo>
                    <a:pt x="8109" y="19647"/>
                  </a:lnTo>
                  <a:lnTo>
                    <a:pt x="8548" y="19665"/>
                  </a:lnTo>
                  <a:lnTo>
                    <a:pt x="29830" y="19665"/>
                  </a:lnTo>
                  <a:lnTo>
                    <a:pt x="30270" y="19647"/>
                  </a:lnTo>
                  <a:lnTo>
                    <a:pt x="30692" y="19612"/>
                  </a:lnTo>
                  <a:lnTo>
                    <a:pt x="31132" y="19559"/>
                  </a:lnTo>
                  <a:lnTo>
                    <a:pt x="31554" y="19489"/>
                  </a:lnTo>
                  <a:lnTo>
                    <a:pt x="31959" y="19383"/>
                  </a:lnTo>
                  <a:lnTo>
                    <a:pt x="32363" y="19278"/>
                  </a:lnTo>
                  <a:lnTo>
                    <a:pt x="32768" y="19137"/>
                  </a:lnTo>
                  <a:lnTo>
                    <a:pt x="33155" y="18979"/>
                  </a:lnTo>
                  <a:lnTo>
                    <a:pt x="33524" y="18803"/>
                  </a:lnTo>
                  <a:lnTo>
                    <a:pt x="33893" y="18627"/>
                  </a:lnTo>
                  <a:lnTo>
                    <a:pt x="34245" y="18416"/>
                  </a:lnTo>
                  <a:lnTo>
                    <a:pt x="34597" y="18187"/>
                  </a:lnTo>
                  <a:lnTo>
                    <a:pt x="34931" y="17959"/>
                  </a:lnTo>
                  <a:lnTo>
                    <a:pt x="35248" y="17695"/>
                  </a:lnTo>
                  <a:lnTo>
                    <a:pt x="35564" y="17431"/>
                  </a:lnTo>
                  <a:lnTo>
                    <a:pt x="35863" y="17150"/>
                  </a:lnTo>
                  <a:lnTo>
                    <a:pt x="36145" y="16851"/>
                  </a:lnTo>
                  <a:lnTo>
                    <a:pt x="36408" y="16534"/>
                  </a:lnTo>
                  <a:lnTo>
                    <a:pt x="36672" y="16217"/>
                  </a:lnTo>
                  <a:lnTo>
                    <a:pt x="36901" y="15883"/>
                  </a:lnTo>
                  <a:lnTo>
                    <a:pt x="37130" y="15531"/>
                  </a:lnTo>
                  <a:lnTo>
                    <a:pt x="37341" y="15180"/>
                  </a:lnTo>
                  <a:lnTo>
                    <a:pt x="37534" y="14810"/>
                  </a:lnTo>
                  <a:lnTo>
                    <a:pt x="37692" y="14423"/>
                  </a:lnTo>
                  <a:lnTo>
                    <a:pt x="37851" y="14036"/>
                  </a:lnTo>
                  <a:lnTo>
                    <a:pt x="37991" y="13649"/>
                  </a:lnTo>
                  <a:lnTo>
                    <a:pt x="38097" y="13245"/>
                  </a:lnTo>
                  <a:lnTo>
                    <a:pt x="38203" y="12823"/>
                  </a:lnTo>
                  <a:lnTo>
                    <a:pt x="38273" y="12401"/>
                  </a:lnTo>
                  <a:lnTo>
                    <a:pt x="38326" y="11979"/>
                  </a:lnTo>
                  <a:lnTo>
                    <a:pt x="38361" y="11556"/>
                  </a:lnTo>
                  <a:lnTo>
                    <a:pt x="38378" y="11117"/>
                  </a:lnTo>
                  <a:lnTo>
                    <a:pt x="38378" y="8549"/>
                  </a:lnTo>
                  <a:lnTo>
                    <a:pt x="38361" y="8109"/>
                  </a:lnTo>
                  <a:lnTo>
                    <a:pt x="38326" y="7669"/>
                  </a:lnTo>
                  <a:lnTo>
                    <a:pt x="38273" y="7247"/>
                  </a:lnTo>
                  <a:lnTo>
                    <a:pt x="38203" y="6825"/>
                  </a:lnTo>
                  <a:lnTo>
                    <a:pt x="38097" y="6421"/>
                  </a:lnTo>
                  <a:lnTo>
                    <a:pt x="37991" y="6016"/>
                  </a:lnTo>
                  <a:lnTo>
                    <a:pt x="37851" y="5612"/>
                  </a:lnTo>
                  <a:lnTo>
                    <a:pt x="37692" y="5225"/>
                  </a:lnTo>
                  <a:lnTo>
                    <a:pt x="37534" y="4838"/>
                  </a:lnTo>
                  <a:lnTo>
                    <a:pt x="37341" y="4486"/>
                  </a:lnTo>
                  <a:lnTo>
                    <a:pt x="37130" y="4116"/>
                  </a:lnTo>
                  <a:lnTo>
                    <a:pt x="36901" y="3765"/>
                  </a:lnTo>
                  <a:lnTo>
                    <a:pt x="36672" y="3431"/>
                  </a:lnTo>
                  <a:lnTo>
                    <a:pt x="36408" y="3114"/>
                  </a:lnTo>
                  <a:lnTo>
                    <a:pt x="36145" y="2797"/>
                  </a:lnTo>
                  <a:lnTo>
                    <a:pt x="35863" y="2516"/>
                  </a:lnTo>
                  <a:lnTo>
                    <a:pt x="35564" y="2217"/>
                  </a:lnTo>
                  <a:lnTo>
                    <a:pt x="35248" y="1953"/>
                  </a:lnTo>
                  <a:lnTo>
                    <a:pt x="34931" y="1707"/>
                  </a:lnTo>
                  <a:lnTo>
                    <a:pt x="34597" y="1461"/>
                  </a:lnTo>
                  <a:lnTo>
                    <a:pt x="34245" y="1232"/>
                  </a:lnTo>
                  <a:lnTo>
                    <a:pt x="33893" y="1038"/>
                  </a:lnTo>
                  <a:lnTo>
                    <a:pt x="33524" y="845"/>
                  </a:lnTo>
                  <a:lnTo>
                    <a:pt x="33155" y="669"/>
                  </a:lnTo>
                  <a:lnTo>
                    <a:pt x="32768" y="511"/>
                  </a:lnTo>
                  <a:lnTo>
                    <a:pt x="32363" y="388"/>
                  </a:lnTo>
                  <a:lnTo>
                    <a:pt x="31959" y="265"/>
                  </a:lnTo>
                  <a:lnTo>
                    <a:pt x="31554" y="177"/>
                  </a:lnTo>
                  <a:lnTo>
                    <a:pt x="31132" y="89"/>
                  </a:lnTo>
                  <a:lnTo>
                    <a:pt x="30692" y="36"/>
                  </a:lnTo>
                  <a:lnTo>
                    <a:pt x="3027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38;p27">
              <a:extLst>
                <a:ext uri="{FF2B5EF4-FFF2-40B4-BE49-F238E27FC236}">
                  <a16:creationId xmlns:a16="http://schemas.microsoft.com/office/drawing/2014/main" id="{F5C01F61-6D96-4C43-25B5-665695D653B5}"/>
                </a:ext>
              </a:extLst>
            </p:cNvPr>
            <p:cNvSpPr/>
            <p:nvPr/>
          </p:nvSpPr>
          <p:spPr>
            <a:xfrm>
              <a:off x="5248242" y="4121844"/>
              <a:ext cx="600216" cy="610245"/>
            </a:xfrm>
            <a:custGeom>
              <a:avLst/>
              <a:gdLst/>
              <a:ahLst/>
              <a:cxnLst/>
              <a:rect l="l" t="t" r="r" b="b"/>
              <a:pathLst>
                <a:path w="29444" h="29936" extrusionOk="0">
                  <a:moveTo>
                    <a:pt x="10043" y="0"/>
                  </a:moveTo>
                  <a:lnTo>
                    <a:pt x="0" y="29936"/>
                  </a:lnTo>
                  <a:lnTo>
                    <a:pt x="5030" y="29936"/>
                  </a:lnTo>
                  <a:lnTo>
                    <a:pt x="29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39;p27">
              <a:extLst>
                <a:ext uri="{FF2B5EF4-FFF2-40B4-BE49-F238E27FC236}">
                  <a16:creationId xmlns:a16="http://schemas.microsoft.com/office/drawing/2014/main" id="{3B7EA1F2-7E2C-60A2-8C7A-11E37811AADA}"/>
                </a:ext>
              </a:extLst>
            </p:cNvPr>
            <p:cNvSpPr/>
            <p:nvPr/>
          </p:nvSpPr>
          <p:spPr>
            <a:xfrm>
              <a:off x="7582378" y="4121844"/>
              <a:ext cx="599849" cy="610245"/>
            </a:xfrm>
            <a:custGeom>
              <a:avLst/>
              <a:gdLst/>
              <a:ahLst/>
              <a:cxnLst/>
              <a:rect l="l" t="t" r="r" b="b"/>
              <a:pathLst>
                <a:path w="29426" h="29936" extrusionOk="0">
                  <a:moveTo>
                    <a:pt x="0" y="0"/>
                  </a:moveTo>
                  <a:lnTo>
                    <a:pt x="24413" y="29936"/>
                  </a:lnTo>
                  <a:lnTo>
                    <a:pt x="29426" y="29936"/>
                  </a:lnTo>
                  <a:lnTo>
                    <a:pt x="19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40;p27">
              <a:extLst>
                <a:ext uri="{FF2B5EF4-FFF2-40B4-BE49-F238E27FC236}">
                  <a16:creationId xmlns:a16="http://schemas.microsoft.com/office/drawing/2014/main" id="{7EA6651A-CA93-50D6-C8B0-39BCAC0DEEFC}"/>
                </a:ext>
              </a:extLst>
            </p:cNvPr>
            <p:cNvSpPr/>
            <p:nvPr/>
          </p:nvSpPr>
          <p:spPr>
            <a:xfrm>
              <a:off x="4954592" y="1774778"/>
              <a:ext cx="3521244" cy="2510189"/>
            </a:xfrm>
            <a:custGeom>
              <a:avLst/>
              <a:gdLst/>
              <a:ahLst/>
              <a:cxnLst/>
              <a:rect l="l" t="t" r="r" b="b"/>
              <a:pathLst>
                <a:path w="172737" h="123139" extrusionOk="0">
                  <a:moveTo>
                    <a:pt x="10237" y="1"/>
                  </a:moveTo>
                  <a:lnTo>
                    <a:pt x="9621" y="1777"/>
                  </a:lnTo>
                  <a:lnTo>
                    <a:pt x="9041" y="3589"/>
                  </a:lnTo>
                  <a:lnTo>
                    <a:pt x="8478" y="5418"/>
                  </a:lnTo>
                  <a:lnTo>
                    <a:pt x="7915" y="7247"/>
                  </a:lnTo>
                  <a:lnTo>
                    <a:pt x="7387" y="9094"/>
                  </a:lnTo>
                  <a:lnTo>
                    <a:pt x="6860" y="10958"/>
                  </a:lnTo>
                  <a:lnTo>
                    <a:pt x="6367" y="12840"/>
                  </a:lnTo>
                  <a:lnTo>
                    <a:pt x="5875" y="14740"/>
                  </a:lnTo>
                  <a:lnTo>
                    <a:pt x="5417" y="16639"/>
                  </a:lnTo>
                  <a:lnTo>
                    <a:pt x="4960" y="18574"/>
                  </a:lnTo>
                  <a:lnTo>
                    <a:pt x="4538" y="20509"/>
                  </a:lnTo>
                  <a:lnTo>
                    <a:pt x="4133" y="22461"/>
                  </a:lnTo>
                  <a:lnTo>
                    <a:pt x="3729" y="24414"/>
                  </a:lnTo>
                  <a:lnTo>
                    <a:pt x="3359" y="26383"/>
                  </a:lnTo>
                  <a:lnTo>
                    <a:pt x="3008" y="28371"/>
                  </a:lnTo>
                  <a:lnTo>
                    <a:pt x="2673" y="30376"/>
                  </a:lnTo>
                  <a:lnTo>
                    <a:pt x="2357" y="32381"/>
                  </a:lnTo>
                  <a:lnTo>
                    <a:pt x="2058" y="34404"/>
                  </a:lnTo>
                  <a:lnTo>
                    <a:pt x="1776" y="36444"/>
                  </a:lnTo>
                  <a:lnTo>
                    <a:pt x="1513" y="38484"/>
                  </a:lnTo>
                  <a:lnTo>
                    <a:pt x="1284" y="40542"/>
                  </a:lnTo>
                  <a:lnTo>
                    <a:pt x="1055" y="42618"/>
                  </a:lnTo>
                  <a:lnTo>
                    <a:pt x="862" y="44693"/>
                  </a:lnTo>
                  <a:lnTo>
                    <a:pt x="686" y="46786"/>
                  </a:lnTo>
                  <a:lnTo>
                    <a:pt x="528" y="48879"/>
                  </a:lnTo>
                  <a:lnTo>
                    <a:pt x="387" y="50990"/>
                  </a:lnTo>
                  <a:lnTo>
                    <a:pt x="281" y="53100"/>
                  </a:lnTo>
                  <a:lnTo>
                    <a:pt x="176" y="55229"/>
                  </a:lnTo>
                  <a:lnTo>
                    <a:pt x="106" y="57357"/>
                  </a:lnTo>
                  <a:lnTo>
                    <a:pt x="53" y="59503"/>
                  </a:lnTo>
                  <a:lnTo>
                    <a:pt x="18" y="61666"/>
                  </a:lnTo>
                  <a:lnTo>
                    <a:pt x="0" y="63812"/>
                  </a:lnTo>
                  <a:lnTo>
                    <a:pt x="18" y="65817"/>
                  </a:lnTo>
                  <a:lnTo>
                    <a:pt x="35" y="67787"/>
                  </a:lnTo>
                  <a:lnTo>
                    <a:pt x="88" y="69774"/>
                  </a:lnTo>
                  <a:lnTo>
                    <a:pt x="158" y="71744"/>
                  </a:lnTo>
                  <a:lnTo>
                    <a:pt x="229" y="73697"/>
                  </a:lnTo>
                  <a:lnTo>
                    <a:pt x="334" y="75667"/>
                  </a:lnTo>
                  <a:lnTo>
                    <a:pt x="457" y="77601"/>
                  </a:lnTo>
                  <a:lnTo>
                    <a:pt x="580" y="79554"/>
                  </a:lnTo>
                  <a:lnTo>
                    <a:pt x="739" y="81471"/>
                  </a:lnTo>
                  <a:lnTo>
                    <a:pt x="915" y="83406"/>
                  </a:lnTo>
                  <a:lnTo>
                    <a:pt x="1090" y="85305"/>
                  </a:lnTo>
                  <a:lnTo>
                    <a:pt x="1302" y="87222"/>
                  </a:lnTo>
                  <a:lnTo>
                    <a:pt x="1513" y="89104"/>
                  </a:lnTo>
                  <a:lnTo>
                    <a:pt x="1759" y="91004"/>
                  </a:lnTo>
                  <a:lnTo>
                    <a:pt x="2005" y="92868"/>
                  </a:lnTo>
                  <a:lnTo>
                    <a:pt x="2287" y="94733"/>
                  </a:lnTo>
                  <a:lnTo>
                    <a:pt x="2568" y="96597"/>
                  </a:lnTo>
                  <a:lnTo>
                    <a:pt x="2867" y="98444"/>
                  </a:lnTo>
                  <a:lnTo>
                    <a:pt x="3184" y="100291"/>
                  </a:lnTo>
                  <a:lnTo>
                    <a:pt x="3518" y="102102"/>
                  </a:lnTo>
                  <a:lnTo>
                    <a:pt x="3869" y="103931"/>
                  </a:lnTo>
                  <a:lnTo>
                    <a:pt x="4239" y="105725"/>
                  </a:lnTo>
                  <a:lnTo>
                    <a:pt x="4626" y="107519"/>
                  </a:lnTo>
                  <a:lnTo>
                    <a:pt x="5030" y="109296"/>
                  </a:lnTo>
                  <a:lnTo>
                    <a:pt x="5435" y="111072"/>
                  </a:lnTo>
                  <a:lnTo>
                    <a:pt x="5875" y="112831"/>
                  </a:lnTo>
                  <a:lnTo>
                    <a:pt x="6314" y="114590"/>
                  </a:lnTo>
                  <a:lnTo>
                    <a:pt x="6772" y="116314"/>
                  </a:lnTo>
                  <a:lnTo>
                    <a:pt x="7246" y="118037"/>
                  </a:lnTo>
                  <a:lnTo>
                    <a:pt x="7739" y="119743"/>
                  </a:lnTo>
                  <a:lnTo>
                    <a:pt x="8231" y="121450"/>
                  </a:lnTo>
                  <a:lnTo>
                    <a:pt x="8759" y="123138"/>
                  </a:lnTo>
                  <a:lnTo>
                    <a:pt x="163996" y="123138"/>
                  </a:lnTo>
                  <a:lnTo>
                    <a:pt x="164506" y="121450"/>
                  </a:lnTo>
                  <a:lnTo>
                    <a:pt x="165016" y="119743"/>
                  </a:lnTo>
                  <a:lnTo>
                    <a:pt x="165508" y="118037"/>
                  </a:lnTo>
                  <a:lnTo>
                    <a:pt x="165983" y="116314"/>
                  </a:lnTo>
                  <a:lnTo>
                    <a:pt x="166440" y="114590"/>
                  </a:lnTo>
                  <a:lnTo>
                    <a:pt x="166880" y="112831"/>
                  </a:lnTo>
                  <a:lnTo>
                    <a:pt x="167302" y="111072"/>
                  </a:lnTo>
                  <a:lnTo>
                    <a:pt x="167724" y="109296"/>
                  </a:lnTo>
                  <a:lnTo>
                    <a:pt x="168129" y="107519"/>
                  </a:lnTo>
                  <a:lnTo>
                    <a:pt x="168498" y="105725"/>
                  </a:lnTo>
                  <a:lnTo>
                    <a:pt x="168868" y="103931"/>
                  </a:lnTo>
                  <a:lnTo>
                    <a:pt x="169219" y="102102"/>
                  </a:lnTo>
                  <a:lnTo>
                    <a:pt x="169553" y="100291"/>
                  </a:lnTo>
                  <a:lnTo>
                    <a:pt x="169870" y="98444"/>
                  </a:lnTo>
                  <a:lnTo>
                    <a:pt x="170187" y="96597"/>
                  </a:lnTo>
                  <a:lnTo>
                    <a:pt x="170468" y="94733"/>
                  </a:lnTo>
                  <a:lnTo>
                    <a:pt x="170732" y="92868"/>
                  </a:lnTo>
                  <a:lnTo>
                    <a:pt x="170996" y="91004"/>
                  </a:lnTo>
                  <a:lnTo>
                    <a:pt x="171224" y="89104"/>
                  </a:lnTo>
                  <a:lnTo>
                    <a:pt x="171453" y="87222"/>
                  </a:lnTo>
                  <a:lnTo>
                    <a:pt x="171647" y="85305"/>
                  </a:lnTo>
                  <a:lnTo>
                    <a:pt x="171840" y="83406"/>
                  </a:lnTo>
                  <a:lnTo>
                    <a:pt x="172016" y="81471"/>
                  </a:lnTo>
                  <a:lnTo>
                    <a:pt x="172157" y="79554"/>
                  </a:lnTo>
                  <a:lnTo>
                    <a:pt x="172297" y="77601"/>
                  </a:lnTo>
                  <a:lnTo>
                    <a:pt x="172420" y="75667"/>
                  </a:lnTo>
                  <a:lnTo>
                    <a:pt x="172508" y="73697"/>
                  </a:lnTo>
                  <a:lnTo>
                    <a:pt x="172596" y="71744"/>
                  </a:lnTo>
                  <a:lnTo>
                    <a:pt x="172667" y="69774"/>
                  </a:lnTo>
                  <a:lnTo>
                    <a:pt x="172702" y="67787"/>
                  </a:lnTo>
                  <a:lnTo>
                    <a:pt x="172737" y="65817"/>
                  </a:lnTo>
                  <a:lnTo>
                    <a:pt x="172737" y="63812"/>
                  </a:lnTo>
                  <a:lnTo>
                    <a:pt x="172737" y="61666"/>
                  </a:lnTo>
                  <a:lnTo>
                    <a:pt x="172702" y="59503"/>
                  </a:lnTo>
                  <a:lnTo>
                    <a:pt x="172649" y="57357"/>
                  </a:lnTo>
                  <a:lnTo>
                    <a:pt x="172579" y="55229"/>
                  </a:lnTo>
                  <a:lnTo>
                    <a:pt x="172473" y="53100"/>
                  </a:lnTo>
                  <a:lnTo>
                    <a:pt x="172350" y="50990"/>
                  </a:lnTo>
                  <a:lnTo>
                    <a:pt x="172227" y="48879"/>
                  </a:lnTo>
                  <a:lnTo>
                    <a:pt x="172069" y="46786"/>
                  </a:lnTo>
                  <a:lnTo>
                    <a:pt x="171875" y="44693"/>
                  </a:lnTo>
                  <a:lnTo>
                    <a:pt x="171682" y="42618"/>
                  </a:lnTo>
                  <a:lnTo>
                    <a:pt x="171471" y="40542"/>
                  </a:lnTo>
                  <a:lnTo>
                    <a:pt x="171224" y="38484"/>
                  </a:lnTo>
                  <a:lnTo>
                    <a:pt x="170961" y="36444"/>
                  </a:lnTo>
                  <a:lnTo>
                    <a:pt x="170697" y="34404"/>
                  </a:lnTo>
                  <a:lnTo>
                    <a:pt x="170398" y="32381"/>
                  </a:lnTo>
                  <a:lnTo>
                    <a:pt x="170081" y="30376"/>
                  </a:lnTo>
                  <a:lnTo>
                    <a:pt x="169747" y="28371"/>
                  </a:lnTo>
                  <a:lnTo>
                    <a:pt x="169378" y="26383"/>
                  </a:lnTo>
                  <a:lnTo>
                    <a:pt x="169008" y="24414"/>
                  </a:lnTo>
                  <a:lnTo>
                    <a:pt x="168621" y="22461"/>
                  </a:lnTo>
                  <a:lnTo>
                    <a:pt x="168217" y="20509"/>
                  </a:lnTo>
                  <a:lnTo>
                    <a:pt x="167777" y="18574"/>
                  </a:lnTo>
                  <a:lnTo>
                    <a:pt x="167337" y="16639"/>
                  </a:lnTo>
                  <a:lnTo>
                    <a:pt x="166862" y="14740"/>
                  </a:lnTo>
                  <a:lnTo>
                    <a:pt x="166388" y="12840"/>
                  </a:lnTo>
                  <a:lnTo>
                    <a:pt x="165877" y="10958"/>
                  </a:lnTo>
                  <a:lnTo>
                    <a:pt x="165367" y="9094"/>
                  </a:lnTo>
                  <a:lnTo>
                    <a:pt x="164822" y="7247"/>
                  </a:lnTo>
                  <a:lnTo>
                    <a:pt x="164277" y="5418"/>
                  </a:lnTo>
                  <a:lnTo>
                    <a:pt x="163714" y="3589"/>
                  </a:lnTo>
                  <a:lnTo>
                    <a:pt x="163116" y="1777"/>
                  </a:lnTo>
                  <a:lnTo>
                    <a:pt x="1625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41;p27">
              <a:extLst>
                <a:ext uri="{FF2B5EF4-FFF2-40B4-BE49-F238E27FC236}">
                  <a16:creationId xmlns:a16="http://schemas.microsoft.com/office/drawing/2014/main" id="{E5D0799A-4F31-E73C-6A6D-B5D99D4B771B}"/>
                </a:ext>
              </a:extLst>
            </p:cNvPr>
            <p:cNvSpPr/>
            <p:nvPr/>
          </p:nvSpPr>
          <p:spPr>
            <a:xfrm>
              <a:off x="5260066" y="2158776"/>
              <a:ext cx="2176017" cy="1741837"/>
            </a:xfrm>
            <a:custGeom>
              <a:avLst/>
              <a:gdLst/>
              <a:ahLst/>
              <a:cxnLst/>
              <a:rect l="l" t="t" r="r" b="b"/>
              <a:pathLst>
                <a:path w="106746" h="85447" extrusionOk="0">
                  <a:moveTo>
                    <a:pt x="7089" y="1"/>
                  </a:moveTo>
                  <a:lnTo>
                    <a:pt x="6666" y="1250"/>
                  </a:lnTo>
                  <a:lnTo>
                    <a:pt x="6262" y="2499"/>
                  </a:lnTo>
                  <a:lnTo>
                    <a:pt x="5875" y="3765"/>
                  </a:lnTo>
                  <a:lnTo>
                    <a:pt x="5488" y="5031"/>
                  </a:lnTo>
                  <a:lnTo>
                    <a:pt x="5119" y="6315"/>
                  </a:lnTo>
                  <a:lnTo>
                    <a:pt x="4749" y="7617"/>
                  </a:lnTo>
                  <a:lnTo>
                    <a:pt x="4398" y="8918"/>
                  </a:lnTo>
                  <a:lnTo>
                    <a:pt x="4063" y="10238"/>
                  </a:lnTo>
                  <a:lnTo>
                    <a:pt x="3747" y="11557"/>
                  </a:lnTo>
                  <a:lnTo>
                    <a:pt x="3430" y="12893"/>
                  </a:lnTo>
                  <a:lnTo>
                    <a:pt x="3131" y="14230"/>
                  </a:lnTo>
                  <a:lnTo>
                    <a:pt x="2850" y="15584"/>
                  </a:lnTo>
                  <a:lnTo>
                    <a:pt x="2586" y="16956"/>
                  </a:lnTo>
                  <a:lnTo>
                    <a:pt x="2322" y="18328"/>
                  </a:lnTo>
                  <a:lnTo>
                    <a:pt x="2076" y="19700"/>
                  </a:lnTo>
                  <a:lnTo>
                    <a:pt x="1847" y="21090"/>
                  </a:lnTo>
                  <a:lnTo>
                    <a:pt x="1619" y="22479"/>
                  </a:lnTo>
                  <a:lnTo>
                    <a:pt x="1425" y="23886"/>
                  </a:lnTo>
                  <a:lnTo>
                    <a:pt x="1232" y="25293"/>
                  </a:lnTo>
                  <a:lnTo>
                    <a:pt x="1038" y="26718"/>
                  </a:lnTo>
                  <a:lnTo>
                    <a:pt x="880" y="28143"/>
                  </a:lnTo>
                  <a:lnTo>
                    <a:pt x="722" y="29585"/>
                  </a:lnTo>
                  <a:lnTo>
                    <a:pt x="581" y="31027"/>
                  </a:lnTo>
                  <a:lnTo>
                    <a:pt x="458" y="32469"/>
                  </a:lnTo>
                  <a:lnTo>
                    <a:pt x="352" y="33929"/>
                  </a:lnTo>
                  <a:lnTo>
                    <a:pt x="264" y="35389"/>
                  </a:lnTo>
                  <a:lnTo>
                    <a:pt x="176" y="36849"/>
                  </a:lnTo>
                  <a:lnTo>
                    <a:pt x="106" y="38326"/>
                  </a:lnTo>
                  <a:lnTo>
                    <a:pt x="53" y="39804"/>
                  </a:lnTo>
                  <a:lnTo>
                    <a:pt x="18" y="41299"/>
                  </a:lnTo>
                  <a:lnTo>
                    <a:pt x="0" y="42794"/>
                  </a:lnTo>
                  <a:lnTo>
                    <a:pt x="0" y="44289"/>
                  </a:lnTo>
                  <a:lnTo>
                    <a:pt x="0" y="45678"/>
                  </a:lnTo>
                  <a:lnTo>
                    <a:pt x="18" y="47050"/>
                  </a:lnTo>
                  <a:lnTo>
                    <a:pt x="53" y="48422"/>
                  </a:lnTo>
                  <a:lnTo>
                    <a:pt x="88" y="49794"/>
                  </a:lnTo>
                  <a:lnTo>
                    <a:pt x="159" y="51148"/>
                  </a:lnTo>
                  <a:lnTo>
                    <a:pt x="211" y="52503"/>
                  </a:lnTo>
                  <a:lnTo>
                    <a:pt x="299" y="53857"/>
                  </a:lnTo>
                  <a:lnTo>
                    <a:pt x="387" y="55211"/>
                  </a:lnTo>
                  <a:lnTo>
                    <a:pt x="493" y="56548"/>
                  </a:lnTo>
                  <a:lnTo>
                    <a:pt x="616" y="57885"/>
                  </a:lnTo>
                  <a:lnTo>
                    <a:pt x="739" y="59204"/>
                  </a:lnTo>
                  <a:lnTo>
                    <a:pt x="897" y="60523"/>
                  </a:lnTo>
                  <a:lnTo>
                    <a:pt x="1038" y="61842"/>
                  </a:lnTo>
                  <a:lnTo>
                    <a:pt x="1214" y="63144"/>
                  </a:lnTo>
                  <a:lnTo>
                    <a:pt x="1390" y="64445"/>
                  </a:lnTo>
                  <a:lnTo>
                    <a:pt x="1566" y="65747"/>
                  </a:lnTo>
                  <a:lnTo>
                    <a:pt x="1777" y="67031"/>
                  </a:lnTo>
                  <a:lnTo>
                    <a:pt x="1988" y="68315"/>
                  </a:lnTo>
                  <a:lnTo>
                    <a:pt x="2199" y="69599"/>
                  </a:lnTo>
                  <a:lnTo>
                    <a:pt x="2428" y="70865"/>
                  </a:lnTo>
                  <a:lnTo>
                    <a:pt x="2674" y="72114"/>
                  </a:lnTo>
                  <a:lnTo>
                    <a:pt x="2938" y="73380"/>
                  </a:lnTo>
                  <a:lnTo>
                    <a:pt x="3202" y="74612"/>
                  </a:lnTo>
                  <a:lnTo>
                    <a:pt x="3483" y="75860"/>
                  </a:lnTo>
                  <a:lnTo>
                    <a:pt x="3764" y="77074"/>
                  </a:lnTo>
                  <a:lnTo>
                    <a:pt x="4063" y="78305"/>
                  </a:lnTo>
                  <a:lnTo>
                    <a:pt x="4362" y="79519"/>
                  </a:lnTo>
                  <a:lnTo>
                    <a:pt x="4679" y="80715"/>
                  </a:lnTo>
                  <a:lnTo>
                    <a:pt x="5013" y="81911"/>
                  </a:lnTo>
                  <a:lnTo>
                    <a:pt x="5347" y="83107"/>
                  </a:lnTo>
                  <a:lnTo>
                    <a:pt x="5699" y="84285"/>
                  </a:lnTo>
                  <a:lnTo>
                    <a:pt x="6068" y="85446"/>
                  </a:lnTo>
                  <a:lnTo>
                    <a:pt x="100677" y="85446"/>
                  </a:lnTo>
                  <a:lnTo>
                    <a:pt x="101029" y="84285"/>
                  </a:lnTo>
                  <a:lnTo>
                    <a:pt x="101381" y="83107"/>
                  </a:lnTo>
                  <a:lnTo>
                    <a:pt x="101715" y="81911"/>
                  </a:lnTo>
                  <a:lnTo>
                    <a:pt x="102049" y="80715"/>
                  </a:lnTo>
                  <a:lnTo>
                    <a:pt x="102366" y="79519"/>
                  </a:lnTo>
                  <a:lnTo>
                    <a:pt x="102682" y="78305"/>
                  </a:lnTo>
                  <a:lnTo>
                    <a:pt x="102964" y="77074"/>
                  </a:lnTo>
                  <a:lnTo>
                    <a:pt x="103263" y="75860"/>
                  </a:lnTo>
                  <a:lnTo>
                    <a:pt x="103527" y="74612"/>
                  </a:lnTo>
                  <a:lnTo>
                    <a:pt x="103808" y="73380"/>
                  </a:lnTo>
                  <a:lnTo>
                    <a:pt x="104054" y="72114"/>
                  </a:lnTo>
                  <a:lnTo>
                    <a:pt x="104300" y="70865"/>
                  </a:lnTo>
                  <a:lnTo>
                    <a:pt x="104529" y="69599"/>
                  </a:lnTo>
                  <a:lnTo>
                    <a:pt x="104758" y="68315"/>
                  </a:lnTo>
                  <a:lnTo>
                    <a:pt x="104969" y="67031"/>
                  </a:lnTo>
                  <a:lnTo>
                    <a:pt x="105162" y="65747"/>
                  </a:lnTo>
                  <a:lnTo>
                    <a:pt x="105356" y="64445"/>
                  </a:lnTo>
                  <a:lnTo>
                    <a:pt x="105532" y="63144"/>
                  </a:lnTo>
                  <a:lnTo>
                    <a:pt x="105690" y="61842"/>
                  </a:lnTo>
                  <a:lnTo>
                    <a:pt x="105848" y="60523"/>
                  </a:lnTo>
                  <a:lnTo>
                    <a:pt x="105989" y="59204"/>
                  </a:lnTo>
                  <a:lnTo>
                    <a:pt x="106112" y="57885"/>
                  </a:lnTo>
                  <a:lnTo>
                    <a:pt x="106235" y="56548"/>
                  </a:lnTo>
                  <a:lnTo>
                    <a:pt x="106341" y="55211"/>
                  </a:lnTo>
                  <a:lnTo>
                    <a:pt x="106429" y="53857"/>
                  </a:lnTo>
                  <a:lnTo>
                    <a:pt x="106517" y="52503"/>
                  </a:lnTo>
                  <a:lnTo>
                    <a:pt x="106587" y="51148"/>
                  </a:lnTo>
                  <a:lnTo>
                    <a:pt x="106640" y="49794"/>
                  </a:lnTo>
                  <a:lnTo>
                    <a:pt x="106692" y="48422"/>
                  </a:lnTo>
                  <a:lnTo>
                    <a:pt x="106710" y="47050"/>
                  </a:lnTo>
                  <a:lnTo>
                    <a:pt x="106728" y="45678"/>
                  </a:lnTo>
                  <a:lnTo>
                    <a:pt x="106745" y="44289"/>
                  </a:lnTo>
                  <a:lnTo>
                    <a:pt x="106728" y="42794"/>
                  </a:lnTo>
                  <a:lnTo>
                    <a:pt x="106710" y="41299"/>
                  </a:lnTo>
                  <a:lnTo>
                    <a:pt x="106675" y="39804"/>
                  </a:lnTo>
                  <a:lnTo>
                    <a:pt x="106622" y="38326"/>
                  </a:lnTo>
                  <a:lnTo>
                    <a:pt x="106552" y="36849"/>
                  </a:lnTo>
                  <a:lnTo>
                    <a:pt x="106481" y="35389"/>
                  </a:lnTo>
                  <a:lnTo>
                    <a:pt x="106376" y="33929"/>
                  </a:lnTo>
                  <a:lnTo>
                    <a:pt x="106270" y="32469"/>
                  </a:lnTo>
                  <a:lnTo>
                    <a:pt x="106147" y="31027"/>
                  </a:lnTo>
                  <a:lnTo>
                    <a:pt x="106007" y="29585"/>
                  </a:lnTo>
                  <a:lnTo>
                    <a:pt x="105848" y="28143"/>
                  </a:lnTo>
                  <a:lnTo>
                    <a:pt x="105690" y="26718"/>
                  </a:lnTo>
                  <a:lnTo>
                    <a:pt x="105514" y="25293"/>
                  </a:lnTo>
                  <a:lnTo>
                    <a:pt x="105321" y="23886"/>
                  </a:lnTo>
                  <a:lnTo>
                    <a:pt x="105110" y="22479"/>
                  </a:lnTo>
                  <a:lnTo>
                    <a:pt x="104898" y="21090"/>
                  </a:lnTo>
                  <a:lnTo>
                    <a:pt x="104652" y="19700"/>
                  </a:lnTo>
                  <a:lnTo>
                    <a:pt x="104406" y="18328"/>
                  </a:lnTo>
                  <a:lnTo>
                    <a:pt x="104160" y="16956"/>
                  </a:lnTo>
                  <a:lnTo>
                    <a:pt x="103878" y="15584"/>
                  </a:lnTo>
                  <a:lnTo>
                    <a:pt x="103597" y="14230"/>
                  </a:lnTo>
                  <a:lnTo>
                    <a:pt x="103298" y="12893"/>
                  </a:lnTo>
                  <a:lnTo>
                    <a:pt x="102981" y="11557"/>
                  </a:lnTo>
                  <a:lnTo>
                    <a:pt x="102665" y="10238"/>
                  </a:lnTo>
                  <a:lnTo>
                    <a:pt x="102331" y="8918"/>
                  </a:lnTo>
                  <a:lnTo>
                    <a:pt x="101979" y="7617"/>
                  </a:lnTo>
                  <a:lnTo>
                    <a:pt x="101627" y="6315"/>
                  </a:lnTo>
                  <a:lnTo>
                    <a:pt x="101258" y="5031"/>
                  </a:lnTo>
                  <a:lnTo>
                    <a:pt x="100871" y="3765"/>
                  </a:lnTo>
                  <a:lnTo>
                    <a:pt x="100466" y="2499"/>
                  </a:lnTo>
                  <a:lnTo>
                    <a:pt x="100062" y="1250"/>
                  </a:lnTo>
                  <a:lnTo>
                    <a:pt x="996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2;p27">
              <a:extLst>
                <a:ext uri="{FF2B5EF4-FFF2-40B4-BE49-F238E27FC236}">
                  <a16:creationId xmlns:a16="http://schemas.microsoft.com/office/drawing/2014/main" id="{3251175F-894A-432F-90B4-A6E32FF105D4}"/>
                </a:ext>
              </a:extLst>
            </p:cNvPr>
            <p:cNvSpPr/>
            <p:nvPr/>
          </p:nvSpPr>
          <p:spPr>
            <a:xfrm>
              <a:off x="7590981" y="3542064"/>
              <a:ext cx="85719" cy="85719"/>
            </a:xfrm>
            <a:custGeom>
              <a:avLst/>
              <a:gdLst/>
              <a:ahLst/>
              <a:cxnLst/>
              <a:rect l="l" t="t" r="r" b="b"/>
              <a:pathLst>
                <a:path w="4205" h="4205" extrusionOk="0">
                  <a:moveTo>
                    <a:pt x="2094" y="1"/>
                  </a:moveTo>
                  <a:lnTo>
                    <a:pt x="1882" y="18"/>
                  </a:lnTo>
                  <a:lnTo>
                    <a:pt x="1671" y="36"/>
                  </a:lnTo>
                  <a:lnTo>
                    <a:pt x="1478" y="89"/>
                  </a:lnTo>
                  <a:lnTo>
                    <a:pt x="1284" y="159"/>
                  </a:lnTo>
                  <a:lnTo>
                    <a:pt x="1091" y="247"/>
                  </a:lnTo>
                  <a:lnTo>
                    <a:pt x="915" y="352"/>
                  </a:lnTo>
                  <a:lnTo>
                    <a:pt x="757" y="475"/>
                  </a:lnTo>
                  <a:lnTo>
                    <a:pt x="616" y="616"/>
                  </a:lnTo>
                  <a:lnTo>
                    <a:pt x="475" y="757"/>
                  </a:lnTo>
                  <a:lnTo>
                    <a:pt x="352" y="933"/>
                  </a:lnTo>
                  <a:lnTo>
                    <a:pt x="247" y="1091"/>
                  </a:lnTo>
                  <a:lnTo>
                    <a:pt x="159" y="1285"/>
                  </a:lnTo>
                  <a:lnTo>
                    <a:pt x="88" y="1478"/>
                  </a:lnTo>
                  <a:lnTo>
                    <a:pt x="36" y="1672"/>
                  </a:lnTo>
                  <a:lnTo>
                    <a:pt x="1" y="1883"/>
                  </a:lnTo>
                  <a:lnTo>
                    <a:pt x="1" y="2094"/>
                  </a:lnTo>
                  <a:lnTo>
                    <a:pt x="1" y="2322"/>
                  </a:lnTo>
                  <a:lnTo>
                    <a:pt x="36" y="2516"/>
                  </a:lnTo>
                  <a:lnTo>
                    <a:pt x="88" y="2727"/>
                  </a:lnTo>
                  <a:lnTo>
                    <a:pt x="159" y="2920"/>
                  </a:lnTo>
                  <a:lnTo>
                    <a:pt x="247" y="3096"/>
                  </a:lnTo>
                  <a:lnTo>
                    <a:pt x="352" y="3272"/>
                  </a:lnTo>
                  <a:lnTo>
                    <a:pt x="475" y="3430"/>
                  </a:lnTo>
                  <a:lnTo>
                    <a:pt x="616" y="3589"/>
                  </a:lnTo>
                  <a:lnTo>
                    <a:pt x="757" y="3712"/>
                  </a:lnTo>
                  <a:lnTo>
                    <a:pt x="915" y="3835"/>
                  </a:lnTo>
                  <a:lnTo>
                    <a:pt x="1091" y="3940"/>
                  </a:lnTo>
                  <a:lnTo>
                    <a:pt x="1284" y="4028"/>
                  </a:lnTo>
                  <a:lnTo>
                    <a:pt x="1478" y="4099"/>
                  </a:lnTo>
                  <a:lnTo>
                    <a:pt x="1671" y="4152"/>
                  </a:lnTo>
                  <a:lnTo>
                    <a:pt x="1882" y="4187"/>
                  </a:lnTo>
                  <a:lnTo>
                    <a:pt x="2094" y="4204"/>
                  </a:lnTo>
                  <a:lnTo>
                    <a:pt x="2305" y="4187"/>
                  </a:lnTo>
                  <a:lnTo>
                    <a:pt x="2516" y="4152"/>
                  </a:lnTo>
                  <a:lnTo>
                    <a:pt x="2727" y="4099"/>
                  </a:lnTo>
                  <a:lnTo>
                    <a:pt x="2920" y="4028"/>
                  </a:lnTo>
                  <a:lnTo>
                    <a:pt x="3096" y="3940"/>
                  </a:lnTo>
                  <a:lnTo>
                    <a:pt x="3272" y="3835"/>
                  </a:lnTo>
                  <a:lnTo>
                    <a:pt x="3430" y="3712"/>
                  </a:lnTo>
                  <a:lnTo>
                    <a:pt x="3589" y="3589"/>
                  </a:lnTo>
                  <a:lnTo>
                    <a:pt x="3712" y="3430"/>
                  </a:lnTo>
                  <a:lnTo>
                    <a:pt x="3835" y="3272"/>
                  </a:lnTo>
                  <a:lnTo>
                    <a:pt x="3940" y="3096"/>
                  </a:lnTo>
                  <a:lnTo>
                    <a:pt x="4028" y="2920"/>
                  </a:lnTo>
                  <a:lnTo>
                    <a:pt x="4099" y="2727"/>
                  </a:lnTo>
                  <a:lnTo>
                    <a:pt x="4151" y="2516"/>
                  </a:lnTo>
                  <a:lnTo>
                    <a:pt x="4187" y="2322"/>
                  </a:lnTo>
                  <a:lnTo>
                    <a:pt x="4204" y="2094"/>
                  </a:lnTo>
                  <a:lnTo>
                    <a:pt x="4187" y="1883"/>
                  </a:lnTo>
                  <a:lnTo>
                    <a:pt x="4151" y="1672"/>
                  </a:lnTo>
                  <a:lnTo>
                    <a:pt x="4099" y="1478"/>
                  </a:lnTo>
                  <a:lnTo>
                    <a:pt x="4028" y="1285"/>
                  </a:lnTo>
                  <a:lnTo>
                    <a:pt x="3940" y="1091"/>
                  </a:lnTo>
                  <a:lnTo>
                    <a:pt x="3835" y="933"/>
                  </a:lnTo>
                  <a:lnTo>
                    <a:pt x="3712" y="757"/>
                  </a:lnTo>
                  <a:lnTo>
                    <a:pt x="3589" y="616"/>
                  </a:lnTo>
                  <a:lnTo>
                    <a:pt x="3430" y="475"/>
                  </a:lnTo>
                  <a:lnTo>
                    <a:pt x="3272" y="352"/>
                  </a:lnTo>
                  <a:lnTo>
                    <a:pt x="3096" y="247"/>
                  </a:lnTo>
                  <a:lnTo>
                    <a:pt x="2920" y="159"/>
                  </a:lnTo>
                  <a:lnTo>
                    <a:pt x="2727" y="89"/>
                  </a:lnTo>
                  <a:lnTo>
                    <a:pt x="2516" y="36"/>
                  </a:lnTo>
                  <a:lnTo>
                    <a:pt x="2305" y="18"/>
                  </a:lnTo>
                  <a:lnTo>
                    <a:pt x="20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43;p27">
              <a:extLst>
                <a:ext uri="{FF2B5EF4-FFF2-40B4-BE49-F238E27FC236}">
                  <a16:creationId xmlns:a16="http://schemas.microsoft.com/office/drawing/2014/main" id="{2000D22A-4BE2-2528-C9B0-99ABD4915AA0}"/>
                </a:ext>
              </a:extLst>
            </p:cNvPr>
            <p:cNvSpPr/>
            <p:nvPr/>
          </p:nvSpPr>
          <p:spPr>
            <a:xfrm>
              <a:off x="7847693" y="3542064"/>
              <a:ext cx="85719" cy="85719"/>
            </a:xfrm>
            <a:custGeom>
              <a:avLst/>
              <a:gdLst/>
              <a:ahLst/>
              <a:cxnLst/>
              <a:rect l="l" t="t" r="r" b="b"/>
              <a:pathLst>
                <a:path w="4205" h="4205" extrusionOk="0">
                  <a:moveTo>
                    <a:pt x="2094" y="1"/>
                  </a:moveTo>
                  <a:lnTo>
                    <a:pt x="1883" y="18"/>
                  </a:lnTo>
                  <a:lnTo>
                    <a:pt x="1672" y="36"/>
                  </a:lnTo>
                  <a:lnTo>
                    <a:pt x="1478" y="89"/>
                  </a:lnTo>
                  <a:lnTo>
                    <a:pt x="1285" y="159"/>
                  </a:lnTo>
                  <a:lnTo>
                    <a:pt x="1091" y="247"/>
                  </a:lnTo>
                  <a:lnTo>
                    <a:pt x="933" y="352"/>
                  </a:lnTo>
                  <a:lnTo>
                    <a:pt x="757" y="475"/>
                  </a:lnTo>
                  <a:lnTo>
                    <a:pt x="616" y="616"/>
                  </a:lnTo>
                  <a:lnTo>
                    <a:pt x="476" y="757"/>
                  </a:lnTo>
                  <a:lnTo>
                    <a:pt x="353" y="933"/>
                  </a:lnTo>
                  <a:lnTo>
                    <a:pt x="247" y="1091"/>
                  </a:lnTo>
                  <a:lnTo>
                    <a:pt x="159" y="1285"/>
                  </a:lnTo>
                  <a:lnTo>
                    <a:pt x="89" y="1478"/>
                  </a:lnTo>
                  <a:lnTo>
                    <a:pt x="36" y="1672"/>
                  </a:lnTo>
                  <a:lnTo>
                    <a:pt x="1" y="1883"/>
                  </a:lnTo>
                  <a:lnTo>
                    <a:pt x="1" y="2094"/>
                  </a:lnTo>
                  <a:lnTo>
                    <a:pt x="1" y="2322"/>
                  </a:lnTo>
                  <a:lnTo>
                    <a:pt x="36" y="2516"/>
                  </a:lnTo>
                  <a:lnTo>
                    <a:pt x="89" y="2727"/>
                  </a:lnTo>
                  <a:lnTo>
                    <a:pt x="159" y="2920"/>
                  </a:lnTo>
                  <a:lnTo>
                    <a:pt x="247" y="3096"/>
                  </a:lnTo>
                  <a:lnTo>
                    <a:pt x="353" y="3272"/>
                  </a:lnTo>
                  <a:lnTo>
                    <a:pt x="476" y="3430"/>
                  </a:lnTo>
                  <a:lnTo>
                    <a:pt x="616" y="3589"/>
                  </a:lnTo>
                  <a:lnTo>
                    <a:pt x="757" y="3712"/>
                  </a:lnTo>
                  <a:lnTo>
                    <a:pt x="933" y="3835"/>
                  </a:lnTo>
                  <a:lnTo>
                    <a:pt x="1091" y="3940"/>
                  </a:lnTo>
                  <a:lnTo>
                    <a:pt x="1285" y="4028"/>
                  </a:lnTo>
                  <a:lnTo>
                    <a:pt x="1478" y="4099"/>
                  </a:lnTo>
                  <a:lnTo>
                    <a:pt x="1672" y="4152"/>
                  </a:lnTo>
                  <a:lnTo>
                    <a:pt x="1883" y="4187"/>
                  </a:lnTo>
                  <a:lnTo>
                    <a:pt x="2094" y="4204"/>
                  </a:lnTo>
                  <a:lnTo>
                    <a:pt x="2305" y="4187"/>
                  </a:lnTo>
                  <a:lnTo>
                    <a:pt x="2516" y="4152"/>
                  </a:lnTo>
                  <a:lnTo>
                    <a:pt x="2727" y="4099"/>
                  </a:lnTo>
                  <a:lnTo>
                    <a:pt x="2921" y="4028"/>
                  </a:lnTo>
                  <a:lnTo>
                    <a:pt x="3096" y="3940"/>
                  </a:lnTo>
                  <a:lnTo>
                    <a:pt x="3272" y="3835"/>
                  </a:lnTo>
                  <a:lnTo>
                    <a:pt x="3431" y="3712"/>
                  </a:lnTo>
                  <a:lnTo>
                    <a:pt x="3589" y="3589"/>
                  </a:lnTo>
                  <a:lnTo>
                    <a:pt x="3712" y="3430"/>
                  </a:lnTo>
                  <a:lnTo>
                    <a:pt x="3835" y="3272"/>
                  </a:lnTo>
                  <a:lnTo>
                    <a:pt x="3941" y="3096"/>
                  </a:lnTo>
                  <a:lnTo>
                    <a:pt x="4029" y="2920"/>
                  </a:lnTo>
                  <a:lnTo>
                    <a:pt x="4099" y="2727"/>
                  </a:lnTo>
                  <a:lnTo>
                    <a:pt x="4152" y="2516"/>
                  </a:lnTo>
                  <a:lnTo>
                    <a:pt x="4187" y="2322"/>
                  </a:lnTo>
                  <a:lnTo>
                    <a:pt x="4205" y="2094"/>
                  </a:lnTo>
                  <a:lnTo>
                    <a:pt x="4187" y="1883"/>
                  </a:lnTo>
                  <a:lnTo>
                    <a:pt x="4152" y="1672"/>
                  </a:lnTo>
                  <a:lnTo>
                    <a:pt x="4099" y="1478"/>
                  </a:lnTo>
                  <a:lnTo>
                    <a:pt x="4029" y="1285"/>
                  </a:lnTo>
                  <a:lnTo>
                    <a:pt x="3941" y="1091"/>
                  </a:lnTo>
                  <a:lnTo>
                    <a:pt x="3835" y="933"/>
                  </a:lnTo>
                  <a:lnTo>
                    <a:pt x="3712" y="757"/>
                  </a:lnTo>
                  <a:lnTo>
                    <a:pt x="3589" y="616"/>
                  </a:lnTo>
                  <a:lnTo>
                    <a:pt x="3431" y="475"/>
                  </a:lnTo>
                  <a:lnTo>
                    <a:pt x="3272" y="352"/>
                  </a:lnTo>
                  <a:lnTo>
                    <a:pt x="3096" y="247"/>
                  </a:lnTo>
                  <a:lnTo>
                    <a:pt x="2921" y="159"/>
                  </a:lnTo>
                  <a:lnTo>
                    <a:pt x="2727" y="89"/>
                  </a:lnTo>
                  <a:lnTo>
                    <a:pt x="2516" y="36"/>
                  </a:lnTo>
                  <a:lnTo>
                    <a:pt x="2305" y="18"/>
                  </a:lnTo>
                  <a:lnTo>
                    <a:pt x="20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44;p27">
              <a:extLst>
                <a:ext uri="{FF2B5EF4-FFF2-40B4-BE49-F238E27FC236}">
                  <a16:creationId xmlns:a16="http://schemas.microsoft.com/office/drawing/2014/main" id="{21292D5A-AC78-7277-FC11-644055153484}"/>
                </a:ext>
              </a:extLst>
            </p:cNvPr>
            <p:cNvSpPr/>
            <p:nvPr/>
          </p:nvSpPr>
          <p:spPr>
            <a:xfrm>
              <a:off x="8104425" y="3542064"/>
              <a:ext cx="85699" cy="85719"/>
            </a:xfrm>
            <a:custGeom>
              <a:avLst/>
              <a:gdLst/>
              <a:ahLst/>
              <a:cxnLst/>
              <a:rect l="l" t="t" r="r" b="b"/>
              <a:pathLst>
                <a:path w="4204" h="4205" extrusionOk="0">
                  <a:moveTo>
                    <a:pt x="2093" y="1"/>
                  </a:moveTo>
                  <a:lnTo>
                    <a:pt x="1882" y="18"/>
                  </a:lnTo>
                  <a:lnTo>
                    <a:pt x="1671" y="36"/>
                  </a:lnTo>
                  <a:lnTo>
                    <a:pt x="1478" y="89"/>
                  </a:lnTo>
                  <a:lnTo>
                    <a:pt x="1284" y="159"/>
                  </a:lnTo>
                  <a:lnTo>
                    <a:pt x="1091" y="247"/>
                  </a:lnTo>
                  <a:lnTo>
                    <a:pt x="932" y="352"/>
                  </a:lnTo>
                  <a:lnTo>
                    <a:pt x="757" y="475"/>
                  </a:lnTo>
                  <a:lnTo>
                    <a:pt x="616" y="616"/>
                  </a:lnTo>
                  <a:lnTo>
                    <a:pt x="475" y="757"/>
                  </a:lnTo>
                  <a:lnTo>
                    <a:pt x="352" y="933"/>
                  </a:lnTo>
                  <a:lnTo>
                    <a:pt x="247" y="1091"/>
                  </a:lnTo>
                  <a:lnTo>
                    <a:pt x="159" y="1285"/>
                  </a:lnTo>
                  <a:lnTo>
                    <a:pt x="88" y="1478"/>
                  </a:lnTo>
                  <a:lnTo>
                    <a:pt x="35" y="1672"/>
                  </a:lnTo>
                  <a:lnTo>
                    <a:pt x="18" y="1883"/>
                  </a:lnTo>
                  <a:lnTo>
                    <a:pt x="0" y="2094"/>
                  </a:lnTo>
                  <a:lnTo>
                    <a:pt x="18" y="2322"/>
                  </a:lnTo>
                  <a:lnTo>
                    <a:pt x="35" y="2516"/>
                  </a:lnTo>
                  <a:lnTo>
                    <a:pt x="88" y="2727"/>
                  </a:lnTo>
                  <a:lnTo>
                    <a:pt x="159" y="2920"/>
                  </a:lnTo>
                  <a:lnTo>
                    <a:pt x="247" y="3096"/>
                  </a:lnTo>
                  <a:lnTo>
                    <a:pt x="352" y="3272"/>
                  </a:lnTo>
                  <a:lnTo>
                    <a:pt x="475" y="3430"/>
                  </a:lnTo>
                  <a:lnTo>
                    <a:pt x="616" y="3589"/>
                  </a:lnTo>
                  <a:lnTo>
                    <a:pt x="757" y="3712"/>
                  </a:lnTo>
                  <a:lnTo>
                    <a:pt x="932" y="3835"/>
                  </a:lnTo>
                  <a:lnTo>
                    <a:pt x="1091" y="3940"/>
                  </a:lnTo>
                  <a:lnTo>
                    <a:pt x="1284" y="4028"/>
                  </a:lnTo>
                  <a:lnTo>
                    <a:pt x="1478" y="4099"/>
                  </a:lnTo>
                  <a:lnTo>
                    <a:pt x="1671" y="4152"/>
                  </a:lnTo>
                  <a:lnTo>
                    <a:pt x="1882" y="4187"/>
                  </a:lnTo>
                  <a:lnTo>
                    <a:pt x="2093" y="4204"/>
                  </a:lnTo>
                  <a:lnTo>
                    <a:pt x="2322" y="4187"/>
                  </a:lnTo>
                  <a:lnTo>
                    <a:pt x="2515" y="4152"/>
                  </a:lnTo>
                  <a:lnTo>
                    <a:pt x="2727" y="4099"/>
                  </a:lnTo>
                  <a:lnTo>
                    <a:pt x="2920" y="4028"/>
                  </a:lnTo>
                  <a:lnTo>
                    <a:pt x="3096" y="3940"/>
                  </a:lnTo>
                  <a:lnTo>
                    <a:pt x="3272" y="3835"/>
                  </a:lnTo>
                  <a:lnTo>
                    <a:pt x="3430" y="3712"/>
                  </a:lnTo>
                  <a:lnTo>
                    <a:pt x="3588" y="3589"/>
                  </a:lnTo>
                  <a:lnTo>
                    <a:pt x="3711" y="3430"/>
                  </a:lnTo>
                  <a:lnTo>
                    <a:pt x="3835" y="3272"/>
                  </a:lnTo>
                  <a:lnTo>
                    <a:pt x="3940" y="3096"/>
                  </a:lnTo>
                  <a:lnTo>
                    <a:pt x="4028" y="2920"/>
                  </a:lnTo>
                  <a:lnTo>
                    <a:pt x="4098" y="2727"/>
                  </a:lnTo>
                  <a:lnTo>
                    <a:pt x="4151" y="2516"/>
                  </a:lnTo>
                  <a:lnTo>
                    <a:pt x="4186" y="2322"/>
                  </a:lnTo>
                  <a:lnTo>
                    <a:pt x="4204" y="2094"/>
                  </a:lnTo>
                  <a:lnTo>
                    <a:pt x="4186" y="1883"/>
                  </a:lnTo>
                  <a:lnTo>
                    <a:pt x="4151" y="1672"/>
                  </a:lnTo>
                  <a:lnTo>
                    <a:pt x="4098" y="1478"/>
                  </a:lnTo>
                  <a:lnTo>
                    <a:pt x="4028" y="1285"/>
                  </a:lnTo>
                  <a:lnTo>
                    <a:pt x="3940" y="1091"/>
                  </a:lnTo>
                  <a:lnTo>
                    <a:pt x="3835" y="933"/>
                  </a:lnTo>
                  <a:lnTo>
                    <a:pt x="3711" y="757"/>
                  </a:lnTo>
                  <a:lnTo>
                    <a:pt x="3588" y="616"/>
                  </a:lnTo>
                  <a:lnTo>
                    <a:pt x="3430" y="475"/>
                  </a:lnTo>
                  <a:lnTo>
                    <a:pt x="3272" y="352"/>
                  </a:lnTo>
                  <a:lnTo>
                    <a:pt x="3096" y="247"/>
                  </a:lnTo>
                  <a:lnTo>
                    <a:pt x="2920" y="159"/>
                  </a:lnTo>
                  <a:lnTo>
                    <a:pt x="2727" y="89"/>
                  </a:lnTo>
                  <a:lnTo>
                    <a:pt x="2515" y="36"/>
                  </a:lnTo>
                  <a:lnTo>
                    <a:pt x="2322" y="18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45;p27">
              <a:extLst>
                <a:ext uri="{FF2B5EF4-FFF2-40B4-BE49-F238E27FC236}">
                  <a16:creationId xmlns:a16="http://schemas.microsoft.com/office/drawing/2014/main" id="{2A7D7FAD-B9AA-CCEE-7EC7-EE57B210ED10}"/>
                </a:ext>
              </a:extLst>
            </p:cNvPr>
            <p:cNvSpPr/>
            <p:nvPr/>
          </p:nvSpPr>
          <p:spPr>
            <a:xfrm>
              <a:off x="7590981" y="3799144"/>
              <a:ext cx="85719" cy="85719"/>
            </a:xfrm>
            <a:custGeom>
              <a:avLst/>
              <a:gdLst/>
              <a:ahLst/>
              <a:cxnLst/>
              <a:rect l="l" t="t" r="r" b="b"/>
              <a:pathLst>
                <a:path w="4205" h="4205" extrusionOk="0">
                  <a:moveTo>
                    <a:pt x="2094" y="1"/>
                  </a:moveTo>
                  <a:lnTo>
                    <a:pt x="1882" y="18"/>
                  </a:lnTo>
                  <a:lnTo>
                    <a:pt x="1671" y="53"/>
                  </a:lnTo>
                  <a:lnTo>
                    <a:pt x="1478" y="106"/>
                  </a:lnTo>
                  <a:lnTo>
                    <a:pt x="1284" y="176"/>
                  </a:lnTo>
                  <a:lnTo>
                    <a:pt x="1091" y="264"/>
                  </a:lnTo>
                  <a:lnTo>
                    <a:pt x="915" y="370"/>
                  </a:lnTo>
                  <a:lnTo>
                    <a:pt x="757" y="493"/>
                  </a:lnTo>
                  <a:lnTo>
                    <a:pt x="616" y="616"/>
                  </a:lnTo>
                  <a:lnTo>
                    <a:pt x="475" y="774"/>
                  </a:lnTo>
                  <a:lnTo>
                    <a:pt x="352" y="933"/>
                  </a:lnTo>
                  <a:lnTo>
                    <a:pt x="247" y="1109"/>
                  </a:lnTo>
                  <a:lnTo>
                    <a:pt x="159" y="1285"/>
                  </a:lnTo>
                  <a:lnTo>
                    <a:pt x="88" y="1478"/>
                  </a:lnTo>
                  <a:lnTo>
                    <a:pt x="36" y="1689"/>
                  </a:lnTo>
                  <a:lnTo>
                    <a:pt x="1" y="1900"/>
                  </a:lnTo>
                  <a:lnTo>
                    <a:pt x="1" y="2111"/>
                  </a:lnTo>
                  <a:lnTo>
                    <a:pt x="1" y="2322"/>
                  </a:lnTo>
                  <a:lnTo>
                    <a:pt x="36" y="2533"/>
                  </a:lnTo>
                  <a:lnTo>
                    <a:pt x="88" y="2727"/>
                  </a:lnTo>
                  <a:lnTo>
                    <a:pt x="159" y="2920"/>
                  </a:lnTo>
                  <a:lnTo>
                    <a:pt x="247" y="3114"/>
                  </a:lnTo>
                  <a:lnTo>
                    <a:pt x="352" y="3290"/>
                  </a:lnTo>
                  <a:lnTo>
                    <a:pt x="475" y="3448"/>
                  </a:lnTo>
                  <a:lnTo>
                    <a:pt x="616" y="3589"/>
                  </a:lnTo>
                  <a:lnTo>
                    <a:pt x="757" y="3729"/>
                  </a:lnTo>
                  <a:lnTo>
                    <a:pt x="915" y="3852"/>
                  </a:lnTo>
                  <a:lnTo>
                    <a:pt x="1091" y="3958"/>
                  </a:lnTo>
                  <a:lnTo>
                    <a:pt x="1284" y="4046"/>
                  </a:lnTo>
                  <a:lnTo>
                    <a:pt x="1478" y="4116"/>
                  </a:lnTo>
                  <a:lnTo>
                    <a:pt x="1671" y="4169"/>
                  </a:lnTo>
                  <a:lnTo>
                    <a:pt x="1882" y="4204"/>
                  </a:lnTo>
                  <a:lnTo>
                    <a:pt x="2305" y="4204"/>
                  </a:lnTo>
                  <a:lnTo>
                    <a:pt x="2516" y="4169"/>
                  </a:lnTo>
                  <a:lnTo>
                    <a:pt x="2727" y="4116"/>
                  </a:lnTo>
                  <a:lnTo>
                    <a:pt x="2920" y="4046"/>
                  </a:lnTo>
                  <a:lnTo>
                    <a:pt x="3096" y="3958"/>
                  </a:lnTo>
                  <a:lnTo>
                    <a:pt x="3272" y="3852"/>
                  </a:lnTo>
                  <a:lnTo>
                    <a:pt x="3430" y="3729"/>
                  </a:lnTo>
                  <a:lnTo>
                    <a:pt x="3589" y="3589"/>
                  </a:lnTo>
                  <a:lnTo>
                    <a:pt x="3712" y="3448"/>
                  </a:lnTo>
                  <a:lnTo>
                    <a:pt x="3835" y="3290"/>
                  </a:lnTo>
                  <a:lnTo>
                    <a:pt x="3940" y="3114"/>
                  </a:lnTo>
                  <a:lnTo>
                    <a:pt x="4028" y="2920"/>
                  </a:lnTo>
                  <a:lnTo>
                    <a:pt x="4099" y="2727"/>
                  </a:lnTo>
                  <a:lnTo>
                    <a:pt x="4151" y="2533"/>
                  </a:lnTo>
                  <a:lnTo>
                    <a:pt x="4187" y="2322"/>
                  </a:lnTo>
                  <a:lnTo>
                    <a:pt x="4204" y="2111"/>
                  </a:lnTo>
                  <a:lnTo>
                    <a:pt x="4187" y="1900"/>
                  </a:lnTo>
                  <a:lnTo>
                    <a:pt x="4151" y="1689"/>
                  </a:lnTo>
                  <a:lnTo>
                    <a:pt x="4099" y="1478"/>
                  </a:lnTo>
                  <a:lnTo>
                    <a:pt x="4028" y="1285"/>
                  </a:lnTo>
                  <a:lnTo>
                    <a:pt x="3940" y="1109"/>
                  </a:lnTo>
                  <a:lnTo>
                    <a:pt x="3835" y="933"/>
                  </a:lnTo>
                  <a:lnTo>
                    <a:pt x="3712" y="774"/>
                  </a:lnTo>
                  <a:lnTo>
                    <a:pt x="3589" y="616"/>
                  </a:lnTo>
                  <a:lnTo>
                    <a:pt x="3430" y="493"/>
                  </a:lnTo>
                  <a:lnTo>
                    <a:pt x="3272" y="370"/>
                  </a:lnTo>
                  <a:lnTo>
                    <a:pt x="3096" y="264"/>
                  </a:lnTo>
                  <a:lnTo>
                    <a:pt x="2920" y="176"/>
                  </a:lnTo>
                  <a:lnTo>
                    <a:pt x="2727" y="106"/>
                  </a:lnTo>
                  <a:lnTo>
                    <a:pt x="2516" y="53"/>
                  </a:lnTo>
                  <a:lnTo>
                    <a:pt x="2305" y="18"/>
                  </a:lnTo>
                  <a:lnTo>
                    <a:pt x="20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46;p27">
              <a:extLst>
                <a:ext uri="{FF2B5EF4-FFF2-40B4-BE49-F238E27FC236}">
                  <a16:creationId xmlns:a16="http://schemas.microsoft.com/office/drawing/2014/main" id="{D75EE8CF-52CB-5200-29BD-3A7E37E1AFAF}"/>
                </a:ext>
              </a:extLst>
            </p:cNvPr>
            <p:cNvSpPr/>
            <p:nvPr/>
          </p:nvSpPr>
          <p:spPr>
            <a:xfrm>
              <a:off x="7847693" y="3799144"/>
              <a:ext cx="85719" cy="85719"/>
            </a:xfrm>
            <a:custGeom>
              <a:avLst/>
              <a:gdLst/>
              <a:ahLst/>
              <a:cxnLst/>
              <a:rect l="l" t="t" r="r" b="b"/>
              <a:pathLst>
                <a:path w="4205" h="4205" extrusionOk="0">
                  <a:moveTo>
                    <a:pt x="2094" y="1"/>
                  </a:moveTo>
                  <a:lnTo>
                    <a:pt x="1883" y="18"/>
                  </a:lnTo>
                  <a:lnTo>
                    <a:pt x="1672" y="53"/>
                  </a:lnTo>
                  <a:lnTo>
                    <a:pt x="1478" y="106"/>
                  </a:lnTo>
                  <a:lnTo>
                    <a:pt x="1285" y="176"/>
                  </a:lnTo>
                  <a:lnTo>
                    <a:pt x="1091" y="264"/>
                  </a:lnTo>
                  <a:lnTo>
                    <a:pt x="933" y="370"/>
                  </a:lnTo>
                  <a:lnTo>
                    <a:pt x="757" y="493"/>
                  </a:lnTo>
                  <a:lnTo>
                    <a:pt x="616" y="616"/>
                  </a:lnTo>
                  <a:lnTo>
                    <a:pt x="476" y="774"/>
                  </a:lnTo>
                  <a:lnTo>
                    <a:pt x="353" y="933"/>
                  </a:lnTo>
                  <a:lnTo>
                    <a:pt x="247" y="1109"/>
                  </a:lnTo>
                  <a:lnTo>
                    <a:pt x="159" y="1285"/>
                  </a:lnTo>
                  <a:lnTo>
                    <a:pt x="89" y="1478"/>
                  </a:lnTo>
                  <a:lnTo>
                    <a:pt x="36" y="1689"/>
                  </a:lnTo>
                  <a:lnTo>
                    <a:pt x="1" y="1900"/>
                  </a:lnTo>
                  <a:lnTo>
                    <a:pt x="1" y="2111"/>
                  </a:lnTo>
                  <a:lnTo>
                    <a:pt x="1" y="2322"/>
                  </a:lnTo>
                  <a:lnTo>
                    <a:pt x="36" y="2533"/>
                  </a:lnTo>
                  <a:lnTo>
                    <a:pt x="89" y="2727"/>
                  </a:lnTo>
                  <a:lnTo>
                    <a:pt x="159" y="2920"/>
                  </a:lnTo>
                  <a:lnTo>
                    <a:pt x="247" y="3114"/>
                  </a:lnTo>
                  <a:lnTo>
                    <a:pt x="353" y="3290"/>
                  </a:lnTo>
                  <a:lnTo>
                    <a:pt x="476" y="3448"/>
                  </a:lnTo>
                  <a:lnTo>
                    <a:pt x="616" y="3589"/>
                  </a:lnTo>
                  <a:lnTo>
                    <a:pt x="757" y="3729"/>
                  </a:lnTo>
                  <a:lnTo>
                    <a:pt x="933" y="3852"/>
                  </a:lnTo>
                  <a:lnTo>
                    <a:pt x="1091" y="3958"/>
                  </a:lnTo>
                  <a:lnTo>
                    <a:pt x="1285" y="4046"/>
                  </a:lnTo>
                  <a:lnTo>
                    <a:pt x="1478" y="4116"/>
                  </a:lnTo>
                  <a:lnTo>
                    <a:pt x="1672" y="4169"/>
                  </a:lnTo>
                  <a:lnTo>
                    <a:pt x="1883" y="4204"/>
                  </a:lnTo>
                  <a:lnTo>
                    <a:pt x="2305" y="4204"/>
                  </a:lnTo>
                  <a:lnTo>
                    <a:pt x="2516" y="4169"/>
                  </a:lnTo>
                  <a:lnTo>
                    <a:pt x="2727" y="4116"/>
                  </a:lnTo>
                  <a:lnTo>
                    <a:pt x="2921" y="4046"/>
                  </a:lnTo>
                  <a:lnTo>
                    <a:pt x="3096" y="3958"/>
                  </a:lnTo>
                  <a:lnTo>
                    <a:pt x="3272" y="3852"/>
                  </a:lnTo>
                  <a:lnTo>
                    <a:pt x="3431" y="3729"/>
                  </a:lnTo>
                  <a:lnTo>
                    <a:pt x="3589" y="3589"/>
                  </a:lnTo>
                  <a:lnTo>
                    <a:pt x="3712" y="3448"/>
                  </a:lnTo>
                  <a:lnTo>
                    <a:pt x="3835" y="3290"/>
                  </a:lnTo>
                  <a:lnTo>
                    <a:pt x="3941" y="3114"/>
                  </a:lnTo>
                  <a:lnTo>
                    <a:pt x="4029" y="2920"/>
                  </a:lnTo>
                  <a:lnTo>
                    <a:pt x="4099" y="2727"/>
                  </a:lnTo>
                  <a:lnTo>
                    <a:pt x="4152" y="2533"/>
                  </a:lnTo>
                  <a:lnTo>
                    <a:pt x="4187" y="2322"/>
                  </a:lnTo>
                  <a:lnTo>
                    <a:pt x="4205" y="2111"/>
                  </a:lnTo>
                  <a:lnTo>
                    <a:pt x="4187" y="1900"/>
                  </a:lnTo>
                  <a:lnTo>
                    <a:pt x="4152" y="1689"/>
                  </a:lnTo>
                  <a:lnTo>
                    <a:pt x="4099" y="1478"/>
                  </a:lnTo>
                  <a:lnTo>
                    <a:pt x="4029" y="1285"/>
                  </a:lnTo>
                  <a:lnTo>
                    <a:pt x="3941" y="1109"/>
                  </a:lnTo>
                  <a:lnTo>
                    <a:pt x="3835" y="933"/>
                  </a:lnTo>
                  <a:lnTo>
                    <a:pt x="3712" y="774"/>
                  </a:lnTo>
                  <a:lnTo>
                    <a:pt x="3589" y="616"/>
                  </a:lnTo>
                  <a:lnTo>
                    <a:pt x="3431" y="493"/>
                  </a:lnTo>
                  <a:lnTo>
                    <a:pt x="3272" y="370"/>
                  </a:lnTo>
                  <a:lnTo>
                    <a:pt x="3096" y="264"/>
                  </a:lnTo>
                  <a:lnTo>
                    <a:pt x="2921" y="176"/>
                  </a:lnTo>
                  <a:lnTo>
                    <a:pt x="2727" y="106"/>
                  </a:lnTo>
                  <a:lnTo>
                    <a:pt x="2516" y="53"/>
                  </a:lnTo>
                  <a:lnTo>
                    <a:pt x="2305" y="18"/>
                  </a:lnTo>
                  <a:lnTo>
                    <a:pt x="20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47;p27">
              <a:extLst>
                <a:ext uri="{FF2B5EF4-FFF2-40B4-BE49-F238E27FC236}">
                  <a16:creationId xmlns:a16="http://schemas.microsoft.com/office/drawing/2014/main" id="{6BD22FB7-4437-65B4-5F52-34D28ABDCB3D}"/>
                </a:ext>
              </a:extLst>
            </p:cNvPr>
            <p:cNvSpPr/>
            <p:nvPr/>
          </p:nvSpPr>
          <p:spPr>
            <a:xfrm>
              <a:off x="8104425" y="3799144"/>
              <a:ext cx="85699" cy="85719"/>
            </a:xfrm>
            <a:custGeom>
              <a:avLst/>
              <a:gdLst/>
              <a:ahLst/>
              <a:cxnLst/>
              <a:rect l="l" t="t" r="r" b="b"/>
              <a:pathLst>
                <a:path w="4204" h="4205" extrusionOk="0">
                  <a:moveTo>
                    <a:pt x="2093" y="1"/>
                  </a:moveTo>
                  <a:lnTo>
                    <a:pt x="1882" y="18"/>
                  </a:lnTo>
                  <a:lnTo>
                    <a:pt x="1671" y="53"/>
                  </a:lnTo>
                  <a:lnTo>
                    <a:pt x="1478" y="106"/>
                  </a:lnTo>
                  <a:lnTo>
                    <a:pt x="1284" y="176"/>
                  </a:lnTo>
                  <a:lnTo>
                    <a:pt x="1091" y="264"/>
                  </a:lnTo>
                  <a:lnTo>
                    <a:pt x="932" y="370"/>
                  </a:lnTo>
                  <a:lnTo>
                    <a:pt x="757" y="493"/>
                  </a:lnTo>
                  <a:lnTo>
                    <a:pt x="616" y="616"/>
                  </a:lnTo>
                  <a:lnTo>
                    <a:pt x="475" y="774"/>
                  </a:lnTo>
                  <a:lnTo>
                    <a:pt x="352" y="933"/>
                  </a:lnTo>
                  <a:lnTo>
                    <a:pt x="247" y="1109"/>
                  </a:lnTo>
                  <a:lnTo>
                    <a:pt x="159" y="1285"/>
                  </a:lnTo>
                  <a:lnTo>
                    <a:pt x="88" y="1478"/>
                  </a:lnTo>
                  <a:lnTo>
                    <a:pt x="35" y="1689"/>
                  </a:lnTo>
                  <a:lnTo>
                    <a:pt x="18" y="1900"/>
                  </a:lnTo>
                  <a:lnTo>
                    <a:pt x="0" y="2111"/>
                  </a:lnTo>
                  <a:lnTo>
                    <a:pt x="18" y="2322"/>
                  </a:lnTo>
                  <a:lnTo>
                    <a:pt x="35" y="2533"/>
                  </a:lnTo>
                  <a:lnTo>
                    <a:pt x="88" y="2727"/>
                  </a:lnTo>
                  <a:lnTo>
                    <a:pt x="159" y="2920"/>
                  </a:lnTo>
                  <a:lnTo>
                    <a:pt x="247" y="3114"/>
                  </a:lnTo>
                  <a:lnTo>
                    <a:pt x="352" y="3290"/>
                  </a:lnTo>
                  <a:lnTo>
                    <a:pt x="475" y="3448"/>
                  </a:lnTo>
                  <a:lnTo>
                    <a:pt x="616" y="3589"/>
                  </a:lnTo>
                  <a:lnTo>
                    <a:pt x="757" y="3729"/>
                  </a:lnTo>
                  <a:lnTo>
                    <a:pt x="932" y="3852"/>
                  </a:lnTo>
                  <a:lnTo>
                    <a:pt x="1091" y="3958"/>
                  </a:lnTo>
                  <a:lnTo>
                    <a:pt x="1284" y="4046"/>
                  </a:lnTo>
                  <a:lnTo>
                    <a:pt x="1478" y="4116"/>
                  </a:lnTo>
                  <a:lnTo>
                    <a:pt x="1671" y="4169"/>
                  </a:lnTo>
                  <a:lnTo>
                    <a:pt x="1882" y="4204"/>
                  </a:lnTo>
                  <a:lnTo>
                    <a:pt x="2322" y="4204"/>
                  </a:lnTo>
                  <a:lnTo>
                    <a:pt x="2515" y="4169"/>
                  </a:lnTo>
                  <a:lnTo>
                    <a:pt x="2727" y="4116"/>
                  </a:lnTo>
                  <a:lnTo>
                    <a:pt x="2920" y="4046"/>
                  </a:lnTo>
                  <a:lnTo>
                    <a:pt x="3096" y="3958"/>
                  </a:lnTo>
                  <a:lnTo>
                    <a:pt x="3272" y="3852"/>
                  </a:lnTo>
                  <a:lnTo>
                    <a:pt x="3430" y="3729"/>
                  </a:lnTo>
                  <a:lnTo>
                    <a:pt x="3588" y="3589"/>
                  </a:lnTo>
                  <a:lnTo>
                    <a:pt x="3711" y="3448"/>
                  </a:lnTo>
                  <a:lnTo>
                    <a:pt x="3835" y="3290"/>
                  </a:lnTo>
                  <a:lnTo>
                    <a:pt x="3940" y="3114"/>
                  </a:lnTo>
                  <a:lnTo>
                    <a:pt x="4028" y="2920"/>
                  </a:lnTo>
                  <a:lnTo>
                    <a:pt x="4098" y="2727"/>
                  </a:lnTo>
                  <a:lnTo>
                    <a:pt x="4151" y="2533"/>
                  </a:lnTo>
                  <a:lnTo>
                    <a:pt x="4186" y="2322"/>
                  </a:lnTo>
                  <a:lnTo>
                    <a:pt x="4204" y="2111"/>
                  </a:lnTo>
                  <a:lnTo>
                    <a:pt x="4186" y="1900"/>
                  </a:lnTo>
                  <a:lnTo>
                    <a:pt x="4151" y="1689"/>
                  </a:lnTo>
                  <a:lnTo>
                    <a:pt x="4098" y="1478"/>
                  </a:lnTo>
                  <a:lnTo>
                    <a:pt x="4028" y="1285"/>
                  </a:lnTo>
                  <a:lnTo>
                    <a:pt x="3940" y="1109"/>
                  </a:lnTo>
                  <a:lnTo>
                    <a:pt x="3835" y="933"/>
                  </a:lnTo>
                  <a:lnTo>
                    <a:pt x="3711" y="774"/>
                  </a:lnTo>
                  <a:lnTo>
                    <a:pt x="3588" y="616"/>
                  </a:lnTo>
                  <a:lnTo>
                    <a:pt x="3430" y="493"/>
                  </a:lnTo>
                  <a:lnTo>
                    <a:pt x="3272" y="370"/>
                  </a:lnTo>
                  <a:lnTo>
                    <a:pt x="3096" y="264"/>
                  </a:lnTo>
                  <a:lnTo>
                    <a:pt x="2920" y="176"/>
                  </a:lnTo>
                  <a:lnTo>
                    <a:pt x="2727" y="106"/>
                  </a:lnTo>
                  <a:lnTo>
                    <a:pt x="2515" y="53"/>
                  </a:lnTo>
                  <a:lnTo>
                    <a:pt x="2322" y="18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48;p27">
              <a:extLst>
                <a:ext uri="{FF2B5EF4-FFF2-40B4-BE49-F238E27FC236}">
                  <a16:creationId xmlns:a16="http://schemas.microsoft.com/office/drawing/2014/main" id="{7E3FC78B-94D3-D9C2-D9BB-97374708EAA4}"/>
                </a:ext>
              </a:extLst>
            </p:cNvPr>
            <p:cNvSpPr/>
            <p:nvPr/>
          </p:nvSpPr>
          <p:spPr>
            <a:xfrm>
              <a:off x="7594202" y="2847189"/>
              <a:ext cx="506995" cy="507362"/>
            </a:xfrm>
            <a:custGeom>
              <a:avLst/>
              <a:gdLst/>
              <a:ahLst/>
              <a:cxnLst/>
              <a:rect l="l" t="t" r="r" b="b"/>
              <a:pathLst>
                <a:path w="24871" h="24889" extrusionOk="0">
                  <a:moveTo>
                    <a:pt x="12436" y="1"/>
                  </a:moveTo>
                  <a:lnTo>
                    <a:pt x="11785" y="19"/>
                  </a:lnTo>
                  <a:lnTo>
                    <a:pt x="11170" y="71"/>
                  </a:lnTo>
                  <a:lnTo>
                    <a:pt x="10536" y="159"/>
                  </a:lnTo>
                  <a:lnTo>
                    <a:pt x="9921" y="265"/>
                  </a:lnTo>
                  <a:lnTo>
                    <a:pt x="9323" y="406"/>
                  </a:lnTo>
                  <a:lnTo>
                    <a:pt x="8742" y="564"/>
                  </a:lnTo>
                  <a:lnTo>
                    <a:pt x="8162" y="757"/>
                  </a:lnTo>
                  <a:lnTo>
                    <a:pt x="7599" y="986"/>
                  </a:lnTo>
                  <a:lnTo>
                    <a:pt x="7036" y="1232"/>
                  </a:lnTo>
                  <a:lnTo>
                    <a:pt x="6509" y="1514"/>
                  </a:lnTo>
                  <a:lnTo>
                    <a:pt x="5981" y="1813"/>
                  </a:lnTo>
                  <a:lnTo>
                    <a:pt x="5488" y="2129"/>
                  </a:lnTo>
                  <a:lnTo>
                    <a:pt x="4996" y="2481"/>
                  </a:lnTo>
                  <a:lnTo>
                    <a:pt x="4521" y="2850"/>
                  </a:lnTo>
                  <a:lnTo>
                    <a:pt x="4064" y="3237"/>
                  </a:lnTo>
                  <a:lnTo>
                    <a:pt x="3642" y="3659"/>
                  </a:lnTo>
                  <a:lnTo>
                    <a:pt x="3220" y="4082"/>
                  </a:lnTo>
                  <a:lnTo>
                    <a:pt x="2833" y="4539"/>
                  </a:lnTo>
                  <a:lnTo>
                    <a:pt x="2463" y="4996"/>
                  </a:lnTo>
                  <a:lnTo>
                    <a:pt x="2129" y="5489"/>
                  </a:lnTo>
                  <a:lnTo>
                    <a:pt x="1795" y="5999"/>
                  </a:lnTo>
                  <a:lnTo>
                    <a:pt x="1496" y="6509"/>
                  </a:lnTo>
                  <a:lnTo>
                    <a:pt x="1232" y="7054"/>
                  </a:lnTo>
                  <a:lnTo>
                    <a:pt x="968" y="7599"/>
                  </a:lnTo>
                  <a:lnTo>
                    <a:pt x="757" y="8162"/>
                  </a:lnTo>
                  <a:lnTo>
                    <a:pt x="564" y="8743"/>
                  </a:lnTo>
                  <a:lnTo>
                    <a:pt x="388" y="9341"/>
                  </a:lnTo>
                  <a:lnTo>
                    <a:pt x="247" y="9939"/>
                  </a:lnTo>
                  <a:lnTo>
                    <a:pt x="142" y="10554"/>
                  </a:lnTo>
                  <a:lnTo>
                    <a:pt x="54" y="11170"/>
                  </a:lnTo>
                  <a:lnTo>
                    <a:pt x="18" y="11803"/>
                  </a:lnTo>
                  <a:lnTo>
                    <a:pt x="1" y="12436"/>
                  </a:lnTo>
                  <a:lnTo>
                    <a:pt x="18" y="13087"/>
                  </a:lnTo>
                  <a:lnTo>
                    <a:pt x="54" y="13720"/>
                  </a:lnTo>
                  <a:lnTo>
                    <a:pt x="142" y="14336"/>
                  </a:lnTo>
                  <a:lnTo>
                    <a:pt x="247" y="14951"/>
                  </a:lnTo>
                  <a:lnTo>
                    <a:pt x="388" y="15549"/>
                  </a:lnTo>
                  <a:lnTo>
                    <a:pt x="564" y="16147"/>
                  </a:lnTo>
                  <a:lnTo>
                    <a:pt x="757" y="16728"/>
                  </a:lnTo>
                  <a:lnTo>
                    <a:pt x="968" y="17291"/>
                  </a:lnTo>
                  <a:lnTo>
                    <a:pt x="1232" y="17836"/>
                  </a:lnTo>
                  <a:lnTo>
                    <a:pt x="1496" y="18381"/>
                  </a:lnTo>
                  <a:lnTo>
                    <a:pt x="1795" y="18891"/>
                  </a:lnTo>
                  <a:lnTo>
                    <a:pt x="2129" y="19401"/>
                  </a:lnTo>
                  <a:lnTo>
                    <a:pt x="2463" y="19894"/>
                  </a:lnTo>
                  <a:lnTo>
                    <a:pt x="2833" y="20351"/>
                  </a:lnTo>
                  <a:lnTo>
                    <a:pt x="3220" y="20808"/>
                  </a:lnTo>
                  <a:lnTo>
                    <a:pt x="3642" y="21230"/>
                  </a:lnTo>
                  <a:lnTo>
                    <a:pt x="4064" y="21653"/>
                  </a:lnTo>
                  <a:lnTo>
                    <a:pt x="4521" y="22039"/>
                  </a:lnTo>
                  <a:lnTo>
                    <a:pt x="4996" y="22409"/>
                  </a:lnTo>
                  <a:lnTo>
                    <a:pt x="5488" y="22761"/>
                  </a:lnTo>
                  <a:lnTo>
                    <a:pt x="5981" y="23077"/>
                  </a:lnTo>
                  <a:lnTo>
                    <a:pt x="6509" y="23376"/>
                  </a:lnTo>
                  <a:lnTo>
                    <a:pt x="7036" y="23658"/>
                  </a:lnTo>
                  <a:lnTo>
                    <a:pt x="7599" y="23904"/>
                  </a:lnTo>
                  <a:lnTo>
                    <a:pt x="8162" y="24132"/>
                  </a:lnTo>
                  <a:lnTo>
                    <a:pt x="8742" y="24326"/>
                  </a:lnTo>
                  <a:lnTo>
                    <a:pt x="9323" y="24484"/>
                  </a:lnTo>
                  <a:lnTo>
                    <a:pt x="9921" y="24625"/>
                  </a:lnTo>
                  <a:lnTo>
                    <a:pt x="10536" y="24730"/>
                  </a:lnTo>
                  <a:lnTo>
                    <a:pt x="11170" y="24818"/>
                  </a:lnTo>
                  <a:lnTo>
                    <a:pt x="11785" y="24871"/>
                  </a:lnTo>
                  <a:lnTo>
                    <a:pt x="12436" y="24889"/>
                  </a:lnTo>
                  <a:lnTo>
                    <a:pt x="13069" y="24871"/>
                  </a:lnTo>
                  <a:lnTo>
                    <a:pt x="13702" y="24818"/>
                  </a:lnTo>
                  <a:lnTo>
                    <a:pt x="14335" y="24730"/>
                  </a:lnTo>
                  <a:lnTo>
                    <a:pt x="14933" y="24625"/>
                  </a:lnTo>
                  <a:lnTo>
                    <a:pt x="15549" y="24484"/>
                  </a:lnTo>
                  <a:lnTo>
                    <a:pt x="16129" y="24326"/>
                  </a:lnTo>
                  <a:lnTo>
                    <a:pt x="16710" y="24132"/>
                  </a:lnTo>
                  <a:lnTo>
                    <a:pt x="17273" y="23904"/>
                  </a:lnTo>
                  <a:lnTo>
                    <a:pt x="17818" y="23658"/>
                  </a:lnTo>
                  <a:lnTo>
                    <a:pt x="18363" y="23376"/>
                  </a:lnTo>
                  <a:lnTo>
                    <a:pt x="18891" y="23077"/>
                  </a:lnTo>
                  <a:lnTo>
                    <a:pt x="19383" y="22761"/>
                  </a:lnTo>
                  <a:lnTo>
                    <a:pt x="19876" y="22409"/>
                  </a:lnTo>
                  <a:lnTo>
                    <a:pt x="20351" y="22039"/>
                  </a:lnTo>
                  <a:lnTo>
                    <a:pt x="20790" y="21653"/>
                  </a:lnTo>
                  <a:lnTo>
                    <a:pt x="21230" y="21230"/>
                  </a:lnTo>
                  <a:lnTo>
                    <a:pt x="21635" y="20808"/>
                  </a:lnTo>
                  <a:lnTo>
                    <a:pt x="22022" y="20351"/>
                  </a:lnTo>
                  <a:lnTo>
                    <a:pt x="22391" y="19894"/>
                  </a:lnTo>
                  <a:lnTo>
                    <a:pt x="22743" y="19401"/>
                  </a:lnTo>
                  <a:lnTo>
                    <a:pt x="23077" y="18891"/>
                  </a:lnTo>
                  <a:lnTo>
                    <a:pt x="23376" y="18381"/>
                  </a:lnTo>
                  <a:lnTo>
                    <a:pt x="23640" y="17836"/>
                  </a:lnTo>
                  <a:lnTo>
                    <a:pt x="23886" y="17291"/>
                  </a:lnTo>
                  <a:lnTo>
                    <a:pt x="24115" y="16728"/>
                  </a:lnTo>
                  <a:lnTo>
                    <a:pt x="24308" y="16147"/>
                  </a:lnTo>
                  <a:lnTo>
                    <a:pt x="24484" y="15549"/>
                  </a:lnTo>
                  <a:lnTo>
                    <a:pt x="24625" y="14951"/>
                  </a:lnTo>
                  <a:lnTo>
                    <a:pt x="24730" y="14336"/>
                  </a:lnTo>
                  <a:lnTo>
                    <a:pt x="24801" y="13720"/>
                  </a:lnTo>
                  <a:lnTo>
                    <a:pt x="24853" y="13087"/>
                  </a:lnTo>
                  <a:lnTo>
                    <a:pt x="24871" y="12436"/>
                  </a:lnTo>
                  <a:lnTo>
                    <a:pt x="24853" y="11803"/>
                  </a:lnTo>
                  <a:lnTo>
                    <a:pt x="24801" y="11170"/>
                  </a:lnTo>
                  <a:lnTo>
                    <a:pt x="24730" y="10554"/>
                  </a:lnTo>
                  <a:lnTo>
                    <a:pt x="24625" y="9939"/>
                  </a:lnTo>
                  <a:lnTo>
                    <a:pt x="24484" y="9341"/>
                  </a:lnTo>
                  <a:lnTo>
                    <a:pt x="24308" y="8743"/>
                  </a:lnTo>
                  <a:lnTo>
                    <a:pt x="24115" y="8162"/>
                  </a:lnTo>
                  <a:lnTo>
                    <a:pt x="23886" y="7599"/>
                  </a:lnTo>
                  <a:lnTo>
                    <a:pt x="23640" y="7054"/>
                  </a:lnTo>
                  <a:lnTo>
                    <a:pt x="23376" y="6509"/>
                  </a:lnTo>
                  <a:lnTo>
                    <a:pt x="23077" y="5999"/>
                  </a:lnTo>
                  <a:lnTo>
                    <a:pt x="22743" y="5489"/>
                  </a:lnTo>
                  <a:lnTo>
                    <a:pt x="22391" y="4996"/>
                  </a:lnTo>
                  <a:lnTo>
                    <a:pt x="22022" y="4539"/>
                  </a:lnTo>
                  <a:lnTo>
                    <a:pt x="21635" y="4082"/>
                  </a:lnTo>
                  <a:lnTo>
                    <a:pt x="21230" y="3659"/>
                  </a:lnTo>
                  <a:lnTo>
                    <a:pt x="20790" y="3237"/>
                  </a:lnTo>
                  <a:lnTo>
                    <a:pt x="20351" y="2850"/>
                  </a:lnTo>
                  <a:lnTo>
                    <a:pt x="19876" y="2481"/>
                  </a:lnTo>
                  <a:lnTo>
                    <a:pt x="19383" y="2129"/>
                  </a:lnTo>
                  <a:lnTo>
                    <a:pt x="18891" y="1813"/>
                  </a:lnTo>
                  <a:lnTo>
                    <a:pt x="18363" y="1514"/>
                  </a:lnTo>
                  <a:lnTo>
                    <a:pt x="17818" y="1232"/>
                  </a:lnTo>
                  <a:lnTo>
                    <a:pt x="17273" y="986"/>
                  </a:lnTo>
                  <a:lnTo>
                    <a:pt x="16710" y="757"/>
                  </a:lnTo>
                  <a:lnTo>
                    <a:pt x="16129" y="564"/>
                  </a:lnTo>
                  <a:lnTo>
                    <a:pt x="15549" y="406"/>
                  </a:lnTo>
                  <a:lnTo>
                    <a:pt x="14933" y="265"/>
                  </a:lnTo>
                  <a:lnTo>
                    <a:pt x="14335" y="159"/>
                  </a:lnTo>
                  <a:lnTo>
                    <a:pt x="13702" y="71"/>
                  </a:lnTo>
                  <a:lnTo>
                    <a:pt x="13069" y="19"/>
                  </a:lnTo>
                  <a:lnTo>
                    <a:pt x="124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49;p27">
              <a:extLst>
                <a:ext uri="{FF2B5EF4-FFF2-40B4-BE49-F238E27FC236}">
                  <a16:creationId xmlns:a16="http://schemas.microsoft.com/office/drawing/2014/main" id="{BDD4DF81-1B12-9E6B-8D36-E4D82445F2EB}"/>
                </a:ext>
              </a:extLst>
            </p:cNvPr>
            <p:cNvSpPr/>
            <p:nvPr/>
          </p:nvSpPr>
          <p:spPr>
            <a:xfrm>
              <a:off x="7594202" y="2128300"/>
              <a:ext cx="506995" cy="507016"/>
            </a:xfrm>
            <a:custGeom>
              <a:avLst/>
              <a:gdLst/>
              <a:ahLst/>
              <a:cxnLst/>
              <a:rect l="l" t="t" r="r" b="b"/>
              <a:pathLst>
                <a:path w="24871" h="24872" extrusionOk="0">
                  <a:moveTo>
                    <a:pt x="12172" y="1"/>
                  </a:moveTo>
                  <a:lnTo>
                    <a:pt x="11574" y="19"/>
                  </a:lnTo>
                  <a:lnTo>
                    <a:pt x="10958" y="89"/>
                  </a:lnTo>
                  <a:lnTo>
                    <a:pt x="10360" y="177"/>
                  </a:lnTo>
                  <a:lnTo>
                    <a:pt x="9762" y="282"/>
                  </a:lnTo>
                  <a:lnTo>
                    <a:pt x="9164" y="441"/>
                  </a:lnTo>
                  <a:lnTo>
                    <a:pt x="8584" y="617"/>
                  </a:lnTo>
                  <a:lnTo>
                    <a:pt x="7986" y="810"/>
                  </a:lnTo>
                  <a:lnTo>
                    <a:pt x="7406" y="1056"/>
                  </a:lnTo>
                  <a:lnTo>
                    <a:pt x="6843" y="1320"/>
                  </a:lnTo>
                  <a:lnTo>
                    <a:pt x="6280" y="1637"/>
                  </a:lnTo>
                  <a:lnTo>
                    <a:pt x="5735" y="1971"/>
                  </a:lnTo>
                  <a:lnTo>
                    <a:pt x="5207" y="2323"/>
                  </a:lnTo>
                  <a:lnTo>
                    <a:pt x="4697" y="2692"/>
                  </a:lnTo>
                  <a:lnTo>
                    <a:pt x="4222" y="3097"/>
                  </a:lnTo>
                  <a:lnTo>
                    <a:pt x="3765" y="3519"/>
                  </a:lnTo>
                  <a:lnTo>
                    <a:pt x="3343" y="3941"/>
                  </a:lnTo>
                  <a:lnTo>
                    <a:pt x="2938" y="4398"/>
                  </a:lnTo>
                  <a:lnTo>
                    <a:pt x="2551" y="4873"/>
                  </a:lnTo>
                  <a:lnTo>
                    <a:pt x="2199" y="5365"/>
                  </a:lnTo>
                  <a:lnTo>
                    <a:pt x="1865" y="5876"/>
                  </a:lnTo>
                  <a:lnTo>
                    <a:pt x="1566" y="6386"/>
                  </a:lnTo>
                  <a:lnTo>
                    <a:pt x="1285" y="6913"/>
                  </a:lnTo>
                  <a:lnTo>
                    <a:pt x="1039" y="7458"/>
                  </a:lnTo>
                  <a:lnTo>
                    <a:pt x="810" y="8021"/>
                  </a:lnTo>
                  <a:lnTo>
                    <a:pt x="616" y="8584"/>
                  </a:lnTo>
                  <a:lnTo>
                    <a:pt x="441" y="9147"/>
                  </a:lnTo>
                  <a:lnTo>
                    <a:pt x="300" y="9727"/>
                  </a:lnTo>
                  <a:lnTo>
                    <a:pt x="177" y="10308"/>
                  </a:lnTo>
                  <a:lnTo>
                    <a:pt x="89" y="10906"/>
                  </a:lnTo>
                  <a:lnTo>
                    <a:pt x="36" y="11504"/>
                  </a:lnTo>
                  <a:lnTo>
                    <a:pt x="1" y="12102"/>
                  </a:lnTo>
                  <a:lnTo>
                    <a:pt x="1" y="12700"/>
                  </a:lnTo>
                  <a:lnTo>
                    <a:pt x="18" y="13298"/>
                  </a:lnTo>
                  <a:lnTo>
                    <a:pt x="89" y="13913"/>
                  </a:lnTo>
                  <a:lnTo>
                    <a:pt x="159" y="14511"/>
                  </a:lnTo>
                  <a:lnTo>
                    <a:pt x="282" y="15110"/>
                  </a:lnTo>
                  <a:lnTo>
                    <a:pt x="423" y="15708"/>
                  </a:lnTo>
                  <a:lnTo>
                    <a:pt x="599" y="16288"/>
                  </a:lnTo>
                  <a:lnTo>
                    <a:pt x="810" y="16886"/>
                  </a:lnTo>
                  <a:lnTo>
                    <a:pt x="1056" y="17466"/>
                  </a:lnTo>
                  <a:lnTo>
                    <a:pt x="1320" y="18029"/>
                  </a:lnTo>
                  <a:lnTo>
                    <a:pt x="1637" y="18592"/>
                  </a:lnTo>
                  <a:lnTo>
                    <a:pt x="1953" y="19137"/>
                  </a:lnTo>
                  <a:lnTo>
                    <a:pt x="2322" y="19665"/>
                  </a:lnTo>
                  <a:lnTo>
                    <a:pt x="2692" y="20175"/>
                  </a:lnTo>
                  <a:lnTo>
                    <a:pt x="3096" y="20650"/>
                  </a:lnTo>
                  <a:lnTo>
                    <a:pt x="3501" y="21107"/>
                  </a:lnTo>
                  <a:lnTo>
                    <a:pt x="3941" y="21529"/>
                  </a:lnTo>
                  <a:lnTo>
                    <a:pt x="4398" y="21934"/>
                  </a:lnTo>
                  <a:lnTo>
                    <a:pt x="4873" y="22321"/>
                  </a:lnTo>
                  <a:lnTo>
                    <a:pt x="5365" y="22673"/>
                  </a:lnTo>
                  <a:lnTo>
                    <a:pt x="5875" y="23007"/>
                  </a:lnTo>
                  <a:lnTo>
                    <a:pt x="6385" y="23306"/>
                  </a:lnTo>
                  <a:lnTo>
                    <a:pt x="6913" y="23587"/>
                  </a:lnTo>
                  <a:lnTo>
                    <a:pt x="7458" y="23833"/>
                  </a:lnTo>
                  <a:lnTo>
                    <a:pt x="8021" y="24062"/>
                  </a:lnTo>
                  <a:lnTo>
                    <a:pt x="8584" y="24256"/>
                  </a:lnTo>
                  <a:lnTo>
                    <a:pt x="9147" y="24431"/>
                  </a:lnTo>
                  <a:lnTo>
                    <a:pt x="9727" y="24572"/>
                  </a:lnTo>
                  <a:lnTo>
                    <a:pt x="10308" y="24695"/>
                  </a:lnTo>
                  <a:lnTo>
                    <a:pt x="10906" y="24783"/>
                  </a:lnTo>
                  <a:lnTo>
                    <a:pt x="11504" y="24836"/>
                  </a:lnTo>
                  <a:lnTo>
                    <a:pt x="12102" y="24871"/>
                  </a:lnTo>
                  <a:lnTo>
                    <a:pt x="12700" y="24871"/>
                  </a:lnTo>
                  <a:lnTo>
                    <a:pt x="13298" y="24854"/>
                  </a:lnTo>
                  <a:lnTo>
                    <a:pt x="13896" y="24783"/>
                  </a:lnTo>
                  <a:lnTo>
                    <a:pt x="14511" y="24695"/>
                  </a:lnTo>
                  <a:lnTo>
                    <a:pt x="15109" y="24590"/>
                  </a:lnTo>
                  <a:lnTo>
                    <a:pt x="15690" y="24431"/>
                  </a:lnTo>
                  <a:lnTo>
                    <a:pt x="16288" y="24256"/>
                  </a:lnTo>
                  <a:lnTo>
                    <a:pt x="16868" y="24062"/>
                  </a:lnTo>
                  <a:lnTo>
                    <a:pt x="17449" y="23816"/>
                  </a:lnTo>
                  <a:lnTo>
                    <a:pt x="18029" y="23552"/>
                  </a:lnTo>
                  <a:lnTo>
                    <a:pt x="18592" y="23235"/>
                  </a:lnTo>
                  <a:lnTo>
                    <a:pt x="19137" y="22901"/>
                  </a:lnTo>
                  <a:lnTo>
                    <a:pt x="19665" y="22549"/>
                  </a:lnTo>
                  <a:lnTo>
                    <a:pt x="20175" y="22180"/>
                  </a:lnTo>
                  <a:lnTo>
                    <a:pt x="20650" y="21776"/>
                  </a:lnTo>
                  <a:lnTo>
                    <a:pt x="21107" y="21353"/>
                  </a:lnTo>
                  <a:lnTo>
                    <a:pt x="21529" y="20931"/>
                  </a:lnTo>
                  <a:lnTo>
                    <a:pt x="21934" y="20474"/>
                  </a:lnTo>
                  <a:lnTo>
                    <a:pt x="22321" y="19999"/>
                  </a:lnTo>
                  <a:lnTo>
                    <a:pt x="22672" y="19507"/>
                  </a:lnTo>
                  <a:lnTo>
                    <a:pt x="23007" y="18997"/>
                  </a:lnTo>
                  <a:lnTo>
                    <a:pt x="23306" y="18487"/>
                  </a:lnTo>
                  <a:lnTo>
                    <a:pt x="23587" y="17959"/>
                  </a:lnTo>
                  <a:lnTo>
                    <a:pt x="23833" y="17414"/>
                  </a:lnTo>
                  <a:lnTo>
                    <a:pt x="24062" y="16851"/>
                  </a:lnTo>
                  <a:lnTo>
                    <a:pt x="24255" y="16288"/>
                  </a:lnTo>
                  <a:lnTo>
                    <a:pt x="24431" y="15725"/>
                  </a:lnTo>
                  <a:lnTo>
                    <a:pt x="24572" y="15145"/>
                  </a:lnTo>
                  <a:lnTo>
                    <a:pt x="24695" y="14564"/>
                  </a:lnTo>
                  <a:lnTo>
                    <a:pt x="24783" y="13966"/>
                  </a:lnTo>
                  <a:lnTo>
                    <a:pt x="24836" y="13368"/>
                  </a:lnTo>
                  <a:lnTo>
                    <a:pt x="24871" y="12770"/>
                  </a:lnTo>
                  <a:lnTo>
                    <a:pt x="24871" y="12172"/>
                  </a:lnTo>
                  <a:lnTo>
                    <a:pt x="24836" y="11574"/>
                  </a:lnTo>
                  <a:lnTo>
                    <a:pt x="24783" y="10959"/>
                  </a:lnTo>
                  <a:lnTo>
                    <a:pt x="24695" y="10361"/>
                  </a:lnTo>
                  <a:lnTo>
                    <a:pt x="24590" y="9763"/>
                  </a:lnTo>
                  <a:lnTo>
                    <a:pt x="24431" y="9165"/>
                  </a:lnTo>
                  <a:lnTo>
                    <a:pt x="24255" y="8584"/>
                  </a:lnTo>
                  <a:lnTo>
                    <a:pt x="24044" y="7986"/>
                  </a:lnTo>
                  <a:lnTo>
                    <a:pt x="23816" y="7406"/>
                  </a:lnTo>
                  <a:lnTo>
                    <a:pt x="23534" y="6843"/>
                  </a:lnTo>
                  <a:lnTo>
                    <a:pt x="23235" y="6280"/>
                  </a:lnTo>
                  <a:lnTo>
                    <a:pt x="22901" y="5735"/>
                  </a:lnTo>
                  <a:lnTo>
                    <a:pt x="22549" y="5207"/>
                  </a:lnTo>
                  <a:lnTo>
                    <a:pt x="22180" y="4697"/>
                  </a:lnTo>
                  <a:lnTo>
                    <a:pt x="21775" y="4222"/>
                  </a:lnTo>
                  <a:lnTo>
                    <a:pt x="21353" y="3765"/>
                  </a:lnTo>
                  <a:lnTo>
                    <a:pt x="20914" y="3343"/>
                  </a:lnTo>
                  <a:lnTo>
                    <a:pt x="20474" y="2938"/>
                  </a:lnTo>
                  <a:lnTo>
                    <a:pt x="19999" y="2551"/>
                  </a:lnTo>
                  <a:lnTo>
                    <a:pt x="19506" y="2200"/>
                  </a:lnTo>
                  <a:lnTo>
                    <a:pt x="18996" y="1865"/>
                  </a:lnTo>
                  <a:lnTo>
                    <a:pt x="18486" y="1566"/>
                  </a:lnTo>
                  <a:lnTo>
                    <a:pt x="17941" y="1285"/>
                  </a:lnTo>
                  <a:lnTo>
                    <a:pt x="17413" y="1039"/>
                  </a:lnTo>
                  <a:lnTo>
                    <a:pt x="16851" y="810"/>
                  </a:lnTo>
                  <a:lnTo>
                    <a:pt x="16288" y="617"/>
                  </a:lnTo>
                  <a:lnTo>
                    <a:pt x="15725" y="441"/>
                  </a:lnTo>
                  <a:lnTo>
                    <a:pt x="15145" y="300"/>
                  </a:lnTo>
                  <a:lnTo>
                    <a:pt x="14547" y="177"/>
                  </a:lnTo>
                  <a:lnTo>
                    <a:pt x="13966" y="89"/>
                  </a:lnTo>
                  <a:lnTo>
                    <a:pt x="13368" y="36"/>
                  </a:lnTo>
                  <a:lnTo>
                    <a:pt x="127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50;p27">
              <a:extLst>
                <a:ext uri="{FF2B5EF4-FFF2-40B4-BE49-F238E27FC236}">
                  <a16:creationId xmlns:a16="http://schemas.microsoft.com/office/drawing/2014/main" id="{A17BDD1D-3752-61B3-1FC3-F7FB351C3CF6}"/>
                </a:ext>
              </a:extLst>
            </p:cNvPr>
            <p:cNvSpPr/>
            <p:nvPr/>
          </p:nvSpPr>
          <p:spPr>
            <a:xfrm>
              <a:off x="7602804" y="2818507"/>
              <a:ext cx="489790" cy="607758"/>
            </a:xfrm>
            <a:custGeom>
              <a:avLst/>
              <a:gdLst/>
              <a:ahLst/>
              <a:cxnLst/>
              <a:rect l="l" t="t" r="r" b="b"/>
              <a:pathLst>
                <a:path w="24027" h="29814" extrusionOk="0">
                  <a:moveTo>
                    <a:pt x="3483" y="1"/>
                  </a:moveTo>
                  <a:lnTo>
                    <a:pt x="1" y="2622"/>
                  </a:lnTo>
                  <a:lnTo>
                    <a:pt x="20544" y="29814"/>
                  </a:lnTo>
                  <a:lnTo>
                    <a:pt x="24027" y="27175"/>
                  </a:lnTo>
                  <a:lnTo>
                    <a:pt x="34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51;p27">
              <a:extLst>
                <a:ext uri="{FF2B5EF4-FFF2-40B4-BE49-F238E27FC236}">
                  <a16:creationId xmlns:a16="http://schemas.microsoft.com/office/drawing/2014/main" id="{4D66F894-DE4F-F104-3F26-E98D76725547}"/>
                </a:ext>
              </a:extLst>
            </p:cNvPr>
            <p:cNvSpPr/>
            <p:nvPr/>
          </p:nvSpPr>
          <p:spPr>
            <a:xfrm>
              <a:off x="7651219" y="2055891"/>
              <a:ext cx="355698" cy="673357"/>
            </a:xfrm>
            <a:custGeom>
              <a:avLst/>
              <a:gdLst/>
              <a:ahLst/>
              <a:cxnLst/>
              <a:rect l="l" t="t" r="r" b="b"/>
              <a:pathLst>
                <a:path w="17449" h="33032" extrusionOk="0">
                  <a:moveTo>
                    <a:pt x="13438" y="0"/>
                  </a:moveTo>
                  <a:lnTo>
                    <a:pt x="0" y="31308"/>
                  </a:lnTo>
                  <a:lnTo>
                    <a:pt x="4011" y="33031"/>
                  </a:lnTo>
                  <a:lnTo>
                    <a:pt x="17448" y="1706"/>
                  </a:lnTo>
                  <a:lnTo>
                    <a:pt x="134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1252;p27">
              <a:extLst>
                <a:ext uri="{FF2B5EF4-FFF2-40B4-BE49-F238E27FC236}">
                  <a16:creationId xmlns:a16="http://schemas.microsoft.com/office/drawing/2014/main" id="{83328FB6-5958-9914-5BF9-6B4E8694AB34}"/>
                </a:ext>
              </a:extLst>
            </p:cNvPr>
            <p:cNvGrpSpPr/>
            <p:nvPr/>
          </p:nvGrpSpPr>
          <p:grpSpPr>
            <a:xfrm>
              <a:off x="5826425" y="2584365"/>
              <a:ext cx="1002568" cy="1002568"/>
              <a:chOff x="6405075" y="2810250"/>
              <a:chExt cx="879600" cy="879600"/>
            </a:xfrm>
          </p:grpSpPr>
          <p:sp>
            <p:nvSpPr>
              <p:cNvPr id="33" name="Google Shape;1253;p27">
                <a:extLst>
                  <a:ext uri="{FF2B5EF4-FFF2-40B4-BE49-F238E27FC236}">
                    <a16:creationId xmlns:a16="http://schemas.microsoft.com/office/drawing/2014/main" id="{E85585B1-A999-3A43-5FAE-29F6387DE91A}"/>
                  </a:ext>
                </a:extLst>
              </p:cNvPr>
              <p:cNvSpPr/>
              <p:nvPr/>
            </p:nvSpPr>
            <p:spPr>
              <a:xfrm>
                <a:off x="6405075" y="2810250"/>
                <a:ext cx="879600" cy="879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254;p27">
                <a:extLst>
                  <a:ext uri="{FF2B5EF4-FFF2-40B4-BE49-F238E27FC236}">
                    <a16:creationId xmlns:a16="http://schemas.microsoft.com/office/drawing/2014/main" id="{8CAF7023-F284-65BA-7DA6-BDEBC639CB14}"/>
                  </a:ext>
                </a:extLst>
              </p:cNvPr>
              <p:cNvSpPr/>
              <p:nvPr/>
            </p:nvSpPr>
            <p:spPr>
              <a:xfrm rot="5400000">
                <a:off x="6692100" y="3056100"/>
                <a:ext cx="448200" cy="387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444CEBE-7333-3FD6-66B9-062D12D5D906}"/>
              </a:ext>
            </a:extLst>
          </p:cNvPr>
          <p:cNvSpPr txBox="1"/>
          <p:nvPr/>
        </p:nvSpPr>
        <p:spPr>
          <a:xfrm>
            <a:off x="3431792" y="6126779"/>
            <a:ext cx="4502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Greedy method</a:t>
            </a:r>
          </a:p>
        </p:txBody>
      </p:sp>
    </p:spTree>
    <p:extLst>
      <p:ext uri="{BB962C8B-B14F-4D97-AF65-F5344CB8AC3E}">
        <p14:creationId xmlns:p14="http://schemas.microsoft.com/office/powerpoint/2010/main" val="3265240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5"/>
          <p:cNvSpPr txBox="1">
            <a:spLocks noGrp="1"/>
          </p:cNvSpPr>
          <p:nvPr>
            <p:ph type="title"/>
          </p:nvPr>
        </p:nvSpPr>
        <p:spPr>
          <a:xfrm>
            <a:off x="559004" y="50934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br>
              <a:rPr lang="en-US" b="1" dirty="0"/>
            </a:br>
            <a:r>
              <a:rPr lang="en-US" b="1" dirty="0"/>
              <a:t>Experiment Design cont.</a:t>
            </a:r>
            <a:br>
              <a:rPr lang="en-US" dirty="0"/>
            </a:br>
            <a:endParaRPr dirty="0"/>
          </a:p>
        </p:txBody>
      </p:sp>
      <p:grpSp>
        <p:nvGrpSpPr>
          <p:cNvPr id="952" name="Google Shape;952;p25"/>
          <p:cNvGrpSpPr/>
          <p:nvPr/>
        </p:nvGrpSpPr>
        <p:grpSpPr>
          <a:xfrm>
            <a:off x="714183" y="1388047"/>
            <a:ext cx="5135021" cy="5469953"/>
            <a:chOff x="1351000" y="238125"/>
            <a:chExt cx="4917975" cy="5238750"/>
          </a:xfrm>
        </p:grpSpPr>
        <p:sp>
          <p:nvSpPr>
            <p:cNvPr id="953" name="Google Shape;953;p25"/>
            <p:cNvSpPr/>
            <p:nvPr/>
          </p:nvSpPr>
          <p:spPr>
            <a:xfrm>
              <a:off x="1845650" y="2930225"/>
              <a:ext cx="1593150" cy="1771150"/>
            </a:xfrm>
            <a:custGeom>
              <a:avLst/>
              <a:gdLst/>
              <a:ahLst/>
              <a:cxnLst/>
              <a:rect l="l" t="t" r="r" b="b"/>
              <a:pathLst>
                <a:path w="63726" h="70846" extrusionOk="0">
                  <a:moveTo>
                    <a:pt x="1" y="63496"/>
                  </a:moveTo>
                  <a:lnTo>
                    <a:pt x="33482" y="70846"/>
                  </a:lnTo>
                  <a:lnTo>
                    <a:pt x="39268" y="44540"/>
                  </a:lnTo>
                  <a:lnTo>
                    <a:pt x="63725" y="10938"/>
                  </a:lnTo>
                  <a:lnTo>
                    <a:pt x="13958" y="1"/>
                  </a:lnTo>
                  <a:lnTo>
                    <a:pt x="1" y="63496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4" name="Google Shape;954;p25"/>
            <p:cNvSpPr/>
            <p:nvPr/>
          </p:nvSpPr>
          <p:spPr>
            <a:xfrm>
              <a:off x="1845650" y="2930225"/>
              <a:ext cx="1593150" cy="1771150"/>
            </a:xfrm>
            <a:custGeom>
              <a:avLst/>
              <a:gdLst/>
              <a:ahLst/>
              <a:cxnLst/>
              <a:rect l="l" t="t" r="r" b="b"/>
              <a:pathLst>
                <a:path w="63726" h="70846" fill="none" extrusionOk="0">
                  <a:moveTo>
                    <a:pt x="1" y="63496"/>
                  </a:moveTo>
                  <a:lnTo>
                    <a:pt x="33482" y="70846"/>
                  </a:lnTo>
                  <a:lnTo>
                    <a:pt x="39268" y="44540"/>
                  </a:lnTo>
                  <a:lnTo>
                    <a:pt x="63725" y="10938"/>
                  </a:lnTo>
                  <a:lnTo>
                    <a:pt x="13958" y="1"/>
                  </a:lnTo>
                  <a:lnTo>
                    <a:pt x="1" y="6349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5" name="Google Shape;955;p25"/>
            <p:cNvSpPr/>
            <p:nvPr/>
          </p:nvSpPr>
          <p:spPr>
            <a:xfrm>
              <a:off x="1612675" y="3056550"/>
              <a:ext cx="3025" cy="21375"/>
            </a:xfrm>
            <a:custGeom>
              <a:avLst/>
              <a:gdLst/>
              <a:ahLst/>
              <a:cxnLst/>
              <a:rect l="l" t="t" r="r" b="b"/>
              <a:pathLst>
                <a:path w="121" h="855" extrusionOk="0">
                  <a:moveTo>
                    <a:pt x="1" y="1"/>
                  </a:moveTo>
                  <a:lnTo>
                    <a:pt x="44" y="438"/>
                  </a:lnTo>
                  <a:lnTo>
                    <a:pt x="121" y="854"/>
                  </a:lnTo>
                  <a:lnTo>
                    <a:pt x="55" y="4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CE2F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6" name="Google Shape;956;p25"/>
            <p:cNvSpPr/>
            <p:nvPr/>
          </p:nvSpPr>
          <p:spPr>
            <a:xfrm>
              <a:off x="1611575" y="238125"/>
              <a:ext cx="4606550" cy="2952450"/>
            </a:xfrm>
            <a:custGeom>
              <a:avLst/>
              <a:gdLst/>
              <a:ahLst/>
              <a:cxnLst/>
              <a:rect l="l" t="t" r="r" b="b"/>
              <a:pathLst>
                <a:path w="184262" h="118098" fill="none" extrusionOk="0">
                  <a:moveTo>
                    <a:pt x="174855" y="0"/>
                  </a:moveTo>
                  <a:lnTo>
                    <a:pt x="9408" y="0"/>
                  </a:lnTo>
                  <a:lnTo>
                    <a:pt x="9408" y="0"/>
                  </a:lnTo>
                  <a:lnTo>
                    <a:pt x="8915" y="22"/>
                  </a:lnTo>
                  <a:lnTo>
                    <a:pt x="8445" y="55"/>
                  </a:lnTo>
                  <a:lnTo>
                    <a:pt x="7975" y="109"/>
                  </a:lnTo>
                  <a:lnTo>
                    <a:pt x="7504" y="197"/>
                  </a:lnTo>
                  <a:lnTo>
                    <a:pt x="7056" y="306"/>
                  </a:lnTo>
                  <a:lnTo>
                    <a:pt x="6607" y="427"/>
                  </a:lnTo>
                  <a:lnTo>
                    <a:pt x="6170" y="580"/>
                  </a:lnTo>
                  <a:lnTo>
                    <a:pt x="5743" y="744"/>
                  </a:lnTo>
                  <a:lnTo>
                    <a:pt x="5328" y="930"/>
                  </a:lnTo>
                  <a:lnTo>
                    <a:pt x="4923" y="1138"/>
                  </a:lnTo>
                  <a:lnTo>
                    <a:pt x="4529" y="1367"/>
                  </a:lnTo>
                  <a:lnTo>
                    <a:pt x="4146" y="1608"/>
                  </a:lnTo>
                  <a:lnTo>
                    <a:pt x="3774" y="1870"/>
                  </a:lnTo>
                  <a:lnTo>
                    <a:pt x="3424" y="2155"/>
                  </a:lnTo>
                  <a:lnTo>
                    <a:pt x="3085" y="2450"/>
                  </a:lnTo>
                  <a:lnTo>
                    <a:pt x="2757" y="2756"/>
                  </a:lnTo>
                  <a:lnTo>
                    <a:pt x="2451" y="3085"/>
                  </a:lnTo>
                  <a:lnTo>
                    <a:pt x="2156" y="3424"/>
                  </a:lnTo>
                  <a:lnTo>
                    <a:pt x="1871" y="3785"/>
                  </a:lnTo>
                  <a:lnTo>
                    <a:pt x="1609" y="4145"/>
                  </a:lnTo>
                  <a:lnTo>
                    <a:pt x="1368" y="4528"/>
                  </a:lnTo>
                  <a:lnTo>
                    <a:pt x="1138" y="4922"/>
                  </a:lnTo>
                  <a:lnTo>
                    <a:pt x="931" y="5327"/>
                  </a:lnTo>
                  <a:lnTo>
                    <a:pt x="745" y="5742"/>
                  </a:lnTo>
                  <a:lnTo>
                    <a:pt x="570" y="6169"/>
                  </a:lnTo>
                  <a:lnTo>
                    <a:pt x="427" y="6607"/>
                  </a:lnTo>
                  <a:lnTo>
                    <a:pt x="296" y="7055"/>
                  </a:lnTo>
                  <a:lnTo>
                    <a:pt x="198" y="7503"/>
                  </a:lnTo>
                  <a:lnTo>
                    <a:pt x="110" y="7974"/>
                  </a:lnTo>
                  <a:lnTo>
                    <a:pt x="56" y="8444"/>
                  </a:lnTo>
                  <a:lnTo>
                    <a:pt x="12" y="8914"/>
                  </a:lnTo>
                  <a:lnTo>
                    <a:pt x="1" y="9407"/>
                  </a:lnTo>
                  <a:lnTo>
                    <a:pt x="1" y="111874"/>
                  </a:lnTo>
                  <a:lnTo>
                    <a:pt x="1" y="111874"/>
                  </a:lnTo>
                  <a:lnTo>
                    <a:pt x="12" y="112311"/>
                  </a:lnTo>
                  <a:lnTo>
                    <a:pt x="45" y="112738"/>
                  </a:lnTo>
                  <a:lnTo>
                    <a:pt x="88" y="113175"/>
                  </a:lnTo>
                  <a:lnTo>
                    <a:pt x="165" y="113591"/>
                  </a:lnTo>
                  <a:lnTo>
                    <a:pt x="252" y="114007"/>
                  </a:lnTo>
                  <a:lnTo>
                    <a:pt x="351" y="114411"/>
                  </a:lnTo>
                  <a:lnTo>
                    <a:pt x="471" y="114816"/>
                  </a:lnTo>
                  <a:lnTo>
                    <a:pt x="613" y="115210"/>
                  </a:lnTo>
                  <a:lnTo>
                    <a:pt x="767" y="115593"/>
                  </a:lnTo>
                  <a:lnTo>
                    <a:pt x="942" y="115976"/>
                  </a:lnTo>
                  <a:lnTo>
                    <a:pt x="1127" y="116336"/>
                  </a:lnTo>
                  <a:lnTo>
                    <a:pt x="1335" y="116697"/>
                  </a:lnTo>
                  <a:lnTo>
                    <a:pt x="1554" y="117047"/>
                  </a:lnTo>
                  <a:lnTo>
                    <a:pt x="1784" y="117376"/>
                  </a:lnTo>
                  <a:lnTo>
                    <a:pt x="2035" y="117704"/>
                  </a:lnTo>
                  <a:lnTo>
                    <a:pt x="2298" y="118021"/>
                  </a:lnTo>
                  <a:lnTo>
                    <a:pt x="2298" y="118021"/>
                  </a:lnTo>
                  <a:lnTo>
                    <a:pt x="2035" y="117704"/>
                  </a:lnTo>
                  <a:lnTo>
                    <a:pt x="1784" y="117376"/>
                  </a:lnTo>
                  <a:lnTo>
                    <a:pt x="1554" y="117047"/>
                  </a:lnTo>
                  <a:lnTo>
                    <a:pt x="1335" y="116697"/>
                  </a:lnTo>
                  <a:lnTo>
                    <a:pt x="1127" y="116336"/>
                  </a:lnTo>
                  <a:lnTo>
                    <a:pt x="942" y="115976"/>
                  </a:lnTo>
                  <a:lnTo>
                    <a:pt x="767" y="115593"/>
                  </a:lnTo>
                  <a:lnTo>
                    <a:pt x="613" y="115210"/>
                  </a:lnTo>
                  <a:lnTo>
                    <a:pt x="471" y="114816"/>
                  </a:lnTo>
                  <a:lnTo>
                    <a:pt x="351" y="114411"/>
                  </a:lnTo>
                  <a:lnTo>
                    <a:pt x="252" y="114007"/>
                  </a:lnTo>
                  <a:lnTo>
                    <a:pt x="165" y="113591"/>
                  </a:lnTo>
                  <a:lnTo>
                    <a:pt x="99" y="113175"/>
                  </a:lnTo>
                  <a:lnTo>
                    <a:pt x="45" y="112738"/>
                  </a:lnTo>
                  <a:lnTo>
                    <a:pt x="12" y="112311"/>
                  </a:lnTo>
                  <a:lnTo>
                    <a:pt x="1" y="111874"/>
                  </a:lnTo>
                  <a:lnTo>
                    <a:pt x="1" y="9407"/>
                  </a:lnTo>
                  <a:lnTo>
                    <a:pt x="1" y="9407"/>
                  </a:lnTo>
                  <a:lnTo>
                    <a:pt x="12" y="8914"/>
                  </a:lnTo>
                  <a:lnTo>
                    <a:pt x="56" y="8444"/>
                  </a:lnTo>
                  <a:lnTo>
                    <a:pt x="110" y="7974"/>
                  </a:lnTo>
                  <a:lnTo>
                    <a:pt x="198" y="7503"/>
                  </a:lnTo>
                  <a:lnTo>
                    <a:pt x="296" y="7055"/>
                  </a:lnTo>
                  <a:lnTo>
                    <a:pt x="427" y="6607"/>
                  </a:lnTo>
                  <a:lnTo>
                    <a:pt x="570" y="6169"/>
                  </a:lnTo>
                  <a:lnTo>
                    <a:pt x="745" y="5742"/>
                  </a:lnTo>
                  <a:lnTo>
                    <a:pt x="931" y="5327"/>
                  </a:lnTo>
                  <a:lnTo>
                    <a:pt x="1138" y="4922"/>
                  </a:lnTo>
                  <a:lnTo>
                    <a:pt x="1368" y="4528"/>
                  </a:lnTo>
                  <a:lnTo>
                    <a:pt x="1609" y="4145"/>
                  </a:lnTo>
                  <a:lnTo>
                    <a:pt x="1871" y="3785"/>
                  </a:lnTo>
                  <a:lnTo>
                    <a:pt x="2156" y="3424"/>
                  </a:lnTo>
                  <a:lnTo>
                    <a:pt x="2451" y="3085"/>
                  </a:lnTo>
                  <a:lnTo>
                    <a:pt x="2757" y="2756"/>
                  </a:lnTo>
                  <a:lnTo>
                    <a:pt x="3085" y="2450"/>
                  </a:lnTo>
                  <a:lnTo>
                    <a:pt x="3424" y="2155"/>
                  </a:lnTo>
                  <a:lnTo>
                    <a:pt x="3774" y="1870"/>
                  </a:lnTo>
                  <a:lnTo>
                    <a:pt x="4146" y="1608"/>
                  </a:lnTo>
                  <a:lnTo>
                    <a:pt x="4529" y="1367"/>
                  </a:lnTo>
                  <a:lnTo>
                    <a:pt x="4923" y="1138"/>
                  </a:lnTo>
                  <a:lnTo>
                    <a:pt x="5328" y="930"/>
                  </a:lnTo>
                  <a:lnTo>
                    <a:pt x="5743" y="744"/>
                  </a:lnTo>
                  <a:lnTo>
                    <a:pt x="6170" y="580"/>
                  </a:lnTo>
                  <a:lnTo>
                    <a:pt x="6607" y="427"/>
                  </a:lnTo>
                  <a:lnTo>
                    <a:pt x="7056" y="306"/>
                  </a:lnTo>
                  <a:lnTo>
                    <a:pt x="7504" y="197"/>
                  </a:lnTo>
                  <a:lnTo>
                    <a:pt x="7975" y="109"/>
                  </a:lnTo>
                  <a:lnTo>
                    <a:pt x="8445" y="55"/>
                  </a:lnTo>
                  <a:lnTo>
                    <a:pt x="8915" y="22"/>
                  </a:lnTo>
                  <a:lnTo>
                    <a:pt x="9408" y="0"/>
                  </a:lnTo>
                  <a:lnTo>
                    <a:pt x="174855" y="0"/>
                  </a:lnTo>
                  <a:lnTo>
                    <a:pt x="174855" y="0"/>
                  </a:lnTo>
                  <a:lnTo>
                    <a:pt x="175347" y="22"/>
                  </a:lnTo>
                  <a:lnTo>
                    <a:pt x="175817" y="55"/>
                  </a:lnTo>
                  <a:lnTo>
                    <a:pt x="176288" y="109"/>
                  </a:lnTo>
                  <a:lnTo>
                    <a:pt x="176758" y="197"/>
                  </a:lnTo>
                  <a:lnTo>
                    <a:pt x="177207" y="306"/>
                  </a:lnTo>
                  <a:lnTo>
                    <a:pt x="177655" y="427"/>
                  </a:lnTo>
                  <a:lnTo>
                    <a:pt x="178093" y="580"/>
                  </a:lnTo>
                  <a:lnTo>
                    <a:pt x="178519" y="744"/>
                  </a:lnTo>
                  <a:lnTo>
                    <a:pt x="178935" y="930"/>
                  </a:lnTo>
                  <a:lnTo>
                    <a:pt x="179339" y="1138"/>
                  </a:lnTo>
                  <a:lnTo>
                    <a:pt x="179733" y="1367"/>
                  </a:lnTo>
                  <a:lnTo>
                    <a:pt x="180116" y="1608"/>
                  </a:lnTo>
                  <a:lnTo>
                    <a:pt x="180488" y="1870"/>
                  </a:lnTo>
                  <a:lnTo>
                    <a:pt x="180838" y="2155"/>
                  </a:lnTo>
                  <a:lnTo>
                    <a:pt x="181177" y="2450"/>
                  </a:lnTo>
                  <a:lnTo>
                    <a:pt x="181505" y="2756"/>
                  </a:lnTo>
                  <a:lnTo>
                    <a:pt x="181811" y="3085"/>
                  </a:lnTo>
                  <a:lnTo>
                    <a:pt x="182107" y="3424"/>
                  </a:lnTo>
                  <a:lnTo>
                    <a:pt x="182391" y="3785"/>
                  </a:lnTo>
                  <a:lnTo>
                    <a:pt x="182654" y="4145"/>
                  </a:lnTo>
                  <a:lnTo>
                    <a:pt x="182894" y="4528"/>
                  </a:lnTo>
                  <a:lnTo>
                    <a:pt x="183124" y="4922"/>
                  </a:lnTo>
                  <a:lnTo>
                    <a:pt x="183332" y="5327"/>
                  </a:lnTo>
                  <a:lnTo>
                    <a:pt x="183518" y="5742"/>
                  </a:lnTo>
                  <a:lnTo>
                    <a:pt x="183682" y="6169"/>
                  </a:lnTo>
                  <a:lnTo>
                    <a:pt x="183835" y="6607"/>
                  </a:lnTo>
                  <a:lnTo>
                    <a:pt x="183966" y="7055"/>
                  </a:lnTo>
                  <a:lnTo>
                    <a:pt x="184065" y="7503"/>
                  </a:lnTo>
                  <a:lnTo>
                    <a:pt x="184152" y="7974"/>
                  </a:lnTo>
                  <a:lnTo>
                    <a:pt x="184207" y="8444"/>
                  </a:lnTo>
                  <a:lnTo>
                    <a:pt x="184251" y="8914"/>
                  </a:lnTo>
                  <a:lnTo>
                    <a:pt x="184262" y="9407"/>
                  </a:lnTo>
                  <a:lnTo>
                    <a:pt x="184262" y="111874"/>
                  </a:lnTo>
                  <a:lnTo>
                    <a:pt x="184262" y="111874"/>
                  </a:lnTo>
                  <a:lnTo>
                    <a:pt x="184251" y="112311"/>
                  </a:lnTo>
                  <a:lnTo>
                    <a:pt x="184218" y="112760"/>
                  </a:lnTo>
                  <a:lnTo>
                    <a:pt x="184163" y="113186"/>
                  </a:lnTo>
                  <a:lnTo>
                    <a:pt x="184097" y="113613"/>
                  </a:lnTo>
                  <a:lnTo>
                    <a:pt x="184010" y="114039"/>
                  </a:lnTo>
                  <a:lnTo>
                    <a:pt x="183901" y="114455"/>
                  </a:lnTo>
                  <a:lnTo>
                    <a:pt x="183769" y="114860"/>
                  </a:lnTo>
                  <a:lnTo>
                    <a:pt x="183627" y="115254"/>
                  </a:lnTo>
                  <a:lnTo>
                    <a:pt x="183474" y="115647"/>
                  </a:lnTo>
                  <a:lnTo>
                    <a:pt x="183288" y="116030"/>
                  </a:lnTo>
                  <a:lnTo>
                    <a:pt x="183102" y="116391"/>
                  </a:lnTo>
                  <a:lnTo>
                    <a:pt x="182894" y="116752"/>
                  </a:lnTo>
                  <a:lnTo>
                    <a:pt x="182665" y="117102"/>
                  </a:lnTo>
                  <a:lnTo>
                    <a:pt x="182424" y="117452"/>
                  </a:lnTo>
                  <a:lnTo>
                    <a:pt x="182172" y="117780"/>
                  </a:lnTo>
                  <a:lnTo>
                    <a:pt x="181899" y="118097"/>
                  </a:lnTo>
                  <a:lnTo>
                    <a:pt x="181899" y="118097"/>
                  </a:lnTo>
                  <a:lnTo>
                    <a:pt x="182172" y="117780"/>
                  </a:lnTo>
                  <a:lnTo>
                    <a:pt x="182424" y="117452"/>
                  </a:lnTo>
                  <a:lnTo>
                    <a:pt x="182665" y="117102"/>
                  </a:lnTo>
                  <a:lnTo>
                    <a:pt x="182894" y="116752"/>
                  </a:lnTo>
                  <a:lnTo>
                    <a:pt x="183102" y="116391"/>
                  </a:lnTo>
                  <a:lnTo>
                    <a:pt x="183288" y="116030"/>
                  </a:lnTo>
                  <a:lnTo>
                    <a:pt x="183474" y="115647"/>
                  </a:lnTo>
                  <a:lnTo>
                    <a:pt x="183627" y="115254"/>
                  </a:lnTo>
                  <a:lnTo>
                    <a:pt x="183769" y="114860"/>
                  </a:lnTo>
                  <a:lnTo>
                    <a:pt x="183901" y="114455"/>
                  </a:lnTo>
                  <a:lnTo>
                    <a:pt x="184010" y="114039"/>
                  </a:lnTo>
                  <a:lnTo>
                    <a:pt x="184097" y="113613"/>
                  </a:lnTo>
                  <a:lnTo>
                    <a:pt x="184163" y="113186"/>
                  </a:lnTo>
                  <a:lnTo>
                    <a:pt x="184218" y="112760"/>
                  </a:lnTo>
                  <a:lnTo>
                    <a:pt x="184251" y="112311"/>
                  </a:lnTo>
                  <a:lnTo>
                    <a:pt x="184262" y="111874"/>
                  </a:lnTo>
                  <a:lnTo>
                    <a:pt x="184262" y="9407"/>
                  </a:lnTo>
                  <a:lnTo>
                    <a:pt x="184262" y="9407"/>
                  </a:lnTo>
                  <a:lnTo>
                    <a:pt x="184251" y="8914"/>
                  </a:lnTo>
                  <a:lnTo>
                    <a:pt x="184207" y="8444"/>
                  </a:lnTo>
                  <a:lnTo>
                    <a:pt x="184152" y="7974"/>
                  </a:lnTo>
                  <a:lnTo>
                    <a:pt x="184065" y="7503"/>
                  </a:lnTo>
                  <a:lnTo>
                    <a:pt x="183966" y="7055"/>
                  </a:lnTo>
                  <a:lnTo>
                    <a:pt x="183835" y="6607"/>
                  </a:lnTo>
                  <a:lnTo>
                    <a:pt x="183682" y="6169"/>
                  </a:lnTo>
                  <a:lnTo>
                    <a:pt x="183518" y="5742"/>
                  </a:lnTo>
                  <a:lnTo>
                    <a:pt x="183332" y="5327"/>
                  </a:lnTo>
                  <a:lnTo>
                    <a:pt x="183124" y="4922"/>
                  </a:lnTo>
                  <a:lnTo>
                    <a:pt x="182894" y="4528"/>
                  </a:lnTo>
                  <a:lnTo>
                    <a:pt x="182654" y="4145"/>
                  </a:lnTo>
                  <a:lnTo>
                    <a:pt x="182391" y="3785"/>
                  </a:lnTo>
                  <a:lnTo>
                    <a:pt x="182107" y="3424"/>
                  </a:lnTo>
                  <a:lnTo>
                    <a:pt x="181811" y="3085"/>
                  </a:lnTo>
                  <a:lnTo>
                    <a:pt x="181505" y="2756"/>
                  </a:lnTo>
                  <a:lnTo>
                    <a:pt x="181177" y="2450"/>
                  </a:lnTo>
                  <a:lnTo>
                    <a:pt x="180838" y="2155"/>
                  </a:lnTo>
                  <a:lnTo>
                    <a:pt x="180488" y="1870"/>
                  </a:lnTo>
                  <a:lnTo>
                    <a:pt x="180116" y="1608"/>
                  </a:lnTo>
                  <a:lnTo>
                    <a:pt x="179733" y="1367"/>
                  </a:lnTo>
                  <a:lnTo>
                    <a:pt x="179339" y="1138"/>
                  </a:lnTo>
                  <a:lnTo>
                    <a:pt x="178935" y="930"/>
                  </a:lnTo>
                  <a:lnTo>
                    <a:pt x="178519" y="744"/>
                  </a:lnTo>
                  <a:lnTo>
                    <a:pt x="178093" y="580"/>
                  </a:lnTo>
                  <a:lnTo>
                    <a:pt x="177655" y="427"/>
                  </a:lnTo>
                  <a:lnTo>
                    <a:pt x="177207" y="306"/>
                  </a:lnTo>
                  <a:lnTo>
                    <a:pt x="176758" y="197"/>
                  </a:lnTo>
                  <a:lnTo>
                    <a:pt x="176288" y="109"/>
                  </a:lnTo>
                  <a:lnTo>
                    <a:pt x="175817" y="55"/>
                  </a:lnTo>
                  <a:lnTo>
                    <a:pt x="175347" y="22"/>
                  </a:lnTo>
                  <a:lnTo>
                    <a:pt x="17485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7" name="Google Shape;957;p25"/>
            <p:cNvSpPr/>
            <p:nvPr/>
          </p:nvSpPr>
          <p:spPr>
            <a:xfrm>
              <a:off x="1611575" y="238125"/>
              <a:ext cx="4606550" cy="3031750"/>
            </a:xfrm>
            <a:custGeom>
              <a:avLst/>
              <a:gdLst/>
              <a:ahLst/>
              <a:cxnLst/>
              <a:rect l="l" t="t" r="r" b="b"/>
              <a:pathLst>
                <a:path w="184262" h="121270" extrusionOk="0">
                  <a:moveTo>
                    <a:pt x="9408" y="0"/>
                  </a:moveTo>
                  <a:lnTo>
                    <a:pt x="8915" y="22"/>
                  </a:lnTo>
                  <a:lnTo>
                    <a:pt x="8445" y="55"/>
                  </a:lnTo>
                  <a:lnTo>
                    <a:pt x="7975" y="109"/>
                  </a:lnTo>
                  <a:lnTo>
                    <a:pt x="7504" y="197"/>
                  </a:lnTo>
                  <a:lnTo>
                    <a:pt x="7056" y="306"/>
                  </a:lnTo>
                  <a:lnTo>
                    <a:pt x="6607" y="427"/>
                  </a:lnTo>
                  <a:lnTo>
                    <a:pt x="6170" y="580"/>
                  </a:lnTo>
                  <a:lnTo>
                    <a:pt x="5743" y="744"/>
                  </a:lnTo>
                  <a:lnTo>
                    <a:pt x="5328" y="930"/>
                  </a:lnTo>
                  <a:lnTo>
                    <a:pt x="4923" y="1138"/>
                  </a:lnTo>
                  <a:lnTo>
                    <a:pt x="4529" y="1367"/>
                  </a:lnTo>
                  <a:lnTo>
                    <a:pt x="4146" y="1608"/>
                  </a:lnTo>
                  <a:lnTo>
                    <a:pt x="3774" y="1870"/>
                  </a:lnTo>
                  <a:lnTo>
                    <a:pt x="3424" y="2155"/>
                  </a:lnTo>
                  <a:lnTo>
                    <a:pt x="3085" y="2450"/>
                  </a:lnTo>
                  <a:lnTo>
                    <a:pt x="2757" y="2756"/>
                  </a:lnTo>
                  <a:lnTo>
                    <a:pt x="2451" y="3085"/>
                  </a:lnTo>
                  <a:lnTo>
                    <a:pt x="2156" y="3424"/>
                  </a:lnTo>
                  <a:lnTo>
                    <a:pt x="1871" y="3785"/>
                  </a:lnTo>
                  <a:lnTo>
                    <a:pt x="1609" y="4145"/>
                  </a:lnTo>
                  <a:lnTo>
                    <a:pt x="1368" y="4528"/>
                  </a:lnTo>
                  <a:lnTo>
                    <a:pt x="1138" y="4922"/>
                  </a:lnTo>
                  <a:lnTo>
                    <a:pt x="931" y="5327"/>
                  </a:lnTo>
                  <a:lnTo>
                    <a:pt x="745" y="5742"/>
                  </a:lnTo>
                  <a:lnTo>
                    <a:pt x="570" y="6169"/>
                  </a:lnTo>
                  <a:lnTo>
                    <a:pt x="427" y="6607"/>
                  </a:lnTo>
                  <a:lnTo>
                    <a:pt x="296" y="7055"/>
                  </a:lnTo>
                  <a:lnTo>
                    <a:pt x="198" y="7503"/>
                  </a:lnTo>
                  <a:lnTo>
                    <a:pt x="110" y="7974"/>
                  </a:lnTo>
                  <a:lnTo>
                    <a:pt x="56" y="8444"/>
                  </a:lnTo>
                  <a:lnTo>
                    <a:pt x="12" y="8914"/>
                  </a:lnTo>
                  <a:lnTo>
                    <a:pt x="1" y="9407"/>
                  </a:lnTo>
                  <a:lnTo>
                    <a:pt x="1" y="111874"/>
                  </a:lnTo>
                  <a:lnTo>
                    <a:pt x="12" y="112355"/>
                  </a:lnTo>
                  <a:lnTo>
                    <a:pt x="56" y="112836"/>
                  </a:lnTo>
                  <a:lnTo>
                    <a:pt x="110" y="113307"/>
                  </a:lnTo>
                  <a:lnTo>
                    <a:pt x="198" y="113766"/>
                  </a:lnTo>
                  <a:lnTo>
                    <a:pt x="296" y="114214"/>
                  </a:lnTo>
                  <a:lnTo>
                    <a:pt x="427" y="114663"/>
                  </a:lnTo>
                  <a:lnTo>
                    <a:pt x="570" y="115100"/>
                  </a:lnTo>
                  <a:lnTo>
                    <a:pt x="745" y="115527"/>
                  </a:lnTo>
                  <a:lnTo>
                    <a:pt x="931" y="115943"/>
                  </a:lnTo>
                  <a:lnTo>
                    <a:pt x="1138" y="116347"/>
                  </a:lnTo>
                  <a:lnTo>
                    <a:pt x="1368" y="116741"/>
                  </a:lnTo>
                  <a:lnTo>
                    <a:pt x="1609" y="117124"/>
                  </a:lnTo>
                  <a:lnTo>
                    <a:pt x="1871" y="117496"/>
                  </a:lnTo>
                  <a:lnTo>
                    <a:pt x="2156" y="117846"/>
                  </a:lnTo>
                  <a:lnTo>
                    <a:pt x="2451" y="118185"/>
                  </a:lnTo>
                  <a:lnTo>
                    <a:pt x="2757" y="118513"/>
                  </a:lnTo>
                  <a:lnTo>
                    <a:pt x="3085" y="118830"/>
                  </a:lnTo>
                  <a:lnTo>
                    <a:pt x="3424" y="119126"/>
                  </a:lnTo>
                  <a:lnTo>
                    <a:pt x="3774" y="119399"/>
                  </a:lnTo>
                  <a:lnTo>
                    <a:pt x="4146" y="119662"/>
                  </a:lnTo>
                  <a:lnTo>
                    <a:pt x="4529" y="119913"/>
                  </a:lnTo>
                  <a:lnTo>
                    <a:pt x="4923" y="120132"/>
                  </a:lnTo>
                  <a:lnTo>
                    <a:pt x="5328" y="120340"/>
                  </a:lnTo>
                  <a:lnTo>
                    <a:pt x="5743" y="120526"/>
                  </a:lnTo>
                  <a:lnTo>
                    <a:pt x="6170" y="120701"/>
                  </a:lnTo>
                  <a:lnTo>
                    <a:pt x="6607" y="120843"/>
                  </a:lnTo>
                  <a:lnTo>
                    <a:pt x="7056" y="120974"/>
                  </a:lnTo>
                  <a:lnTo>
                    <a:pt x="7504" y="121073"/>
                  </a:lnTo>
                  <a:lnTo>
                    <a:pt x="7975" y="121160"/>
                  </a:lnTo>
                  <a:lnTo>
                    <a:pt x="8445" y="121215"/>
                  </a:lnTo>
                  <a:lnTo>
                    <a:pt x="8915" y="121259"/>
                  </a:lnTo>
                  <a:lnTo>
                    <a:pt x="9408" y="121269"/>
                  </a:lnTo>
                  <a:lnTo>
                    <a:pt x="174855" y="121269"/>
                  </a:lnTo>
                  <a:lnTo>
                    <a:pt x="175347" y="121259"/>
                  </a:lnTo>
                  <a:lnTo>
                    <a:pt x="175817" y="121215"/>
                  </a:lnTo>
                  <a:lnTo>
                    <a:pt x="176288" y="121160"/>
                  </a:lnTo>
                  <a:lnTo>
                    <a:pt x="176758" y="121073"/>
                  </a:lnTo>
                  <a:lnTo>
                    <a:pt x="177207" y="120974"/>
                  </a:lnTo>
                  <a:lnTo>
                    <a:pt x="177655" y="120843"/>
                  </a:lnTo>
                  <a:lnTo>
                    <a:pt x="178093" y="120701"/>
                  </a:lnTo>
                  <a:lnTo>
                    <a:pt x="178519" y="120526"/>
                  </a:lnTo>
                  <a:lnTo>
                    <a:pt x="178935" y="120340"/>
                  </a:lnTo>
                  <a:lnTo>
                    <a:pt x="179339" y="120132"/>
                  </a:lnTo>
                  <a:lnTo>
                    <a:pt x="179733" y="119913"/>
                  </a:lnTo>
                  <a:lnTo>
                    <a:pt x="180116" y="119662"/>
                  </a:lnTo>
                  <a:lnTo>
                    <a:pt x="180488" y="119399"/>
                  </a:lnTo>
                  <a:lnTo>
                    <a:pt x="180838" y="119126"/>
                  </a:lnTo>
                  <a:lnTo>
                    <a:pt x="181177" y="118830"/>
                  </a:lnTo>
                  <a:lnTo>
                    <a:pt x="181505" y="118513"/>
                  </a:lnTo>
                  <a:lnTo>
                    <a:pt x="181811" y="118185"/>
                  </a:lnTo>
                  <a:lnTo>
                    <a:pt x="182107" y="117846"/>
                  </a:lnTo>
                  <a:lnTo>
                    <a:pt x="182391" y="117496"/>
                  </a:lnTo>
                  <a:lnTo>
                    <a:pt x="182654" y="117124"/>
                  </a:lnTo>
                  <a:lnTo>
                    <a:pt x="182894" y="116741"/>
                  </a:lnTo>
                  <a:lnTo>
                    <a:pt x="183124" y="116347"/>
                  </a:lnTo>
                  <a:lnTo>
                    <a:pt x="183332" y="115943"/>
                  </a:lnTo>
                  <a:lnTo>
                    <a:pt x="183518" y="115527"/>
                  </a:lnTo>
                  <a:lnTo>
                    <a:pt x="183682" y="115100"/>
                  </a:lnTo>
                  <a:lnTo>
                    <a:pt x="183835" y="114663"/>
                  </a:lnTo>
                  <a:lnTo>
                    <a:pt x="183966" y="114214"/>
                  </a:lnTo>
                  <a:lnTo>
                    <a:pt x="184065" y="113766"/>
                  </a:lnTo>
                  <a:lnTo>
                    <a:pt x="184152" y="113307"/>
                  </a:lnTo>
                  <a:lnTo>
                    <a:pt x="184207" y="112836"/>
                  </a:lnTo>
                  <a:lnTo>
                    <a:pt x="184251" y="112355"/>
                  </a:lnTo>
                  <a:lnTo>
                    <a:pt x="184262" y="111874"/>
                  </a:lnTo>
                  <a:lnTo>
                    <a:pt x="184262" y="9407"/>
                  </a:lnTo>
                  <a:lnTo>
                    <a:pt x="184251" y="8914"/>
                  </a:lnTo>
                  <a:lnTo>
                    <a:pt x="184207" y="8444"/>
                  </a:lnTo>
                  <a:lnTo>
                    <a:pt x="184152" y="7974"/>
                  </a:lnTo>
                  <a:lnTo>
                    <a:pt x="184065" y="7503"/>
                  </a:lnTo>
                  <a:lnTo>
                    <a:pt x="183966" y="7055"/>
                  </a:lnTo>
                  <a:lnTo>
                    <a:pt x="183835" y="6607"/>
                  </a:lnTo>
                  <a:lnTo>
                    <a:pt x="183682" y="6169"/>
                  </a:lnTo>
                  <a:lnTo>
                    <a:pt x="183518" y="5742"/>
                  </a:lnTo>
                  <a:lnTo>
                    <a:pt x="183332" y="5327"/>
                  </a:lnTo>
                  <a:lnTo>
                    <a:pt x="183124" y="4922"/>
                  </a:lnTo>
                  <a:lnTo>
                    <a:pt x="182894" y="4528"/>
                  </a:lnTo>
                  <a:lnTo>
                    <a:pt x="182654" y="4145"/>
                  </a:lnTo>
                  <a:lnTo>
                    <a:pt x="182391" y="3785"/>
                  </a:lnTo>
                  <a:lnTo>
                    <a:pt x="182107" y="3424"/>
                  </a:lnTo>
                  <a:lnTo>
                    <a:pt x="181811" y="3085"/>
                  </a:lnTo>
                  <a:lnTo>
                    <a:pt x="181505" y="2756"/>
                  </a:lnTo>
                  <a:lnTo>
                    <a:pt x="181177" y="2450"/>
                  </a:lnTo>
                  <a:lnTo>
                    <a:pt x="180838" y="2155"/>
                  </a:lnTo>
                  <a:lnTo>
                    <a:pt x="180488" y="1870"/>
                  </a:lnTo>
                  <a:lnTo>
                    <a:pt x="180116" y="1608"/>
                  </a:lnTo>
                  <a:lnTo>
                    <a:pt x="179733" y="1367"/>
                  </a:lnTo>
                  <a:lnTo>
                    <a:pt x="179339" y="1138"/>
                  </a:lnTo>
                  <a:lnTo>
                    <a:pt x="178935" y="930"/>
                  </a:lnTo>
                  <a:lnTo>
                    <a:pt x="178519" y="744"/>
                  </a:lnTo>
                  <a:lnTo>
                    <a:pt x="178093" y="580"/>
                  </a:lnTo>
                  <a:lnTo>
                    <a:pt x="177655" y="427"/>
                  </a:lnTo>
                  <a:lnTo>
                    <a:pt x="177207" y="306"/>
                  </a:lnTo>
                  <a:lnTo>
                    <a:pt x="176758" y="197"/>
                  </a:lnTo>
                  <a:lnTo>
                    <a:pt x="176288" y="109"/>
                  </a:lnTo>
                  <a:lnTo>
                    <a:pt x="175817" y="55"/>
                  </a:lnTo>
                  <a:lnTo>
                    <a:pt x="175347" y="22"/>
                  </a:lnTo>
                  <a:lnTo>
                    <a:pt x="1748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8" name="Google Shape;958;p25"/>
            <p:cNvSpPr/>
            <p:nvPr/>
          </p:nvSpPr>
          <p:spPr>
            <a:xfrm>
              <a:off x="1611575" y="238125"/>
              <a:ext cx="4606550" cy="3031750"/>
            </a:xfrm>
            <a:custGeom>
              <a:avLst/>
              <a:gdLst/>
              <a:ahLst/>
              <a:cxnLst/>
              <a:rect l="l" t="t" r="r" b="b"/>
              <a:pathLst>
                <a:path w="184262" h="121270" fill="none" extrusionOk="0">
                  <a:moveTo>
                    <a:pt x="184262" y="9407"/>
                  </a:moveTo>
                  <a:lnTo>
                    <a:pt x="184262" y="111874"/>
                  </a:lnTo>
                  <a:lnTo>
                    <a:pt x="184262" y="111874"/>
                  </a:lnTo>
                  <a:lnTo>
                    <a:pt x="184251" y="112355"/>
                  </a:lnTo>
                  <a:lnTo>
                    <a:pt x="184207" y="112836"/>
                  </a:lnTo>
                  <a:lnTo>
                    <a:pt x="184152" y="113307"/>
                  </a:lnTo>
                  <a:lnTo>
                    <a:pt x="184065" y="113766"/>
                  </a:lnTo>
                  <a:lnTo>
                    <a:pt x="183966" y="114214"/>
                  </a:lnTo>
                  <a:lnTo>
                    <a:pt x="183835" y="114663"/>
                  </a:lnTo>
                  <a:lnTo>
                    <a:pt x="183682" y="115100"/>
                  </a:lnTo>
                  <a:lnTo>
                    <a:pt x="183518" y="115527"/>
                  </a:lnTo>
                  <a:lnTo>
                    <a:pt x="183332" y="115943"/>
                  </a:lnTo>
                  <a:lnTo>
                    <a:pt x="183124" y="116347"/>
                  </a:lnTo>
                  <a:lnTo>
                    <a:pt x="182894" y="116741"/>
                  </a:lnTo>
                  <a:lnTo>
                    <a:pt x="182654" y="117124"/>
                  </a:lnTo>
                  <a:lnTo>
                    <a:pt x="182391" y="117496"/>
                  </a:lnTo>
                  <a:lnTo>
                    <a:pt x="182107" y="117846"/>
                  </a:lnTo>
                  <a:lnTo>
                    <a:pt x="181811" y="118185"/>
                  </a:lnTo>
                  <a:lnTo>
                    <a:pt x="181505" y="118513"/>
                  </a:lnTo>
                  <a:lnTo>
                    <a:pt x="181177" y="118830"/>
                  </a:lnTo>
                  <a:lnTo>
                    <a:pt x="180838" y="119126"/>
                  </a:lnTo>
                  <a:lnTo>
                    <a:pt x="180488" y="119399"/>
                  </a:lnTo>
                  <a:lnTo>
                    <a:pt x="180116" y="119662"/>
                  </a:lnTo>
                  <a:lnTo>
                    <a:pt x="179733" y="119913"/>
                  </a:lnTo>
                  <a:lnTo>
                    <a:pt x="179339" y="120132"/>
                  </a:lnTo>
                  <a:lnTo>
                    <a:pt x="178935" y="120340"/>
                  </a:lnTo>
                  <a:lnTo>
                    <a:pt x="178519" y="120526"/>
                  </a:lnTo>
                  <a:lnTo>
                    <a:pt x="178093" y="120701"/>
                  </a:lnTo>
                  <a:lnTo>
                    <a:pt x="177655" y="120843"/>
                  </a:lnTo>
                  <a:lnTo>
                    <a:pt x="177207" y="120974"/>
                  </a:lnTo>
                  <a:lnTo>
                    <a:pt x="176758" y="121073"/>
                  </a:lnTo>
                  <a:lnTo>
                    <a:pt x="176288" y="121160"/>
                  </a:lnTo>
                  <a:lnTo>
                    <a:pt x="175817" y="121215"/>
                  </a:lnTo>
                  <a:lnTo>
                    <a:pt x="175347" y="121259"/>
                  </a:lnTo>
                  <a:lnTo>
                    <a:pt x="174855" y="121269"/>
                  </a:lnTo>
                  <a:lnTo>
                    <a:pt x="9408" y="121269"/>
                  </a:lnTo>
                  <a:lnTo>
                    <a:pt x="9408" y="121269"/>
                  </a:lnTo>
                  <a:lnTo>
                    <a:pt x="8915" y="121259"/>
                  </a:lnTo>
                  <a:lnTo>
                    <a:pt x="8445" y="121215"/>
                  </a:lnTo>
                  <a:lnTo>
                    <a:pt x="7975" y="121160"/>
                  </a:lnTo>
                  <a:lnTo>
                    <a:pt x="7504" y="121073"/>
                  </a:lnTo>
                  <a:lnTo>
                    <a:pt x="7056" y="120974"/>
                  </a:lnTo>
                  <a:lnTo>
                    <a:pt x="6607" y="120843"/>
                  </a:lnTo>
                  <a:lnTo>
                    <a:pt x="6170" y="120701"/>
                  </a:lnTo>
                  <a:lnTo>
                    <a:pt x="5743" y="120526"/>
                  </a:lnTo>
                  <a:lnTo>
                    <a:pt x="5328" y="120340"/>
                  </a:lnTo>
                  <a:lnTo>
                    <a:pt x="4923" y="120132"/>
                  </a:lnTo>
                  <a:lnTo>
                    <a:pt x="4529" y="119913"/>
                  </a:lnTo>
                  <a:lnTo>
                    <a:pt x="4146" y="119662"/>
                  </a:lnTo>
                  <a:lnTo>
                    <a:pt x="3774" y="119399"/>
                  </a:lnTo>
                  <a:lnTo>
                    <a:pt x="3424" y="119126"/>
                  </a:lnTo>
                  <a:lnTo>
                    <a:pt x="3085" y="118830"/>
                  </a:lnTo>
                  <a:lnTo>
                    <a:pt x="2757" y="118513"/>
                  </a:lnTo>
                  <a:lnTo>
                    <a:pt x="2451" y="118185"/>
                  </a:lnTo>
                  <a:lnTo>
                    <a:pt x="2156" y="117846"/>
                  </a:lnTo>
                  <a:lnTo>
                    <a:pt x="1871" y="117496"/>
                  </a:lnTo>
                  <a:lnTo>
                    <a:pt x="1609" y="117124"/>
                  </a:lnTo>
                  <a:lnTo>
                    <a:pt x="1368" y="116741"/>
                  </a:lnTo>
                  <a:lnTo>
                    <a:pt x="1138" y="116347"/>
                  </a:lnTo>
                  <a:lnTo>
                    <a:pt x="931" y="115943"/>
                  </a:lnTo>
                  <a:lnTo>
                    <a:pt x="745" y="115527"/>
                  </a:lnTo>
                  <a:lnTo>
                    <a:pt x="570" y="115100"/>
                  </a:lnTo>
                  <a:lnTo>
                    <a:pt x="427" y="114663"/>
                  </a:lnTo>
                  <a:lnTo>
                    <a:pt x="296" y="114214"/>
                  </a:lnTo>
                  <a:lnTo>
                    <a:pt x="198" y="113766"/>
                  </a:lnTo>
                  <a:lnTo>
                    <a:pt x="110" y="113307"/>
                  </a:lnTo>
                  <a:lnTo>
                    <a:pt x="56" y="112836"/>
                  </a:lnTo>
                  <a:lnTo>
                    <a:pt x="12" y="112355"/>
                  </a:lnTo>
                  <a:lnTo>
                    <a:pt x="1" y="111874"/>
                  </a:lnTo>
                  <a:lnTo>
                    <a:pt x="1" y="9407"/>
                  </a:lnTo>
                  <a:lnTo>
                    <a:pt x="1" y="9407"/>
                  </a:lnTo>
                  <a:lnTo>
                    <a:pt x="12" y="8914"/>
                  </a:lnTo>
                  <a:lnTo>
                    <a:pt x="56" y="8444"/>
                  </a:lnTo>
                  <a:lnTo>
                    <a:pt x="110" y="7974"/>
                  </a:lnTo>
                  <a:lnTo>
                    <a:pt x="198" y="7503"/>
                  </a:lnTo>
                  <a:lnTo>
                    <a:pt x="296" y="7055"/>
                  </a:lnTo>
                  <a:lnTo>
                    <a:pt x="427" y="6607"/>
                  </a:lnTo>
                  <a:lnTo>
                    <a:pt x="570" y="6169"/>
                  </a:lnTo>
                  <a:lnTo>
                    <a:pt x="745" y="5742"/>
                  </a:lnTo>
                  <a:lnTo>
                    <a:pt x="931" y="5327"/>
                  </a:lnTo>
                  <a:lnTo>
                    <a:pt x="1138" y="4922"/>
                  </a:lnTo>
                  <a:lnTo>
                    <a:pt x="1368" y="4528"/>
                  </a:lnTo>
                  <a:lnTo>
                    <a:pt x="1609" y="4145"/>
                  </a:lnTo>
                  <a:lnTo>
                    <a:pt x="1871" y="3785"/>
                  </a:lnTo>
                  <a:lnTo>
                    <a:pt x="2156" y="3424"/>
                  </a:lnTo>
                  <a:lnTo>
                    <a:pt x="2451" y="3085"/>
                  </a:lnTo>
                  <a:lnTo>
                    <a:pt x="2757" y="2756"/>
                  </a:lnTo>
                  <a:lnTo>
                    <a:pt x="3085" y="2450"/>
                  </a:lnTo>
                  <a:lnTo>
                    <a:pt x="3424" y="2155"/>
                  </a:lnTo>
                  <a:lnTo>
                    <a:pt x="3774" y="1870"/>
                  </a:lnTo>
                  <a:lnTo>
                    <a:pt x="4146" y="1608"/>
                  </a:lnTo>
                  <a:lnTo>
                    <a:pt x="4529" y="1367"/>
                  </a:lnTo>
                  <a:lnTo>
                    <a:pt x="4923" y="1138"/>
                  </a:lnTo>
                  <a:lnTo>
                    <a:pt x="5328" y="930"/>
                  </a:lnTo>
                  <a:lnTo>
                    <a:pt x="5743" y="744"/>
                  </a:lnTo>
                  <a:lnTo>
                    <a:pt x="6170" y="580"/>
                  </a:lnTo>
                  <a:lnTo>
                    <a:pt x="6607" y="427"/>
                  </a:lnTo>
                  <a:lnTo>
                    <a:pt x="7056" y="306"/>
                  </a:lnTo>
                  <a:lnTo>
                    <a:pt x="7504" y="197"/>
                  </a:lnTo>
                  <a:lnTo>
                    <a:pt x="7975" y="109"/>
                  </a:lnTo>
                  <a:lnTo>
                    <a:pt x="8445" y="55"/>
                  </a:lnTo>
                  <a:lnTo>
                    <a:pt x="8915" y="22"/>
                  </a:lnTo>
                  <a:lnTo>
                    <a:pt x="9408" y="0"/>
                  </a:lnTo>
                  <a:lnTo>
                    <a:pt x="174855" y="0"/>
                  </a:lnTo>
                  <a:lnTo>
                    <a:pt x="174855" y="0"/>
                  </a:lnTo>
                  <a:lnTo>
                    <a:pt x="175347" y="22"/>
                  </a:lnTo>
                  <a:lnTo>
                    <a:pt x="175817" y="55"/>
                  </a:lnTo>
                  <a:lnTo>
                    <a:pt x="176288" y="109"/>
                  </a:lnTo>
                  <a:lnTo>
                    <a:pt x="176758" y="197"/>
                  </a:lnTo>
                  <a:lnTo>
                    <a:pt x="177207" y="306"/>
                  </a:lnTo>
                  <a:lnTo>
                    <a:pt x="177655" y="427"/>
                  </a:lnTo>
                  <a:lnTo>
                    <a:pt x="178093" y="580"/>
                  </a:lnTo>
                  <a:lnTo>
                    <a:pt x="178519" y="744"/>
                  </a:lnTo>
                  <a:lnTo>
                    <a:pt x="178935" y="930"/>
                  </a:lnTo>
                  <a:lnTo>
                    <a:pt x="179339" y="1138"/>
                  </a:lnTo>
                  <a:lnTo>
                    <a:pt x="179733" y="1367"/>
                  </a:lnTo>
                  <a:lnTo>
                    <a:pt x="180116" y="1608"/>
                  </a:lnTo>
                  <a:lnTo>
                    <a:pt x="180488" y="1870"/>
                  </a:lnTo>
                  <a:lnTo>
                    <a:pt x="180838" y="2155"/>
                  </a:lnTo>
                  <a:lnTo>
                    <a:pt x="181177" y="2450"/>
                  </a:lnTo>
                  <a:lnTo>
                    <a:pt x="181505" y="2756"/>
                  </a:lnTo>
                  <a:lnTo>
                    <a:pt x="181811" y="3085"/>
                  </a:lnTo>
                  <a:lnTo>
                    <a:pt x="182107" y="3424"/>
                  </a:lnTo>
                  <a:lnTo>
                    <a:pt x="182391" y="3785"/>
                  </a:lnTo>
                  <a:lnTo>
                    <a:pt x="182654" y="4145"/>
                  </a:lnTo>
                  <a:lnTo>
                    <a:pt x="182894" y="4528"/>
                  </a:lnTo>
                  <a:lnTo>
                    <a:pt x="183124" y="4922"/>
                  </a:lnTo>
                  <a:lnTo>
                    <a:pt x="183332" y="5327"/>
                  </a:lnTo>
                  <a:lnTo>
                    <a:pt x="183518" y="5742"/>
                  </a:lnTo>
                  <a:lnTo>
                    <a:pt x="183682" y="6169"/>
                  </a:lnTo>
                  <a:lnTo>
                    <a:pt x="183835" y="6607"/>
                  </a:lnTo>
                  <a:lnTo>
                    <a:pt x="183966" y="7055"/>
                  </a:lnTo>
                  <a:lnTo>
                    <a:pt x="184065" y="7503"/>
                  </a:lnTo>
                  <a:lnTo>
                    <a:pt x="184152" y="7974"/>
                  </a:lnTo>
                  <a:lnTo>
                    <a:pt x="184207" y="8444"/>
                  </a:lnTo>
                  <a:lnTo>
                    <a:pt x="184251" y="8914"/>
                  </a:lnTo>
                  <a:lnTo>
                    <a:pt x="184262" y="940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9" name="Google Shape;959;p25"/>
            <p:cNvSpPr/>
            <p:nvPr/>
          </p:nvSpPr>
          <p:spPr>
            <a:xfrm>
              <a:off x="2150275" y="389600"/>
              <a:ext cx="3574000" cy="2729050"/>
            </a:xfrm>
            <a:custGeom>
              <a:avLst/>
              <a:gdLst/>
              <a:ahLst/>
              <a:cxnLst/>
              <a:rect l="l" t="t" r="r" b="b"/>
              <a:pathLst>
                <a:path w="142960" h="109162" extrusionOk="0">
                  <a:moveTo>
                    <a:pt x="2363" y="1"/>
                  </a:moveTo>
                  <a:lnTo>
                    <a:pt x="2123" y="12"/>
                  </a:lnTo>
                  <a:lnTo>
                    <a:pt x="1893" y="44"/>
                  </a:lnTo>
                  <a:lnTo>
                    <a:pt x="1663" y="99"/>
                  </a:lnTo>
                  <a:lnTo>
                    <a:pt x="1444" y="187"/>
                  </a:lnTo>
                  <a:lnTo>
                    <a:pt x="1237" y="285"/>
                  </a:lnTo>
                  <a:lnTo>
                    <a:pt x="1051" y="394"/>
                  </a:lnTo>
                  <a:lnTo>
                    <a:pt x="865" y="537"/>
                  </a:lnTo>
                  <a:lnTo>
                    <a:pt x="701" y="690"/>
                  </a:lnTo>
                  <a:lnTo>
                    <a:pt x="548" y="854"/>
                  </a:lnTo>
                  <a:lnTo>
                    <a:pt x="405" y="1040"/>
                  </a:lnTo>
                  <a:lnTo>
                    <a:pt x="285" y="1237"/>
                  </a:lnTo>
                  <a:lnTo>
                    <a:pt x="187" y="1434"/>
                  </a:lnTo>
                  <a:lnTo>
                    <a:pt x="110" y="1652"/>
                  </a:lnTo>
                  <a:lnTo>
                    <a:pt x="55" y="1882"/>
                  </a:lnTo>
                  <a:lnTo>
                    <a:pt x="23" y="2112"/>
                  </a:lnTo>
                  <a:lnTo>
                    <a:pt x="1" y="2352"/>
                  </a:lnTo>
                  <a:lnTo>
                    <a:pt x="1" y="106799"/>
                  </a:lnTo>
                  <a:lnTo>
                    <a:pt x="23" y="107040"/>
                  </a:lnTo>
                  <a:lnTo>
                    <a:pt x="55" y="107280"/>
                  </a:lnTo>
                  <a:lnTo>
                    <a:pt x="110" y="107499"/>
                  </a:lnTo>
                  <a:lnTo>
                    <a:pt x="187" y="107718"/>
                  </a:lnTo>
                  <a:lnTo>
                    <a:pt x="296" y="107926"/>
                  </a:lnTo>
                  <a:lnTo>
                    <a:pt x="405" y="108123"/>
                  </a:lnTo>
                  <a:lnTo>
                    <a:pt x="548" y="108298"/>
                  </a:lnTo>
                  <a:lnTo>
                    <a:pt x="701" y="108473"/>
                  </a:lnTo>
                  <a:lnTo>
                    <a:pt x="865" y="108626"/>
                  </a:lnTo>
                  <a:lnTo>
                    <a:pt x="1051" y="108757"/>
                  </a:lnTo>
                  <a:lnTo>
                    <a:pt x="1237" y="108877"/>
                  </a:lnTo>
                  <a:lnTo>
                    <a:pt x="1444" y="108976"/>
                  </a:lnTo>
                  <a:lnTo>
                    <a:pt x="1663" y="109052"/>
                  </a:lnTo>
                  <a:lnTo>
                    <a:pt x="1893" y="109107"/>
                  </a:lnTo>
                  <a:lnTo>
                    <a:pt x="2123" y="109151"/>
                  </a:lnTo>
                  <a:lnTo>
                    <a:pt x="2363" y="109162"/>
                  </a:lnTo>
                  <a:lnTo>
                    <a:pt x="140608" y="109162"/>
                  </a:lnTo>
                  <a:lnTo>
                    <a:pt x="140849" y="109151"/>
                  </a:lnTo>
                  <a:lnTo>
                    <a:pt x="141078" y="109107"/>
                  </a:lnTo>
                  <a:lnTo>
                    <a:pt x="141308" y="109052"/>
                  </a:lnTo>
                  <a:lnTo>
                    <a:pt x="141527" y="108976"/>
                  </a:lnTo>
                  <a:lnTo>
                    <a:pt x="141724" y="108877"/>
                  </a:lnTo>
                  <a:lnTo>
                    <a:pt x="141921" y="108757"/>
                  </a:lnTo>
                  <a:lnTo>
                    <a:pt x="142106" y="108626"/>
                  </a:lnTo>
                  <a:lnTo>
                    <a:pt x="142271" y="108473"/>
                  </a:lnTo>
                  <a:lnTo>
                    <a:pt x="142424" y="108298"/>
                  </a:lnTo>
                  <a:lnTo>
                    <a:pt x="142566" y="108123"/>
                  </a:lnTo>
                  <a:lnTo>
                    <a:pt x="142675" y="107926"/>
                  </a:lnTo>
                  <a:lnTo>
                    <a:pt x="142774" y="107718"/>
                  </a:lnTo>
                  <a:lnTo>
                    <a:pt x="142861" y="107499"/>
                  </a:lnTo>
                  <a:lnTo>
                    <a:pt x="142916" y="107280"/>
                  </a:lnTo>
                  <a:lnTo>
                    <a:pt x="142949" y="107040"/>
                  </a:lnTo>
                  <a:lnTo>
                    <a:pt x="142960" y="106799"/>
                  </a:lnTo>
                  <a:lnTo>
                    <a:pt x="142960" y="2352"/>
                  </a:lnTo>
                  <a:lnTo>
                    <a:pt x="142949" y="2112"/>
                  </a:lnTo>
                  <a:lnTo>
                    <a:pt x="142916" y="1882"/>
                  </a:lnTo>
                  <a:lnTo>
                    <a:pt x="142861" y="1652"/>
                  </a:lnTo>
                  <a:lnTo>
                    <a:pt x="142774" y="1434"/>
                  </a:lnTo>
                  <a:lnTo>
                    <a:pt x="142675" y="1237"/>
                  </a:lnTo>
                  <a:lnTo>
                    <a:pt x="142566" y="1040"/>
                  </a:lnTo>
                  <a:lnTo>
                    <a:pt x="142424" y="854"/>
                  </a:lnTo>
                  <a:lnTo>
                    <a:pt x="142271" y="690"/>
                  </a:lnTo>
                  <a:lnTo>
                    <a:pt x="142106" y="537"/>
                  </a:lnTo>
                  <a:lnTo>
                    <a:pt x="141921" y="394"/>
                  </a:lnTo>
                  <a:lnTo>
                    <a:pt x="141724" y="285"/>
                  </a:lnTo>
                  <a:lnTo>
                    <a:pt x="141527" y="187"/>
                  </a:lnTo>
                  <a:lnTo>
                    <a:pt x="141308" y="99"/>
                  </a:lnTo>
                  <a:lnTo>
                    <a:pt x="141078" y="44"/>
                  </a:lnTo>
                  <a:lnTo>
                    <a:pt x="140849" y="12"/>
                  </a:lnTo>
                  <a:lnTo>
                    <a:pt x="140608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0" name="Google Shape;960;p25"/>
            <p:cNvSpPr/>
            <p:nvPr/>
          </p:nvSpPr>
          <p:spPr>
            <a:xfrm>
              <a:off x="2150275" y="389600"/>
              <a:ext cx="3574000" cy="2729050"/>
            </a:xfrm>
            <a:custGeom>
              <a:avLst/>
              <a:gdLst/>
              <a:ahLst/>
              <a:cxnLst/>
              <a:rect l="l" t="t" r="r" b="b"/>
              <a:pathLst>
                <a:path w="142960" h="109162" fill="none" extrusionOk="0">
                  <a:moveTo>
                    <a:pt x="142960" y="2352"/>
                  </a:moveTo>
                  <a:lnTo>
                    <a:pt x="142960" y="106799"/>
                  </a:lnTo>
                  <a:lnTo>
                    <a:pt x="142960" y="106799"/>
                  </a:lnTo>
                  <a:lnTo>
                    <a:pt x="142949" y="107040"/>
                  </a:lnTo>
                  <a:lnTo>
                    <a:pt x="142916" y="107280"/>
                  </a:lnTo>
                  <a:lnTo>
                    <a:pt x="142861" y="107499"/>
                  </a:lnTo>
                  <a:lnTo>
                    <a:pt x="142774" y="107718"/>
                  </a:lnTo>
                  <a:lnTo>
                    <a:pt x="142675" y="107926"/>
                  </a:lnTo>
                  <a:lnTo>
                    <a:pt x="142566" y="108123"/>
                  </a:lnTo>
                  <a:lnTo>
                    <a:pt x="142424" y="108298"/>
                  </a:lnTo>
                  <a:lnTo>
                    <a:pt x="142271" y="108473"/>
                  </a:lnTo>
                  <a:lnTo>
                    <a:pt x="142106" y="108626"/>
                  </a:lnTo>
                  <a:lnTo>
                    <a:pt x="141921" y="108757"/>
                  </a:lnTo>
                  <a:lnTo>
                    <a:pt x="141724" y="108877"/>
                  </a:lnTo>
                  <a:lnTo>
                    <a:pt x="141527" y="108976"/>
                  </a:lnTo>
                  <a:lnTo>
                    <a:pt x="141308" y="109052"/>
                  </a:lnTo>
                  <a:lnTo>
                    <a:pt x="141078" y="109107"/>
                  </a:lnTo>
                  <a:lnTo>
                    <a:pt x="140849" y="109151"/>
                  </a:lnTo>
                  <a:lnTo>
                    <a:pt x="140608" y="109162"/>
                  </a:lnTo>
                  <a:lnTo>
                    <a:pt x="2363" y="109162"/>
                  </a:lnTo>
                  <a:lnTo>
                    <a:pt x="2363" y="109162"/>
                  </a:lnTo>
                  <a:lnTo>
                    <a:pt x="2123" y="109151"/>
                  </a:lnTo>
                  <a:lnTo>
                    <a:pt x="1893" y="109107"/>
                  </a:lnTo>
                  <a:lnTo>
                    <a:pt x="1663" y="109052"/>
                  </a:lnTo>
                  <a:lnTo>
                    <a:pt x="1444" y="108976"/>
                  </a:lnTo>
                  <a:lnTo>
                    <a:pt x="1237" y="108877"/>
                  </a:lnTo>
                  <a:lnTo>
                    <a:pt x="1051" y="108757"/>
                  </a:lnTo>
                  <a:lnTo>
                    <a:pt x="865" y="108626"/>
                  </a:lnTo>
                  <a:lnTo>
                    <a:pt x="701" y="108473"/>
                  </a:lnTo>
                  <a:lnTo>
                    <a:pt x="548" y="108298"/>
                  </a:lnTo>
                  <a:lnTo>
                    <a:pt x="405" y="108123"/>
                  </a:lnTo>
                  <a:lnTo>
                    <a:pt x="296" y="107926"/>
                  </a:lnTo>
                  <a:lnTo>
                    <a:pt x="187" y="107718"/>
                  </a:lnTo>
                  <a:lnTo>
                    <a:pt x="110" y="107499"/>
                  </a:lnTo>
                  <a:lnTo>
                    <a:pt x="55" y="107280"/>
                  </a:lnTo>
                  <a:lnTo>
                    <a:pt x="23" y="107040"/>
                  </a:lnTo>
                  <a:lnTo>
                    <a:pt x="1" y="106799"/>
                  </a:lnTo>
                  <a:lnTo>
                    <a:pt x="1" y="2352"/>
                  </a:lnTo>
                  <a:lnTo>
                    <a:pt x="1" y="2352"/>
                  </a:lnTo>
                  <a:lnTo>
                    <a:pt x="23" y="2112"/>
                  </a:lnTo>
                  <a:lnTo>
                    <a:pt x="55" y="1882"/>
                  </a:lnTo>
                  <a:lnTo>
                    <a:pt x="110" y="1652"/>
                  </a:lnTo>
                  <a:lnTo>
                    <a:pt x="187" y="1434"/>
                  </a:lnTo>
                  <a:lnTo>
                    <a:pt x="285" y="1237"/>
                  </a:lnTo>
                  <a:lnTo>
                    <a:pt x="405" y="1040"/>
                  </a:lnTo>
                  <a:lnTo>
                    <a:pt x="548" y="854"/>
                  </a:lnTo>
                  <a:lnTo>
                    <a:pt x="701" y="690"/>
                  </a:lnTo>
                  <a:lnTo>
                    <a:pt x="865" y="537"/>
                  </a:lnTo>
                  <a:lnTo>
                    <a:pt x="1051" y="394"/>
                  </a:lnTo>
                  <a:lnTo>
                    <a:pt x="1237" y="285"/>
                  </a:lnTo>
                  <a:lnTo>
                    <a:pt x="1444" y="187"/>
                  </a:lnTo>
                  <a:lnTo>
                    <a:pt x="1663" y="99"/>
                  </a:lnTo>
                  <a:lnTo>
                    <a:pt x="1893" y="44"/>
                  </a:lnTo>
                  <a:lnTo>
                    <a:pt x="2123" y="12"/>
                  </a:lnTo>
                  <a:lnTo>
                    <a:pt x="2363" y="1"/>
                  </a:lnTo>
                  <a:lnTo>
                    <a:pt x="140608" y="1"/>
                  </a:lnTo>
                  <a:lnTo>
                    <a:pt x="140608" y="1"/>
                  </a:lnTo>
                  <a:lnTo>
                    <a:pt x="140849" y="12"/>
                  </a:lnTo>
                  <a:lnTo>
                    <a:pt x="141078" y="44"/>
                  </a:lnTo>
                  <a:lnTo>
                    <a:pt x="141308" y="99"/>
                  </a:lnTo>
                  <a:lnTo>
                    <a:pt x="141527" y="187"/>
                  </a:lnTo>
                  <a:lnTo>
                    <a:pt x="141724" y="285"/>
                  </a:lnTo>
                  <a:lnTo>
                    <a:pt x="141921" y="394"/>
                  </a:lnTo>
                  <a:lnTo>
                    <a:pt x="142106" y="537"/>
                  </a:lnTo>
                  <a:lnTo>
                    <a:pt x="142271" y="690"/>
                  </a:lnTo>
                  <a:lnTo>
                    <a:pt x="142424" y="854"/>
                  </a:lnTo>
                  <a:lnTo>
                    <a:pt x="142566" y="1040"/>
                  </a:lnTo>
                  <a:lnTo>
                    <a:pt x="142675" y="1237"/>
                  </a:lnTo>
                  <a:lnTo>
                    <a:pt x="142774" y="1434"/>
                  </a:lnTo>
                  <a:lnTo>
                    <a:pt x="142861" y="1652"/>
                  </a:lnTo>
                  <a:lnTo>
                    <a:pt x="142916" y="1882"/>
                  </a:lnTo>
                  <a:lnTo>
                    <a:pt x="142949" y="2112"/>
                  </a:lnTo>
                  <a:lnTo>
                    <a:pt x="142960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1" name="Google Shape;961;p25"/>
            <p:cNvSpPr/>
            <p:nvPr/>
          </p:nvSpPr>
          <p:spPr>
            <a:xfrm>
              <a:off x="5868625" y="1643925"/>
              <a:ext cx="220150" cy="220150"/>
            </a:xfrm>
            <a:custGeom>
              <a:avLst/>
              <a:gdLst/>
              <a:ahLst/>
              <a:cxnLst/>
              <a:rect l="l" t="t" r="r" b="b"/>
              <a:pathLst>
                <a:path w="8806" h="8806" extrusionOk="0">
                  <a:moveTo>
                    <a:pt x="4409" y="0"/>
                  </a:moveTo>
                  <a:lnTo>
                    <a:pt x="4179" y="11"/>
                  </a:lnTo>
                  <a:lnTo>
                    <a:pt x="3960" y="22"/>
                  </a:lnTo>
                  <a:lnTo>
                    <a:pt x="3742" y="55"/>
                  </a:lnTo>
                  <a:lnTo>
                    <a:pt x="3523" y="88"/>
                  </a:lnTo>
                  <a:lnTo>
                    <a:pt x="3304" y="142"/>
                  </a:lnTo>
                  <a:lnTo>
                    <a:pt x="3096" y="197"/>
                  </a:lnTo>
                  <a:lnTo>
                    <a:pt x="2888" y="274"/>
                  </a:lnTo>
                  <a:lnTo>
                    <a:pt x="2692" y="350"/>
                  </a:lnTo>
                  <a:lnTo>
                    <a:pt x="2495" y="438"/>
                  </a:lnTo>
                  <a:lnTo>
                    <a:pt x="2309" y="536"/>
                  </a:lnTo>
                  <a:lnTo>
                    <a:pt x="2123" y="646"/>
                  </a:lnTo>
                  <a:lnTo>
                    <a:pt x="1948" y="755"/>
                  </a:lnTo>
                  <a:lnTo>
                    <a:pt x="1773" y="875"/>
                  </a:lnTo>
                  <a:lnTo>
                    <a:pt x="1609" y="1007"/>
                  </a:lnTo>
                  <a:lnTo>
                    <a:pt x="1445" y="1149"/>
                  </a:lnTo>
                  <a:lnTo>
                    <a:pt x="1292" y="1291"/>
                  </a:lnTo>
                  <a:lnTo>
                    <a:pt x="1149" y="1444"/>
                  </a:lnTo>
                  <a:lnTo>
                    <a:pt x="1007" y="1608"/>
                  </a:lnTo>
                  <a:lnTo>
                    <a:pt x="876" y="1772"/>
                  </a:lnTo>
                  <a:lnTo>
                    <a:pt x="756" y="1947"/>
                  </a:lnTo>
                  <a:lnTo>
                    <a:pt x="646" y="2122"/>
                  </a:lnTo>
                  <a:lnTo>
                    <a:pt x="537" y="2308"/>
                  </a:lnTo>
                  <a:lnTo>
                    <a:pt x="438" y="2494"/>
                  </a:lnTo>
                  <a:lnTo>
                    <a:pt x="351" y="2691"/>
                  </a:lnTo>
                  <a:lnTo>
                    <a:pt x="274" y="2888"/>
                  </a:lnTo>
                  <a:lnTo>
                    <a:pt x="198" y="3096"/>
                  </a:lnTo>
                  <a:lnTo>
                    <a:pt x="143" y="3303"/>
                  </a:lnTo>
                  <a:lnTo>
                    <a:pt x="99" y="3522"/>
                  </a:lnTo>
                  <a:lnTo>
                    <a:pt x="56" y="3730"/>
                  </a:lnTo>
                  <a:lnTo>
                    <a:pt x="23" y="3960"/>
                  </a:lnTo>
                  <a:lnTo>
                    <a:pt x="12" y="4179"/>
                  </a:lnTo>
                  <a:lnTo>
                    <a:pt x="1" y="4408"/>
                  </a:lnTo>
                  <a:lnTo>
                    <a:pt x="12" y="4627"/>
                  </a:lnTo>
                  <a:lnTo>
                    <a:pt x="23" y="4857"/>
                  </a:lnTo>
                  <a:lnTo>
                    <a:pt x="56" y="5075"/>
                  </a:lnTo>
                  <a:lnTo>
                    <a:pt x="99" y="5294"/>
                  </a:lnTo>
                  <a:lnTo>
                    <a:pt x="143" y="5502"/>
                  </a:lnTo>
                  <a:lnTo>
                    <a:pt x="198" y="5710"/>
                  </a:lnTo>
                  <a:lnTo>
                    <a:pt x="274" y="5918"/>
                  </a:lnTo>
                  <a:lnTo>
                    <a:pt x="351" y="6115"/>
                  </a:lnTo>
                  <a:lnTo>
                    <a:pt x="438" y="6311"/>
                  </a:lnTo>
                  <a:lnTo>
                    <a:pt x="537" y="6508"/>
                  </a:lnTo>
                  <a:lnTo>
                    <a:pt x="646" y="6683"/>
                  </a:lnTo>
                  <a:lnTo>
                    <a:pt x="756" y="6869"/>
                  </a:lnTo>
                  <a:lnTo>
                    <a:pt x="876" y="7033"/>
                  </a:lnTo>
                  <a:lnTo>
                    <a:pt x="1007" y="7208"/>
                  </a:lnTo>
                  <a:lnTo>
                    <a:pt x="1149" y="7361"/>
                  </a:lnTo>
                  <a:lnTo>
                    <a:pt x="1292" y="7515"/>
                  </a:lnTo>
                  <a:lnTo>
                    <a:pt x="1445" y="7668"/>
                  </a:lnTo>
                  <a:lnTo>
                    <a:pt x="1609" y="7799"/>
                  </a:lnTo>
                  <a:lnTo>
                    <a:pt x="1773" y="7930"/>
                  </a:lnTo>
                  <a:lnTo>
                    <a:pt x="1948" y="8051"/>
                  </a:lnTo>
                  <a:lnTo>
                    <a:pt x="2123" y="8171"/>
                  </a:lnTo>
                  <a:lnTo>
                    <a:pt x="2309" y="8280"/>
                  </a:lnTo>
                  <a:lnTo>
                    <a:pt x="2495" y="8368"/>
                  </a:lnTo>
                  <a:lnTo>
                    <a:pt x="2692" y="8466"/>
                  </a:lnTo>
                  <a:lnTo>
                    <a:pt x="2888" y="8543"/>
                  </a:lnTo>
                  <a:lnTo>
                    <a:pt x="3096" y="8608"/>
                  </a:lnTo>
                  <a:lnTo>
                    <a:pt x="3304" y="8663"/>
                  </a:lnTo>
                  <a:lnTo>
                    <a:pt x="3523" y="8718"/>
                  </a:lnTo>
                  <a:lnTo>
                    <a:pt x="3742" y="8762"/>
                  </a:lnTo>
                  <a:lnTo>
                    <a:pt x="3960" y="8783"/>
                  </a:lnTo>
                  <a:lnTo>
                    <a:pt x="4179" y="8805"/>
                  </a:lnTo>
                  <a:lnTo>
                    <a:pt x="4639" y="8805"/>
                  </a:lnTo>
                  <a:lnTo>
                    <a:pt x="4857" y="8783"/>
                  </a:lnTo>
                  <a:lnTo>
                    <a:pt x="5076" y="8762"/>
                  </a:lnTo>
                  <a:lnTo>
                    <a:pt x="5295" y="8718"/>
                  </a:lnTo>
                  <a:lnTo>
                    <a:pt x="5503" y="8663"/>
                  </a:lnTo>
                  <a:lnTo>
                    <a:pt x="5721" y="8608"/>
                  </a:lnTo>
                  <a:lnTo>
                    <a:pt x="5918" y="8543"/>
                  </a:lnTo>
                  <a:lnTo>
                    <a:pt x="6115" y="8466"/>
                  </a:lnTo>
                  <a:lnTo>
                    <a:pt x="6312" y="8368"/>
                  </a:lnTo>
                  <a:lnTo>
                    <a:pt x="6509" y="8280"/>
                  </a:lnTo>
                  <a:lnTo>
                    <a:pt x="6695" y="8171"/>
                  </a:lnTo>
                  <a:lnTo>
                    <a:pt x="6870" y="8051"/>
                  </a:lnTo>
                  <a:lnTo>
                    <a:pt x="7045" y="7930"/>
                  </a:lnTo>
                  <a:lnTo>
                    <a:pt x="7209" y="7799"/>
                  </a:lnTo>
                  <a:lnTo>
                    <a:pt x="7362" y="7668"/>
                  </a:lnTo>
                  <a:lnTo>
                    <a:pt x="7515" y="7515"/>
                  </a:lnTo>
                  <a:lnTo>
                    <a:pt x="7668" y="7361"/>
                  </a:lnTo>
                  <a:lnTo>
                    <a:pt x="7800" y="7208"/>
                  </a:lnTo>
                  <a:lnTo>
                    <a:pt x="7931" y="7033"/>
                  </a:lnTo>
                  <a:lnTo>
                    <a:pt x="8062" y="6869"/>
                  </a:lnTo>
                  <a:lnTo>
                    <a:pt x="8171" y="6683"/>
                  </a:lnTo>
                  <a:lnTo>
                    <a:pt x="8281" y="6508"/>
                  </a:lnTo>
                  <a:lnTo>
                    <a:pt x="8379" y="6311"/>
                  </a:lnTo>
                  <a:lnTo>
                    <a:pt x="8467" y="6115"/>
                  </a:lnTo>
                  <a:lnTo>
                    <a:pt x="8543" y="5918"/>
                  </a:lnTo>
                  <a:lnTo>
                    <a:pt x="8609" y="5710"/>
                  </a:lnTo>
                  <a:lnTo>
                    <a:pt x="8675" y="5502"/>
                  </a:lnTo>
                  <a:lnTo>
                    <a:pt x="8718" y="5294"/>
                  </a:lnTo>
                  <a:lnTo>
                    <a:pt x="8762" y="5075"/>
                  </a:lnTo>
                  <a:lnTo>
                    <a:pt x="8784" y="4857"/>
                  </a:lnTo>
                  <a:lnTo>
                    <a:pt x="8806" y="4627"/>
                  </a:lnTo>
                  <a:lnTo>
                    <a:pt x="8806" y="4408"/>
                  </a:lnTo>
                  <a:lnTo>
                    <a:pt x="8806" y="4179"/>
                  </a:lnTo>
                  <a:lnTo>
                    <a:pt x="8784" y="3960"/>
                  </a:lnTo>
                  <a:lnTo>
                    <a:pt x="8762" y="3730"/>
                  </a:lnTo>
                  <a:lnTo>
                    <a:pt x="8718" y="3522"/>
                  </a:lnTo>
                  <a:lnTo>
                    <a:pt x="8675" y="3303"/>
                  </a:lnTo>
                  <a:lnTo>
                    <a:pt x="8609" y="3096"/>
                  </a:lnTo>
                  <a:lnTo>
                    <a:pt x="8543" y="2888"/>
                  </a:lnTo>
                  <a:lnTo>
                    <a:pt x="8467" y="2691"/>
                  </a:lnTo>
                  <a:lnTo>
                    <a:pt x="8379" y="2494"/>
                  </a:lnTo>
                  <a:lnTo>
                    <a:pt x="8281" y="2308"/>
                  </a:lnTo>
                  <a:lnTo>
                    <a:pt x="8171" y="2122"/>
                  </a:lnTo>
                  <a:lnTo>
                    <a:pt x="8062" y="1947"/>
                  </a:lnTo>
                  <a:lnTo>
                    <a:pt x="7931" y="1772"/>
                  </a:lnTo>
                  <a:lnTo>
                    <a:pt x="7800" y="1608"/>
                  </a:lnTo>
                  <a:lnTo>
                    <a:pt x="7668" y="1444"/>
                  </a:lnTo>
                  <a:lnTo>
                    <a:pt x="7515" y="1291"/>
                  </a:lnTo>
                  <a:lnTo>
                    <a:pt x="7362" y="1149"/>
                  </a:lnTo>
                  <a:lnTo>
                    <a:pt x="7209" y="1007"/>
                  </a:lnTo>
                  <a:lnTo>
                    <a:pt x="7045" y="875"/>
                  </a:lnTo>
                  <a:lnTo>
                    <a:pt x="6870" y="755"/>
                  </a:lnTo>
                  <a:lnTo>
                    <a:pt x="6695" y="646"/>
                  </a:lnTo>
                  <a:lnTo>
                    <a:pt x="6509" y="536"/>
                  </a:lnTo>
                  <a:lnTo>
                    <a:pt x="6312" y="438"/>
                  </a:lnTo>
                  <a:lnTo>
                    <a:pt x="6115" y="350"/>
                  </a:lnTo>
                  <a:lnTo>
                    <a:pt x="5918" y="274"/>
                  </a:lnTo>
                  <a:lnTo>
                    <a:pt x="5721" y="197"/>
                  </a:lnTo>
                  <a:lnTo>
                    <a:pt x="5503" y="142"/>
                  </a:lnTo>
                  <a:lnTo>
                    <a:pt x="5295" y="88"/>
                  </a:lnTo>
                  <a:lnTo>
                    <a:pt x="5076" y="55"/>
                  </a:lnTo>
                  <a:lnTo>
                    <a:pt x="4857" y="22"/>
                  </a:lnTo>
                  <a:lnTo>
                    <a:pt x="4639" y="11"/>
                  </a:lnTo>
                  <a:lnTo>
                    <a:pt x="44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2" name="Google Shape;962;p25"/>
            <p:cNvSpPr/>
            <p:nvPr/>
          </p:nvSpPr>
          <p:spPr>
            <a:xfrm>
              <a:off x="1871350" y="1442375"/>
              <a:ext cx="86725" cy="623500"/>
            </a:xfrm>
            <a:custGeom>
              <a:avLst/>
              <a:gdLst/>
              <a:ahLst/>
              <a:cxnLst/>
              <a:rect l="l" t="t" r="r" b="b"/>
              <a:pathLst>
                <a:path w="3469" h="24940" extrusionOk="0">
                  <a:moveTo>
                    <a:pt x="581" y="1"/>
                  </a:moveTo>
                  <a:lnTo>
                    <a:pt x="515" y="12"/>
                  </a:lnTo>
                  <a:lnTo>
                    <a:pt x="395" y="45"/>
                  </a:lnTo>
                  <a:lnTo>
                    <a:pt x="285" y="110"/>
                  </a:lnTo>
                  <a:lnTo>
                    <a:pt x="187" y="187"/>
                  </a:lnTo>
                  <a:lnTo>
                    <a:pt x="110" y="285"/>
                  </a:lnTo>
                  <a:lnTo>
                    <a:pt x="56" y="384"/>
                  </a:lnTo>
                  <a:lnTo>
                    <a:pt x="12" y="504"/>
                  </a:lnTo>
                  <a:lnTo>
                    <a:pt x="12" y="570"/>
                  </a:lnTo>
                  <a:lnTo>
                    <a:pt x="1" y="635"/>
                  </a:lnTo>
                  <a:lnTo>
                    <a:pt x="1" y="24294"/>
                  </a:lnTo>
                  <a:lnTo>
                    <a:pt x="12" y="24360"/>
                  </a:lnTo>
                  <a:lnTo>
                    <a:pt x="12" y="24425"/>
                  </a:lnTo>
                  <a:lnTo>
                    <a:pt x="56" y="24546"/>
                  </a:lnTo>
                  <a:lnTo>
                    <a:pt x="110" y="24655"/>
                  </a:lnTo>
                  <a:lnTo>
                    <a:pt x="187" y="24754"/>
                  </a:lnTo>
                  <a:lnTo>
                    <a:pt x="285" y="24830"/>
                  </a:lnTo>
                  <a:lnTo>
                    <a:pt x="395" y="24885"/>
                  </a:lnTo>
                  <a:lnTo>
                    <a:pt x="515" y="24918"/>
                  </a:lnTo>
                  <a:lnTo>
                    <a:pt x="581" y="24929"/>
                  </a:lnTo>
                  <a:lnTo>
                    <a:pt x="635" y="24940"/>
                  </a:lnTo>
                  <a:lnTo>
                    <a:pt x="2834" y="24940"/>
                  </a:lnTo>
                  <a:lnTo>
                    <a:pt x="2899" y="24929"/>
                  </a:lnTo>
                  <a:lnTo>
                    <a:pt x="2954" y="24918"/>
                  </a:lnTo>
                  <a:lnTo>
                    <a:pt x="3074" y="24885"/>
                  </a:lnTo>
                  <a:lnTo>
                    <a:pt x="3184" y="24830"/>
                  </a:lnTo>
                  <a:lnTo>
                    <a:pt x="3282" y="24754"/>
                  </a:lnTo>
                  <a:lnTo>
                    <a:pt x="3359" y="24655"/>
                  </a:lnTo>
                  <a:lnTo>
                    <a:pt x="3414" y="24546"/>
                  </a:lnTo>
                  <a:lnTo>
                    <a:pt x="3457" y="24425"/>
                  </a:lnTo>
                  <a:lnTo>
                    <a:pt x="3468" y="24360"/>
                  </a:lnTo>
                  <a:lnTo>
                    <a:pt x="3468" y="24294"/>
                  </a:lnTo>
                  <a:lnTo>
                    <a:pt x="3468" y="635"/>
                  </a:lnTo>
                  <a:lnTo>
                    <a:pt x="3468" y="570"/>
                  </a:lnTo>
                  <a:lnTo>
                    <a:pt x="3457" y="504"/>
                  </a:lnTo>
                  <a:lnTo>
                    <a:pt x="3414" y="384"/>
                  </a:lnTo>
                  <a:lnTo>
                    <a:pt x="3359" y="285"/>
                  </a:lnTo>
                  <a:lnTo>
                    <a:pt x="3282" y="187"/>
                  </a:lnTo>
                  <a:lnTo>
                    <a:pt x="3184" y="110"/>
                  </a:lnTo>
                  <a:lnTo>
                    <a:pt x="3074" y="45"/>
                  </a:lnTo>
                  <a:lnTo>
                    <a:pt x="2954" y="12"/>
                  </a:lnTo>
                  <a:lnTo>
                    <a:pt x="2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3" name="Google Shape;963;p25"/>
            <p:cNvSpPr/>
            <p:nvPr/>
          </p:nvSpPr>
          <p:spPr>
            <a:xfrm>
              <a:off x="2150275" y="389600"/>
              <a:ext cx="3574000" cy="2729050"/>
            </a:xfrm>
            <a:custGeom>
              <a:avLst/>
              <a:gdLst/>
              <a:ahLst/>
              <a:cxnLst/>
              <a:rect l="l" t="t" r="r" b="b"/>
              <a:pathLst>
                <a:path w="142960" h="109162" extrusionOk="0">
                  <a:moveTo>
                    <a:pt x="2363" y="1"/>
                  </a:moveTo>
                  <a:lnTo>
                    <a:pt x="2123" y="12"/>
                  </a:lnTo>
                  <a:lnTo>
                    <a:pt x="1893" y="44"/>
                  </a:lnTo>
                  <a:lnTo>
                    <a:pt x="1663" y="99"/>
                  </a:lnTo>
                  <a:lnTo>
                    <a:pt x="1444" y="187"/>
                  </a:lnTo>
                  <a:lnTo>
                    <a:pt x="1237" y="285"/>
                  </a:lnTo>
                  <a:lnTo>
                    <a:pt x="1051" y="394"/>
                  </a:lnTo>
                  <a:lnTo>
                    <a:pt x="865" y="537"/>
                  </a:lnTo>
                  <a:lnTo>
                    <a:pt x="701" y="690"/>
                  </a:lnTo>
                  <a:lnTo>
                    <a:pt x="548" y="854"/>
                  </a:lnTo>
                  <a:lnTo>
                    <a:pt x="405" y="1040"/>
                  </a:lnTo>
                  <a:lnTo>
                    <a:pt x="285" y="1237"/>
                  </a:lnTo>
                  <a:lnTo>
                    <a:pt x="187" y="1434"/>
                  </a:lnTo>
                  <a:lnTo>
                    <a:pt x="110" y="1652"/>
                  </a:lnTo>
                  <a:lnTo>
                    <a:pt x="55" y="1882"/>
                  </a:lnTo>
                  <a:lnTo>
                    <a:pt x="23" y="2112"/>
                  </a:lnTo>
                  <a:lnTo>
                    <a:pt x="1" y="2352"/>
                  </a:lnTo>
                  <a:lnTo>
                    <a:pt x="1" y="106799"/>
                  </a:lnTo>
                  <a:lnTo>
                    <a:pt x="23" y="107040"/>
                  </a:lnTo>
                  <a:lnTo>
                    <a:pt x="55" y="107280"/>
                  </a:lnTo>
                  <a:lnTo>
                    <a:pt x="110" y="107499"/>
                  </a:lnTo>
                  <a:lnTo>
                    <a:pt x="187" y="107718"/>
                  </a:lnTo>
                  <a:lnTo>
                    <a:pt x="296" y="107926"/>
                  </a:lnTo>
                  <a:lnTo>
                    <a:pt x="405" y="108123"/>
                  </a:lnTo>
                  <a:lnTo>
                    <a:pt x="548" y="108298"/>
                  </a:lnTo>
                  <a:lnTo>
                    <a:pt x="701" y="108473"/>
                  </a:lnTo>
                  <a:lnTo>
                    <a:pt x="865" y="108626"/>
                  </a:lnTo>
                  <a:lnTo>
                    <a:pt x="1051" y="108757"/>
                  </a:lnTo>
                  <a:lnTo>
                    <a:pt x="1237" y="108877"/>
                  </a:lnTo>
                  <a:lnTo>
                    <a:pt x="1444" y="108976"/>
                  </a:lnTo>
                  <a:lnTo>
                    <a:pt x="1663" y="109052"/>
                  </a:lnTo>
                  <a:lnTo>
                    <a:pt x="1893" y="109107"/>
                  </a:lnTo>
                  <a:lnTo>
                    <a:pt x="2123" y="109151"/>
                  </a:lnTo>
                  <a:lnTo>
                    <a:pt x="2363" y="109162"/>
                  </a:lnTo>
                  <a:lnTo>
                    <a:pt x="140608" y="109162"/>
                  </a:lnTo>
                  <a:lnTo>
                    <a:pt x="140849" y="109151"/>
                  </a:lnTo>
                  <a:lnTo>
                    <a:pt x="141078" y="109107"/>
                  </a:lnTo>
                  <a:lnTo>
                    <a:pt x="141308" y="109052"/>
                  </a:lnTo>
                  <a:lnTo>
                    <a:pt x="141527" y="108976"/>
                  </a:lnTo>
                  <a:lnTo>
                    <a:pt x="141724" y="108877"/>
                  </a:lnTo>
                  <a:lnTo>
                    <a:pt x="141921" y="108757"/>
                  </a:lnTo>
                  <a:lnTo>
                    <a:pt x="142106" y="108626"/>
                  </a:lnTo>
                  <a:lnTo>
                    <a:pt x="142271" y="108473"/>
                  </a:lnTo>
                  <a:lnTo>
                    <a:pt x="142424" y="108298"/>
                  </a:lnTo>
                  <a:lnTo>
                    <a:pt x="142566" y="108123"/>
                  </a:lnTo>
                  <a:lnTo>
                    <a:pt x="142675" y="107926"/>
                  </a:lnTo>
                  <a:lnTo>
                    <a:pt x="142774" y="107718"/>
                  </a:lnTo>
                  <a:lnTo>
                    <a:pt x="142861" y="107499"/>
                  </a:lnTo>
                  <a:lnTo>
                    <a:pt x="142916" y="107280"/>
                  </a:lnTo>
                  <a:lnTo>
                    <a:pt x="142949" y="107040"/>
                  </a:lnTo>
                  <a:lnTo>
                    <a:pt x="142960" y="106799"/>
                  </a:lnTo>
                  <a:lnTo>
                    <a:pt x="142960" y="2352"/>
                  </a:lnTo>
                  <a:lnTo>
                    <a:pt x="142949" y="2112"/>
                  </a:lnTo>
                  <a:lnTo>
                    <a:pt x="142916" y="1882"/>
                  </a:lnTo>
                  <a:lnTo>
                    <a:pt x="142861" y="1652"/>
                  </a:lnTo>
                  <a:lnTo>
                    <a:pt x="142774" y="1434"/>
                  </a:lnTo>
                  <a:lnTo>
                    <a:pt x="142675" y="1237"/>
                  </a:lnTo>
                  <a:lnTo>
                    <a:pt x="142566" y="1040"/>
                  </a:lnTo>
                  <a:lnTo>
                    <a:pt x="142424" y="854"/>
                  </a:lnTo>
                  <a:lnTo>
                    <a:pt x="142271" y="690"/>
                  </a:lnTo>
                  <a:lnTo>
                    <a:pt x="142106" y="537"/>
                  </a:lnTo>
                  <a:lnTo>
                    <a:pt x="141921" y="394"/>
                  </a:lnTo>
                  <a:lnTo>
                    <a:pt x="141724" y="285"/>
                  </a:lnTo>
                  <a:lnTo>
                    <a:pt x="141527" y="187"/>
                  </a:lnTo>
                  <a:lnTo>
                    <a:pt x="141308" y="99"/>
                  </a:lnTo>
                  <a:lnTo>
                    <a:pt x="141078" y="44"/>
                  </a:lnTo>
                  <a:lnTo>
                    <a:pt x="140849" y="12"/>
                  </a:lnTo>
                  <a:lnTo>
                    <a:pt x="1406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4" name="Google Shape;964;p25"/>
            <p:cNvSpPr/>
            <p:nvPr/>
          </p:nvSpPr>
          <p:spPr>
            <a:xfrm>
              <a:off x="2150275" y="389600"/>
              <a:ext cx="3574000" cy="2729050"/>
            </a:xfrm>
            <a:custGeom>
              <a:avLst/>
              <a:gdLst/>
              <a:ahLst/>
              <a:cxnLst/>
              <a:rect l="l" t="t" r="r" b="b"/>
              <a:pathLst>
                <a:path w="142960" h="109162" fill="none" extrusionOk="0">
                  <a:moveTo>
                    <a:pt x="142960" y="2352"/>
                  </a:moveTo>
                  <a:lnTo>
                    <a:pt x="142960" y="106799"/>
                  </a:lnTo>
                  <a:lnTo>
                    <a:pt x="142960" y="106799"/>
                  </a:lnTo>
                  <a:lnTo>
                    <a:pt x="142949" y="107040"/>
                  </a:lnTo>
                  <a:lnTo>
                    <a:pt x="142916" y="107280"/>
                  </a:lnTo>
                  <a:lnTo>
                    <a:pt x="142861" y="107499"/>
                  </a:lnTo>
                  <a:lnTo>
                    <a:pt x="142774" y="107718"/>
                  </a:lnTo>
                  <a:lnTo>
                    <a:pt x="142675" y="107926"/>
                  </a:lnTo>
                  <a:lnTo>
                    <a:pt x="142566" y="108123"/>
                  </a:lnTo>
                  <a:lnTo>
                    <a:pt x="142424" y="108298"/>
                  </a:lnTo>
                  <a:lnTo>
                    <a:pt x="142271" y="108473"/>
                  </a:lnTo>
                  <a:lnTo>
                    <a:pt x="142106" y="108626"/>
                  </a:lnTo>
                  <a:lnTo>
                    <a:pt x="141921" y="108757"/>
                  </a:lnTo>
                  <a:lnTo>
                    <a:pt x="141724" y="108877"/>
                  </a:lnTo>
                  <a:lnTo>
                    <a:pt x="141527" y="108976"/>
                  </a:lnTo>
                  <a:lnTo>
                    <a:pt x="141308" y="109052"/>
                  </a:lnTo>
                  <a:lnTo>
                    <a:pt x="141078" y="109107"/>
                  </a:lnTo>
                  <a:lnTo>
                    <a:pt x="140849" y="109151"/>
                  </a:lnTo>
                  <a:lnTo>
                    <a:pt x="140608" y="109162"/>
                  </a:lnTo>
                  <a:lnTo>
                    <a:pt x="2363" y="109162"/>
                  </a:lnTo>
                  <a:lnTo>
                    <a:pt x="2363" y="109162"/>
                  </a:lnTo>
                  <a:lnTo>
                    <a:pt x="2123" y="109151"/>
                  </a:lnTo>
                  <a:lnTo>
                    <a:pt x="1893" y="109107"/>
                  </a:lnTo>
                  <a:lnTo>
                    <a:pt x="1663" y="109052"/>
                  </a:lnTo>
                  <a:lnTo>
                    <a:pt x="1444" y="108976"/>
                  </a:lnTo>
                  <a:lnTo>
                    <a:pt x="1237" y="108877"/>
                  </a:lnTo>
                  <a:lnTo>
                    <a:pt x="1051" y="108757"/>
                  </a:lnTo>
                  <a:lnTo>
                    <a:pt x="865" y="108626"/>
                  </a:lnTo>
                  <a:lnTo>
                    <a:pt x="701" y="108473"/>
                  </a:lnTo>
                  <a:lnTo>
                    <a:pt x="548" y="108298"/>
                  </a:lnTo>
                  <a:lnTo>
                    <a:pt x="405" y="108123"/>
                  </a:lnTo>
                  <a:lnTo>
                    <a:pt x="296" y="107926"/>
                  </a:lnTo>
                  <a:lnTo>
                    <a:pt x="187" y="107718"/>
                  </a:lnTo>
                  <a:lnTo>
                    <a:pt x="110" y="107499"/>
                  </a:lnTo>
                  <a:lnTo>
                    <a:pt x="55" y="107280"/>
                  </a:lnTo>
                  <a:lnTo>
                    <a:pt x="23" y="107040"/>
                  </a:lnTo>
                  <a:lnTo>
                    <a:pt x="1" y="106799"/>
                  </a:lnTo>
                  <a:lnTo>
                    <a:pt x="1" y="2352"/>
                  </a:lnTo>
                  <a:lnTo>
                    <a:pt x="1" y="2352"/>
                  </a:lnTo>
                  <a:lnTo>
                    <a:pt x="23" y="2112"/>
                  </a:lnTo>
                  <a:lnTo>
                    <a:pt x="55" y="1882"/>
                  </a:lnTo>
                  <a:lnTo>
                    <a:pt x="110" y="1652"/>
                  </a:lnTo>
                  <a:lnTo>
                    <a:pt x="187" y="1434"/>
                  </a:lnTo>
                  <a:lnTo>
                    <a:pt x="285" y="1237"/>
                  </a:lnTo>
                  <a:lnTo>
                    <a:pt x="405" y="1040"/>
                  </a:lnTo>
                  <a:lnTo>
                    <a:pt x="548" y="854"/>
                  </a:lnTo>
                  <a:lnTo>
                    <a:pt x="701" y="690"/>
                  </a:lnTo>
                  <a:lnTo>
                    <a:pt x="865" y="537"/>
                  </a:lnTo>
                  <a:lnTo>
                    <a:pt x="1051" y="394"/>
                  </a:lnTo>
                  <a:lnTo>
                    <a:pt x="1237" y="285"/>
                  </a:lnTo>
                  <a:lnTo>
                    <a:pt x="1444" y="187"/>
                  </a:lnTo>
                  <a:lnTo>
                    <a:pt x="1663" y="99"/>
                  </a:lnTo>
                  <a:lnTo>
                    <a:pt x="1893" y="44"/>
                  </a:lnTo>
                  <a:lnTo>
                    <a:pt x="2123" y="12"/>
                  </a:lnTo>
                  <a:lnTo>
                    <a:pt x="2363" y="1"/>
                  </a:lnTo>
                  <a:lnTo>
                    <a:pt x="140608" y="1"/>
                  </a:lnTo>
                  <a:lnTo>
                    <a:pt x="140608" y="1"/>
                  </a:lnTo>
                  <a:lnTo>
                    <a:pt x="140849" y="12"/>
                  </a:lnTo>
                  <a:lnTo>
                    <a:pt x="141078" y="44"/>
                  </a:lnTo>
                  <a:lnTo>
                    <a:pt x="141308" y="99"/>
                  </a:lnTo>
                  <a:lnTo>
                    <a:pt x="141527" y="187"/>
                  </a:lnTo>
                  <a:lnTo>
                    <a:pt x="141724" y="285"/>
                  </a:lnTo>
                  <a:lnTo>
                    <a:pt x="141921" y="394"/>
                  </a:lnTo>
                  <a:lnTo>
                    <a:pt x="142106" y="537"/>
                  </a:lnTo>
                  <a:lnTo>
                    <a:pt x="142271" y="690"/>
                  </a:lnTo>
                  <a:lnTo>
                    <a:pt x="142424" y="854"/>
                  </a:lnTo>
                  <a:lnTo>
                    <a:pt x="142566" y="1040"/>
                  </a:lnTo>
                  <a:lnTo>
                    <a:pt x="142675" y="1237"/>
                  </a:lnTo>
                  <a:lnTo>
                    <a:pt x="142774" y="1434"/>
                  </a:lnTo>
                  <a:lnTo>
                    <a:pt x="142861" y="1652"/>
                  </a:lnTo>
                  <a:lnTo>
                    <a:pt x="142916" y="1882"/>
                  </a:lnTo>
                  <a:lnTo>
                    <a:pt x="142949" y="2112"/>
                  </a:lnTo>
                  <a:lnTo>
                    <a:pt x="142960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5" name="Google Shape;965;p25"/>
            <p:cNvSpPr/>
            <p:nvPr/>
          </p:nvSpPr>
          <p:spPr>
            <a:xfrm>
              <a:off x="2197300" y="503900"/>
              <a:ext cx="3462175" cy="2145525"/>
            </a:xfrm>
            <a:custGeom>
              <a:avLst/>
              <a:gdLst/>
              <a:ahLst/>
              <a:cxnLst/>
              <a:rect l="l" t="t" r="r" b="b"/>
              <a:pathLst>
                <a:path w="138487" h="85821" extrusionOk="0">
                  <a:moveTo>
                    <a:pt x="1" y="1"/>
                  </a:moveTo>
                  <a:lnTo>
                    <a:pt x="1" y="85820"/>
                  </a:lnTo>
                  <a:lnTo>
                    <a:pt x="138486" y="85820"/>
                  </a:lnTo>
                  <a:lnTo>
                    <a:pt x="1384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6" name="Google Shape;966;p25"/>
            <p:cNvSpPr/>
            <p:nvPr/>
          </p:nvSpPr>
          <p:spPr>
            <a:xfrm>
              <a:off x="2197300" y="503900"/>
              <a:ext cx="3462175" cy="2145525"/>
            </a:xfrm>
            <a:custGeom>
              <a:avLst/>
              <a:gdLst/>
              <a:ahLst/>
              <a:cxnLst/>
              <a:rect l="l" t="t" r="r" b="b"/>
              <a:pathLst>
                <a:path w="138487" h="85821" fill="none" extrusionOk="0">
                  <a:moveTo>
                    <a:pt x="138486" y="85820"/>
                  </a:moveTo>
                  <a:lnTo>
                    <a:pt x="1" y="85820"/>
                  </a:lnTo>
                  <a:lnTo>
                    <a:pt x="1" y="1"/>
                  </a:lnTo>
                  <a:lnTo>
                    <a:pt x="138486" y="1"/>
                  </a:lnTo>
                  <a:lnTo>
                    <a:pt x="138486" y="858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7" name="Google Shape;967;p25"/>
            <p:cNvSpPr/>
            <p:nvPr/>
          </p:nvSpPr>
          <p:spPr>
            <a:xfrm>
              <a:off x="4712500" y="675625"/>
              <a:ext cx="493325" cy="298650"/>
            </a:xfrm>
            <a:custGeom>
              <a:avLst/>
              <a:gdLst/>
              <a:ahLst/>
              <a:cxnLst/>
              <a:rect l="l" t="t" r="r" b="b"/>
              <a:pathLst>
                <a:path w="19733" h="11946" extrusionOk="0">
                  <a:moveTo>
                    <a:pt x="0" y="1"/>
                  </a:moveTo>
                  <a:lnTo>
                    <a:pt x="0" y="11945"/>
                  </a:lnTo>
                  <a:lnTo>
                    <a:pt x="19732" y="11945"/>
                  </a:lnTo>
                  <a:lnTo>
                    <a:pt x="19732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8" name="Google Shape;968;p25"/>
            <p:cNvSpPr/>
            <p:nvPr/>
          </p:nvSpPr>
          <p:spPr>
            <a:xfrm>
              <a:off x="4712500" y="675625"/>
              <a:ext cx="493325" cy="298650"/>
            </a:xfrm>
            <a:custGeom>
              <a:avLst/>
              <a:gdLst/>
              <a:ahLst/>
              <a:cxnLst/>
              <a:rect l="l" t="t" r="r" b="b"/>
              <a:pathLst>
                <a:path w="19733" h="11946" fill="none" extrusionOk="0">
                  <a:moveTo>
                    <a:pt x="19732" y="11945"/>
                  </a:moveTo>
                  <a:lnTo>
                    <a:pt x="0" y="11945"/>
                  </a:lnTo>
                  <a:lnTo>
                    <a:pt x="0" y="1"/>
                  </a:lnTo>
                  <a:lnTo>
                    <a:pt x="19732" y="1"/>
                  </a:lnTo>
                  <a:lnTo>
                    <a:pt x="19732" y="119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9" name="Google Shape;969;p25"/>
            <p:cNvSpPr/>
            <p:nvPr/>
          </p:nvSpPr>
          <p:spPr>
            <a:xfrm>
              <a:off x="5072350" y="896850"/>
              <a:ext cx="82050" cy="46250"/>
            </a:xfrm>
            <a:custGeom>
              <a:avLst/>
              <a:gdLst/>
              <a:ahLst/>
              <a:cxnLst/>
              <a:rect l="l" t="t" r="r" b="b"/>
              <a:pathLst>
                <a:path w="3282" h="1850" extrusionOk="0">
                  <a:moveTo>
                    <a:pt x="1" y="1"/>
                  </a:moveTo>
                  <a:lnTo>
                    <a:pt x="1" y="1849"/>
                  </a:lnTo>
                  <a:lnTo>
                    <a:pt x="3282" y="1849"/>
                  </a:lnTo>
                  <a:lnTo>
                    <a:pt x="3282" y="1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0" name="Google Shape;970;p25"/>
            <p:cNvSpPr/>
            <p:nvPr/>
          </p:nvSpPr>
          <p:spPr>
            <a:xfrm>
              <a:off x="5072350" y="896850"/>
              <a:ext cx="82050" cy="46250"/>
            </a:xfrm>
            <a:custGeom>
              <a:avLst/>
              <a:gdLst/>
              <a:ahLst/>
              <a:cxnLst/>
              <a:rect l="l" t="t" r="r" b="b"/>
              <a:pathLst>
                <a:path w="3282" h="1850" fill="none" extrusionOk="0">
                  <a:moveTo>
                    <a:pt x="3282" y="1"/>
                  </a:moveTo>
                  <a:lnTo>
                    <a:pt x="1" y="1"/>
                  </a:lnTo>
                  <a:lnTo>
                    <a:pt x="1" y="1849"/>
                  </a:lnTo>
                  <a:lnTo>
                    <a:pt x="3282" y="1849"/>
                  </a:lnTo>
                  <a:lnTo>
                    <a:pt x="32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1" name="Google Shape;971;p25"/>
            <p:cNvSpPr/>
            <p:nvPr/>
          </p:nvSpPr>
          <p:spPr>
            <a:xfrm>
              <a:off x="5272250" y="675625"/>
              <a:ext cx="197450" cy="53625"/>
            </a:xfrm>
            <a:custGeom>
              <a:avLst/>
              <a:gdLst/>
              <a:ahLst/>
              <a:cxnLst/>
              <a:rect l="l" t="t" r="r" b="b"/>
              <a:pathLst>
                <a:path w="7898" h="2145" extrusionOk="0">
                  <a:moveTo>
                    <a:pt x="0" y="1"/>
                  </a:moveTo>
                  <a:lnTo>
                    <a:pt x="0" y="2145"/>
                  </a:lnTo>
                  <a:lnTo>
                    <a:pt x="7897" y="2145"/>
                  </a:lnTo>
                  <a:lnTo>
                    <a:pt x="7897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2" name="Google Shape;972;p25"/>
            <p:cNvSpPr/>
            <p:nvPr/>
          </p:nvSpPr>
          <p:spPr>
            <a:xfrm>
              <a:off x="5272250" y="785275"/>
              <a:ext cx="266625" cy="25750"/>
            </a:xfrm>
            <a:custGeom>
              <a:avLst/>
              <a:gdLst/>
              <a:ahLst/>
              <a:cxnLst/>
              <a:rect l="l" t="t" r="r" b="b"/>
              <a:pathLst>
                <a:path w="10665" h="1030" extrusionOk="0">
                  <a:moveTo>
                    <a:pt x="0" y="1"/>
                  </a:moveTo>
                  <a:lnTo>
                    <a:pt x="0" y="1029"/>
                  </a:lnTo>
                  <a:lnTo>
                    <a:pt x="10665" y="1029"/>
                  </a:lnTo>
                  <a:lnTo>
                    <a:pt x="10665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3" name="Google Shape;973;p25"/>
            <p:cNvSpPr/>
            <p:nvPr/>
          </p:nvSpPr>
          <p:spPr>
            <a:xfrm>
              <a:off x="5272250" y="846275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39"/>
                  </a:lnTo>
                  <a:lnTo>
                    <a:pt x="10665" y="103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4" name="Google Shape;974;p25"/>
            <p:cNvSpPr/>
            <p:nvPr/>
          </p:nvSpPr>
          <p:spPr>
            <a:xfrm>
              <a:off x="4712500" y="1186425"/>
              <a:ext cx="493325" cy="298650"/>
            </a:xfrm>
            <a:custGeom>
              <a:avLst/>
              <a:gdLst/>
              <a:ahLst/>
              <a:cxnLst/>
              <a:rect l="l" t="t" r="r" b="b"/>
              <a:pathLst>
                <a:path w="19733" h="11946" extrusionOk="0">
                  <a:moveTo>
                    <a:pt x="0" y="1"/>
                  </a:moveTo>
                  <a:lnTo>
                    <a:pt x="0" y="11945"/>
                  </a:lnTo>
                  <a:lnTo>
                    <a:pt x="19732" y="11945"/>
                  </a:lnTo>
                  <a:lnTo>
                    <a:pt x="19732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5" name="Google Shape;975;p25"/>
            <p:cNvSpPr/>
            <p:nvPr/>
          </p:nvSpPr>
          <p:spPr>
            <a:xfrm>
              <a:off x="4712500" y="1186425"/>
              <a:ext cx="493325" cy="298650"/>
            </a:xfrm>
            <a:custGeom>
              <a:avLst/>
              <a:gdLst/>
              <a:ahLst/>
              <a:cxnLst/>
              <a:rect l="l" t="t" r="r" b="b"/>
              <a:pathLst>
                <a:path w="19733" h="11946" fill="none" extrusionOk="0">
                  <a:moveTo>
                    <a:pt x="19732" y="11945"/>
                  </a:moveTo>
                  <a:lnTo>
                    <a:pt x="0" y="11945"/>
                  </a:lnTo>
                  <a:lnTo>
                    <a:pt x="0" y="1"/>
                  </a:lnTo>
                  <a:lnTo>
                    <a:pt x="19732" y="1"/>
                  </a:lnTo>
                  <a:lnTo>
                    <a:pt x="19732" y="119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6" name="Google Shape;976;p25"/>
            <p:cNvSpPr/>
            <p:nvPr/>
          </p:nvSpPr>
          <p:spPr>
            <a:xfrm>
              <a:off x="5072350" y="1407650"/>
              <a:ext cx="82050" cy="46250"/>
            </a:xfrm>
            <a:custGeom>
              <a:avLst/>
              <a:gdLst/>
              <a:ahLst/>
              <a:cxnLst/>
              <a:rect l="l" t="t" r="r" b="b"/>
              <a:pathLst>
                <a:path w="3282" h="1850" extrusionOk="0">
                  <a:moveTo>
                    <a:pt x="1" y="1"/>
                  </a:moveTo>
                  <a:lnTo>
                    <a:pt x="1" y="1849"/>
                  </a:lnTo>
                  <a:lnTo>
                    <a:pt x="3282" y="1849"/>
                  </a:lnTo>
                  <a:lnTo>
                    <a:pt x="3282" y="1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7" name="Google Shape;977;p25"/>
            <p:cNvSpPr/>
            <p:nvPr/>
          </p:nvSpPr>
          <p:spPr>
            <a:xfrm>
              <a:off x="5072350" y="1407650"/>
              <a:ext cx="82050" cy="46250"/>
            </a:xfrm>
            <a:custGeom>
              <a:avLst/>
              <a:gdLst/>
              <a:ahLst/>
              <a:cxnLst/>
              <a:rect l="l" t="t" r="r" b="b"/>
              <a:pathLst>
                <a:path w="3282" h="1850" fill="none" extrusionOk="0">
                  <a:moveTo>
                    <a:pt x="3282" y="1"/>
                  </a:moveTo>
                  <a:lnTo>
                    <a:pt x="1" y="1"/>
                  </a:lnTo>
                  <a:lnTo>
                    <a:pt x="1" y="1849"/>
                  </a:lnTo>
                  <a:lnTo>
                    <a:pt x="3282" y="1849"/>
                  </a:lnTo>
                  <a:lnTo>
                    <a:pt x="32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8" name="Google Shape;978;p25"/>
            <p:cNvSpPr/>
            <p:nvPr/>
          </p:nvSpPr>
          <p:spPr>
            <a:xfrm>
              <a:off x="5272250" y="1186425"/>
              <a:ext cx="197450" cy="53350"/>
            </a:xfrm>
            <a:custGeom>
              <a:avLst/>
              <a:gdLst/>
              <a:ahLst/>
              <a:cxnLst/>
              <a:rect l="l" t="t" r="r" b="b"/>
              <a:pathLst>
                <a:path w="7898" h="2134" extrusionOk="0">
                  <a:moveTo>
                    <a:pt x="0" y="1"/>
                  </a:moveTo>
                  <a:lnTo>
                    <a:pt x="0" y="2134"/>
                  </a:lnTo>
                  <a:lnTo>
                    <a:pt x="7897" y="2134"/>
                  </a:lnTo>
                  <a:lnTo>
                    <a:pt x="7897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9" name="Google Shape;979;p25"/>
            <p:cNvSpPr/>
            <p:nvPr/>
          </p:nvSpPr>
          <p:spPr>
            <a:xfrm>
              <a:off x="5272250" y="1295825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39"/>
                  </a:lnTo>
                  <a:lnTo>
                    <a:pt x="10665" y="103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0" name="Google Shape;980;p25"/>
            <p:cNvSpPr/>
            <p:nvPr/>
          </p:nvSpPr>
          <p:spPr>
            <a:xfrm>
              <a:off x="5272250" y="1357075"/>
              <a:ext cx="266625" cy="25725"/>
            </a:xfrm>
            <a:custGeom>
              <a:avLst/>
              <a:gdLst/>
              <a:ahLst/>
              <a:cxnLst/>
              <a:rect l="l" t="t" r="r" b="b"/>
              <a:pathLst>
                <a:path w="10665" h="1029" extrusionOk="0">
                  <a:moveTo>
                    <a:pt x="0" y="0"/>
                  </a:moveTo>
                  <a:lnTo>
                    <a:pt x="0" y="1028"/>
                  </a:lnTo>
                  <a:lnTo>
                    <a:pt x="10665" y="1028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1" name="Google Shape;981;p25"/>
            <p:cNvSpPr/>
            <p:nvPr/>
          </p:nvSpPr>
          <p:spPr>
            <a:xfrm>
              <a:off x="4712500" y="16969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extrusionOk="0">
                  <a:moveTo>
                    <a:pt x="0" y="0"/>
                  </a:moveTo>
                  <a:lnTo>
                    <a:pt x="0" y="11944"/>
                  </a:lnTo>
                  <a:lnTo>
                    <a:pt x="19732" y="11944"/>
                  </a:lnTo>
                  <a:lnTo>
                    <a:pt x="1973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2" name="Google Shape;982;p25"/>
            <p:cNvSpPr/>
            <p:nvPr/>
          </p:nvSpPr>
          <p:spPr>
            <a:xfrm>
              <a:off x="4712500" y="16969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fill="none" extrusionOk="0">
                  <a:moveTo>
                    <a:pt x="19732" y="11944"/>
                  </a:moveTo>
                  <a:lnTo>
                    <a:pt x="0" y="11944"/>
                  </a:lnTo>
                  <a:lnTo>
                    <a:pt x="0" y="0"/>
                  </a:lnTo>
                  <a:lnTo>
                    <a:pt x="19732" y="0"/>
                  </a:lnTo>
                  <a:lnTo>
                    <a:pt x="19732" y="119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3" name="Google Shape;983;p25"/>
            <p:cNvSpPr/>
            <p:nvPr/>
          </p:nvSpPr>
          <p:spPr>
            <a:xfrm>
              <a:off x="5072350" y="1918200"/>
              <a:ext cx="82050" cy="46500"/>
            </a:xfrm>
            <a:custGeom>
              <a:avLst/>
              <a:gdLst/>
              <a:ahLst/>
              <a:cxnLst/>
              <a:rect l="l" t="t" r="r" b="b"/>
              <a:pathLst>
                <a:path w="3282" h="1860" extrusionOk="0">
                  <a:moveTo>
                    <a:pt x="1" y="0"/>
                  </a:moveTo>
                  <a:lnTo>
                    <a:pt x="1" y="1859"/>
                  </a:lnTo>
                  <a:lnTo>
                    <a:pt x="3282" y="1859"/>
                  </a:lnTo>
                  <a:lnTo>
                    <a:pt x="3282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4" name="Google Shape;984;p25"/>
            <p:cNvSpPr/>
            <p:nvPr/>
          </p:nvSpPr>
          <p:spPr>
            <a:xfrm>
              <a:off x="5072350" y="1918200"/>
              <a:ext cx="82050" cy="46500"/>
            </a:xfrm>
            <a:custGeom>
              <a:avLst/>
              <a:gdLst/>
              <a:ahLst/>
              <a:cxnLst/>
              <a:rect l="l" t="t" r="r" b="b"/>
              <a:pathLst>
                <a:path w="3282" h="1860" fill="none" extrusionOk="0">
                  <a:moveTo>
                    <a:pt x="3282" y="0"/>
                  </a:moveTo>
                  <a:lnTo>
                    <a:pt x="1" y="0"/>
                  </a:lnTo>
                  <a:lnTo>
                    <a:pt x="1" y="1859"/>
                  </a:lnTo>
                  <a:lnTo>
                    <a:pt x="3282" y="1859"/>
                  </a:lnTo>
                  <a:lnTo>
                    <a:pt x="328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5" name="Google Shape;985;p25"/>
            <p:cNvSpPr/>
            <p:nvPr/>
          </p:nvSpPr>
          <p:spPr>
            <a:xfrm>
              <a:off x="5272250" y="1696975"/>
              <a:ext cx="197450" cy="53625"/>
            </a:xfrm>
            <a:custGeom>
              <a:avLst/>
              <a:gdLst/>
              <a:ahLst/>
              <a:cxnLst/>
              <a:rect l="l" t="t" r="r" b="b"/>
              <a:pathLst>
                <a:path w="7898" h="2145" extrusionOk="0">
                  <a:moveTo>
                    <a:pt x="0" y="0"/>
                  </a:moveTo>
                  <a:lnTo>
                    <a:pt x="0" y="2144"/>
                  </a:lnTo>
                  <a:lnTo>
                    <a:pt x="7897" y="2144"/>
                  </a:lnTo>
                  <a:lnTo>
                    <a:pt x="7897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6" name="Google Shape;986;p25"/>
            <p:cNvSpPr/>
            <p:nvPr/>
          </p:nvSpPr>
          <p:spPr>
            <a:xfrm>
              <a:off x="5272250" y="1806625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39"/>
                  </a:lnTo>
                  <a:lnTo>
                    <a:pt x="10665" y="103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7" name="Google Shape;987;p25"/>
            <p:cNvSpPr/>
            <p:nvPr/>
          </p:nvSpPr>
          <p:spPr>
            <a:xfrm>
              <a:off x="5272250" y="1867600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40"/>
                  </a:lnTo>
                  <a:lnTo>
                    <a:pt x="10665" y="1040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8" name="Google Shape;988;p25"/>
            <p:cNvSpPr/>
            <p:nvPr/>
          </p:nvSpPr>
          <p:spPr>
            <a:xfrm>
              <a:off x="4712500" y="27155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extrusionOk="0">
                  <a:moveTo>
                    <a:pt x="0" y="0"/>
                  </a:moveTo>
                  <a:lnTo>
                    <a:pt x="0" y="11944"/>
                  </a:lnTo>
                  <a:lnTo>
                    <a:pt x="19732" y="11944"/>
                  </a:lnTo>
                  <a:lnTo>
                    <a:pt x="1973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9" name="Google Shape;989;p25"/>
            <p:cNvSpPr/>
            <p:nvPr/>
          </p:nvSpPr>
          <p:spPr>
            <a:xfrm>
              <a:off x="4712500" y="27155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fill="none" extrusionOk="0">
                  <a:moveTo>
                    <a:pt x="19732" y="11944"/>
                  </a:moveTo>
                  <a:lnTo>
                    <a:pt x="0" y="11944"/>
                  </a:lnTo>
                  <a:lnTo>
                    <a:pt x="0" y="0"/>
                  </a:lnTo>
                  <a:lnTo>
                    <a:pt x="19732" y="0"/>
                  </a:lnTo>
                  <a:lnTo>
                    <a:pt x="19732" y="119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0" name="Google Shape;990;p25"/>
            <p:cNvSpPr/>
            <p:nvPr/>
          </p:nvSpPr>
          <p:spPr>
            <a:xfrm>
              <a:off x="5072350" y="2936800"/>
              <a:ext cx="82050" cy="46500"/>
            </a:xfrm>
            <a:custGeom>
              <a:avLst/>
              <a:gdLst/>
              <a:ahLst/>
              <a:cxnLst/>
              <a:rect l="l" t="t" r="r" b="b"/>
              <a:pathLst>
                <a:path w="3282" h="1860" extrusionOk="0">
                  <a:moveTo>
                    <a:pt x="1" y="0"/>
                  </a:moveTo>
                  <a:lnTo>
                    <a:pt x="1" y="1859"/>
                  </a:lnTo>
                  <a:lnTo>
                    <a:pt x="3282" y="1859"/>
                  </a:lnTo>
                  <a:lnTo>
                    <a:pt x="3282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1" name="Google Shape;991;p25"/>
            <p:cNvSpPr/>
            <p:nvPr/>
          </p:nvSpPr>
          <p:spPr>
            <a:xfrm>
              <a:off x="5072350" y="2936800"/>
              <a:ext cx="82050" cy="46500"/>
            </a:xfrm>
            <a:custGeom>
              <a:avLst/>
              <a:gdLst/>
              <a:ahLst/>
              <a:cxnLst/>
              <a:rect l="l" t="t" r="r" b="b"/>
              <a:pathLst>
                <a:path w="3282" h="1860" fill="none" extrusionOk="0">
                  <a:moveTo>
                    <a:pt x="3282" y="0"/>
                  </a:moveTo>
                  <a:lnTo>
                    <a:pt x="1" y="0"/>
                  </a:lnTo>
                  <a:lnTo>
                    <a:pt x="1" y="1859"/>
                  </a:lnTo>
                  <a:lnTo>
                    <a:pt x="3282" y="1859"/>
                  </a:lnTo>
                  <a:lnTo>
                    <a:pt x="328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2" name="Google Shape;992;p25"/>
            <p:cNvSpPr/>
            <p:nvPr/>
          </p:nvSpPr>
          <p:spPr>
            <a:xfrm>
              <a:off x="5272250" y="2715575"/>
              <a:ext cx="197450" cy="53625"/>
            </a:xfrm>
            <a:custGeom>
              <a:avLst/>
              <a:gdLst/>
              <a:ahLst/>
              <a:cxnLst/>
              <a:rect l="l" t="t" r="r" b="b"/>
              <a:pathLst>
                <a:path w="7898" h="2145" extrusionOk="0">
                  <a:moveTo>
                    <a:pt x="0" y="0"/>
                  </a:moveTo>
                  <a:lnTo>
                    <a:pt x="0" y="2144"/>
                  </a:lnTo>
                  <a:lnTo>
                    <a:pt x="7897" y="2144"/>
                  </a:lnTo>
                  <a:lnTo>
                    <a:pt x="7897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3" name="Google Shape;993;p25"/>
            <p:cNvSpPr/>
            <p:nvPr/>
          </p:nvSpPr>
          <p:spPr>
            <a:xfrm>
              <a:off x="5272250" y="2825225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39"/>
                  </a:lnTo>
                  <a:lnTo>
                    <a:pt x="10665" y="103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4" name="Google Shape;994;p25"/>
            <p:cNvSpPr/>
            <p:nvPr/>
          </p:nvSpPr>
          <p:spPr>
            <a:xfrm>
              <a:off x="5272250" y="2886200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40"/>
                  </a:lnTo>
                  <a:lnTo>
                    <a:pt x="10665" y="1040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5" name="Google Shape;995;p25"/>
            <p:cNvSpPr/>
            <p:nvPr/>
          </p:nvSpPr>
          <p:spPr>
            <a:xfrm>
              <a:off x="4712500" y="22077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extrusionOk="0">
                  <a:moveTo>
                    <a:pt x="0" y="0"/>
                  </a:moveTo>
                  <a:lnTo>
                    <a:pt x="0" y="11945"/>
                  </a:lnTo>
                  <a:lnTo>
                    <a:pt x="19732" y="11945"/>
                  </a:lnTo>
                  <a:lnTo>
                    <a:pt x="1973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6" name="Google Shape;996;p25"/>
            <p:cNvSpPr/>
            <p:nvPr/>
          </p:nvSpPr>
          <p:spPr>
            <a:xfrm>
              <a:off x="4712500" y="22077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fill="none" extrusionOk="0">
                  <a:moveTo>
                    <a:pt x="19732" y="11945"/>
                  </a:moveTo>
                  <a:lnTo>
                    <a:pt x="0" y="11945"/>
                  </a:lnTo>
                  <a:lnTo>
                    <a:pt x="0" y="0"/>
                  </a:lnTo>
                  <a:lnTo>
                    <a:pt x="19732" y="0"/>
                  </a:lnTo>
                  <a:lnTo>
                    <a:pt x="19732" y="119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7" name="Google Shape;997;p25"/>
            <p:cNvSpPr/>
            <p:nvPr/>
          </p:nvSpPr>
          <p:spPr>
            <a:xfrm>
              <a:off x="4222200" y="2336300"/>
              <a:ext cx="359600" cy="76575"/>
            </a:xfrm>
            <a:custGeom>
              <a:avLst/>
              <a:gdLst/>
              <a:ahLst/>
              <a:cxnLst/>
              <a:rect l="l" t="t" r="r" b="b"/>
              <a:pathLst>
                <a:path w="14384" h="3063" extrusionOk="0">
                  <a:moveTo>
                    <a:pt x="0" y="0"/>
                  </a:moveTo>
                  <a:lnTo>
                    <a:pt x="0" y="3063"/>
                  </a:lnTo>
                  <a:lnTo>
                    <a:pt x="14384" y="3063"/>
                  </a:lnTo>
                  <a:lnTo>
                    <a:pt x="143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8" name="Google Shape;998;p25"/>
            <p:cNvSpPr/>
            <p:nvPr/>
          </p:nvSpPr>
          <p:spPr>
            <a:xfrm>
              <a:off x="5058400" y="2429000"/>
              <a:ext cx="82075" cy="46225"/>
            </a:xfrm>
            <a:custGeom>
              <a:avLst/>
              <a:gdLst/>
              <a:ahLst/>
              <a:cxnLst/>
              <a:rect l="l" t="t" r="r" b="b"/>
              <a:pathLst>
                <a:path w="3283" h="1849" extrusionOk="0">
                  <a:moveTo>
                    <a:pt x="1" y="0"/>
                  </a:moveTo>
                  <a:lnTo>
                    <a:pt x="1" y="1849"/>
                  </a:lnTo>
                  <a:lnTo>
                    <a:pt x="3282" y="1849"/>
                  </a:lnTo>
                  <a:lnTo>
                    <a:pt x="3282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9" name="Google Shape;999;p25"/>
            <p:cNvSpPr/>
            <p:nvPr/>
          </p:nvSpPr>
          <p:spPr>
            <a:xfrm>
              <a:off x="5058400" y="2429000"/>
              <a:ext cx="82075" cy="46225"/>
            </a:xfrm>
            <a:custGeom>
              <a:avLst/>
              <a:gdLst/>
              <a:ahLst/>
              <a:cxnLst/>
              <a:rect l="l" t="t" r="r" b="b"/>
              <a:pathLst>
                <a:path w="3283" h="1849" fill="none" extrusionOk="0">
                  <a:moveTo>
                    <a:pt x="3282" y="0"/>
                  </a:moveTo>
                  <a:lnTo>
                    <a:pt x="1" y="0"/>
                  </a:lnTo>
                  <a:lnTo>
                    <a:pt x="1" y="1849"/>
                  </a:lnTo>
                  <a:lnTo>
                    <a:pt x="3282" y="1849"/>
                  </a:lnTo>
                  <a:lnTo>
                    <a:pt x="328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0" name="Google Shape;1000;p25"/>
            <p:cNvSpPr/>
            <p:nvPr/>
          </p:nvSpPr>
          <p:spPr>
            <a:xfrm>
              <a:off x="5272250" y="2207775"/>
              <a:ext cx="197450" cy="53625"/>
            </a:xfrm>
            <a:custGeom>
              <a:avLst/>
              <a:gdLst/>
              <a:ahLst/>
              <a:cxnLst/>
              <a:rect l="l" t="t" r="r" b="b"/>
              <a:pathLst>
                <a:path w="7898" h="2145" extrusionOk="0">
                  <a:moveTo>
                    <a:pt x="0" y="0"/>
                  </a:moveTo>
                  <a:lnTo>
                    <a:pt x="0" y="2144"/>
                  </a:lnTo>
                  <a:lnTo>
                    <a:pt x="7897" y="2144"/>
                  </a:lnTo>
                  <a:lnTo>
                    <a:pt x="7897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1" name="Google Shape;1001;p25"/>
            <p:cNvSpPr/>
            <p:nvPr/>
          </p:nvSpPr>
          <p:spPr>
            <a:xfrm>
              <a:off x="5272250" y="2317425"/>
              <a:ext cx="266625" cy="25725"/>
            </a:xfrm>
            <a:custGeom>
              <a:avLst/>
              <a:gdLst/>
              <a:ahLst/>
              <a:cxnLst/>
              <a:rect l="l" t="t" r="r" b="b"/>
              <a:pathLst>
                <a:path w="10665" h="1029" extrusionOk="0">
                  <a:moveTo>
                    <a:pt x="0" y="0"/>
                  </a:moveTo>
                  <a:lnTo>
                    <a:pt x="0" y="1029"/>
                  </a:lnTo>
                  <a:lnTo>
                    <a:pt x="10665" y="102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5272250" y="2378400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1"/>
                  </a:moveTo>
                  <a:lnTo>
                    <a:pt x="0" y="1040"/>
                  </a:lnTo>
                  <a:lnTo>
                    <a:pt x="10665" y="1040"/>
                  </a:lnTo>
                  <a:lnTo>
                    <a:pt x="10665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3" name="Google Shape;1003;p25"/>
            <p:cNvSpPr/>
            <p:nvPr/>
          </p:nvSpPr>
          <p:spPr>
            <a:xfrm>
              <a:off x="2347425" y="2285700"/>
              <a:ext cx="173125" cy="173125"/>
            </a:xfrm>
            <a:custGeom>
              <a:avLst/>
              <a:gdLst/>
              <a:ahLst/>
              <a:cxnLst/>
              <a:rect l="l" t="t" r="r" b="b"/>
              <a:pathLst>
                <a:path w="6925" h="6925" extrusionOk="0">
                  <a:moveTo>
                    <a:pt x="3457" y="1"/>
                  </a:moveTo>
                  <a:lnTo>
                    <a:pt x="3282" y="12"/>
                  </a:lnTo>
                  <a:lnTo>
                    <a:pt x="3107" y="23"/>
                  </a:lnTo>
                  <a:lnTo>
                    <a:pt x="2932" y="44"/>
                  </a:lnTo>
                  <a:lnTo>
                    <a:pt x="2768" y="77"/>
                  </a:lnTo>
                  <a:lnTo>
                    <a:pt x="2593" y="110"/>
                  </a:lnTo>
                  <a:lnTo>
                    <a:pt x="2429" y="165"/>
                  </a:lnTo>
                  <a:lnTo>
                    <a:pt x="2276" y="219"/>
                  </a:lnTo>
                  <a:lnTo>
                    <a:pt x="2112" y="274"/>
                  </a:lnTo>
                  <a:lnTo>
                    <a:pt x="1959" y="351"/>
                  </a:lnTo>
                  <a:lnTo>
                    <a:pt x="1817" y="427"/>
                  </a:lnTo>
                  <a:lnTo>
                    <a:pt x="1663" y="504"/>
                  </a:lnTo>
                  <a:lnTo>
                    <a:pt x="1532" y="591"/>
                  </a:lnTo>
                  <a:lnTo>
                    <a:pt x="1390" y="690"/>
                  </a:lnTo>
                  <a:lnTo>
                    <a:pt x="1259" y="799"/>
                  </a:lnTo>
                  <a:lnTo>
                    <a:pt x="1138" y="909"/>
                  </a:lnTo>
                  <a:lnTo>
                    <a:pt x="1018" y="1018"/>
                  </a:lnTo>
                  <a:lnTo>
                    <a:pt x="898" y="1138"/>
                  </a:lnTo>
                  <a:lnTo>
                    <a:pt x="788" y="1269"/>
                  </a:lnTo>
                  <a:lnTo>
                    <a:pt x="690" y="1390"/>
                  </a:lnTo>
                  <a:lnTo>
                    <a:pt x="592" y="1532"/>
                  </a:lnTo>
                  <a:lnTo>
                    <a:pt x="504" y="1674"/>
                  </a:lnTo>
                  <a:lnTo>
                    <a:pt x="417" y="1816"/>
                  </a:lnTo>
                  <a:lnTo>
                    <a:pt x="340" y="1970"/>
                  </a:lnTo>
                  <a:lnTo>
                    <a:pt x="274" y="2123"/>
                  </a:lnTo>
                  <a:lnTo>
                    <a:pt x="209" y="2276"/>
                  </a:lnTo>
                  <a:lnTo>
                    <a:pt x="165" y="2440"/>
                  </a:lnTo>
                  <a:lnTo>
                    <a:pt x="110" y="2604"/>
                  </a:lnTo>
                  <a:lnTo>
                    <a:pt x="77" y="2768"/>
                  </a:lnTo>
                  <a:lnTo>
                    <a:pt x="45" y="2932"/>
                  </a:lnTo>
                  <a:lnTo>
                    <a:pt x="23" y="3107"/>
                  </a:lnTo>
                  <a:lnTo>
                    <a:pt x="12" y="3282"/>
                  </a:lnTo>
                  <a:lnTo>
                    <a:pt x="1" y="3468"/>
                  </a:lnTo>
                  <a:lnTo>
                    <a:pt x="12" y="3643"/>
                  </a:lnTo>
                  <a:lnTo>
                    <a:pt x="23" y="3818"/>
                  </a:lnTo>
                  <a:lnTo>
                    <a:pt x="45" y="3993"/>
                  </a:lnTo>
                  <a:lnTo>
                    <a:pt x="77" y="4157"/>
                  </a:lnTo>
                  <a:lnTo>
                    <a:pt x="110" y="4332"/>
                  </a:lnTo>
                  <a:lnTo>
                    <a:pt x="165" y="4496"/>
                  </a:lnTo>
                  <a:lnTo>
                    <a:pt x="209" y="4649"/>
                  </a:lnTo>
                  <a:lnTo>
                    <a:pt x="274" y="4813"/>
                  </a:lnTo>
                  <a:lnTo>
                    <a:pt x="340" y="4967"/>
                  </a:lnTo>
                  <a:lnTo>
                    <a:pt x="417" y="5109"/>
                  </a:lnTo>
                  <a:lnTo>
                    <a:pt x="504" y="5262"/>
                  </a:lnTo>
                  <a:lnTo>
                    <a:pt x="592" y="5393"/>
                  </a:lnTo>
                  <a:lnTo>
                    <a:pt x="690" y="5535"/>
                  </a:lnTo>
                  <a:lnTo>
                    <a:pt x="788" y="5667"/>
                  </a:lnTo>
                  <a:lnTo>
                    <a:pt x="898" y="5787"/>
                  </a:lnTo>
                  <a:lnTo>
                    <a:pt x="1018" y="5907"/>
                  </a:lnTo>
                  <a:lnTo>
                    <a:pt x="1138" y="6028"/>
                  </a:lnTo>
                  <a:lnTo>
                    <a:pt x="1259" y="6137"/>
                  </a:lnTo>
                  <a:lnTo>
                    <a:pt x="1390" y="6235"/>
                  </a:lnTo>
                  <a:lnTo>
                    <a:pt x="1532" y="6334"/>
                  </a:lnTo>
                  <a:lnTo>
                    <a:pt x="1663" y="6421"/>
                  </a:lnTo>
                  <a:lnTo>
                    <a:pt x="1817" y="6509"/>
                  </a:lnTo>
                  <a:lnTo>
                    <a:pt x="1959" y="6585"/>
                  </a:lnTo>
                  <a:lnTo>
                    <a:pt x="2112" y="6651"/>
                  </a:lnTo>
                  <a:lnTo>
                    <a:pt x="2276" y="6717"/>
                  </a:lnTo>
                  <a:lnTo>
                    <a:pt x="2429" y="6771"/>
                  </a:lnTo>
                  <a:lnTo>
                    <a:pt x="2593" y="6815"/>
                  </a:lnTo>
                  <a:lnTo>
                    <a:pt x="2768" y="6848"/>
                  </a:lnTo>
                  <a:lnTo>
                    <a:pt x="2932" y="6881"/>
                  </a:lnTo>
                  <a:lnTo>
                    <a:pt x="3107" y="6903"/>
                  </a:lnTo>
                  <a:lnTo>
                    <a:pt x="3282" y="6913"/>
                  </a:lnTo>
                  <a:lnTo>
                    <a:pt x="3457" y="6924"/>
                  </a:lnTo>
                  <a:lnTo>
                    <a:pt x="3643" y="6913"/>
                  </a:lnTo>
                  <a:lnTo>
                    <a:pt x="3818" y="6903"/>
                  </a:lnTo>
                  <a:lnTo>
                    <a:pt x="3993" y="6881"/>
                  </a:lnTo>
                  <a:lnTo>
                    <a:pt x="4157" y="6848"/>
                  </a:lnTo>
                  <a:lnTo>
                    <a:pt x="4321" y="6815"/>
                  </a:lnTo>
                  <a:lnTo>
                    <a:pt x="4485" y="6771"/>
                  </a:lnTo>
                  <a:lnTo>
                    <a:pt x="4650" y="6717"/>
                  </a:lnTo>
                  <a:lnTo>
                    <a:pt x="4803" y="6651"/>
                  </a:lnTo>
                  <a:lnTo>
                    <a:pt x="4956" y="6585"/>
                  </a:lnTo>
                  <a:lnTo>
                    <a:pt x="5109" y="6509"/>
                  </a:lnTo>
                  <a:lnTo>
                    <a:pt x="5251" y="6421"/>
                  </a:lnTo>
                  <a:lnTo>
                    <a:pt x="5393" y="6334"/>
                  </a:lnTo>
                  <a:lnTo>
                    <a:pt x="5535" y="6235"/>
                  </a:lnTo>
                  <a:lnTo>
                    <a:pt x="5667" y="6137"/>
                  </a:lnTo>
                  <a:lnTo>
                    <a:pt x="5787" y="6028"/>
                  </a:lnTo>
                  <a:lnTo>
                    <a:pt x="5907" y="5907"/>
                  </a:lnTo>
                  <a:lnTo>
                    <a:pt x="6017" y="5787"/>
                  </a:lnTo>
                  <a:lnTo>
                    <a:pt x="6126" y="5667"/>
                  </a:lnTo>
                  <a:lnTo>
                    <a:pt x="6236" y="5535"/>
                  </a:lnTo>
                  <a:lnTo>
                    <a:pt x="6334" y="5393"/>
                  </a:lnTo>
                  <a:lnTo>
                    <a:pt x="6421" y="5262"/>
                  </a:lnTo>
                  <a:lnTo>
                    <a:pt x="6498" y="5109"/>
                  </a:lnTo>
                  <a:lnTo>
                    <a:pt x="6575" y="4967"/>
                  </a:lnTo>
                  <a:lnTo>
                    <a:pt x="6651" y="4813"/>
                  </a:lnTo>
                  <a:lnTo>
                    <a:pt x="6706" y="4649"/>
                  </a:lnTo>
                  <a:lnTo>
                    <a:pt x="6761" y="4496"/>
                  </a:lnTo>
                  <a:lnTo>
                    <a:pt x="6815" y="4332"/>
                  </a:lnTo>
                  <a:lnTo>
                    <a:pt x="6848" y="4157"/>
                  </a:lnTo>
                  <a:lnTo>
                    <a:pt x="6881" y="3993"/>
                  </a:lnTo>
                  <a:lnTo>
                    <a:pt x="6903" y="3818"/>
                  </a:lnTo>
                  <a:lnTo>
                    <a:pt x="6914" y="3643"/>
                  </a:lnTo>
                  <a:lnTo>
                    <a:pt x="6925" y="3468"/>
                  </a:lnTo>
                  <a:lnTo>
                    <a:pt x="6914" y="3282"/>
                  </a:lnTo>
                  <a:lnTo>
                    <a:pt x="6903" y="3107"/>
                  </a:lnTo>
                  <a:lnTo>
                    <a:pt x="6881" y="2932"/>
                  </a:lnTo>
                  <a:lnTo>
                    <a:pt x="6848" y="2768"/>
                  </a:lnTo>
                  <a:lnTo>
                    <a:pt x="6815" y="2604"/>
                  </a:lnTo>
                  <a:lnTo>
                    <a:pt x="6761" y="2440"/>
                  </a:lnTo>
                  <a:lnTo>
                    <a:pt x="6706" y="2276"/>
                  </a:lnTo>
                  <a:lnTo>
                    <a:pt x="6651" y="2123"/>
                  </a:lnTo>
                  <a:lnTo>
                    <a:pt x="6575" y="1970"/>
                  </a:lnTo>
                  <a:lnTo>
                    <a:pt x="6498" y="1816"/>
                  </a:lnTo>
                  <a:lnTo>
                    <a:pt x="6421" y="1674"/>
                  </a:lnTo>
                  <a:lnTo>
                    <a:pt x="6334" y="1532"/>
                  </a:lnTo>
                  <a:lnTo>
                    <a:pt x="6236" y="1390"/>
                  </a:lnTo>
                  <a:lnTo>
                    <a:pt x="6126" y="1269"/>
                  </a:lnTo>
                  <a:lnTo>
                    <a:pt x="6017" y="1138"/>
                  </a:lnTo>
                  <a:lnTo>
                    <a:pt x="5907" y="1018"/>
                  </a:lnTo>
                  <a:lnTo>
                    <a:pt x="5787" y="909"/>
                  </a:lnTo>
                  <a:lnTo>
                    <a:pt x="5667" y="799"/>
                  </a:lnTo>
                  <a:lnTo>
                    <a:pt x="5535" y="690"/>
                  </a:lnTo>
                  <a:lnTo>
                    <a:pt x="5393" y="591"/>
                  </a:lnTo>
                  <a:lnTo>
                    <a:pt x="5251" y="504"/>
                  </a:lnTo>
                  <a:lnTo>
                    <a:pt x="5109" y="427"/>
                  </a:lnTo>
                  <a:lnTo>
                    <a:pt x="4956" y="351"/>
                  </a:lnTo>
                  <a:lnTo>
                    <a:pt x="4803" y="274"/>
                  </a:lnTo>
                  <a:lnTo>
                    <a:pt x="4650" y="219"/>
                  </a:lnTo>
                  <a:lnTo>
                    <a:pt x="4485" y="165"/>
                  </a:lnTo>
                  <a:lnTo>
                    <a:pt x="4321" y="110"/>
                  </a:lnTo>
                  <a:lnTo>
                    <a:pt x="4157" y="77"/>
                  </a:lnTo>
                  <a:lnTo>
                    <a:pt x="3993" y="44"/>
                  </a:lnTo>
                  <a:lnTo>
                    <a:pt x="3818" y="23"/>
                  </a:lnTo>
                  <a:lnTo>
                    <a:pt x="3643" y="12"/>
                  </a:lnTo>
                  <a:lnTo>
                    <a:pt x="345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4" name="Google Shape;1004;p25"/>
            <p:cNvSpPr/>
            <p:nvPr/>
          </p:nvSpPr>
          <p:spPr>
            <a:xfrm>
              <a:off x="2615150" y="2303475"/>
              <a:ext cx="685275" cy="53625"/>
            </a:xfrm>
            <a:custGeom>
              <a:avLst/>
              <a:gdLst/>
              <a:ahLst/>
              <a:cxnLst/>
              <a:rect l="l" t="t" r="r" b="b"/>
              <a:pathLst>
                <a:path w="27411" h="2145" extrusionOk="0">
                  <a:moveTo>
                    <a:pt x="0" y="1"/>
                  </a:moveTo>
                  <a:lnTo>
                    <a:pt x="0" y="2144"/>
                  </a:lnTo>
                  <a:lnTo>
                    <a:pt x="27411" y="2144"/>
                  </a:lnTo>
                  <a:lnTo>
                    <a:pt x="27411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5" name="Google Shape;1005;p25"/>
            <p:cNvSpPr/>
            <p:nvPr/>
          </p:nvSpPr>
          <p:spPr>
            <a:xfrm>
              <a:off x="2356725" y="2616300"/>
              <a:ext cx="1392150" cy="40500"/>
            </a:xfrm>
            <a:custGeom>
              <a:avLst/>
              <a:gdLst/>
              <a:ahLst/>
              <a:cxnLst/>
              <a:rect l="l" t="t" r="r" b="b"/>
              <a:pathLst>
                <a:path w="55686" h="1620" extrusionOk="0">
                  <a:moveTo>
                    <a:pt x="1" y="1"/>
                  </a:moveTo>
                  <a:lnTo>
                    <a:pt x="1" y="1620"/>
                  </a:lnTo>
                  <a:lnTo>
                    <a:pt x="55686" y="1620"/>
                  </a:lnTo>
                  <a:lnTo>
                    <a:pt x="55686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6" name="Google Shape;1006;p25"/>
            <p:cNvSpPr/>
            <p:nvPr/>
          </p:nvSpPr>
          <p:spPr>
            <a:xfrm>
              <a:off x="2356725" y="2740725"/>
              <a:ext cx="1392150" cy="40500"/>
            </a:xfrm>
            <a:custGeom>
              <a:avLst/>
              <a:gdLst/>
              <a:ahLst/>
              <a:cxnLst/>
              <a:rect l="l" t="t" r="r" b="b"/>
              <a:pathLst>
                <a:path w="55686" h="1620" extrusionOk="0">
                  <a:moveTo>
                    <a:pt x="1" y="0"/>
                  </a:moveTo>
                  <a:lnTo>
                    <a:pt x="1" y="1619"/>
                  </a:lnTo>
                  <a:lnTo>
                    <a:pt x="55686" y="1619"/>
                  </a:lnTo>
                  <a:lnTo>
                    <a:pt x="55686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7" name="Google Shape;1007;p25"/>
            <p:cNvSpPr/>
            <p:nvPr/>
          </p:nvSpPr>
          <p:spPr>
            <a:xfrm>
              <a:off x="2356725" y="2864875"/>
              <a:ext cx="999750" cy="40500"/>
            </a:xfrm>
            <a:custGeom>
              <a:avLst/>
              <a:gdLst/>
              <a:ahLst/>
              <a:cxnLst/>
              <a:rect l="l" t="t" r="r" b="b"/>
              <a:pathLst>
                <a:path w="39990" h="1620" extrusionOk="0">
                  <a:moveTo>
                    <a:pt x="1" y="0"/>
                  </a:moveTo>
                  <a:lnTo>
                    <a:pt x="1" y="1619"/>
                  </a:lnTo>
                  <a:lnTo>
                    <a:pt x="39990" y="1619"/>
                  </a:lnTo>
                  <a:lnTo>
                    <a:pt x="3999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8" name="Google Shape;1008;p25"/>
            <p:cNvSpPr/>
            <p:nvPr/>
          </p:nvSpPr>
          <p:spPr>
            <a:xfrm>
              <a:off x="2615150" y="2416675"/>
              <a:ext cx="379825" cy="53625"/>
            </a:xfrm>
            <a:custGeom>
              <a:avLst/>
              <a:gdLst/>
              <a:ahLst/>
              <a:cxnLst/>
              <a:rect l="l" t="t" r="r" b="b"/>
              <a:pathLst>
                <a:path w="15193" h="2145" extrusionOk="0">
                  <a:moveTo>
                    <a:pt x="0" y="1"/>
                  </a:moveTo>
                  <a:lnTo>
                    <a:pt x="0" y="2145"/>
                  </a:lnTo>
                  <a:lnTo>
                    <a:pt x="15193" y="2145"/>
                  </a:lnTo>
                  <a:lnTo>
                    <a:pt x="15193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9" name="Google Shape;1009;p25"/>
            <p:cNvSpPr/>
            <p:nvPr/>
          </p:nvSpPr>
          <p:spPr>
            <a:xfrm>
              <a:off x="2368775" y="675625"/>
              <a:ext cx="2213025" cy="1371375"/>
            </a:xfrm>
            <a:custGeom>
              <a:avLst/>
              <a:gdLst/>
              <a:ahLst/>
              <a:cxnLst/>
              <a:rect l="l" t="t" r="r" b="b"/>
              <a:pathLst>
                <a:path w="88521" h="54855" extrusionOk="0">
                  <a:moveTo>
                    <a:pt x="0" y="1"/>
                  </a:moveTo>
                  <a:lnTo>
                    <a:pt x="0" y="54855"/>
                  </a:lnTo>
                  <a:lnTo>
                    <a:pt x="88521" y="54855"/>
                  </a:lnTo>
                  <a:lnTo>
                    <a:pt x="8852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0" name="Google Shape;1010;p25"/>
            <p:cNvSpPr/>
            <p:nvPr/>
          </p:nvSpPr>
          <p:spPr>
            <a:xfrm>
              <a:off x="2368775" y="675625"/>
              <a:ext cx="2213025" cy="1371375"/>
            </a:xfrm>
            <a:custGeom>
              <a:avLst/>
              <a:gdLst/>
              <a:ahLst/>
              <a:cxnLst/>
              <a:rect l="l" t="t" r="r" b="b"/>
              <a:pathLst>
                <a:path w="88521" h="54855" fill="none" extrusionOk="0">
                  <a:moveTo>
                    <a:pt x="88521" y="54855"/>
                  </a:moveTo>
                  <a:lnTo>
                    <a:pt x="0" y="54855"/>
                  </a:lnTo>
                  <a:lnTo>
                    <a:pt x="0" y="1"/>
                  </a:lnTo>
                  <a:lnTo>
                    <a:pt x="88521" y="1"/>
                  </a:lnTo>
                  <a:lnTo>
                    <a:pt x="88521" y="548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1" name="Google Shape;1011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extrusionOk="0">
                  <a:moveTo>
                    <a:pt x="1" y="1"/>
                  </a:moveTo>
                  <a:lnTo>
                    <a:pt x="1" y="3282"/>
                  </a:lnTo>
                  <a:lnTo>
                    <a:pt x="1" y="6575"/>
                  </a:lnTo>
                  <a:lnTo>
                    <a:pt x="2845" y="4934"/>
                  </a:lnTo>
                  <a:lnTo>
                    <a:pt x="5700" y="3282"/>
                  </a:lnTo>
                  <a:lnTo>
                    <a:pt x="2845" y="1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2" name="Google Shape;1012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fill="none" extrusionOk="0">
                  <a:moveTo>
                    <a:pt x="1" y="3282"/>
                  </a:moveTo>
                  <a:lnTo>
                    <a:pt x="1" y="1"/>
                  </a:lnTo>
                  <a:lnTo>
                    <a:pt x="2845" y="1642"/>
                  </a:lnTo>
                  <a:lnTo>
                    <a:pt x="5700" y="3282"/>
                  </a:lnTo>
                  <a:lnTo>
                    <a:pt x="2845" y="4934"/>
                  </a:lnTo>
                  <a:lnTo>
                    <a:pt x="1" y="6575"/>
                  </a:lnTo>
                  <a:lnTo>
                    <a:pt x="1" y="328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3" name="Google Shape;1013;p25"/>
            <p:cNvSpPr/>
            <p:nvPr/>
          </p:nvSpPr>
          <p:spPr>
            <a:xfrm>
              <a:off x="3157675" y="1101125"/>
              <a:ext cx="520100" cy="520400"/>
            </a:xfrm>
            <a:custGeom>
              <a:avLst/>
              <a:gdLst/>
              <a:ahLst/>
              <a:cxnLst/>
              <a:rect l="l" t="t" r="r" b="b"/>
              <a:pathLst>
                <a:path w="20804" h="20816" extrusionOk="0">
                  <a:moveTo>
                    <a:pt x="8302" y="7121"/>
                  </a:moveTo>
                  <a:lnTo>
                    <a:pt x="11146" y="8762"/>
                  </a:lnTo>
                  <a:lnTo>
                    <a:pt x="14001" y="10402"/>
                  </a:lnTo>
                  <a:lnTo>
                    <a:pt x="11146" y="12054"/>
                  </a:lnTo>
                  <a:lnTo>
                    <a:pt x="8302" y="13695"/>
                  </a:lnTo>
                  <a:lnTo>
                    <a:pt x="8302" y="10402"/>
                  </a:lnTo>
                  <a:lnTo>
                    <a:pt x="8302" y="7121"/>
                  </a:lnTo>
                  <a:close/>
                  <a:moveTo>
                    <a:pt x="10129" y="0"/>
                  </a:moveTo>
                  <a:lnTo>
                    <a:pt x="9866" y="11"/>
                  </a:lnTo>
                  <a:lnTo>
                    <a:pt x="9604" y="33"/>
                  </a:lnTo>
                  <a:lnTo>
                    <a:pt x="9341" y="55"/>
                  </a:lnTo>
                  <a:lnTo>
                    <a:pt x="9079" y="88"/>
                  </a:lnTo>
                  <a:lnTo>
                    <a:pt x="8816" y="121"/>
                  </a:lnTo>
                  <a:lnTo>
                    <a:pt x="8302" y="219"/>
                  </a:lnTo>
                  <a:lnTo>
                    <a:pt x="7799" y="328"/>
                  </a:lnTo>
                  <a:lnTo>
                    <a:pt x="7307" y="471"/>
                  </a:lnTo>
                  <a:lnTo>
                    <a:pt x="6825" y="635"/>
                  </a:lnTo>
                  <a:lnTo>
                    <a:pt x="6355" y="821"/>
                  </a:lnTo>
                  <a:lnTo>
                    <a:pt x="5896" y="1028"/>
                  </a:lnTo>
                  <a:lnTo>
                    <a:pt x="5447" y="1258"/>
                  </a:lnTo>
                  <a:lnTo>
                    <a:pt x="5010" y="1510"/>
                  </a:lnTo>
                  <a:lnTo>
                    <a:pt x="4583" y="1783"/>
                  </a:lnTo>
                  <a:lnTo>
                    <a:pt x="4178" y="2068"/>
                  </a:lnTo>
                  <a:lnTo>
                    <a:pt x="3785" y="2374"/>
                  </a:lnTo>
                  <a:lnTo>
                    <a:pt x="3402" y="2702"/>
                  </a:lnTo>
                  <a:lnTo>
                    <a:pt x="3041" y="3052"/>
                  </a:lnTo>
                  <a:lnTo>
                    <a:pt x="2702" y="3413"/>
                  </a:lnTo>
                  <a:lnTo>
                    <a:pt x="2374" y="3785"/>
                  </a:lnTo>
                  <a:lnTo>
                    <a:pt x="2067" y="4179"/>
                  </a:lnTo>
                  <a:lnTo>
                    <a:pt x="1772" y="4594"/>
                  </a:lnTo>
                  <a:lnTo>
                    <a:pt x="1499" y="5010"/>
                  </a:lnTo>
                  <a:lnTo>
                    <a:pt x="1258" y="5447"/>
                  </a:lnTo>
                  <a:lnTo>
                    <a:pt x="1028" y="5896"/>
                  </a:lnTo>
                  <a:lnTo>
                    <a:pt x="809" y="6355"/>
                  </a:lnTo>
                  <a:lnTo>
                    <a:pt x="623" y="6826"/>
                  </a:lnTo>
                  <a:lnTo>
                    <a:pt x="459" y="7318"/>
                  </a:lnTo>
                  <a:lnTo>
                    <a:pt x="328" y="7810"/>
                  </a:lnTo>
                  <a:lnTo>
                    <a:pt x="208" y="8313"/>
                  </a:lnTo>
                  <a:lnTo>
                    <a:pt x="120" y="8827"/>
                  </a:lnTo>
                  <a:lnTo>
                    <a:pt x="77" y="9079"/>
                  </a:lnTo>
                  <a:lnTo>
                    <a:pt x="55" y="9341"/>
                  </a:lnTo>
                  <a:lnTo>
                    <a:pt x="22" y="9604"/>
                  </a:lnTo>
                  <a:lnTo>
                    <a:pt x="11" y="9866"/>
                  </a:lnTo>
                  <a:lnTo>
                    <a:pt x="0" y="10140"/>
                  </a:lnTo>
                  <a:lnTo>
                    <a:pt x="0" y="10402"/>
                  </a:lnTo>
                  <a:lnTo>
                    <a:pt x="0" y="10676"/>
                  </a:lnTo>
                  <a:lnTo>
                    <a:pt x="11" y="10938"/>
                  </a:lnTo>
                  <a:lnTo>
                    <a:pt x="22" y="11212"/>
                  </a:lnTo>
                  <a:lnTo>
                    <a:pt x="55" y="11474"/>
                  </a:lnTo>
                  <a:lnTo>
                    <a:pt x="77" y="11737"/>
                  </a:lnTo>
                  <a:lnTo>
                    <a:pt x="120" y="11988"/>
                  </a:lnTo>
                  <a:lnTo>
                    <a:pt x="208" y="12502"/>
                  </a:lnTo>
                  <a:lnTo>
                    <a:pt x="328" y="13006"/>
                  </a:lnTo>
                  <a:lnTo>
                    <a:pt x="459" y="13498"/>
                  </a:lnTo>
                  <a:lnTo>
                    <a:pt x="623" y="13979"/>
                  </a:lnTo>
                  <a:lnTo>
                    <a:pt x="809" y="14460"/>
                  </a:lnTo>
                  <a:lnTo>
                    <a:pt x="1028" y="14920"/>
                  </a:lnTo>
                  <a:lnTo>
                    <a:pt x="1258" y="15368"/>
                  </a:lnTo>
                  <a:lnTo>
                    <a:pt x="1499" y="15806"/>
                  </a:lnTo>
                  <a:lnTo>
                    <a:pt x="1772" y="16221"/>
                  </a:lnTo>
                  <a:lnTo>
                    <a:pt x="2067" y="16637"/>
                  </a:lnTo>
                  <a:lnTo>
                    <a:pt x="2374" y="17020"/>
                  </a:lnTo>
                  <a:lnTo>
                    <a:pt x="2702" y="17403"/>
                  </a:lnTo>
                  <a:lnTo>
                    <a:pt x="3041" y="17764"/>
                  </a:lnTo>
                  <a:lnTo>
                    <a:pt x="3402" y="18114"/>
                  </a:lnTo>
                  <a:lnTo>
                    <a:pt x="3785" y="18431"/>
                  </a:lnTo>
                  <a:lnTo>
                    <a:pt x="4178" y="18748"/>
                  </a:lnTo>
                  <a:lnTo>
                    <a:pt x="4583" y="19032"/>
                  </a:lnTo>
                  <a:lnTo>
                    <a:pt x="5010" y="19306"/>
                  </a:lnTo>
                  <a:lnTo>
                    <a:pt x="5447" y="19557"/>
                  </a:lnTo>
                  <a:lnTo>
                    <a:pt x="5896" y="19787"/>
                  </a:lnTo>
                  <a:lnTo>
                    <a:pt x="6355" y="19995"/>
                  </a:lnTo>
                  <a:lnTo>
                    <a:pt x="6825" y="20181"/>
                  </a:lnTo>
                  <a:lnTo>
                    <a:pt x="7307" y="20345"/>
                  </a:lnTo>
                  <a:lnTo>
                    <a:pt x="7799" y="20487"/>
                  </a:lnTo>
                  <a:lnTo>
                    <a:pt x="8302" y="20597"/>
                  </a:lnTo>
                  <a:lnTo>
                    <a:pt x="8816" y="20695"/>
                  </a:lnTo>
                  <a:lnTo>
                    <a:pt x="9079" y="20728"/>
                  </a:lnTo>
                  <a:lnTo>
                    <a:pt x="9341" y="20761"/>
                  </a:lnTo>
                  <a:lnTo>
                    <a:pt x="9604" y="20782"/>
                  </a:lnTo>
                  <a:lnTo>
                    <a:pt x="9866" y="20793"/>
                  </a:lnTo>
                  <a:lnTo>
                    <a:pt x="10129" y="20804"/>
                  </a:lnTo>
                  <a:lnTo>
                    <a:pt x="10402" y="20815"/>
                  </a:lnTo>
                  <a:lnTo>
                    <a:pt x="10675" y="20804"/>
                  </a:lnTo>
                  <a:lnTo>
                    <a:pt x="10938" y="20793"/>
                  </a:lnTo>
                  <a:lnTo>
                    <a:pt x="11200" y="20782"/>
                  </a:lnTo>
                  <a:lnTo>
                    <a:pt x="11463" y="20761"/>
                  </a:lnTo>
                  <a:lnTo>
                    <a:pt x="11726" y="20728"/>
                  </a:lnTo>
                  <a:lnTo>
                    <a:pt x="11988" y="20695"/>
                  </a:lnTo>
                  <a:lnTo>
                    <a:pt x="12502" y="20597"/>
                  </a:lnTo>
                  <a:lnTo>
                    <a:pt x="13005" y="20487"/>
                  </a:lnTo>
                  <a:lnTo>
                    <a:pt x="13497" y="20345"/>
                  </a:lnTo>
                  <a:lnTo>
                    <a:pt x="13979" y="20181"/>
                  </a:lnTo>
                  <a:lnTo>
                    <a:pt x="14449" y="19995"/>
                  </a:lnTo>
                  <a:lnTo>
                    <a:pt x="14908" y="19787"/>
                  </a:lnTo>
                  <a:lnTo>
                    <a:pt x="15357" y="19557"/>
                  </a:lnTo>
                  <a:lnTo>
                    <a:pt x="15794" y="19306"/>
                  </a:lnTo>
                  <a:lnTo>
                    <a:pt x="16221" y="19032"/>
                  </a:lnTo>
                  <a:lnTo>
                    <a:pt x="16626" y="18748"/>
                  </a:lnTo>
                  <a:lnTo>
                    <a:pt x="17019" y="18431"/>
                  </a:lnTo>
                  <a:lnTo>
                    <a:pt x="17402" y="18114"/>
                  </a:lnTo>
                  <a:lnTo>
                    <a:pt x="17763" y="17764"/>
                  </a:lnTo>
                  <a:lnTo>
                    <a:pt x="18102" y="17403"/>
                  </a:lnTo>
                  <a:lnTo>
                    <a:pt x="18430" y="17020"/>
                  </a:lnTo>
                  <a:lnTo>
                    <a:pt x="18737" y="16637"/>
                  </a:lnTo>
                  <a:lnTo>
                    <a:pt x="19032" y="16221"/>
                  </a:lnTo>
                  <a:lnTo>
                    <a:pt x="19295" y="15806"/>
                  </a:lnTo>
                  <a:lnTo>
                    <a:pt x="19546" y="15368"/>
                  </a:lnTo>
                  <a:lnTo>
                    <a:pt x="19776" y="14920"/>
                  </a:lnTo>
                  <a:lnTo>
                    <a:pt x="19984" y="14460"/>
                  </a:lnTo>
                  <a:lnTo>
                    <a:pt x="20170" y="13979"/>
                  </a:lnTo>
                  <a:lnTo>
                    <a:pt x="20334" y="13498"/>
                  </a:lnTo>
                  <a:lnTo>
                    <a:pt x="20476" y="13006"/>
                  </a:lnTo>
                  <a:lnTo>
                    <a:pt x="20596" y="12502"/>
                  </a:lnTo>
                  <a:lnTo>
                    <a:pt x="20684" y="11988"/>
                  </a:lnTo>
                  <a:lnTo>
                    <a:pt x="20727" y="11737"/>
                  </a:lnTo>
                  <a:lnTo>
                    <a:pt x="20749" y="11474"/>
                  </a:lnTo>
                  <a:lnTo>
                    <a:pt x="20771" y="11212"/>
                  </a:lnTo>
                  <a:lnTo>
                    <a:pt x="20793" y="10938"/>
                  </a:lnTo>
                  <a:lnTo>
                    <a:pt x="20804" y="10676"/>
                  </a:lnTo>
                  <a:lnTo>
                    <a:pt x="20804" y="10402"/>
                  </a:lnTo>
                  <a:lnTo>
                    <a:pt x="20804" y="10140"/>
                  </a:lnTo>
                  <a:lnTo>
                    <a:pt x="20793" y="9866"/>
                  </a:lnTo>
                  <a:lnTo>
                    <a:pt x="20771" y="9604"/>
                  </a:lnTo>
                  <a:lnTo>
                    <a:pt x="20749" y="9341"/>
                  </a:lnTo>
                  <a:lnTo>
                    <a:pt x="20727" y="9079"/>
                  </a:lnTo>
                  <a:lnTo>
                    <a:pt x="20684" y="8827"/>
                  </a:lnTo>
                  <a:lnTo>
                    <a:pt x="20596" y="8313"/>
                  </a:lnTo>
                  <a:lnTo>
                    <a:pt x="20476" y="7810"/>
                  </a:lnTo>
                  <a:lnTo>
                    <a:pt x="20334" y="7318"/>
                  </a:lnTo>
                  <a:lnTo>
                    <a:pt x="20170" y="6826"/>
                  </a:lnTo>
                  <a:lnTo>
                    <a:pt x="19984" y="6355"/>
                  </a:lnTo>
                  <a:lnTo>
                    <a:pt x="19776" y="5896"/>
                  </a:lnTo>
                  <a:lnTo>
                    <a:pt x="19546" y="5447"/>
                  </a:lnTo>
                  <a:lnTo>
                    <a:pt x="19295" y="5010"/>
                  </a:lnTo>
                  <a:lnTo>
                    <a:pt x="19032" y="4594"/>
                  </a:lnTo>
                  <a:lnTo>
                    <a:pt x="18737" y="4179"/>
                  </a:lnTo>
                  <a:lnTo>
                    <a:pt x="18430" y="3785"/>
                  </a:lnTo>
                  <a:lnTo>
                    <a:pt x="18102" y="3413"/>
                  </a:lnTo>
                  <a:lnTo>
                    <a:pt x="17763" y="3052"/>
                  </a:lnTo>
                  <a:lnTo>
                    <a:pt x="17402" y="2702"/>
                  </a:lnTo>
                  <a:lnTo>
                    <a:pt x="17019" y="2374"/>
                  </a:lnTo>
                  <a:lnTo>
                    <a:pt x="16626" y="2068"/>
                  </a:lnTo>
                  <a:lnTo>
                    <a:pt x="16221" y="1783"/>
                  </a:lnTo>
                  <a:lnTo>
                    <a:pt x="15794" y="1510"/>
                  </a:lnTo>
                  <a:lnTo>
                    <a:pt x="15357" y="1258"/>
                  </a:lnTo>
                  <a:lnTo>
                    <a:pt x="14908" y="1028"/>
                  </a:lnTo>
                  <a:lnTo>
                    <a:pt x="14449" y="821"/>
                  </a:lnTo>
                  <a:lnTo>
                    <a:pt x="13979" y="635"/>
                  </a:lnTo>
                  <a:lnTo>
                    <a:pt x="13497" y="471"/>
                  </a:lnTo>
                  <a:lnTo>
                    <a:pt x="13005" y="328"/>
                  </a:lnTo>
                  <a:lnTo>
                    <a:pt x="12502" y="219"/>
                  </a:lnTo>
                  <a:lnTo>
                    <a:pt x="11988" y="121"/>
                  </a:lnTo>
                  <a:lnTo>
                    <a:pt x="11726" y="88"/>
                  </a:lnTo>
                  <a:lnTo>
                    <a:pt x="11463" y="55"/>
                  </a:lnTo>
                  <a:lnTo>
                    <a:pt x="11200" y="33"/>
                  </a:lnTo>
                  <a:lnTo>
                    <a:pt x="10938" y="11"/>
                  </a:lnTo>
                  <a:lnTo>
                    <a:pt x="10675" y="0"/>
                  </a:lnTo>
                  <a:close/>
                </a:path>
              </a:pathLst>
            </a:custGeom>
            <a:solidFill>
              <a:srgbClr val="FFFFFF">
                <a:alpha val="66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4" name="Google Shape;1014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fill="none" extrusionOk="0">
                  <a:moveTo>
                    <a:pt x="1" y="6575"/>
                  </a:moveTo>
                  <a:lnTo>
                    <a:pt x="1" y="3282"/>
                  </a:lnTo>
                  <a:lnTo>
                    <a:pt x="1" y="1"/>
                  </a:lnTo>
                  <a:lnTo>
                    <a:pt x="2845" y="1642"/>
                  </a:lnTo>
                  <a:lnTo>
                    <a:pt x="5700" y="3282"/>
                  </a:lnTo>
                  <a:lnTo>
                    <a:pt x="2845" y="4934"/>
                  </a:lnTo>
                  <a:lnTo>
                    <a:pt x="1" y="657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5" name="Google Shape;1015;p25"/>
            <p:cNvSpPr/>
            <p:nvPr/>
          </p:nvSpPr>
          <p:spPr>
            <a:xfrm>
              <a:off x="3157675" y="1101125"/>
              <a:ext cx="520100" cy="520400"/>
            </a:xfrm>
            <a:custGeom>
              <a:avLst/>
              <a:gdLst/>
              <a:ahLst/>
              <a:cxnLst/>
              <a:rect l="l" t="t" r="r" b="b"/>
              <a:pathLst>
                <a:path w="20804" h="20816" fill="none" extrusionOk="0">
                  <a:moveTo>
                    <a:pt x="10402" y="0"/>
                  </a:moveTo>
                  <a:lnTo>
                    <a:pt x="10402" y="0"/>
                  </a:lnTo>
                  <a:lnTo>
                    <a:pt x="10129" y="0"/>
                  </a:lnTo>
                  <a:lnTo>
                    <a:pt x="9866" y="11"/>
                  </a:lnTo>
                  <a:lnTo>
                    <a:pt x="9604" y="33"/>
                  </a:lnTo>
                  <a:lnTo>
                    <a:pt x="9341" y="55"/>
                  </a:lnTo>
                  <a:lnTo>
                    <a:pt x="9079" y="88"/>
                  </a:lnTo>
                  <a:lnTo>
                    <a:pt x="8816" y="121"/>
                  </a:lnTo>
                  <a:lnTo>
                    <a:pt x="8302" y="219"/>
                  </a:lnTo>
                  <a:lnTo>
                    <a:pt x="7799" y="328"/>
                  </a:lnTo>
                  <a:lnTo>
                    <a:pt x="7307" y="471"/>
                  </a:lnTo>
                  <a:lnTo>
                    <a:pt x="6825" y="635"/>
                  </a:lnTo>
                  <a:lnTo>
                    <a:pt x="6355" y="821"/>
                  </a:lnTo>
                  <a:lnTo>
                    <a:pt x="5896" y="1028"/>
                  </a:lnTo>
                  <a:lnTo>
                    <a:pt x="5447" y="1258"/>
                  </a:lnTo>
                  <a:lnTo>
                    <a:pt x="5010" y="1510"/>
                  </a:lnTo>
                  <a:lnTo>
                    <a:pt x="4583" y="1783"/>
                  </a:lnTo>
                  <a:lnTo>
                    <a:pt x="4178" y="2068"/>
                  </a:lnTo>
                  <a:lnTo>
                    <a:pt x="3785" y="2374"/>
                  </a:lnTo>
                  <a:lnTo>
                    <a:pt x="3402" y="2702"/>
                  </a:lnTo>
                  <a:lnTo>
                    <a:pt x="3041" y="3052"/>
                  </a:lnTo>
                  <a:lnTo>
                    <a:pt x="2702" y="3413"/>
                  </a:lnTo>
                  <a:lnTo>
                    <a:pt x="2374" y="3785"/>
                  </a:lnTo>
                  <a:lnTo>
                    <a:pt x="2067" y="4179"/>
                  </a:lnTo>
                  <a:lnTo>
                    <a:pt x="1772" y="4594"/>
                  </a:lnTo>
                  <a:lnTo>
                    <a:pt x="1499" y="5010"/>
                  </a:lnTo>
                  <a:lnTo>
                    <a:pt x="1258" y="5447"/>
                  </a:lnTo>
                  <a:lnTo>
                    <a:pt x="1028" y="5896"/>
                  </a:lnTo>
                  <a:lnTo>
                    <a:pt x="809" y="6355"/>
                  </a:lnTo>
                  <a:lnTo>
                    <a:pt x="623" y="6826"/>
                  </a:lnTo>
                  <a:lnTo>
                    <a:pt x="459" y="7318"/>
                  </a:lnTo>
                  <a:lnTo>
                    <a:pt x="328" y="7810"/>
                  </a:lnTo>
                  <a:lnTo>
                    <a:pt x="208" y="8313"/>
                  </a:lnTo>
                  <a:lnTo>
                    <a:pt x="120" y="8827"/>
                  </a:lnTo>
                  <a:lnTo>
                    <a:pt x="77" y="9079"/>
                  </a:lnTo>
                  <a:lnTo>
                    <a:pt x="55" y="9341"/>
                  </a:lnTo>
                  <a:lnTo>
                    <a:pt x="22" y="9604"/>
                  </a:lnTo>
                  <a:lnTo>
                    <a:pt x="11" y="9866"/>
                  </a:lnTo>
                  <a:lnTo>
                    <a:pt x="0" y="10140"/>
                  </a:lnTo>
                  <a:lnTo>
                    <a:pt x="0" y="10402"/>
                  </a:lnTo>
                  <a:lnTo>
                    <a:pt x="0" y="10402"/>
                  </a:lnTo>
                  <a:lnTo>
                    <a:pt x="0" y="10676"/>
                  </a:lnTo>
                  <a:lnTo>
                    <a:pt x="11" y="10938"/>
                  </a:lnTo>
                  <a:lnTo>
                    <a:pt x="22" y="11212"/>
                  </a:lnTo>
                  <a:lnTo>
                    <a:pt x="55" y="11474"/>
                  </a:lnTo>
                  <a:lnTo>
                    <a:pt x="77" y="11737"/>
                  </a:lnTo>
                  <a:lnTo>
                    <a:pt x="120" y="11988"/>
                  </a:lnTo>
                  <a:lnTo>
                    <a:pt x="208" y="12502"/>
                  </a:lnTo>
                  <a:lnTo>
                    <a:pt x="328" y="13006"/>
                  </a:lnTo>
                  <a:lnTo>
                    <a:pt x="459" y="13498"/>
                  </a:lnTo>
                  <a:lnTo>
                    <a:pt x="623" y="13979"/>
                  </a:lnTo>
                  <a:lnTo>
                    <a:pt x="809" y="14460"/>
                  </a:lnTo>
                  <a:lnTo>
                    <a:pt x="1028" y="14920"/>
                  </a:lnTo>
                  <a:lnTo>
                    <a:pt x="1258" y="15368"/>
                  </a:lnTo>
                  <a:lnTo>
                    <a:pt x="1499" y="15806"/>
                  </a:lnTo>
                  <a:lnTo>
                    <a:pt x="1772" y="16221"/>
                  </a:lnTo>
                  <a:lnTo>
                    <a:pt x="2067" y="16637"/>
                  </a:lnTo>
                  <a:lnTo>
                    <a:pt x="2374" y="17020"/>
                  </a:lnTo>
                  <a:lnTo>
                    <a:pt x="2702" y="17403"/>
                  </a:lnTo>
                  <a:lnTo>
                    <a:pt x="3041" y="17764"/>
                  </a:lnTo>
                  <a:lnTo>
                    <a:pt x="3402" y="18114"/>
                  </a:lnTo>
                  <a:lnTo>
                    <a:pt x="3785" y="18431"/>
                  </a:lnTo>
                  <a:lnTo>
                    <a:pt x="4178" y="18748"/>
                  </a:lnTo>
                  <a:lnTo>
                    <a:pt x="4583" y="19032"/>
                  </a:lnTo>
                  <a:lnTo>
                    <a:pt x="5010" y="19306"/>
                  </a:lnTo>
                  <a:lnTo>
                    <a:pt x="5447" y="19557"/>
                  </a:lnTo>
                  <a:lnTo>
                    <a:pt x="5896" y="19787"/>
                  </a:lnTo>
                  <a:lnTo>
                    <a:pt x="6355" y="19995"/>
                  </a:lnTo>
                  <a:lnTo>
                    <a:pt x="6825" y="20181"/>
                  </a:lnTo>
                  <a:lnTo>
                    <a:pt x="7307" y="20345"/>
                  </a:lnTo>
                  <a:lnTo>
                    <a:pt x="7799" y="20487"/>
                  </a:lnTo>
                  <a:lnTo>
                    <a:pt x="8302" y="20597"/>
                  </a:lnTo>
                  <a:lnTo>
                    <a:pt x="8816" y="20695"/>
                  </a:lnTo>
                  <a:lnTo>
                    <a:pt x="9079" y="20728"/>
                  </a:lnTo>
                  <a:lnTo>
                    <a:pt x="9341" y="20761"/>
                  </a:lnTo>
                  <a:lnTo>
                    <a:pt x="9604" y="20782"/>
                  </a:lnTo>
                  <a:lnTo>
                    <a:pt x="9866" y="20793"/>
                  </a:lnTo>
                  <a:lnTo>
                    <a:pt x="10129" y="20804"/>
                  </a:lnTo>
                  <a:lnTo>
                    <a:pt x="10402" y="20815"/>
                  </a:lnTo>
                  <a:lnTo>
                    <a:pt x="10402" y="20815"/>
                  </a:lnTo>
                  <a:lnTo>
                    <a:pt x="10675" y="20804"/>
                  </a:lnTo>
                  <a:lnTo>
                    <a:pt x="10938" y="20793"/>
                  </a:lnTo>
                  <a:lnTo>
                    <a:pt x="11200" y="20782"/>
                  </a:lnTo>
                  <a:lnTo>
                    <a:pt x="11463" y="20761"/>
                  </a:lnTo>
                  <a:lnTo>
                    <a:pt x="11726" y="20728"/>
                  </a:lnTo>
                  <a:lnTo>
                    <a:pt x="11988" y="20695"/>
                  </a:lnTo>
                  <a:lnTo>
                    <a:pt x="12502" y="20597"/>
                  </a:lnTo>
                  <a:lnTo>
                    <a:pt x="13005" y="20487"/>
                  </a:lnTo>
                  <a:lnTo>
                    <a:pt x="13497" y="20345"/>
                  </a:lnTo>
                  <a:lnTo>
                    <a:pt x="13979" y="20181"/>
                  </a:lnTo>
                  <a:lnTo>
                    <a:pt x="14449" y="19995"/>
                  </a:lnTo>
                  <a:lnTo>
                    <a:pt x="14908" y="19787"/>
                  </a:lnTo>
                  <a:lnTo>
                    <a:pt x="15357" y="19557"/>
                  </a:lnTo>
                  <a:lnTo>
                    <a:pt x="15794" y="19306"/>
                  </a:lnTo>
                  <a:lnTo>
                    <a:pt x="16221" y="19032"/>
                  </a:lnTo>
                  <a:lnTo>
                    <a:pt x="16626" y="18748"/>
                  </a:lnTo>
                  <a:lnTo>
                    <a:pt x="17019" y="18431"/>
                  </a:lnTo>
                  <a:lnTo>
                    <a:pt x="17402" y="18114"/>
                  </a:lnTo>
                  <a:lnTo>
                    <a:pt x="17763" y="17764"/>
                  </a:lnTo>
                  <a:lnTo>
                    <a:pt x="18102" y="17403"/>
                  </a:lnTo>
                  <a:lnTo>
                    <a:pt x="18430" y="17020"/>
                  </a:lnTo>
                  <a:lnTo>
                    <a:pt x="18737" y="16637"/>
                  </a:lnTo>
                  <a:lnTo>
                    <a:pt x="19032" y="16221"/>
                  </a:lnTo>
                  <a:lnTo>
                    <a:pt x="19295" y="15806"/>
                  </a:lnTo>
                  <a:lnTo>
                    <a:pt x="19546" y="15368"/>
                  </a:lnTo>
                  <a:lnTo>
                    <a:pt x="19776" y="14920"/>
                  </a:lnTo>
                  <a:lnTo>
                    <a:pt x="19984" y="14460"/>
                  </a:lnTo>
                  <a:lnTo>
                    <a:pt x="20170" y="13979"/>
                  </a:lnTo>
                  <a:lnTo>
                    <a:pt x="20334" y="13498"/>
                  </a:lnTo>
                  <a:lnTo>
                    <a:pt x="20476" y="13006"/>
                  </a:lnTo>
                  <a:lnTo>
                    <a:pt x="20596" y="12502"/>
                  </a:lnTo>
                  <a:lnTo>
                    <a:pt x="20684" y="11988"/>
                  </a:lnTo>
                  <a:lnTo>
                    <a:pt x="20727" y="11737"/>
                  </a:lnTo>
                  <a:lnTo>
                    <a:pt x="20749" y="11474"/>
                  </a:lnTo>
                  <a:lnTo>
                    <a:pt x="20771" y="11212"/>
                  </a:lnTo>
                  <a:lnTo>
                    <a:pt x="20793" y="10938"/>
                  </a:lnTo>
                  <a:lnTo>
                    <a:pt x="20804" y="10676"/>
                  </a:lnTo>
                  <a:lnTo>
                    <a:pt x="20804" y="10402"/>
                  </a:lnTo>
                  <a:lnTo>
                    <a:pt x="20804" y="10402"/>
                  </a:lnTo>
                  <a:lnTo>
                    <a:pt x="20804" y="10140"/>
                  </a:lnTo>
                  <a:lnTo>
                    <a:pt x="20793" y="9866"/>
                  </a:lnTo>
                  <a:lnTo>
                    <a:pt x="20771" y="9604"/>
                  </a:lnTo>
                  <a:lnTo>
                    <a:pt x="20749" y="9341"/>
                  </a:lnTo>
                  <a:lnTo>
                    <a:pt x="20727" y="9079"/>
                  </a:lnTo>
                  <a:lnTo>
                    <a:pt x="20684" y="8827"/>
                  </a:lnTo>
                  <a:lnTo>
                    <a:pt x="20596" y="8313"/>
                  </a:lnTo>
                  <a:lnTo>
                    <a:pt x="20476" y="7810"/>
                  </a:lnTo>
                  <a:lnTo>
                    <a:pt x="20334" y="7318"/>
                  </a:lnTo>
                  <a:lnTo>
                    <a:pt x="20170" y="6826"/>
                  </a:lnTo>
                  <a:lnTo>
                    <a:pt x="19984" y="6355"/>
                  </a:lnTo>
                  <a:lnTo>
                    <a:pt x="19776" y="5896"/>
                  </a:lnTo>
                  <a:lnTo>
                    <a:pt x="19546" y="5447"/>
                  </a:lnTo>
                  <a:lnTo>
                    <a:pt x="19295" y="5010"/>
                  </a:lnTo>
                  <a:lnTo>
                    <a:pt x="19032" y="4594"/>
                  </a:lnTo>
                  <a:lnTo>
                    <a:pt x="18737" y="4179"/>
                  </a:lnTo>
                  <a:lnTo>
                    <a:pt x="18430" y="3785"/>
                  </a:lnTo>
                  <a:lnTo>
                    <a:pt x="18102" y="3413"/>
                  </a:lnTo>
                  <a:lnTo>
                    <a:pt x="17763" y="3052"/>
                  </a:lnTo>
                  <a:lnTo>
                    <a:pt x="17402" y="2702"/>
                  </a:lnTo>
                  <a:lnTo>
                    <a:pt x="17019" y="2374"/>
                  </a:lnTo>
                  <a:lnTo>
                    <a:pt x="16626" y="2068"/>
                  </a:lnTo>
                  <a:lnTo>
                    <a:pt x="16221" y="1783"/>
                  </a:lnTo>
                  <a:lnTo>
                    <a:pt x="15794" y="1510"/>
                  </a:lnTo>
                  <a:lnTo>
                    <a:pt x="15357" y="1258"/>
                  </a:lnTo>
                  <a:lnTo>
                    <a:pt x="14908" y="1028"/>
                  </a:lnTo>
                  <a:lnTo>
                    <a:pt x="14449" y="821"/>
                  </a:lnTo>
                  <a:lnTo>
                    <a:pt x="13979" y="635"/>
                  </a:lnTo>
                  <a:lnTo>
                    <a:pt x="13497" y="471"/>
                  </a:lnTo>
                  <a:lnTo>
                    <a:pt x="13005" y="328"/>
                  </a:lnTo>
                  <a:lnTo>
                    <a:pt x="12502" y="219"/>
                  </a:lnTo>
                  <a:lnTo>
                    <a:pt x="11988" y="121"/>
                  </a:lnTo>
                  <a:lnTo>
                    <a:pt x="11726" y="88"/>
                  </a:lnTo>
                  <a:lnTo>
                    <a:pt x="11463" y="55"/>
                  </a:lnTo>
                  <a:lnTo>
                    <a:pt x="11200" y="33"/>
                  </a:lnTo>
                  <a:lnTo>
                    <a:pt x="10938" y="11"/>
                  </a:lnTo>
                  <a:lnTo>
                    <a:pt x="10675" y="0"/>
                  </a:lnTo>
                  <a:lnTo>
                    <a:pt x="104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6" name="Google Shape;1016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extrusionOk="0">
                  <a:moveTo>
                    <a:pt x="1" y="1"/>
                  </a:moveTo>
                  <a:lnTo>
                    <a:pt x="1" y="3282"/>
                  </a:lnTo>
                  <a:lnTo>
                    <a:pt x="1" y="6575"/>
                  </a:lnTo>
                  <a:lnTo>
                    <a:pt x="2845" y="4934"/>
                  </a:lnTo>
                  <a:lnTo>
                    <a:pt x="5700" y="3282"/>
                  </a:lnTo>
                  <a:lnTo>
                    <a:pt x="2845" y="1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7" name="Google Shape;1017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fill="none" extrusionOk="0">
                  <a:moveTo>
                    <a:pt x="1" y="1"/>
                  </a:moveTo>
                  <a:lnTo>
                    <a:pt x="1" y="3282"/>
                  </a:lnTo>
                  <a:lnTo>
                    <a:pt x="1" y="6575"/>
                  </a:lnTo>
                  <a:lnTo>
                    <a:pt x="2845" y="4934"/>
                  </a:lnTo>
                  <a:lnTo>
                    <a:pt x="5700" y="3282"/>
                  </a:lnTo>
                  <a:lnTo>
                    <a:pt x="2845" y="164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8" name="Google Shape;1018;p25"/>
            <p:cNvSpPr/>
            <p:nvPr/>
          </p:nvSpPr>
          <p:spPr>
            <a:xfrm>
              <a:off x="2368775" y="1923375"/>
              <a:ext cx="2213025" cy="20000"/>
            </a:xfrm>
            <a:custGeom>
              <a:avLst/>
              <a:gdLst/>
              <a:ahLst/>
              <a:cxnLst/>
              <a:rect l="l" t="t" r="r" b="b"/>
              <a:pathLst>
                <a:path w="88521" h="800" extrusionOk="0">
                  <a:moveTo>
                    <a:pt x="0" y="1"/>
                  </a:moveTo>
                  <a:lnTo>
                    <a:pt x="0" y="799"/>
                  </a:lnTo>
                  <a:lnTo>
                    <a:pt x="88521" y="799"/>
                  </a:lnTo>
                  <a:lnTo>
                    <a:pt x="88521" y="1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9" name="Google Shape;1019;p25"/>
            <p:cNvSpPr/>
            <p:nvPr/>
          </p:nvSpPr>
          <p:spPr>
            <a:xfrm>
              <a:off x="2368775" y="1923375"/>
              <a:ext cx="2213025" cy="20000"/>
            </a:xfrm>
            <a:custGeom>
              <a:avLst/>
              <a:gdLst/>
              <a:ahLst/>
              <a:cxnLst/>
              <a:rect l="l" t="t" r="r" b="b"/>
              <a:pathLst>
                <a:path w="88521" h="800" fill="none" extrusionOk="0">
                  <a:moveTo>
                    <a:pt x="88521" y="1"/>
                  </a:moveTo>
                  <a:lnTo>
                    <a:pt x="0" y="1"/>
                  </a:lnTo>
                  <a:lnTo>
                    <a:pt x="0" y="799"/>
                  </a:lnTo>
                  <a:lnTo>
                    <a:pt x="88521" y="799"/>
                  </a:lnTo>
                  <a:lnTo>
                    <a:pt x="885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0" name="Google Shape;1020;p25"/>
            <p:cNvSpPr/>
            <p:nvPr/>
          </p:nvSpPr>
          <p:spPr>
            <a:xfrm>
              <a:off x="2368775" y="1923375"/>
              <a:ext cx="987700" cy="20000"/>
            </a:xfrm>
            <a:custGeom>
              <a:avLst/>
              <a:gdLst/>
              <a:ahLst/>
              <a:cxnLst/>
              <a:rect l="l" t="t" r="r" b="b"/>
              <a:pathLst>
                <a:path w="39508" h="800" extrusionOk="0">
                  <a:moveTo>
                    <a:pt x="0" y="1"/>
                  </a:moveTo>
                  <a:lnTo>
                    <a:pt x="0" y="799"/>
                  </a:lnTo>
                  <a:lnTo>
                    <a:pt x="39508" y="799"/>
                  </a:lnTo>
                  <a:lnTo>
                    <a:pt x="395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1" name="Google Shape;1021;p25"/>
            <p:cNvSpPr/>
            <p:nvPr/>
          </p:nvSpPr>
          <p:spPr>
            <a:xfrm>
              <a:off x="2368775" y="1923375"/>
              <a:ext cx="358225" cy="20000"/>
            </a:xfrm>
            <a:custGeom>
              <a:avLst/>
              <a:gdLst/>
              <a:ahLst/>
              <a:cxnLst/>
              <a:rect l="l" t="t" r="r" b="b"/>
              <a:pathLst>
                <a:path w="14329" h="800" extrusionOk="0">
                  <a:moveTo>
                    <a:pt x="0" y="1"/>
                  </a:moveTo>
                  <a:lnTo>
                    <a:pt x="0" y="799"/>
                  </a:lnTo>
                  <a:lnTo>
                    <a:pt x="14329" y="799"/>
                  </a:lnTo>
                  <a:lnTo>
                    <a:pt x="143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2" name="Google Shape;1022;p25"/>
            <p:cNvSpPr/>
            <p:nvPr/>
          </p:nvSpPr>
          <p:spPr>
            <a:xfrm>
              <a:off x="2699375" y="1907800"/>
              <a:ext cx="50875" cy="50875"/>
            </a:xfrm>
            <a:custGeom>
              <a:avLst/>
              <a:gdLst/>
              <a:ahLst/>
              <a:cxnLst/>
              <a:rect l="l" t="t" r="r" b="b"/>
              <a:pathLst>
                <a:path w="2035" h="2035" extrusionOk="0">
                  <a:moveTo>
                    <a:pt x="1017" y="0"/>
                  </a:moveTo>
                  <a:lnTo>
                    <a:pt x="908" y="11"/>
                  </a:lnTo>
                  <a:lnTo>
                    <a:pt x="809" y="22"/>
                  </a:lnTo>
                  <a:lnTo>
                    <a:pt x="711" y="44"/>
                  </a:lnTo>
                  <a:lnTo>
                    <a:pt x="623" y="88"/>
                  </a:lnTo>
                  <a:lnTo>
                    <a:pt x="536" y="132"/>
                  </a:lnTo>
                  <a:lnTo>
                    <a:pt x="448" y="175"/>
                  </a:lnTo>
                  <a:lnTo>
                    <a:pt x="372" y="241"/>
                  </a:lnTo>
                  <a:lnTo>
                    <a:pt x="295" y="307"/>
                  </a:lnTo>
                  <a:lnTo>
                    <a:pt x="230" y="372"/>
                  </a:lnTo>
                  <a:lnTo>
                    <a:pt x="175" y="449"/>
                  </a:lnTo>
                  <a:lnTo>
                    <a:pt x="120" y="536"/>
                  </a:lnTo>
                  <a:lnTo>
                    <a:pt x="77" y="624"/>
                  </a:lnTo>
                  <a:lnTo>
                    <a:pt x="44" y="722"/>
                  </a:lnTo>
                  <a:lnTo>
                    <a:pt x="22" y="821"/>
                  </a:lnTo>
                  <a:lnTo>
                    <a:pt x="0" y="919"/>
                  </a:lnTo>
                  <a:lnTo>
                    <a:pt x="0" y="1018"/>
                  </a:lnTo>
                  <a:lnTo>
                    <a:pt x="0" y="1127"/>
                  </a:lnTo>
                  <a:lnTo>
                    <a:pt x="22" y="1225"/>
                  </a:lnTo>
                  <a:lnTo>
                    <a:pt x="44" y="1324"/>
                  </a:lnTo>
                  <a:lnTo>
                    <a:pt x="77" y="1422"/>
                  </a:lnTo>
                  <a:lnTo>
                    <a:pt x="120" y="1510"/>
                  </a:lnTo>
                  <a:lnTo>
                    <a:pt x="175" y="1586"/>
                  </a:lnTo>
                  <a:lnTo>
                    <a:pt x="230" y="1663"/>
                  </a:lnTo>
                  <a:lnTo>
                    <a:pt x="295" y="1740"/>
                  </a:lnTo>
                  <a:lnTo>
                    <a:pt x="372" y="1805"/>
                  </a:lnTo>
                  <a:lnTo>
                    <a:pt x="448" y="1860"/>
                  </a:lnTo>
                  <a:lnTo>
                    <a:pt x="536" y="1915"/>
                  </a:lnTo>
                  <a:lnTo>
                    <a:pt x="623" y="1958"/>
                  </a:lnTo>
                  <a:lnTo>
                    <a:pt x="711" y="1991"/>
                  </a:lnTo>
                  <a:lnTo>
                    <a:pt x="809" y="2013"/>
                  </a:lnTo>
                  <a:lnTo>
                    <a:pt x="908" y="2035"/>
                  </a:lnTo>
                  <a:lnTo>
                    <a:pt x="1116" y="2035"/>
                  </a:lnTo>
                  <a:lnTo>
                    <a:pt x="1225" y="2013"/>
                  </a:lnTo>
                  <a:lnTo>
                    <a:pt x="1324" y="1991"/>
                  </a:lnTo>
                  <a:lnTo>
                    <a:pt x="1411" y="1958"/>
                  </a:lnTo>
                  <a:lnTo>
                    <a:pt x="1499" y="1915"/>
                  </a:lnTo>
                  <a:lnTo>
                    <a:pt x="1586" y="1860"/>
                  </a:lnTo>
                  <a:lnTo>
                    <a:pt x="1663" y="1805"/>
                  </a:lnTo>
                  <a:lnTo>
                    <a:pt x="1739" y="1740"/>
                  </a:lnTo>
                  <a:lnTo>
                    <a:pt x="1805" y="1663"/>
                  </a:lnTo>
                  <a:lnTo>
                    <a:pt x="1859" y="1586"/>
                  </a:lnTo>
                  <a:lnTo>
                    <a:pt x="1914" y="1510"/>
                  </a:lnTo>
                  <a:lnTo>
                    <a:pt x="1958" y="1422"/>
                  </a:lnTo>
                  <a:lnTo>
                    <a:pt x="1991" y="1324"/>
                  </a:lnTo>
                  <a:lnTo>
                    <a:pt x="2013" y="1225"/>
                  </a:lnTo>
                  <a:lnTo>
                    <a:pt x="2024" y="1127"/>
                  </a:lnTo>
                  <a:lnTo>
                    <a:pt x="2034" y="1018"/>
                  </a:lnTo>
                  <a:lnTo>
                    <a:pt x="2024" y="919"/>
                  </a:lnTo>
                  <a:lnTo>
                    <a:pt x="2013" y="821"/>
                  </a:lnTo>
                  <a:lnTo>
                    <a:pt x="1991" y="722"/>
                  </a:lnTo>
                  <a:lnTo>
                    <a:pt x="1958" y="624"/>
                  </a:lnTo>
                  <a:lnTo>
                    <a:pt x="1914" y="536"/>
                  </a:lnTo>
                  <a:lnTo>
                    <a:pt x="1859" y="449"/>
                  </a:lnTo>
                  <a:lnTo>
                    <a:pt x="1805" y="372"/>
                  </a:lnTo>
                  <a:lnTo>
                    <a:pt x="1739" y="307"/>
                  </a:lnTo>
                  <a:lnTo>
                    <a:pt x="1663" y="241"/>
                  </a:lnTo>
                  <a:lnTo>
                    <a:pt x="1586" y="175"/>
                  </a:lnTo>
                  <a:lnTo>
                    <a:pt x="1499" y="132"/>
                  </a:lnTo>
                  <a:lnTo>
                    <a:pt x="1411" y="88"/>
                  </a:lnTo>
                  <a:lnTo>
                    <a:pt x="1324" y="44"/>
                  </a:lnTo>
                  <a:lnTo>
                    <a:pt x="1225" y="22"/>
                  </a:lnTo>
                  <a:lnTo>
                    <a:pt x="1116" y="11"/>
                  </a:lnTo>
                  <a:lnTo>
                    <a:pt x="10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3" name="Google Shape;1023;p25"/>
            <p:cNvSpPr/>
            <p:nvPr/>
          </p:nvSpPr>
          <p:spPr>
            <a:xfrm>
              <a:off x="2227950" y="3218725"/>
              <a:ext cx="236825" cy="718650"/>
            </a:xfrm>
            <a:custGeom>
              <a:avLst/>
              <a:gdLst/>
              <a:ahLst/>
              <a:cxnLst/>
              <a:rect l="l" t="t" r="r" b="b"/>
              <a:pathLst>
                <a:path w="9473" h="28746" extrusionOk="0">
                  <a:moveTo>
                    <a:pt x="1575" y="0"/>
                  </a:moveTo>
                  <a:lnTo>
                    <a:pt x="1575" y="0"/>
                  </a:lnTo>
                  <a:lnTo>
                    <a:pt x="2538" y="1510"/>
                  </a:lnTo>
                  <a:lnTo>
                    <a:pt x="3030" y="2297"/>
                  </a:lnTo>
                  <a:lnTo>
                    <a:pt x="3522" y="3096"/>
                  </a:lnTo>
                  <a:lnTo>
                    <a:pt x="4025" y="3916"/>
                  </a:lnTo>
                  <a:lnTo>
                    <a:pt x="4517" y="4758"/>
                  </a:lnTo>
                  <a:lnTo>
                    <a:pt x="5010" y="5622"/>
                  </a:lnTo>
                  <a:lnTo>
                    <a:pt x="5491" y="6497"/>
                  </a:lnTo>
                  <a:lnTo>
                    <a:pt x="5961" y="7383"/>
                  </a:lnTo>
                  <a:lnTo>
                    <a:pt x="6421" y="8280"/>
                  </a:lnTo>
                  <a:lnTo>
                    <a:pt x="6858" y="9188"/>
                  </a:lnTo>
                  <a:lnTo>
                    <a:pt x="7274" y="10118"/>
                  </a:lnTo>
                  <a:lnTo>
                    <a:pt x="7471" y="10577"/>
                  </a:lnTo>
                  <a:lnTo>
                    <a:pt x="7657" y="11047"/>
                  </a:lnTo>
                  <a:lnTo>
                    <a:pt x="7843" y="11507"/>
                  </a:lnTo>
                  <a:lnTo>
                    <a:pt x="8018" y="11977"/>
                  </a:lnTo>
                  <a:lnTo>
                    <a:pt x="8182" y="12458"/>
                  </a:lnTo>
                  <a:lnTo>
                    <a:pt x="8346" y="12929"/>
                  </a:lnTo>
                  <a:lnTo>
                    <a:pt x="8499" y="13399"/>
                  </a:lnTo>
                  <a:lnTo>
                    <a:pt x="8641" y="13880"/>
                  </a:lnTo>
                  <a:lnTo>
                    <a:pt x="8772" y="14351"/>
                  </a:lnTo>
                  <a:lnTo>
                    <a:pt x="8893" y="14832"/>
                  </a:lnTo>
                  <a:lnTo>
                    <a:pt x="9002" y="15302"/>
                  </a:lnTo>
                  <a:lnTo>
                    <a:pt x="9100" y="15784"/>
                  </a:lnTo>
                  <a:lnTo>
                    <a:pt x="9199" y="16265"/>
                  </a:lnTo>
                  <a:lnTo>
                    <a:pt x="9275" y="16746"/>
                  </a:lnTo>
                  <a:lnTo>
                    <a:pt x="9341" y="17216"/>
                  </a:lnTo>
                  <a:lnTo>
                    <a:pt x="9396" y="17698"/>
                  </a:lnTo>
                  <a:lnTo>
                    <a:pt x="9429" y="18179"/>
                  </a:lnTo>
                  <a:lnTo>
                    <a:pt x="9461" y="18660"/>
                  </a:lnTo>
                  <a:lnTo>
                    <a:pt x="9472" y="19131"/>
                  </a:lnTo>
                  <a:lnTo>
                    <a:pt x="9472" y="19612"/>
                  </a:lnTo>
                  <a:lnTo>
                    <a:pt x="9450" y="20082"/>
                  </a:lnTo>
                  <a:lnTo>
                    <a:pt x="9429" y="20564"/>
                  </a:lnTo>
                  <a:lnTo>
                    <a:pt x="9374" y="21034"/>
                  </a:lnTo>
                  <a:lnTo>
                    <a:pt x="9319" y="21504"/>
                  </a:lnTo>
                  <a:lnTo>
                    <a:pt x="9243" y="21975"/>
                  </a:lnTo>
                  <a:lnTo>
                    <a:pt x="9144" y="22445"/>
                  </a:lnTo>
                  <a:lnTo>
                    <a:pt x="9035" y="22915"/>
                  </a:lnTo>
                  <a:lnTo>
                    <a:pt x="8903" y="23375"/>
                  </a:lnTo>
                  <a:lnTo>
                    <a:pt x="8750" y="23845"/>
                  </a:lnTo>
                  <a:lnTo>
                    <a:pt x="8586" y="24304"/>
                  </a:lnTo>
                  <a:lnTo>
                    <a:pt x="8400" y="24764"/>
                  </a:lnTo>
                  <a:lnTo>
                    <a:pt x="8203" y="25212"/>
                  </a:lnTo>
                  <a:lnTo>
                    <a:pt x="7974" y="25672"/>
                  </a:lnTo>
                  <a:lnTo>
                    <a:pt x="7733" y="26120"/>
                  </a:lnTo>
                  <a:lnTo>
                    <a:pt x="7471" y="26568"/>
                  </a:lnTo>
                  <a:lnTo>
                    <a:pt x="7186" y="27006"/>
                  </a:lnTo>
                  <a:lnTo>
                    <a:pt x="6880" y="27444"/>
                  </a:lnTo>
                  <a:lnTo>
                    <a:pt x="6563" y="27881"/>
                  </a:lnTo>
                  <a:lnTo>
                    <a:pt x="6213" y="28319"/>
                  </a:lnTo>
                  <a:lnTo>
                    <a:pt x="5841" y="28745"/>
                  </a:lnTo>
                  <a:lnTo>
                    <a:pt x="5841" y="28745"/>
                  </a:lnTo>
                  <a:lnTo>
                    <a:pt x="5666" y="28603"/>
                  </a:lnTo>
                  <a:lnTo>
                    <a:pt x="5491" y="28450"/>
                  </a:lnTo>
                  <a:lnTo>
                    <a:pt x="5316" y="28275"/>
                  </a:lnTo>
                  <a:lnTo>
                    <a:pt x="5152" y="28078"/>
                  </a:lnTo>
                  <a:lnTo>
                    <a:pt x="4977" y="27870"/>
                  </a:lnTo>
                  <a:lnTo>
                    <a:pt x="4791" y="27651"/>
                  </a:lnTo>
                  <a:lnTo>
                    <a:pt x="4616" y="27411"/>
                  </a:lnTo>
                  <a:lnTo>
                    <a:pt x="4441" y="27159"/>
                  </a:lnTo>
                  <a:lnTo>
                    <a:pt x="4266" y="26886"/>
                  </a:lnTo>
                  <a:lnTo>
                    <a:pt x="4091" y="26601"/>
                  </a:lnTo>
                  <a:lnTo>
                    <a:pt x="3916" y="26306"/>
                  </a:lnTo>
                  <a:lnTo>
                    <a:pt x="3741" y="26000"/>
                  </a:lnTo>
                  <a:lnTo>
                    <a:pt x="3577" y="25672"/>
                  </a:lnTo>
                  <a:lnTo>
                    <a:pt x="3402" y="25332"/>
                  </a:lnTo>
                  <a:lnTo>
                    <a:pt x="3227" y="24982"/>
                  </a:lnTo>
                  <a:lnTo>
                    <a:pt x="3063" y="24622"/>
                  </a:lnTo>
                  <a:lnTo>
                    <a:pt x="2899" y="24250"/>
                  </a:lnTo>
                  <a:lnTo>
                    <a:pt x="2734" y="23856"/>
                  </a:lnTo>
                  <a:lnTo>
                    <a:pt x="2417" y="23057"/>
                  </a:lnTo>
                  <a:lnTo>
                    <a:pt x="2111" y="22204"/>
                  </a:lnTo>
                  <a:lnTo>
                    <a:pt x="1816" y="21318"/>
                  </a:lnTo>
                  <a:lnTo>
                    <a:pt x="1531" y="20399"/>
                  </a:lnTo>
                  <a:lnTo>
                    <a:pt x="1280" y="19448"/>
                  </a:lnTo>
                  <a:lnTo>
                    <a:pt x="1148" y="18956"/>
                  </a:lnTo>
                  <a:lnTo>
                    <a:pt x="1028" y="18463"/>
                  </a:lnTo>
                  <a:lnTo>
                    <a:pt x="919" y="17960"/>
                  </a:lnTo>
                  <a:lnTo>
                    <a:pt x="809" y="17446"/>
                  </a:lnTo>
                  <a:lnTo>
                    <a:pt x="711" y="16932"/>
                  </a:lnTo>
                  <a:lnTo>
                    <a:pt x="613" y="16418"/>
                  </a:lnTo>
                  <a:lnTo>
                    <a:pt x="525" y="15893"/>
                  </a:lnTo>
                  <a:lnTo>
                    <a:pt x="438" y="15357"/>
                  </a:lnTo>
                  <a:lnTo>
                    <a:pt x="361" y="14821"/>
                  </a:lnTo>
                  <a:lnTo>
                    <a:pt x="284" y="14285"/>
                  </a:lnTo>
                  <a:lnTo>
                    <a:pt x="230" y="13738"/>
                  </a:lnTo>
                  <a:lnTo>
                    <a:pt x="164" y="13191"/>
                  </a:lnTo>
                  <a:lnTo>
                    <a:pt x="120" y="12644"/>
                  </a:lnTo>
                  <a:lnTo>
                    <a:pt x="77" y="12098"/>
                  </a:lnTo>
                  <a:lnTo>
                    <a:pt x="44" y="11540"/>
                  </a:lnTo>
                  <a:lnTo>
                    <a:pt x="22" y="10982"/>
                  </a:lnTo>
                  <a:lnTo>
                    <a:pt x="0" y="10424"/>
                  </a:lnTo>
                  <a:lnTo>
                    <a:pt x="0" y="9866"/>
                  </a:lnTo>
                  <a:lnTo>
                    <a:pt x="0" y="9308"/>
                  </a:lnTo>
                  <a:lnTo>
                    <a:pt x="0" y="8740"/>
                  </a:lnTo>
                  <a:lnTo>
                    <a:pt x="22" y="8182"/>
                  </a:lnTo>
                  <a:lnTo>
                    <a:pt x="55" y="7624"/>
                  </a:lnTo>
                  <a:lnTo>
                    <a:pt x="88" y="7066"/>
                  </a:lnTo>
                  <a:lnTo>
                    <a:pt x="142" y="6497"/>
                  </a:lnTo>
                  <a:lnTo>
                    <a:pt x="197" y="5939"/>
                  </a:lnTo>
                  <a:lnTo>
                    <a:pt x="263" y="5393"/>
                  </a:lnTo>
                  <a:lnTo>
                    <a:pt x="350" y="4835"/>
                  </a:lnTo>
                  <a:lnTo>
                    <a:pt x="438" y="4288"/>
                  </a:lnTo>
                  <a:lnTo>
                    <a:pt x="536" y="3730"/>
                  </a:lnTo>
                  <a:lnTo>
                    <a:pt x="645" y="3183"/>
                  </a:lnTo>
                  <a:lnTo>
                    <a:pt x="777" y="2647"/>
                  </a:lnTo>
                  <a:lnTo>
                    <a:pt x="908" y="2111"/>
                  </a:lnTo>
                  <a:lnTo>
                    <a:pt x="1061" y="1575"/>
                  </a:lnTo>
                  <a:lnTo>
                    <a:pt x="1214" y="1050"/>
                  </a:lnTo>
                  <a:lnTo>
                    <a:pt x="1389" y="525"/>
                  </a:lnTo>
                  <a:lnTo>
                    <a:pt x="1575" y="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rgbClr val="D2B79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4" name="Google Shape;1024;p25"/>
            <p:cNvSpPr/>
            <p:nvPr/>
          </p:nvSpPr>
          <p:spPr>
            <a:xfrm>
              <a:off x="1900350" y="2346125"/>
              <a:ext cx="489775" cy="1616950"/>
            </a:xfrm>
            <a:custGeom>
              <a:avLst/>
              <a:gdLst/>
              <a:ahLst/>
              <a:cxnLst/>
              <a:rect l="l" t="t" r="r" b="b"/>
              <a:pathLst>
                <a:path w="19591" h="64678" extrusionOk="0">
                  <a:moveTo>
                    <a:pt x="3358" y="61615"/>
                  </a:moveTo>
                  <a:lnTo>
                    <a:pt x="8805" y="64677"/>
                  </a:lnTo>
                  <a:lnTo>
                    <a:pt x="10140" y="56266"/>
                  </a:lnTo>
                  <a:lnTo>
                    <a:pt x="19207" y="13542"/>
                  </a:lnTo>
                  <a:lnTo>
                    <a:pt x="19207" y="13542"/>
                  </a:lnTo>
                  <a:lnTo>
                    <a:pt x="19295" y="13127"/>
                  </a:lnTo>
                  <a:lnTo>
                    <a:pt x="19371" y="12722"/>
                  </a:lnTo>
                  <a:lnTo>
                    <a:pt x="19426" y="12328"/>
                  </a:lnTo>
                  <a:lnTo>
                    <a:pt x="19481" y="11945"/>
                  </a:lnTo>
                  <a:lnTo>
                    <a:pt x="19525" y="11562"/>
                  </a:lnTo>
                  <a:lnTo>
                    <a:pt x="19557" y="11191"/>
                  </a:lnTo>
                  <a:lnTo>
                    <a:pt x="19579" y="10830"/>
                  </a:lnTo>
                  <a:lnTo>
                    <a:pt x="19590" y="10480"/>
                  </a:lnTo>
                  <a:lnTo>
                    <a:pt x="19590" y="10130"/>
                  </a:lnTo>
                  <a:lnTo>
                    <a:pt x="19579" y="9790"/>
                  </a:lnTo>
                  <a:lnTo>
                    <a:pt x="19568" y="9462"/>
                  </a:lnTo>
                  <a:lnTo>
                    <a:pt x="19536" y="9134"/>
                  </a:lnTo>
                  <a:lnTo>
                    <a:pt x="19503" y="8817"/>
                  </a:lnTo>
                  <a:lnTo>
                    <a:pt x="19459" y="8511"/>
                  </a:lnTo>
                  <a:lnTo>
                    <a:pt x="19415" y="8204"/>
                  </a:lnTo>
                  <a:lnTo>
                    <a:pt x="19350" y="7909"/>
                  </a:lnTo>
                  <a:lnTo>
                    <a:pt x="19284" y="7625"/>
                  </a:lnTo>
                  <a:lnTo>
                    <a:pt x="19207" y="7340"/>
                  </a:lnTo>
                  <a:lnTo>
                    <a:pt x="19131" y="7067"/>
                  </a:lnTo>
                  <a:lnTo>
                    <a:pt x="19032" y="6804"/>
                  </a:lnTo>
                  <a:lnTo>
                    <a:pt x="18934" y="6542"/>
                  </a:lnTo>
                  <a:lnTo>
                    <a:pt x="18835" y="6290"/>
                  </a:lnTo>
                  <a:lnTo>
                    <a:pt x="18715" y="6039"/>
                  </a:lnTo>
                  <a:lnTo>
                    <a:pt x="18595" y="5798"/>
                  </a:lnTo>
                  <a:lnTo>
                    <a:pt x="18475" y="5557"/>
                  </a:lnTo>
                  <a:lnTo>
                    <a:pt x="18343" y="5328"/>
                  </a:lnTo>
                  <a:lnTo>
                    <a:pt x="18201" y="5109"/>
                  </a:lnTo>
                  <a:lnTo>
                    <a:pt x="18059" y="4890"/>
                  </a:lnTo>
                  <a:lnTo>
                    <a:pt x="17906" y="4671"/>
                  </a:lnTo>
                  <a:lnTo>
                    <a:pt x="17742" y="4464"/>
                  </a:lnTo>
                  <a:lnTo>
                    <a:pt x="17578" y="4267"/>
                  </a:lnTo>
                  <a:lnTo>
                    <a:pt x="17414" y="4070"/>
                  </a:lnTo>
                  <a:lnTo>
                    <a:pt x="17239" y="3873"/>
                  </a:lnTo>
                  <a:lnTo>
                    <a:pt x="17064" y="3687"/>
                  </a:lnTo>
                  <a:lnTo>
                    <a:pt x="16878" y="3512"/>
                  </a:lnTo>
                  <a:lnTo>
                    <a:pt x="16681" y="3337"/>
                  </a:lnTo>
                  <a:lnTo>
                    <a:pt x="16495" y="3162"/>
                  </a:lnTo>
                  <a:lnTo>
                    <a:pt x="16287" y="2998"/>
                  </a:lnTo>
                  <a:lnTo>
                    <a:pt x="15882" y="2681"/>
                  </a:lnTo>
                  <a:lnTo>
                    <a:pt x="15456" y="2385"/>
                  </a:lnTo>
                  <a:lnTo>
                    <a:pt x="15007" y="2101"/>
                  </a:lnTo>
                  <a:lnTo>
                    <a:pt x="14559" y="1828"/>
                  </a:lnTo>
                  <a:lnTo>
                    <a:pt x="14088" y="1576"/>
                  </a:lnTo>
                  <a:lnTo>
                    <a:pt x="13618" y="1335"/>
                  </a:lnTo>
                  <a:lnTo>
                    <a:pt x="13126" y="1117"/>
                  </a:lnTo>
                  <a:lnTo>
                    <a:pt x="12634" y="898"/>
                  </a:lnTo>
                  <a:lnTo>
                    <a:pt x="12131" y="701"/>
                  </a:lnTo>
                  <a:lnTo>
                    <a:pt x="11627" y="515"/>
                  </a:lnTo>
                  <a:lnTo>
                    <a:pt x="11113" y="340"/>
                  </a:lnTo>
                  <a:lnTo>
                    <a:pt x="10599" y="165"/>
                  </a:lnTo>
                  <a:lnTo>
                    <a:pt x="10085" y="1"/>
                  </a:lnTo>
                  <a:lnTo>
                    <a:pt x="438" y="45459"/>
                  </a:lnTo>
                  <a:lnTo>
                    <a:pt x="438" y="45459"/>
                  </a:lnTo>
                  <a:lnTo>
                    <a:pt x="361" y="45875"/>
                  </a:lnTo>
                  <a:lnTo>
                    <a:pt x="285" y="46323"/>
                  </a:lnTo>
                  <a:lnTo>
                    <a:pt x="219" y="46794"/>
                  </a:lnTo>
                  <a:lnTo>
                    <a:pt x="164" y="47297"/>
                  </a:lnTo>
                  <a:lnTo>
                    <a:pt x="110" y="47811"/>
                  </a:lnTo>
                  <a:lnTo>
                    <a:pt x="77" y="48358"/>
                  </a:lnTo>
                  <a:lnTo>
                    <a:pt x="44" y="48916"/>
                  </a:lnTo>
                  <a:lnTo>
                    <a:pt x="22" y="49495"/>
                  </a:lnTo>
                  <a:lnTo>
                    <a:pt x="11" y="50086"/>
                  </a:lnTo>
                  <a:lnTo>
                    <a:pt x="0" y="50688"/>
                  </a:lnTo>
                  <a:lnTo>
                    <a:pt x="11" y="51289"/>
                  </a:lnTo>
                  <a:lnTo>
                    <a:pt x="33" y="51913"/>
                  </a:lnTo>
                  <a:lnTo>
                    <a:pt x="66" y="52525"/>
                  </a:lnTo>
                  <a:lnTo>
                    <a:pt x="110" y="53149"/>
                  </a:lnTo>
                  <a:lnTo>
                    <a:pt x="164" y="53761"/>
                  </a:lnTo>
                  <a:lnTo>
                    <a:pt x="230" y="54374"/>
                  </a:lnTo>
                  <a:lnTo>
                    <a:pt x="318" y="54986"/>
                  </a:lnTo>
                  <a:lnTo>
                    <a:pt x="405" y="55588"/>
                  </a:lnTo>
                  <a:lnTo>
                    <a:pt x="514" y="56168"/>
                  </a:lnTo>
                  <a:lnTo>
                    <a:pt x="646" y="56747"/>
                  </a:lnTo>
                  <a:lnTo>
                    <a:pt x="777" y="57294"/>
                  </a:lnTo>
                  <a:lnTo>
                    <a:pt x="930" y="57830"/>
                  </a:lnTo>
                  <a:lnTo>
                    <a:pt x="1094" y="58355"/>
                  </a:lnTo>
                  <a:lnTo>
                    <a:pt x="1280" y="58847"/>
                  </a:lnTo>
                  <a:lnTo>
                    <a:pt x="1477" y="59307"/>
                  </a:lnTo>
                  <a:lnTo>
                    <a:pt x="1586" y="59526"/>
                  </a:lnTo>
                  <a:lnTo>
                    <a:pt x="1696" y="59744"/>
                  </a:lnTo>
                  <a:lnTo>
                    <a:pt x="1816" y="59952"/>
                  </a:lnTo>
                  <a:lnTo>
                    <a:pt x="1925" y="60149"/>
                  </a:lnTo>
                  <a:lnTo>
                    <a:pt x="2057" y="60335"/>
                  </a:lnTo>
                  <a:lnTo>
                    <a:pt x="2177" y="60521"/>
                  </a:lnTo>
                  <a:lnTo>
                    <a:pt x="2308" y="60696"/>
                  </a:lnTo>
                  <a:lnTo>
                    <a:pt x="2450" y="60849"/>
                  </a:lnTo>
                  <a:lnTo>
                    <a:pt x="2593" y="61002"/>
                  </a:lnTo>
                  <a:lnTo>
                    <a:pt x="2735" y="61144"/>
                  </a:lnTo>
                  <a:lnTo>
                    <a:pt x="2888" y="61276"/>
                  </a:lnTo>
                  <a:lnTo>
                    <a:pt x="3041" y="61407"/>
                  </a:lnTo>
                  <a:lnTo>
                    <a:pt x="3194" y="61516"/>
                  </a:lnTo>
                  <a:lnTo>
                    <a:pt x="3358" y="61615"/>
                  </a:lnTo>
                  <a:lnTo>
                    <a:pt x="3358" y="61615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5" name="Google Shape;1025;p25"/>
            <p:cNvSpPr/>
            <p:nvPr/>
          </p:nvSpPr>
          <p:spPr>
            <a:xfrm>
              <a:off x="2099150" y="2346125"/>
              <a:ext cx="102025" cy="254075"/>
            </a:xfrm>
            <a:custGeom>
              <a:avLst/>
              <a:gdLst/>
              <a:ahLst/>
              <a:cxnLst/>
              <a:rect l="l" t="t" r="r" b="b"/>
              <a:pathLst>
                <a:path w="4081" h="10163" extrusionOk="0">
                  <a:moveTo>
                    <a:pt x="4080" y="657"/>
                  </a:moveTo>
                  <a:lnTo>
                    <a:pt x="4080" y="657"/>
                  </a:lnTo>
                  <a:lnTo>
                    <a:pt x="3599" y="482"/>
                  </a:lnTo>
                  <a:lnTo>
                    <a:pt x="3118" y="318"/>
                  </a:lnTo>
                  <a:lnTo>
                    <a:pt x="2636" y="154"/>
                  </a:lnTo>
                  <a:lnTo>
                    <a:pt x="2155" y="1"/>
                  </a:lnTo>
                  <a:lnTo>
                    <a:pt x="0" y="10162"/>
                  </a:lnTo>
                  <a:lnTo>
                    <a:pt x="0" y="10162"/>
                  </a:lnTo>
                  <a:lnTo>
                    <a:pt x="175" y="10162"/>
                  </a:lnTo>
                  <a:lnTo>
                    <a:pt x="328" y="10140"/>
                  </a:lnTo>
                  <a:lnTo>
                    <a:pt x="492" y="10119"/>
                  </a:lnTo>
                  <a:lnTo>
                    <a:pt x="646" y="10086"/>
                  </a:lnTo>
                  <a:lnTo>
                    <a:pt x="799" y="10053"/>
                  </a:lnTo>
                  <a:lnTo>
                    <a:pt x="941" y="9998"/>
                  </a:lnTo>
                  <a:lnTo>
                    <a:pt x="1083" y="9955"/>
                  </a:lnTo>
                  <a:lnTo>
                    <a:pt x="1214" y="9889"/>
                  </a:lnTo>
                  <a:lnTo>
                    <a:pt x="1346" y="9823"/>
                  </a:lnTo>
                  <a:lnTo>
                    <a:pt x="1477" y="9747"/>
                  </a:lnTo>
                  <a:lnTo>
                    <a:pt x="1597" y="9670"/>
                  </a:lnTo>
                  <a:lnTo>
                    <a:pt x="1717" y="9583"/>
                  </a:lnTo>
                  <a:lnTo>
                    <a:pt x="1838" y="9495"/>
                  </a:lnTo>
                  <a:lnTo>
                    <a:pt x="1947" y="9386"/>
                  </a:lnTo>
                  <a:lnTo>
                    <a:pt x="2057" y="9287"/>
                  </a:lnTo>
                  <a:lnTo>
                    <a:pt x="2155" y="9178"/>
                  </a:lnTo>
                  <a:lnTo>
                    <a:pt x="2352" y="8937"/>
                  </a:lnTo>
                  <a:lnTo>
                    <a:pt x="2538" y="8686"/>
                  </a:lnTo>
                  <a:lnTo>
                    <a:pt x="2702" y="8401"/>
                  </a:lnTo>
                  <a:lnTo>
                    <a:pt x="2855" y="8106"/>
                  </a:lnTo>
                  <a:lnTo>
                    <a:pt x="2997" y="7800"/>
                  </a:lnTo>
                  <a:lnTo>
                    <a:pt x="3128" y="7472"/>
                  </a:lnTo>
                  <a:lnTo>
                    <a:pt x="3249" y="7133"/>
                  </a:lnTo>
                  <a:lnTo>
                    <a:pt x="3358" y="6783"/>
                  </a:lnTo>
                  <a:lnTo>
                    <a:pt x="3457" y="6422"/>
                  </a:lnTo>
                  <a:lnTo>
                    <a:pt x="3544" y="6050"/>
                  </a:lnTo>
                  <a:lnTo>
                    <a:pt x="3621" y="5667"/>
                  </a:lnTo>
                  <a:lnTo>
                    <a:pt x="3697" y="5284"/>
                  </a:lnTo>
                  <a:lnTo>
                    <a:pt x="3752" y="4890"/>
                  </a:lnTo>
                  <a:lnTo>
                    <a:pt x="3807" y="4496"/>
                  </a:lnTo>
                  <a:lnTo>
                    <a:pt x="3861" y="4103"/>
                  </a:lnTo>
                  <a:lnTo>
                    <a:pt x="3894" y="3709"/>
                  </a:lnTo>
                  <a:lnTo>
                    <a:pt x="3971" y="2910"/>
                  </a:lnTo>
                  <a:lnTo>
                    <a:pt x="4014" y="2134"/>
                  </a:lnTo>
                  <a:lnTo>
                    <a:pt x="4047" y="1379"/>
                  </a:lnTo>
                  <a:lnTo>
                    <a:pt x="4080" y="657"/>
                  </a:lnTo>
                  <a:lnTo>
                    <a:pt x="4080" y="657"/>
                  </a:lnTo>
                  <a:close/>
                </a:path>
              </a:pathLst>
            </a:custGeom>
            <a:solidFill>
              <a:srgbClr val="FAF1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6" name="Google Shape;1026;p25"/>
            <p:cNvSpPr/>
            <p:nvPr/>
          </p:nvSpPr>
          <p:spPr>
            <a:xfrm>
              <a:off x="2207425" y="3218725"/>
              <a:ext cx="214675" cy="730400"/>
            </a:xfrm>
            <a:custGeom>
              <a:avLst/>
              <a:gdLst/>
              <a:ahLst/>
              <a:cxnLst/>
              <a:rect l="l" t="t" r="r" b="b"/>
              <a:pathLst>
                <a:path w="8587" h="29216" extrusionOk="0">
                  <a:moveTo>
                    <a:pt x="2396" y="0"/>
                  </a:moveTo>
                  <a:lnTo>
                    <a:pt x="2396" y="0"/>
                  </a:lnTo>
                  <a:lnTo>
                    <a:pt x="2724" y="580"/>
                  </a:lnTo>
                  <a:lnTo>
                    <a:pt x="3052" y="1192"/>
                  </a:lnTo>
                  <a:lnTo>
                    <a:pt x="3391" y="1827"/>
                  </a:lnTo>
                  <a:lnTo>
                    <a:pt x="3730" y="2483"/>
                  </a:lnTo>
                  <a:lnTo>
                    <a:pt x="4070" y="3172"/>
                  </a:lnTo>
                  <a:lnTo>
                    <a:pt x="4409" y="3883"/>
                  </a:lnTo>
                  <a:lnTo>
                    <a:pt x="4748" y="4616"/>
                  </a:lnTo>
                  <a:lnTo>
                    <a:pt x="5087" y="5360"/>
                  </a:lnTo>
                  <a:lnTo>
                    <a:pt x="5415" y="6136"/>
                  </a:lnTo>
                  <a:lnTo>
                    <a:pt x="5743" y="6924"/>
                  </a:lnTo>
                  <a:lnTo>
                    <a:pt x="6060" y="7733"/>
                  </a:lnTo>
                  <a:lnTo>
                    <a:pt x="6367" y="8565"/>
                  </a:lnTo>
                  <a:lnTo>
                    <a:pt x="6651" y="9407"/>
                  </a:lnTo>
                  <a:lnTo>
                    <a:pt x="6935" y="10260"/>
                  </a:lnTo>
                  <a:lnTo>
                    <a:pt x="7198" y="11124"/>
                  </a:lnTo>
                  <a:lnTo>
                    <a:pt x="7438" y="12010"/>
                  </a:lnTo>
                  <a:lnTo>
                    <a:pt x="7668" y="12896"/>
                  </a:lnTo>
                  <a:lnTo>
                    <a:pt x="7876" y="13804"/>
                  </a:lnTo>
                  <a:lnTo>
                    <a:pt x="8062" y="14712"/>
                  </a:lnTo>
                  <a:lnTo>
                    <a:pt x="8215" y="15620"/>
                  </a:lnTo>
                  <a:lnTo>
                    <a:pt x="8292" y="16090"/>
                  </a:lnTo>
                  <a:lnTo>
                    <a:pt x="8346" y="16549"/>
                  </a:lnTo>
                  <a:lnTo>
                    <a:pt x="8412" y="17009"/>
                  </a:lnTo>
                  <a:lnTo>
                    <a:pt x="8456" y="17479"/>
                  </a:lnTo>
                  <a:lnTo>
                    <a:pt x="8499" y="17938"/>
                  </a:lnTo>
                  <a:lnTo>
                    <a:pt x="8532" y="18409"/>
                  </a:lnTo>
                  <a:lnTo>
                    <a:pt x="8565" y="18879"/>
                  </a:lnTo>
                  <a:lnTo>
                    <a:pt x="8576" y="19338"/>
                  </a:lnTo>
                  <a:lnTo>
                    <a:pt x="8587" y="19809"/>
                  </a:lnTo>
                  <a:lnTo>
                    <a:pt x="8587" y="20279"/>
                  </a:lnTo>
                  <a:lnTo>
                    <a:pt x="8587" y="20749"/>
                  </a:lnTo>
                  <a:lnTo>
                    <a:pt x="8565" y="21220"/>
                  </a:lnTo>
                  <a:lnTo>
                    <a:pt x="8543" y="21690"/>
                  </a:lnTo>
                  <a:lnTo>
                    <a:pt x="8510" y="22150"/>
                  </a:lnTo>
                  <a:lnTo>
                    <a:pt x="8467" y="22620"/>
                  </a:lnTo>
                  <a:lnTo>
                    <a:pt x="8412" y="23090"/>
                  </a:lnTo>
                  <a:lnTo>
                    <a:pt x="8346" y="23561"/>
                  </a:lnTo>
                  <a:lnTo>
                    <a:pt x="8281" y="24020"/>
                  </a:lnTo>
                  <a:lnTo>
                    <a:pt x="8193" y="24490"/>
                  </a:lnTo>
                  <a:lnTo>
                    <a:pt x="8106" y="24950"/>
                  </a:lnTo>
                  <a:lnTo>
                    <a:pt x="7996" y="25409"/>
                  </a:lnTo>
                  <a:lnTo>
                    <a:pt x="7876" y="25868"/>
                  </a:lnTo>
                  <a:lnTo>
                    <a:pt x="7756" y="26328"/>
                  </a:lnTo>
                  <a:lnTo>
                    <a:pt x="7613" y="26787"/>
                  </a:lnTo>
                  <a:lnTo>
                    <a:pt x="7613" y="26787"/>
                  </a:lnTo>
                  <a:lnTo>
                    <a:pt x="7471" y="27225"/>
                  </a:lnTo>
                  <a:lnTo>
                    <a:pt x="7307" y="27608"/>
                  </a:lnTo>
                  <a:lnTo>
                    <a:pt x="7143" y="27958"/>
                  </a:lnTo>
                  <a:lnTo>
                    <a:pt x="7067" y="28111"/>
                  </a:lnTo>
                  <a:lnTo>
                    <a:pt x="6979" y="28253"/>
                  </a:lnTo>
                  <a:lnTo>
                    <a:pt x="6892" y="28384"/>
                  </a:lnTo>
                  <a:lnTo>
                    <a:pt x="6804" y="28515"/>
                  </a:lnTo>
                  <a:lnTo>
                    <a:pt x="6717" y="28625"/>
                  </a:lnTo>
                  <a:lnTo>
                    <a:pt x="6618" y="28723"/>
                  </a:lnTo>
                  <a:lnTo>
                    <a:pt x="6531" y="28822"/>
                  </a:lnTo>
                  <a:lnTo>
                    <a:pt x="6432" y="28898"/>
                  </a:lnTo>
                  <a:lnTo>
                    <a:pt x="6334" y="28975"/>
                  </a:lnTo>
                  <a:lnTo>
                    <a:pt x="6235" y="29040"/>
                  </a:lnTo>
                  <a:lnTo>
                    <a:pt x="6137" y="29084"/>
                  </a:lnTo>
                  <a:lnTo>
                    <a:pt x="6038" y="29128"/>
                  </a:lnTo>
                  <a:lnTo>
                    <a:pt x="5940" y="29161"/>
                  </a:lnTo>
                  <a:lnTo>
                    <a:pt x="5842" y="29194"/>
                  </a:lnTo>
                  <a:lnTo>
                    <a:pt x="5743" y="29205"/>
                  </a:lnTo>
                  <a:lnTo>
                    <a:pt x="5634" y="29215"/>
                  </a:lnTo>
                  <a:lnTo>
                    <a:pt x="5535" y="29205"/>
                  </a:lnTo>
                  <a:lnTo>
                    <a:pt x="5426" y="29194"/>
                  </a:lnTo>
                  <a:lnTo>
                    <a:pt x="5327" y="29172"/>
                  </a:lnTo>
                  <a:lnTo>
                    <a:pt x="5218" y="29139"/>
                  </a:lnTo>
                  <a:lnTo>
                    <a:pt x="5109" y="29106"/>
                  </a:lnTo>
                  <a:lnTo>
                    <a:pt x="5010" y="29051"/>
                  </a:lnTo>
                  <a:lnTo>
                    <a:pt x="4901" y="28997"/>
                  </a:lnTo>
                  <a:lnTo>
                    <a:pt x="4791" y="28931"/>
                  </a:lnTo>
                  <a:lnTo>
                    <a:pt x="4584" y="28778"/>
                  </a:lnTo>
                  <a:lnTo>
                    <a:pt x="4365" y="28603"/>
                  </a:lnTo>
                  <a:lnTo>
                    <a:pt x="4146" y="28384"/>
                  </a:lnTo>
                  <a:lnTo>
                    <a:pt x="3938" y="28133"/>
                  </a:lnTo>
                  <a:lnTo>
                    <a:pt x="3720" y="27859"/>
                  </a:lnTo>
                  <a:lnTo>
                    <a:pt x="3512" y="27553"/>
                  </a:lnTo>
                  <a:lnTo>
                    <a:pt x="3293" y="27225"/>
                  </a:lnTo>
                  <a:lnTo>
                    <a:pt x="3085" y="26864"/>
                  </a:lnTo>
                  <a:lnTo>
                    <a:pt x="2877" y="26481"/>
                  </a:lnTo>
                  <a:lnTo>
                    <a:pt x="2680" y="26065"/>
                  </a:lnTo>
                  <a:lnTo>
                    <a:pt x="2484" y="25639"/>
                  </a:lnTo>
                  <a:lnTo>
                    <a:pt x="2287" y="25179"/>
                  </a:lnTo>
                  <a:lnTo>
                    <a:pt x="2090" y="24698"/>
                  </a:lnTo>
                  <a:lnTo>
                    <a:pt x="1915" y="24195"/>
                  </a:lnTo>
                  <a:lnTo>
                    <a:pt x="1729" y="23681"/>
                  </a:lnTo>
                  <a:lnTo>
                    <a:pt x="1554" y="23134"/>
                  </a:lnTo>
                  <a:lnTo>
                    <a:pt x="1390" y="22576"/>
                  </a:lnTo>
                  <a:lnTo>
                    <a:pt x="1226" y="21996"/>
                  </a:lnTo>
                  <a:lnTo>
                    <a:pt x="1084" y="21406"/>
                  </a:lnTo>
                  <a:lnTo>
                    <a:pt x="930" y="20793"/>
                  </a:lnTo>
                  <a:lnTo>
                    <a:pt x="799" y="20170"/>
                  </a:lnTo>
                  <a:lnTo>
                    <a:pt x="668" y="19524"/>
                  </a:lnTo>
                  <a:lnTo>
                    <a:pt x="558" y="18868"/>
                  </a:lnTo>
                  <a:lnTo>
                    <a:pt x="449" y="18201"/>
                  </a:lnTo>
                  <a:lnTo>
                    <a:pt x="351" y="17523"/>
                  </a:lnTo>
                  <a:lnTo>
                    <a:pt x="263" y="16834"/>
                  </a:lnTo>
                  <a:lnTo>
                    <a:pt x="187" y="16134"/>
                  </a:lnTo>
                  <a:lnTo>
                    <a:pt x="132" y="15423"/>
                  </a:lnTo>
                  <a:lnTo>
                    <a:pt x="77" y="14712"/>
                  </a:lnTo>
                  <a:lnTo>
                    <a:pt x="44" y="13990"/>
                  </a:lnTo>
                  <a:lnTo>
                    <a:pt x="12" y="13257"/>
                  </a:lnTo>
                  <a:lnTo>
                    <a:pt x="1" y="12513"/>
                  </a:lnTo>
                  <a:lnTo>
                    <a:pt x="12" y="11780"/>
                  </a:lnTo>
                  <a:lnTo>
                    <a:pt x="23" y="11037"/>
                  </a:lnTo>
                  <a:lnTo>
                    <a:pt x="66" y="10282"/>
                  </a:lnTo>
                  <a:lnTo>
                    <a:pt x="110" y="9538"/>
                  </a:lnTo>
                  <a:lnTo>
                    <a:pt x="176" y="8783"/>
                  </a:lnTo>
                  <a:lnTo>
                    <a:pt x="263" y="8029"/>
                  </a:lnTo>
                  <a:lnTo>
                    <a:pt x="362" y="7285"/>
                  </a:lnTo>
                  <a:lnTo>
                    <a:pt x="471" y="6530"/>
                  </a:lnTo>
                  <a:lnTo>
                    <a:pt x="613" y="5786"/>
                  </a:lnTo>
                  <a:lnTo>
                    <a:pt x="766" y="5043"/>
                  </a:lnTo>
                  <a:lnTo>
                    <a:pt x="930" y="4299"/>
                  </a:lnTo>
                  <a:lnTo>
                    <a:pt x="1127" y="3566"/>
                  </a:lnTo>
                  <a:lnTo>
                    <a:pt x="1335" y="2844"/>
                  </a:lnTo>
                  <a:lnTo>
                    <a:pt x="1576" y="2122"/>
                  </a:lnTo>
                  <a:lnTo>
                    <a:pt x="1827" y="1400"/>
                  </a:lnTo>
                  <a:lnTo>
                    <a:pt x="2101" y="700"/>
                  </a:lnTo>
                  <a:lnTo>
                    <a:pt x="2396" y="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7" name="Google Shape;1027;p25"/>
            <p:cNvSpPr/>
            <p:nvPr/>
          </p:nvSpPr>
          <p:spPr>
            <a:xfrm>
              <a:off x="5214000" y="4460450"/>
              <a:ext cx="926750" cy="941250"/>
            </a:xfrm>
            <a:custGeom>
              <a:avLst/>
              <a:gdLst/>
              <a:ahLst/>
              <a:cxnLst/>
              <a:rect l="l" t="t" r="r" b="b"/>
              <a:pathLst>
                <a:path w="37070" h="37650" extrusionOk="0">
                  <a:moveTo>
                    <a:pt x="0" y="1"/>
                  </a:moveTo>
                  <a:lnTo>
                    <a:pt x="3238" y="37649"/>
                  </a:lnTo>
                  <a:lnTo>
                    <a:pt x="28756" y="35855"/>
                  </a:lnTo>
                  <a:lnTo>
                    <a:pt x="28756" y="35855"/>
                  </a:lnTo>
                  <a:lnTo>
                    <a:pt x="28920" y="35790"/>
                  </a:lnTo>
                  <a:lnTo>
                    <a:pt x="29106" y="35746"/>
                  </a:lnTo>
                  <a:lnTo>
                    <a:pt x="29314" y="35713"/>
                  </a:lnTo>
                  <a:lnTo>
                    <a:pt x="29533" y="35691"/>
                  </a:lnTo>
                  <a:lnTo>
                    <a:pt x="29763" y="35680"/>
                  </a:lnTo>
                  <a:lnTo>
                    <a:pt x="30003" y="35669"/>
                  </a:lnTo>
                  <a:lnTo>
                    <a:pt x="30266" y="35680"/>
                  </a:lnTo>
                  <a:lnTo>
                    <a:pt x="30528" y="35702"/>
                  </a:lnTo>
                  <a:lnTo>
                    <a:pt x="31097" y="35746"/>
                  </a:lnTo>
                  <a:lnTo>
                    <a:pt x="31688" y="35822"/>
                  </a:lnTo>
                  <a:lnTo>
                    <a:pt x="32300" y="35910"/>
                  </a:lnTo>
                  <a:lnTo>
                    <a:pt x="32924" y="36008"/>
                  </a:lnTo>
                  <a:lnTo>
                    <a:pt x="33547" y="36107"/>
                  </a:lnTo>
                  <a:lnTo>
                    <a:pt x="34160" y="36194"/>
                  </a:lnTo>
                  <a:lnTo>
                    <a:pt x="34750" y="36260"/>
                  </a:lnTo>
                  <a:lnTo>
                    <a:pt x="35319" y="36315"/>
                  </a:lnTo>
                  <a:lnTo>
                    <a:pt x="35582" y="36326"/>
                  </a:lnTo>
                  <a:lnTo>
                    <a:pt x="35833" y="36326"/>
                  </a:lnTo>
                  <a:lnTo>
                    <a:pt x="36085" y="36315"/>
                  </a:lnTo>
                  <a:lnTo>
                    <a:pt x="36314" y="36304"/>
                  </a:lnTo>
                  <a:lnTo>
                    <a:pt x="36522" y="36271"/>
                  </a:lnTo>
                  <a:lnTo>
                    <a:pt x="36719" y="36227"/>
                  </a:lnTo>
                  <a:lnTo>
                    <a:pt x="36905" y="36172"/>
                  </a:lnTo>
                  <a:lnTo>
                    <a:pt x="37069" y="36107"/>
                  </a:lnTo>
                  <a:lnTo>
                    <a:pt x="34860" y="43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8" name="Google Shape;1028;p25"/>
            <p:cNvSpPr/>
            <p:nvPr/>
          </p:nvSpPr>
          <p:spPr>
            <a:xfrm>
              <a:off x="4698825" y="3552875"/>
              <a:ext cx="595325" cy="1106675"/>
            </a:xfrm>
            <a:custGeom>
              <a:avLst/>
              <a:gdLst/>
              <a:ahLst/>
              <a:cxnLst/>
              <a:rect l="l" t="t" r="r" b="b"/>
              <a:pathLst>
                <a:path w="23813" h="44267" extrusionOk="0">
                  <a:moveTo>
                    <a:pt x="0" y="985"/>
                  </a:moveTo>
                  <a:lnTo>
                    <a:pt x="8696" y="28931"/>
                  </a:lnTo>
                  <a:lnTo>
                    <a:pt x="8696" y="28931"/>
                  </a:lnTo>
                  <a:lnTo>
                    <a:pt x="8816" y="29292"/>
                  </a:lnTo>
                  <a:lnTo>
                    <a:pt x="8980" y="29697"/>
                  </a:lnTo>
                  <a:lnTo>
                    <a:pt x="9177" y="30156"/>
                  </a:lnTo>
                  <a:lnTo>
                    <a:pt x="9407" y="30649"/>
                  </a:lnTo>
                  <a:lnTo>
                    <a:pt x="9669" y="31185"/>
                  </a:lnTo>
                  <a:lnTo>
                    <a:pt x="9965" y="31742"/>
                  </a:lnTo>
                  <a:lnTo>
                    <a:pt x="10282" y="32333"/>
                  </a:lnTo>
                  <a:lnTo>
                    <a:pt x="10621" y="32956"/>
                  </a:lnTo>
                  <a:lnTo>
                    <a:pt x="10993" y="33591"/>
                  </a:lnTo>
                  <a:lnTo>
                    <a:pt x="11376" y="34236"/>
                  </a:lnTo>
                  <a:lnTo>
                    <a:pt x="11780" y="34903"/>
                  </a:lnTo>
                  <a:lnTo>
                    <a:pt x="12207" y="35571"/>
                  </a:lnTo>
                  <a:lnTo>
                    <a:pt x="12656" y="36238"/>
                  </a:lnTo>
                  <a:lnTo>
                    <a:pt x="13104" y="36916"/>
                  </a:lnTo>
                  <a:lnTo>
                    <a:pt x="13574" y="37583"/>
                  </a:lnTo>
                  <a:lnTo>
                    <a:pt x="14045" y="38240"/>
                  </a:lnTo>
                  <a:lnTo>
                    <a:pt x="14526" y="38885"/>
                  </a:lnTo>
                  <a:lnTo>
                    <a:pt x="15018" y="39508"/>
                  </a:lnTo>
                  <a:lnTo>
                    <a:pt x="15510" y="40121"/>
                  </a:lnTo>
                  <a:lnTo>
                    <a:pt x="16003" y="40701"/>
                  </a:lnTo>
                  <a:lnTo>
                    <a:pt x="16495" y="41247"/>
                  </a:lnTo>
                  <a:lnTo>
                    <a:pt x="16987" y="41772"/>
                  </a:lnTo>
                  <a:lnTo>
                    <a:pt x="17468" y="42254"/>
                  </a:lnTo>
                  <a:lnTo>
                    <a:pt x="17709" y="42483"/>
                  </a:lnTo>
                  <a:lnTo>
                    <a:pt x="17949" y="42691"/>
                  </a:lnTo>
                  <a:lnTo>
                    <a:pt x="18179" y="42899"/>
                  </a:lnTo>
                  <a:lnTo>
                    <a:pt x="18420" y="43085"/>
                  </a:lnTo>
                  <a:lnTo>
                    <a:pt x="18650" y="43271"/>
                  </a:lnTo>
                  <a:lnTo>
                    <a:pt x="18879" y="43435"/>
                  </a:lnTo>
                  <a:lnTo>
                    <a:pt x="19098" y="43588"/>
                  </a:lnTo>
                  <a:lnTo>
                    <a:pt x="19328" y="43719"/>
                  </a:lnTo>
                  <a:lnTo>
                    <a:pt x="19546" y="43851"/>
                  </a:lnTo>
                  <a:lnTo>
                    <a:pt x="19754" y="43960"/>
                  </a:lnTo>
                  <a:lnTo>
                    <a:pt x="19973" y="44048"/>
                  </a:lnTo>
                  <a:lnTo>
                    <a:pt x="20181" y="44124"/>
                  </a:lnTo>
                  <a:lnTo>
                    <a:pt x="20378" y="44190"/>
                  </a:lnTo>
                  <a:lnTo>
                    <a:pt x="20575" y="44234"/>
                  </a:lnTo>
                  <a:lnTo>
                    <a:pt x="20771" y="44255"/>
                  </a:lnTo>
                  <a:lnTo>
                    <a:pt x="20957" y="44266"/>
                  </a:lnTo>
                  <a:lnTo>
                    <a:pt x="21132" y="44255"/>
                  </a:lnTo>
                  <a:lnTo>
                    <a:pt x="21307" y="44234"/>
                  </a:lnTo>
                  <a:lnTo>
                    <a:pt x="21307" y="44234"/>
                  </a:lnTo>
                  <a:lnTo>
                    <a:pt x="21482" y="44179"/>
                  </a:lnTo>
                  <a:lnTo>
                    <a:pt x="21647" y="44124"/>
                  </a:lnTo>
                  <a:lnTo>
                    <a:pt x="21800" y="44048"/>
                  </a:lnTo>
                  <a:lnTo>
                    <a:pt x="21942" y="43960"/>
                  </a:lnTo>
                  <a:lnTo>
                    <a:pt x="22084" y="43851"/>
                  </a:lnTo>
                  <a:lnTo>
                    <a:pt x="22226" y="43730"/>
                  </a:lnTo>
                  <a:lnTo>
                    <a:pt x="22347" y="43599"/>
                  </a:lnTo>
                  <a:lnTo>
                    <a:pt x="22478" y="43457"/>
                  </a:lnTo>
                  <a:lnTo>
                    <a:pt x="22587" y="43304"/>
                  </a:lnTo>
                  <a:lnTo>
                    <a:pt x="22697" y="43140"/>
                  </a:lnTo>
                  <a:lnTo>
                    <a:pt x="22806" y="42954"/>
                  </a:lnTo>
                  <a:lnTo>
                    <a:pt x="22904" y="42768"/>
                  </a:lnTo>
                  <a:lnTo>
                    <a:pt x="22992" y="42571"/>
                  </a:lnTo>
                  <a:lnTo>
                    <a:pt x="23079" y="42363"/>
                  </a:lnTo>
                  <a:lnTo>
                    <a:pt x="23167" y="42133"/>
                  </a:lnTo>
                  <a:lnTo>
                    <a:pt x="23243" y="41915"/>
                  </a:lnTo>
                  <a:lnTo>
                    <a:pt x="23309" y="41674"/>
                  </a:lnTo>
                  <a:lnTo>
                    <a:pt x="23375" y="41422"/>
                  </a:lnTo>
                  <a:lnTo>
                    <a:pt x="23440" y="41171"/>
                  </a:lnTo>
                  <a:lnTo>
                    <a:pt x="23495" y="40908"/>
                  </a:lnTo>
                  <a:lnTo>
                    <a:pt x="23593" y="40372"/>
                  </a:lnTo>
                  <a:lnTo>
                    <a:pt x="23670" y="39804"/>
                  </a:lnTo>
                  <a:lnTo>
                    <a:pt x="23725" y="39213"/>
                  </a:lnTo>
                  <a:lnTo>
                    <a:pt x="23768" y="38600"/>
                  </a:lnTo>
                  <a:lnTo>
                    <a:pt x="23801" y="37977"/>
                  </a:lnTo>
                  <a:lnTo>
                    <a:pt x="23812" y="37343"/>
                  </a:lnTo>
                  <a:lnTo>
                    <a:pt x="23812" y="36697"/>
                  </a:lnTo>
                  <a:lnTo>
                    <a:pt x="23790" y="36052"/>
                  </a:lnTo>
                  <a:lnTo>
                    <a:pt x="23768" y="35407"/>
                  </a:lnTo>
                  <a:lnTo>
                    <a:pt x="23725" y="34761"/>
                  </a:lnTo>
                  <a:lnTo>
                    <a:pt x="23681" y="34116"/>
                  </a:lnTo>
                  <a:lnTo>
                    <a:pt x="23615" y="33482"/>
                  </a:lnTo>
                  <a:lnTo>
                    <a:pt x="23550" y="32869"/>
                  </a:lnTo>
                  <a:lnTo>
                    <a:pt x="23462" y="32267"/>
                  </a:lnTo>
                  <a:lnTo>
                    <a:pt x="23386" y="31677"/>
                  </a:lnTo>
                  <a:lnTo>
                    <a:pt x="23287" y="31119"/>
                  </a:lnTo>
                  <a:lnTo>
                    <a:pt x="23189" y="30583"/>
                  </a:lnTo>
                  <a:lnTo>
                    <a:pt x="23090" y="30069"/>
                  </a:lnTo>
                  <a:lnTo>
                    <a:pt x="22981" y="29599"/>
                  </a:lnTo>
                  <a:lnTo>
                    <a:pt x="22872" y="29161"/>
                  </a:lnTo>
                  <a:lnTo>
                    <a:pt x="22762" y="28756"/>
                  </a:lnTo>
                  <a:lnTo>
                    <a:pt x="22653" y="28395"/>
                  </a:lnTo>
                  <a:lnTo>
                    <a:pt x="15324" y="9013"/>
                  </a:lnTo>
                  <a:lnTo>
                    <a:pt x="15324" y="9013"/>
                  </a:lnTo>
                  <a:lnTo>
                    <a:pt x="15127" y="8510"/>
                  </a:lnTo>
                  <a:lnTo>
                    <a:pt x="14920" y="8007"/>
                  </a:lnTo>
                  <a:lnTo>
                    <a:pt x="14712" y="7537"/>
                  </a:lnTo>
                  <a:lnTo>
                    <a:pt x="14504" y="7077"/>
                  </a:lnTo>
                  <a:lnTo>
                    <a:pt x="14285" y="6640"/>
                  </a:lnTo>
                  <a:lnTo>
                    <a:pt x="14067" y="6224"/>
                  </a:lnTo>
                  <a:lnTo>
                    <a:pt x="13848" y="5819"/>
                  </a:lnTo>
                  <a:lnTo>
                    <a:pt x="13618" y="5426"/>
                  </a:lnTo>
                  <a:lnTo>
                    <a:pt x="13388" y="5054"/>
                  </a:lnTo>
                  <a:lnTo>
                    <a:pt x="13159" y="4704"/>
                  </a:lnTo>
                  <a:lnTo>
                    <a:pt x="12918" y="4354"/>
                  </a:lnTo>
                  <a:lnTo>
                    <a:pt x="12677" y="4036"/>
                  </a:lnTo>
                  <a:lnTo>
                    <a:pt x="12437" y="3730"/>
                  </a:lnTo>
                  <a:lnTo>
                    <a:pt x="12196" y="3435"/>
                  </a:lnTo>
                  <a:lnTo>
                    <a:pt x="11945" y="3150"/>
                  </a:lnTo>
                  <a:lnTo>
                    <a:pt x="11704" y="2888"/>
                  </a:lnTo>
                  <a:lnTo>
                    <a:pt x="11452" y="2636"/>
                  </a:lnTo>
                  <a:lnTo>
                    <a:pt x="11201" y="2396"/>
                  </a:lnTo>
                  <a:lnTo>
                    <a:pt x="10938" y="2166"/>
                  </a:lnTo>
                  <a:lnTo>
                    <a:pt x="10687" y="1958"/>
                  </a:lnTo>
                  <a:lnTo>
                    <a:pt x="10424" y="1761"/>
                  </a:lnTo>
                  <a:lnTo>
                    <a:pt x="10173" y="1575"/>
                  </a:lnTo>
                  <a:lnTo>
                    <a:pt x="9910" y="1400"/>
                  </a:lnTo>
                  <a:lnTo>
                    <a:pt x="9648" y="1236"/>
                  </a:lnTo>
                  <a:lnTo>
                    <a:pt x="9385" y="1083"/>
                  </a:lnTo>
                  <a:lnTo>
                    <a:pt x="9123" y="952"/>
                  </a:lnTo>
                  <a:lnTo>
                    <a:pt x="8860" y="821"/>
                  </a:lnTo>
                  <a:lnTo>
                    <a:pt x="8598" y="700"/>
                  </a:lnTo>
                  <a:lnTo>
                    <a:pt x="8335" y="591"/>
                  </a:lnTo>
                  <a:lnTo>
                    <a:pt x="8062" y="493"/>
                  </a:lnTo>
                  <a:lnTo>
                    <a:pt x="7799" y="405"/>
                  </a:lnTo>
                  <a:lnTo>
                    <a:pt x="7537" y="328"/>
                  </a:lnTo>
                  <a:lnTo>
                    <a:pt x="7274" y="263"/>
                  </a:lnTo>
                  <a:lnTo>
                    <a:pt x="7012" y="197"/>
                  </a:lnTo>
                  <a:lnTo>
                    <a:pt x="6749" y="153"/>
                  </a:lnTo>
                  <a:lnTo>
                    <a:pt x="6487" y="110"/>
                  </a:lnTo>
                  <a:lnTo>
                    <a:pt x="6224" y="66"/>
                  </a:lnTo>
                  <a:lnTo>
                    <a:pt x="5961" y="44"/>
                  </a:lnTo>
                  <a:lnTo>
                    <a:pt x="5699" y="22"/>
                  </a:lnTo>
                  <a:lnTo>
                    <a:pt x="5436" y="11"/>
                  </a:lnTo>
                  <a:lnTo>
                    <a:pt x="4922" y="0"/>
                  </a:lnTo>
                  <a:lnTo>
                    <a:pt x="4419" y="11"/>
                  </a:lnTo>
                  <a:lnTo>
                    <a:pt x="3927" y="55"/>
                  </a:lnTo>
                  <a:lnTo>
                    <a:pt x="3435" y="110"/>
                  </a:lnTo>
                  <a:lnTo>
                    <a:pt x="2954" y="186"/>
                  </a:lnTo>
                  <a:lnTo>
                    <a:pt x="2494" y="274"/>
                  </a:lnTo>
                  <a:lnTo>
                    <a:pt x="2035" y="372"/>
                  </a:lnTo>
                  <a:lnTo>
                    <a:pt x="1597" y="482"/>
                  </a:lnTo>
                  <a:lnTo>
                    <a:pt x="1171" y="602"/>
                  </a:lnTo>
                  <a:lnTo>
                    <a:pt x="766" y="733"/>
                  </a:lnTo>
                  <a:lnTo>
                    <a:pt x="0" y="985"/>
                  </a:lnTo>
                  <a:lnTo>
                    <a:pt x="0" y="985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9" name="Google Shape;1029;p25"/>
            <p:cNvSpPr/>
            <p:nvPr/>
          </p:nvSpPr>
          <p:spPr>
            <a:xfrm>
              <a:off x="4907200" y="2377850"/>
              <a:ext cx="1361775" cy="2624600"/>
            </a:xfrm>
            <a:custGeom>
              <a:avLst/>
              <a:gdLst/>
              <a:ahLst/>
              <a:cxnLst/>
              <a:rect l="l" t="t" r="r" b="b"/>
              <a:pathLst>
                <a:path w="54471" h="104984" extrusionOk="0">
                  <a:moveTo>
                    <a:pt x="11441" y="6553"/>
                  </a:moveTo>
                  <a:lnTo>
                    <a:pt x="14624" y="38021"/>
                  </a:lnTo>
                  <a:lnTo>
                    <a:pt x="14624" y="38021"/>
                  </a:lnTo>
                  <a:lnTo>
                    <a:pt x="14755" y="37792"/>
                  </a:lnTo>
                  <a:lnTo>
                    <a:pt x="14898" y="37573"/>
                  </a:lnTo>
                  <a:lnTo>
                    <a:pt x="15051" y="37354"/>
                  </a:lnTo>
                  <a:lnTo>
                    <a:pt x="15204" y="37157"/>
                  </a:lnTo>
                  <a:lnTo>
                    <a:pt x="15368" y="36971"/>
                  </a:lnTo>
                  <a:lnTo>
                    <a:pt x="15532" y="36785"/>
                  </a:lnTo>
                  <a:lnTo>
                    <a:pt x="15718" y="36610"/>
                  </a:lnTo>
                  <a:lnTo>
                    <a:pt x="15893" y="36457"/>
                  </a:lnTo>
                  <a:lnTo>
                    <a:pt x="16090" y="36304"/>
                  </a:lnTo>
                  <a:lnTo>
                    <a:pt x="16276" y="36162"/>
                  </a:lnTo>
                  <a:lnTo>
                    <a:pt x="16484" y="36020"/>
                  </a:lnTo>
                  <a:lnTo>
                    <a:pt x="16680" y="35899"/>
                  </a:lnTo>
                  <a:lnTo>
                    <a:pt x="16899" y="35790"/>
                  </a:lnTo>
                  <a:lnTo>
                    <a:pt x="17107" y="35680"/>
                  </a:lnTo>
                  <a:lnTo>
                    <a:pt x="17326" y="35582"/>
                  </a:lnTo>
                  <a:lnTo>
                    <a:pt x="17555" y="35495"/>
                  </a:lnTo>
                  <a:lnTo>
                    <a:pt x="17774" y="35418"/>
                  </a:lnTo>
                  <a:lnTo>
                    <a:pt x="18004" y="35352"/>
                  </a:lnTo>
                  <a:lnTo>
                    <a:pt x="18245" y="35287"/>
                  </a:lnTo>
                  <a:lnTo>
                    <a:pt x="18474" y="35232"/>
                  </a:lnTo>
                  <a:lnTo>
                    <a:pt x="18715" y="35199"/>
                  </a:lnTo>
                  <a:lnTo>
                    <a:pt x="18955" y="35155"/>
                  </a:lnTo>
                  <a:lnTo>
                    <a:pt x="19196" y="35134"/>
                  </a:lnTo>
                  <a:lnTo>
                    <a:pt x="19437" y="35123"/>
                  </a:lnTo>
                  <a:lnTo>
                    <a:pt x="19688" y="35112"/>
                  </a:lnTo>
                  <a:lnTo>
                    <a:pt x="19929" y="35112"/>
                  </a:lnTo>
                  <a:lnTo>
                    <a:pt x="20181" y="35123"/>
                  </a:lnTo>
                  <a:lnTo>
                    <a:pt x="20421" y="35134"/>
                  </a:lnTo>
                  <a:lnTo>
                    <a:pt x="20673" y="35155"/>
                  </a:lnTo>
                  <a:lnTo>
                    <a:pt x="20913" y="35199"/>
                  </a:lnTo>
                  <a:lnTo>
                    <a:pt x="21165" y="35232"/>
                  </a:lnTo>
                  <a:lnTo>
                    <a:pt x="21406" y="35287"/>
                  </a:lnTo>
                  <a:lnTo>
                    <a:pt x="21657" y="35341"/>
                  </a:lnTo>
                  <a:lnTo>
                    <a:pt x="21898" y="35407"/>
                  </a:lnTo>
                  <a:lnTo>
                    <a:pt x="22138" y="35484"/>
                  </a:lnTo>
                  <a:lnTo>
                    <a:pt x="22379" y="35560"/>
                  </a:lnTo>
                  <a:lnTo>
                    <a:pt x="22609" y="35659"/>
                  </a:lnTo>
                  <a:lnTo>
                    <a:pt x="22849" y="35757"/>
                  </a:lnTo>
                  <a:lnTo>
                    <a:pt x="23079" y="35855"/>
                  </a:lnTo>
                  <a:lnTo>
                    <a:pt x="23309" y="35965"/>
                  </a:lnTo>
                  <a:lnTo>
                    <a:pt x="23538" y="36085"/>
                  </a:lnTo>
                  <a:lnTo>
                    <a:pt x="23757" y="36216"/>
                  </a:lnTo>
                  <a:lnTo>
                    <a:pt x="23976" y="36359"/>
                  </a:lnTo>
                  <a:lnTo>
                    <a:pt x="24184" y="36501"/>
                  </a:lnTo>
                  <a:lnTo>
                    <a:pt x="24403" y="36643"/>
                  </a:lnTo>
                  <a:lnTo>
                    <a:pt x="24599" y="36807"/>
                  </a:lnTo>
                  <a:lnTo>
                    <a:pt x="24796" y="36971"/>
                  </a:lnTo>
                  <a:lnTo>
                    <a:pt x="24993" y="37135"/>
                  </a:lnTo>
                  <a:lnTo>
                    <a:pt x="25179" y="37321"/>
                  </a:lnTo>
                  <a:lnTo>
                    <a:pt x="25365" y="37507"/>
                  </a:lnTo>
                  <a:lnTo>
                    <a:pt x="25540" y="37693"/>
                  </a:lnTo>
                  <a:lnTo>
                    <a:pt x="25704" y="37901"/>
                  </a:lnTo>
                  <a:lnTo>
                    <a:pt x="25868" y="38098"/>
                  </a:lnTo>
                  <a:lnTo>
                    <a:pt x="26032" y="38317"/>
                  </a:lnTo>
                  <a:lnTo>
                    <a:pt x="26175" y="38535"/>
                  </a:lnTo>
                  <a:lnTo>
                    <a:pt x="26317" y="38765"/>
                  </a:lnTo>
                  <a:lnTo>
                    <a:pt x="26448" y="38995"/>
                  </a:lnTo>
                  <a:lnTo>
                    <a:pt x="26568" y="39235"/>
                  </a:lnTo>
                  <a:lnTo>
                    <a:pt x="26689" y="39487"/>
                  </a:lnTo>
                  <a:lnTo>
                    <a:pt x="26787" y="39738"/>
                  </a:lnTo>
                  <a:lnTo>
                    <a:pt x="26886" y="39990"/>
                  </a:lnTo>
                  <a:lnTo>
                    <a:pt x="26973" y="40264"/>
                  </a:lnTo>
                  <a:lnTo>
                    <a:pt x="27050" y="40537"/>
                  </a:lnTo>
                  <a:lnTo>
                    <a:pt x="27115" y="40810"/>
                  </a:lnTo>
                  <a:lnTo>
                    <a:pt x="27115" y="40810"/>
                  </a:lnTo>
                  <a:lnTo>
                    <a:pt x="27225" y="40559"/>
                  </a:lnTo>
                  <a:lnTo>
                    <a:pt x="27334" y="40307"/>
                  </a:lnTo>
                  <a:lnTo>
                    <a:pt x="27454" y="40078"/>
                  </a:lnTo>
                  <a:lnTo>
                    <a:pt x="27586" y="39848"/>
                  </a:lnTo>
                  <a:lnTo>
                    <a:pt x="27717" y="39629"/>
                  </a:lnTo>
                  <a:lnTo>
                    <a:pt x="27859" y="39432"/>
                  </a:lnTo>
                  <a:lnTo>
                    <a:pt x="28012" y="39224"/>
                  </a:lnTo>
                  <a:lnTo>
                    <a:pt x="28165" y="39038"/>
                  </a:lnTo>
                  <a:lnTo>
                    <a:pt x="28329" y="38863"/>
                  </a:lnTo>
                  <a:lnTo>
                    <a:pt x="28504" y="38688"/>
                  </a:lnTo>
                  <a:lnTo>
                    <a:pt x="28679" y="38535"/>
                  </a:lnTo>
                  <a:lnTo>
                    <a:pt x="28854" y="38382"/>
                  </a:lnTo>
                  <a:lnTo>
                    <a:pt x="29051" y="38240"/>
                  </a:lnTo>
                  <a:lnTo>
                    <a:pt x="29237" y="38098"/>
                  </a:lnTo>
                  <a:lnTo>
                    <a:pt x="29434" y="37977"/>
                  </a:lnTo>
                  <a:lnTo>
                    <a:pt x="29642" y="37857"/>
                  </a:lnTo>
                  <a:lnTo>
                    <a:pt x="29839" y="37748"/>
                  </a:lnTo>
                  <a:lnTo>
                    <a:pt x="30058" y="37649"/>
                  </a:lnTo>
                  <a:lnTo>
                    <a:pt x="30265" y="37562"/>
                  </a:lnTo>
                  <a:lnTo>
                    <a:pt x="30484" y="37485"/>
                  </a:lnTo>
                  <a:lnTo>
                    <a:pt x="30703" y="37409"/>
                  </a:lnTo>
                  <a:lnTo>
                    <a:pt x="30933" y="37343"/>
                  </a:lnTo>
                  <a:lnTo>
                    <a:pt x="31162" y="37288"/>
                  </a:lnTo>
                  <a:lnTo>
                    <a:pt x="31392" y="37245"/>
                  </a:lnTo>
                  <a:lnTo>
                    <a:pt x="31622" y="37201"/>
                  </a:lnTo>
                  <a:lnTo>
                    <a:pt x="31851" y="37168"/>
                  </a:lnTo>
                  <a:lnTo>
                    <a:pt x="32092" y="37146"/>
                  </a:lnTo>
                  <a:lnTo>
                    <a:pt x="32333" y="37135"/>
                  </a:lnTo>
                  <a:lnTo>
                    <a:pt x="32562" y="37124"/>
                  </a:lnTo>
                  <a:lnTo>
                    <a:pt x="32803" y="37124"/>
                  </a:lnTo>
                  <a:lnTo>
                    <a:pt x="33044" y="37135"/>
                  </a:lnTo>
                  <a:lnTo>
                    <a:pt x="33284" y="37146"/>
                  </a:lnTo>
                  <a:lnTo>
                    <a:pt x="33525" y="37179"/>
                  </a:lnTo>
                  <a:lnTo>
                    <a:pt x="33765" y="37212"/>
                  </a:lnTo>
                  <a:lnTo>
                    <a:pt x="34006" y="37245"/>
                  </a:lnTo>
                  <a:lnTo>
                    <a:pt x="34247" y="37299"/>
                  </a:lnTo>
                  <a:lnTo>
                    <a:pt x="34476" y="37354"/>
                  </a:lnTo>
                  <a:lnTo>
                    <a:pt x="34717" y="37420"/>
                  </a:lnTo>
                  <a:lnTo>
                    <a:pt x="34958" y="37485"/>
                  </a:lnTo>
                  <a:lnTo>
                    <a:pt x="35187" y="37562"/>
                  </a:lnTo>
                  <a:lnTo>
                    <a:pt x="35417" y="37649"/>
                  </a:lnTo>
                  <a:lnTo>
                    <a:pt x="35647" y="37737"/>
                  </a:lnTo>
                  <a:lnTo>
                    <a:pt x="35876" y="37846"/>
                  </a:lnTo>
                  <a:lnTo>
                    <a:pt x="36095" y="37945"/>
                  </a:lnTo>
                  <a:lnTo>
                    <a:pt x="36314" y="38065"/>
                  </a:lnTo>
                  <a:lnTo>
                    <a:pt x="36533" y="38185"/>
                  </a:lnTo>
                  <a:lnTo>
                    <a:pt x="36752" y="38317"/>
                  </a:lnTo>
                  <a:lnTo>
                    <a:pt x="36959" y="38448"/>
                  </a:lnTo>
                  <a:lnTo>
                    <a:pt x="37167" y="38590"/>
                  </a:lnTo>
                  <a:lnTo>
                    <a:pt x="37364" y="38743"/>
                  </a:lnTo>
                  <a:lnTo>
                    <a:pt x="37561" y="38896"/>
                  </a:lnTo>
                  <a:lnTo>
                    <a:pt x="37747" y="39060"/>
                  </a:lnTo>
                  <a:lnTo>
                    <a:pt x="37933" y="39235"/>
                  </a:lnTo>
                  <a:lnTo>
                    <a:pt x="38119" y="39410"/>
                  </a:lnTo>
                  <a:lnTo>
                    <a:pt x="38294" y="39596"/>
                  </a:lnTo>
                  <a:lnTo>
                    <a:pt x="38458" y="39782"/>
                  </a:lnTo>
                  <a:lnTo>
                    <a:pt x="38622" y="39979"/>
                  </a:lnTo>
                  <a:lnTo>
                    <a:pt x="38775" y="40187"/>
                  </a:lnTo>
                  <a:lnTo>
                    <a:pt x="38928" y="40395"/>
                  </a:lnTo>
                  <a:lnTo>
                    <a:pt x="39070" y="40614"/>
                  </a:lnTo>
                  <a:lnTo>
                    <a:pt x="39202" y="40832"/>
                  </a:lnTo>
                  <a:lnTo>
                    <a:pt x="39333" y="41062"/>
                  </a:lnTo>
                  <a:lnTo>
                    <a:pt x="39442" y="41292"/>
                  </a:lnTo>
                  <a:lnTo>
                    <a:pt x="39552" y="41532"/>
                  </a:lnTo>
                  <a:lnTo>
                    <a:pt x="39552" y="41532"/>
                  </a:lnTo>
                  <a:lnTo>
                    <a:pt x="39694" y="41314"/>
                  </a:lnTo>
                  <a:lnTo>
                    <a:pt x="39836" y="41106"/>
                  </a:lnTo>
                  <a:lnTo>
                    <a:pt x="39989" y="40909"/>
                  </a:lnTo>
                  <a:lnTo>
                    <a:pt x="40142" y="40723"/>
                  </a:lnTo>
                  <a:lnTo>
                    <a:pt x="40306" y="40548"/>
                  </a:lnTo>
                  <a:lnTo>
                    <a:pt x="40481" y="40373"/>
                  </a:lnTo>
                  <a:lnTo>
                    <a:pt x="40656" y="40220"/>
                  </a:lnTo>
                  <a:lnTo>
                    <a:pt x="40842" y="40067"/>
                  </a:lnTo>
                  <a:lnTo>
                    <a:pt x="41028" y="39924"/>
                  </a:lnTo>
                  <a:lnTo>
                    <a:pt x="41225" y="39793"/>
                  </a:lnTo>
                  <a:lnTo>
                    <a:pt x="41422" y="39673"/>
                  </a:lnTo>
                  <a:lnTo>
                    <a:pt x="41619" y="39563"/>
                  </a:lnTo>
                  <a:lnTo>
                    <a:pt x="41838" y="39465"/>
                  </a:lnTo>
                  <a:lnTo>
                    <a:pt x="42045" y="39367"/>
                  </a:lnTo>
                  <a:lnTo>
                    <a:pt x="42264" y="39279"/>
                  </a:lnTo>
                  <a:lnTo>
                    <a:pt x="42483" y="39213"/>
                  </a:lnTo>
                  <a:lnTo>
                    <a:pt x="42702" y="39148"/>
                  </a:lnTo>
                  <a:lnTo>
                    <a:pt x="42931" y="39082"/>
                  </a:lnTo>
                  <a:lnTo>
                    <a:pt x="43161" y="39038"/>
                  </a:lnTo>
                  <a:lnTo>
                    <a:pt x="43391" y="39006"/>
                  </a:lnTo>
                  <a:lnTo>
                    <a:pt x="43632" y="38973"/>
                  </a:lnTo>
                  <a:lnTo>
                    <a:pt x="43861" y="38951"/>
                  </a:lnTo>
                  <a:lnTo>
                    <a:pt x="44102" y="38940"/>
                  </a:lnTo>
                  <a:lnTo>
                    <a:pt x="44342" y="38940"/>
                  </a:lnTo>
                  <a:lnTo>
                    <a:pt x="44583" y="38940"/>
                  </a:lnTo>
                  <a:lnTo>
                    <a:pt x="44813" y="38951"/>
                  </a:lnTo>
                  <a:lnTo>
                    <a:pt x="45053" y="38973"/>
                  </a:lnTo>
                  <a:lnTo>
                    <a:pt x="45294" y="39006"/>
                  </a:lnTo>
                  <a:lnTo>
                    <a:pt x="45535" y="39049"/>
                  </a:lnTo>
                  <a:lnTo>
                    <a:pt x="45775" y="39093"/>
                  </a:lnTo>
                  <a:lnTo>
                    <a:pt x="46016" y="39148"/>
                  </a:lnTo>
                  <a:lnTo>
                    <a:pt x="46246" y="39213"/>
                  </a:lnTo>
                  <a:lnTo>
                    <a:pt x="46486" y="39279"/>
                  </a:lnTo>
                  <a:lnTo>
                    <a:pt x="46716" y="39367"/>
                  </a:lnTo>
                  <a:lnTo>
                    <a:pt x="46946" y="39454"/>
                  </a:lnTo>
                  <a:lnTo>
                    <a:pt x="47175" y="39542"/>
                  </a:lnTo>
                  <a:lnTo>
                    <a:pt x="47405" y="39651"/>
                  </a:lnTo>
                  <a:lnTo>
                    <a:pt x="47624" y="39760"/>
                  </a:lnTo>
                  <a:lnTo>
                    <a:pt x="47843" y="39881"/>
                  </a:lnTo>
                  <a:lnTo>
                    <a:pt x="48061" y="40001"/>
                  </a:lnTo>
                  <a:lnTo>
                    <a:pt x="48269" y="40132"/>
                  </a:lnTo>
                  <a:lnTo>
                    <a:pt x="48477" y="40274"/>
                  </a:lnTo>
                  <a:lnTo>
                    <a:pt x="48685" y="40428"/>
                  </a:lnTo>
                  <a:lnTo>
                    <a:pt x="48882" y="40581"/>
                  </a:lnTo>
                  <a:lnTo>
                    <a:pt x="49068" y="40745"/>
                  </a:lnTo>
                  <a:lnTo>
                    <a:pt x="49265" y="40920"/>
                  </a:lnTo>
                  <a:lnTo>
                    <a:pt x="49440" y="41095"/>
                  </a:lnTo>
                  <a:lnTo>
                    <a:pt x="49615" y="41281"/>
                  </a:lnTo>
                  <a:lnTo>
                    <a:pt x="49790" y="41467"/>
                  </a:lnTo>
                  <a:lnTo>
                    <a:pt x="49943" y="41675"/>
                  </a:lnTo>
                  <a:lnTo>
                    <a:pt x="50107" y="41871"/>
                  </a:lnTo>
                  <a:lnTo>
                    <a:pt x="50249" y="42090"/>
                  </a:lnTo>
                  <a:lnTo>
                    <a:pt x="50391" y="42309"/>
                  </a:lnTo>
                  <a:lnTo>
                    <a:pt x="50522" y="42528"/>
                  </a:lnTo>
                  <a:lnTo>
                    <a:pt x="50643" y="42768"/>
                  </a:lnTo>
                  <a:lnTo>
                    <a:pt x="50763" y="43009"/>
                  </a:lnTo>
                  <a:lnTo>
                    <a:pt x="50872" y="43250"/>
                  </a:lnTo>
                  <a:lnTo>
                    <a:pt x="50971" y="43501"/>
                  </a:lnTo>
                  <a:lnTo>
                    <a:pt x="51058" y="43764"/>
                  </a:lnTo>
                  <a:lnTo>
                    <a:pt x="51135" y="44026"/>
                  </a:lnTo>
                  <a:lnTo>
                    <a:pt x="51201" y="44300"/>
                  </a:lnTo>
                  <a:lnTo>
                    <a:pt x="51255" y="44573"/>
                  </a:lnTo>
                  <a:lnTo>
                    <a:pt x="51310" y="44857"/>
                  </a:lnTo>
                  <a:lnTo>
                    <a:pt x="51343" y="45153"/>
                  </a:lnTo>
                  <a:lnTo>
                    <a:pt x="54340" y="73745"/>
                  </a:lnTo>
                  <a:lnTo>
                    <a:pt x="54340" y="73745"/>
                  </a:lnTo>
                  <a:lnTo>
                    <a:pt x="54405" y="74510"/>
                  </a:lnTo>
                  <a:lnTo>
                    <a:pt x="54449" y="75276"/>
                  </a:lnTo>
                  <a:lnTo>
                    <a:pt x="54471" y="76064"/>
                  </a:lnTo>
                  <a:lnTo>
                    <a:pt x="54471" y="76873"/>
                  </a:lnTo>
                  <a:lnTo>
                    <a:pt x="54449" y="77671"/>
                  </a:lnTo>
                  <a:lnTo>
                    <a:pt x="54405" y="78492"/>
                  </a:lnTo>
                  <a:lnTo>
                    <a:pt x="54351" y="79312"/>
                  </a:lnTo>
                  <a:lnTo>
                    <a:pt x="54274" y="80143"/>
                  </a:lnTo>
                  <a:lnTo>
                    <a:pt x="54176" y="80975"/>
                  </a:lnTo>
                  <a:lnTo>
                    <a:pt x="54055" y="81806"/>
                  </a:lnTo>
                  <a:lnTo>
                    <a:pt x="53935" y="82637"/>
                  </a:lnTo>
                  <a:lnTo>
                    <a:pt x="53782" y="83458"/>
                  </a:lnTo>
                  <a:lnTo>
                    <a:pt x="53629" y="84289"/>
                  </a:lnTo>
                  <a:lnTo>
                    <a:pt x="53454" y="85109"/>
                  </a:lnTo>
                  <a:lnTo>
                    <a:pt x="53268" y="85919"/>
                  </a:lnTo>
                  <a:lnTo>
                    <a:pt x="53071" y="86717"/>
                  </a:lnTo>
                  <a:lnTo>
                    <a:pt x="52863" y="87516"/>
                  </a:lnTo>
                  <a:lnTo>
                    <a:pt x="52644" y="88292"/>
                  </a:lnTo>
                  <a:lnTo>
                    <a:pt x="52415" y="89058"/>
                  </a:lnTo>
                  <a:lnTo>
                    <a:pt x="52174" y="89813"/>
                  </a:lnTo>
                  <a:lnTo>
                    <a:pt x="51933" y="90545"/>
                  </a:lnTo>
                  <a:lnTo>
                    <a:pt x="51682" y="91256"/>
                  </a:lnTo>
                  <a:lnTo>
                    <a:pt x="51419" y="91956"/>
                  </a:lnTo>
                  <a:lnTo>
                    <a:pt x="51157" y="92624"/>
                  </a:lnTo>
                  <a:lnTo>
                    <a:pt x="50883" y="93280"/>
                  </a:lnTo>
                  <a:lnTo>
                    <a:pt x="50610" y="93903"/>
                  </a:lnTo>
                  <a:lnTo>
                    <a:pt x="50336" y="94494"/>
                  </a:lnTo>
                  <a:lnTo>
                    <a:pt x="50052" y="95063"/>
                  </a:lnTo>
                  <a:lnTo>
                    <a:pt x="49768" y="95599"/>
                  </a:lnTo>
                  <a:lnTo>
                    <a:pt x="49483" y="96113"/>
                  </a:lnTo>
                  <a:lnTo>
                    <a:pt x="49210" y="96583"/>
                  </a:lnTo>
                  <a:lnTo>
                    <a:pt x="48925" y="97021"/>
                  </a:lnTo>
                  <a:lnTo>
                    <a:pt x="48925" y="97021"/>
                  </a:lnTo>
                  <a:lnTo>
                    <a:pt x="48718" y="97327"/>
                  </a:lnTo>
                  <a:lnTo>
                    <a:pt x="48499" y="97622"/>
                  </a:lnTo>
                  <a:lnTo>
                    <a:pt x="48280" y="97918"/>
                  </a:lnTo>
                  <a:lnTo>
                    <a:pt x="48061" y="98202"/>
                  </a:lnTo>
                  <a:lnTo>
                    <a:pt x="47832" y="98475"/>
                  </a:lnTo>
                  <a:lnTo>
                    <a:pt x="47613" y="98749"/>
                  </a:lnTo>
                  <a:lnTo>
                    <a:pt x="47372" y="99011"/>
                  </a:lnTo>
                  <a:lnTo>
                    <a:pt x="47143" y="99274"/>
                  </a:lnTo>
                  <a:lnTo>
                    <a:pt x="46902" y="99526"/>
                  </a:lnTo>
                  <a:lnTo>
                    <a:pt x="46661" y="99777"/>
                  </a:lnTo>
                  <a:lnTo>
                    <a:pt x="46421" y="100018"/>
                  </a:lnTo>
                  <a:lnTo>
                    <a:pt x="46169" y="100247"/>
                  </a:lnTo>
                  <a:lnTo>
                    <a:pt x="45918" y="100477"/>
                  </a:lnTo>
                  <a:lnTo>
                    <a:pt x="45666" y="100696"/>
                  </a:lnTo>
                  <a:lnTo>
                    <a:pt x="45403" y="100904"/>
                  </a:lnTo>
                  <a:lnTo>
                    <a:pt x="45152" y="101112"/>
                  </a:lnTo>
                  <a:lnTo>
                    <a:pt x="44627" y="101516"/>
                  </a:lnTo>
                  <a:lnTo>
                    <a:pt x="44080" y="101888"/>
                  </a:lnTo>
                  <a:lnTo>
                    <a:pt x="43533" y="102238"/>
                  </a:lnTo>
                  <a:lnTo>
                    <a:pt x="42986" y="102566"/>
                  </a:lnTo>
                  <a:lnTo>
                    <a:pt x="42417" y="102873"/>
                  </a:lnTo>
                  <a:lnTo>
                    <a:pt x="41849" y="103157"/>
                  </a:lnTo>
                  <a:lnTo>
                    <a:pt x="41269" y="103409"/>
                  </a:lnTo>
                  <a:lnTo>
                    <a:pt x="40678" y="103649"/>
                  </a:lnTo>
                  <a:lnTo>
                    <a:pt x="40088" y="103868"/>
                  </a:lnTo>
                  <a:lnTo>
                    <a:pt x="39486" y="104065"/>
                  </a:lnTo>
                  <a:lnTo>
                    <a:pt x="38873" y="104240"/>
                  </a:lnTo>
                  <a:lnTo>
                    <a:pt x="38272" y="104393"/>
                  </a:lnTo>
                  <a:lnTo>
                    <a:pt x="37659" y="104535"/>
                  </a:lnTo>
                  <a:lnTo>
                    <a:pt x="37036" y="104655"/>
                  </a:lnTo>
                  <a:lnTo>
                    <a:pt x="36412" y="104754"/>
                  </a:lnTo>
                  <a:lnTo>
                    <a:pt x="35800" y="104830"/>
                  </a:lnTo>
                  <a:lnTo>
                    <a:pt x="35166" y="104896"/>
                  </a:lnTo>
                  <a:lnTo>
                    <a:pt x="34542" y="104940"/>
                  </a:lnTo>
                  <a:lnTo>
                    <a:pt x="33919" y="104973"/>
                  </a:lnTo>
                  <a:lnTo>
                    <a:pt x="33295" y="104984"/>
                  </a:lnTo>
                  <a:lnTo>
                    <a:pt x="32661" y="104973"/>
                  </a:lnTo>
                  <a:lnTo>
                    <a:pt x="32037" y="104951"/>
                  </a:lnTo>
                  <a:lnTo>
                    <a:pt x="31414" y="104918"/>
                  </a:lnTo>
                  <a:lnTo>
                    <a:pt x="30790" y="104874"/>
                  </a:lnTo>
                  <a:lnTo>
                    <a:pt x="30167" y="104809"/>
                  </a:lnTo>
                  <a:lnTo>
                    <a:pt x="29554" y="104721"/>
                  </a:lnTo>
                  <a:lnTo>
                    <a:pt x="28942" y="104634"/>
                  </a:lnTo>
                  <a:lnTo>
                    <a:pt x="28329" y="104524"/>
                  </a:lnTo>
                  <a:lnTo>
                    <a:pt x="27728" y="104404"/>
                  </a:lnTo>
                  <a:lnTo>
                    <a:pt x="27137" y="104273"/>
                  </a:lnTo>
                  <a:lnTo>
                    <a:pt x="26535" y="104130"/>
                  </a:lnTo>
                  <a:lnTo>
                    <a:pt x="25956" y="103977"/>
                  </a:lnTo>
                  <a:lnTo>
                    <a:pt x="25376" y="103813"/>
                  </a:lnTo>
                  <a:lnTo>
                    <a:pt x="24807" y="103627"/>
                  </a:lnTo>
                  <a:lnTo>
                    <a:pt x="24239" y="103441"/>
                  </a:lnTo>
                  <a:lnTo>
                    <a:pt x="23692" y="103244"/>
                  </a:lnTo>
                  <a:lnTo>
                    <a:pt x="23145" y="103037"/>
                  </a:lnTo>
                  <a:lnTo>
                    <a:pt x="22609" y="102818"/>
                  </a:lnTo>
                  <a:lnTo>
                    <a:pt x="22084" y="102599"/>
                  </a:lnTo>
                  <a:lnTo>
                    <a:pt x="21570" y="102358"/>
                  </a:lnTo>
                  <a:lnTo>
                    <a:pt x="21067" y="102118"/>
                  </a:lnTo>
                  <a:lnTo>
                    <a:pt x="20585" y="101877"/>
                  </a:lnTo>
                  <a:lnTo>
                    <a:pt x="20104" y="101615"/>
                  </a:lnTo>
                  <a:lnTo>
                    <a:pt x="19645" y="101352"/>
                  </a:lnTo>
                  <a:lnTo>
                    <a:pt x="19196" y="101079"/>
                  </a:lnTo>
                  <a:lnTo>
                    <a:pt x="18759" y="100805"/>
                  </a:lnTo>
                  <a:lnTo>
                    <a:pt x="18332" y="100532"/>
                  </a:lnTo>
                  <a:lnTo>
                    <a:pt x="17927" y="100247"/>
                  </a:lnTo>
                  <a:lnTo>
                    <a:pt x="17544" y="99952"/>
                  </a:lnTo>
                  <a:lnTo>
                    <a:pt x="17173" y="99657"/>
                  </a:lnTo>
                  <a:lnTo>
                    <a:pt x="16812" y="99361"/>
                  </a:lnTo>
                  <a:lnTo>
                    <a:pt x="16484" y="99055"/>
                  </a:lnTo>
                  <a:lnTo>
                    <a:pt x="16155" y="98749"/>
                  </a:lnTo>
                  <a:lnTo>
                    <a:pt x="15860" y="98443"/>
                  </a:lnTo>
                  <a:lnTo>
                    <a:pt x="15576" y="98136"/>
                  </a:lnTo>
                  <a:lnTo>
                    <a:pt x="15324" y="97819"/>
                  </a:lnTo>
                  <a:lnTo>
                    <a:pt x="15324" y="97819"/>
                  </a:lnTo>
                  <a:lnTo>
                    <a:pt x="14547" y="96868"/>
                  </a:lnTo>
                  <a:lnTo>
                    <a:pt x="13793" y="95960"/>
                  </a:lnTo>
                  <a:lnTo>
                    <a:pt x="12360" y="94253"/>
                  </a:lnTo>
                  <a:lnTo>
                    <a:pt x="11682" y="93433"/>
                  </a:lnTo>
                  <a:lnTo>
                    <a:pt x="11036" y="92646"/>
                  </a:lnTo>
                  <a:lnTo>
                    <a:pt x="10424" y="91880"/>
                  </a:lnTo>
                  <a:lnTo>
                    <a:pt x="9844" y="91125"/>
                  </a:lnTo>
                  <a:lnTo>
                    <a:pt x="9582" y="90753"/>
                  </a:lnTo>
                  <a:lnTo>
                    <a:pt x="9319" y="90381"/>
                  </a:lnTo>
                  <a:lnTo>
                    <a:pt x="9079" y="90009"/>
                  </a:lnTo>
                  <a:lnTo>
                    <a:pt x="8838" y="89649"/>
                  </a:lnTo>
                  <a:lnTo>
                    <a:pt x="8619" y="89277"/>
                  </a:lnTo>
                  <a:lnTo>
                    <a:pt x="8400" y="88905"/>
                  </a:lnTo>
                  <a:lnTo>
                    <a:pt x="8214" y="88544"/>
                  </a:lnTo>
                  <a:lnTo>
                    <a:pt x="8028" y="88172"/>
                  </a:lnTo>
                  <a:lnTo>
                    <a:pt x="7853" y="87800"/>
                  </a:lnTo>
                  <a:lnTo>
                    <a:pt x="7700" y="87428"/>
                  </a:lnTo>
                  <a:lnTo>
                    <a:pt x="7569" y="87045"/>
                  </a:lnTo>
                  <a:lnTo>
                    <a:pt x="7438" y="86662"/>
                  </a:lnTo>
                  <a:lnTo>
                    <a:pt x="7339" y="86280"/>
                  </a:lnTo>
                  <a:lnTo>
                    <a:pt x="7241" y="85897"/>
                  </a:lnTo>
                  <a:lnTo>
                    <a:pt x="7164" y="85503"/>
                  </a:lnTo>
                  <a:lnTo>
                    <a:pt x="7110" y="85098"/>
                  </a:lnTo>
                  <a:lnTo>
                    <a:pt x="88" y="7198"/>
                  </a:lnTo>
                  <a:lnTo>
                    <a:pt x="88" y="7198"/>
                  </a:lnTo>
                  <a:lnTo>
                    <a:pt x="33" y="6739"/>
                  </a:lnTo>
                  <a:lnTo>
                    <a:pt x="11" y="6290"/>
                  </a:lnTo>
                  <a:lnTo>
                    <a:pt x="0" y="5864"/>
                  </a:lnTo>
                  <a:lnTo>
                    <a:pt x="11" y="5448"/>
                  </a:lnTo>
                  <a:lnTo>
                    <a:pt x="33" y="5043"/>
                  </a:lnTo>
                  <a:lnTo>
                    <a:pt x="77" y="4660"/>
                  </a:lnTo>
                  <a:lnTo>
                    <a:pt x="131" y="4299"/>
                  </a:lnTo>
                  <a:lnTo>
                    <a:pt x="197" y="3949"/>
                  </a:lnTo>
                  <a:lnTo>
                    <a:pt x="284" y="3610"/>
                  </a:lnTo>
                  <a:lnTo>
                    <a:pt x="383" y="3293"/>
                  </a:lnTo>
                  <a:lnTo>
                    <a:pt x="492" y="2987"/>
                  </a:lnTo>
                  <a:lnTo>
                    <a:pt x="623" y="2692"/>
                  </a:lnTo>
                  <a:lnTo>
                    <a:pt x="766" y="2418"/>
                  </a:lnTo>
                  <a:lnTo>
                    <a:pt x="908" y="2166"/>
                  </a:lnTo>
                  <a:lnTo>
                    <a:pt x="1072" y="1915"/>
                  </a:lnTo>
                  <a:lnTo>
                    <a:pt x="1247" y="1685"/>
                  </a:lnTo>
                  <a:lnTo>
                    <a:pt x="1433" y="1477"/>
                  </a:lnTo>
                  <a:lnTo>
                    <a:pt x="1619" y="1281"/>
                  </a:lnTo>
                  <a:lnTo>
                    <a:pt x="1827" y="1095"/>
                  </a:lnTo>
                  <a:lnTo>
                    <a:pt x="2034" y="920"/>
                  </a:lnTo>
                  <a:lnTo>
                    <a:pt x="2253" y="766"/>
                  </a:lnTo>
                  <a:lnTo>
                    <a:pt x="2483" y="624"/>
                  </a:lnTo>
                  <a:lnTo>
                    <a:pt x="2713" y="504"/>
                  </a:lnTo>
                  <a:lnTo>
                    <a:pt x="2953" y="395"/>
                  </a:lnTo>
                  <a:lnTo>
                    <a:pt x="3194" y="296"/>
                  </a:lnTo>
                  <a:lnTo>
                    <a:pt x="3445" y="209"/>
                  </a:lnTo>
                  <a:lnTo>
                    <a:pt x="3697" y="143"/>
                  </a:lnTo>
                  <a:lnTo>
                    <a:pt x="3960" y="88"/>
                  </a:lnTo>
                  <a:lnTo>
                    <a:pt x="4222" y="45"/>
                  </a:lnTo>
                  <a:lnTo>
                    <a:pt x="4485" y="12"/>
                  </a:lnTo>
                  <a:lnTo>
                    <a:pt x="4758" y="1"/>
                  </a:lnTo>
                  <a:lnTo>
                    <a:pt x="5031" y="1"/>
                  </a:lnTo>
                  <a:lnTo>
                    <a:pt x="5305" y="12"/>
                  </a:lnTo>
                  <a:lnTo>
                    <a:pt x="5567" y="34"/>
                  </a:lnTo>
                  <a:lnTo>
                    <a:pt x="5841" y="77"/>
                  </a:lnTo>
                  <a:lnTo>
                    <a:pt x="6114" y="121"/>
                  </a:lnTo>
                  <a:lnTo>
                    <a:pt x="6388" y="187"/>
                  </a:lnTo>
                  <a:lnTo>
                    <a:pt x="6661" y="263"/>
                  </a:lnTo>
                  <a:lnTo>
                    <a:pt x="6935" y="362"/>
                  </a:lnTo>
                  <a:lnTo>
                    <a:pt x="7197" y="460"/>
                  </a:lnTo>
                  <a:lnTo>
                    <a:pt x="7460" y="580"/>
                  </a:lnTo>
                  <a:lnTo>
                    <a:pt x="7722" y="712"/>
                  </a:lnTo>
                  <a:lnTo>
                    <a:pt x="7974" y="854"/>
                  </a:lnTo>
                  <a:lnTo>
                    <a:pt x="8225" y="1007"/>
                  </a:lnTo>
                  <a:lnTo>
                    <a:pt x="8477" y="1171"/>
                  </a:lnTo>
                  <a:lnTo>
                    <a:pt x="8718" y="1346"/>
                  </a:lnTo>
                  <a:lnTo>
                    <a:pt x="8947" y="1543"/>
                  </a:lnTo>
                  <a:lnTo>
                    <a:pt x="9177" y="1740"/>
                  </a:lnTo>
                  <a:lnTo>
                    <a:pt x="9396" y="1959"/>
                  </a:lnTo>
                  <a:lnTo>
                    <a:pt x="9604" y="2188"/>
                  </a:lnTo>
                  <a:lnTo>
                    <a:pt x="9811" y="2418"/>
                  </a:lnTo>
                  <a:lnTo>
                    <a:pt x="10008" y="2670"/>
                  </a:lnTo>
                  <a:lnTo>
                    <a:pt x="10194" y="2932"/>
                  </a:lnTo>
                  <a:lnTo>
                    <a:pt x="10369" y="3206"/>
                  </a:lnTo>
                  <a:lnTo>
                    <a:pt x="10533" y="3490"/>
                  </a:lnTo>
                  <a:lnTo>
                    <a:pt x="10686" y="3785"/>
                  </a:lnTo>
                  <a:lnTo>
                    <a:pt x="10829" y="4092"/>
                  </a:lnTo>
                  <a:lnTo>
                    <a:pt x="10949" y="4420"/>
                  </a:lnTo>
                  <a:lnTo>
                    <a:pt x="11069" y="4748"/>
                  </a:lnTo>
                  <a:lnTo>
                    <a:pt x="11168" y="5087"/>
                  </a:lnTo>
                  <a:lnTo>
                    <a:pt x="11255" y="5437"/>
                  </a:lnTo>
                  <a:lnTo>
                    <a:pt x="11332" y="5798"/>
                  </a:lnTo>
                  <a:lnTo>
                    <a:pt x="11397" y="6170"/>
                  </a:lnTo>
                  <a:lnTo>
                    <a:pt x="11441" y="6553"/>
                  </a:lnTo>
                  <a:lnTo>
                    <a:pt x="11441" y="6553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0" name="Google Shape;1030;p25"/>
            <p:cNvSpPr/>
            <p:nvPr/>
          </p:nvSpPr>
          <p:spPr>
            <a:xfrm>
              <a:off x="5272800" y="3295825"/>
              <a:ext cx="660125" cy="389425"/>
            </a:xfrm>
            <a:custGeom>
              <a:avLst/>
              <a:gdLst/>
              <a:ahLst/>
              <a:cxnLst/>
              <a:rect l="l" t="t" r="r" b="b"/>
              <a:pathLst>
                <a:path w="26405" h="15577" extrusionOk="0">
                  <a:moveTo>
                    <a:pt x="26404" y="14789"/>
                  </a:moveTo>
                  <a:lnTo>
                    <a:pt x="26404" y="14789"/>
                  </a:lnTo>
                  <a:lnTo>
                    <a:pt x="26109" y="11310"/>
                  </a:lnTo>
                  <a:lnTo>
                    <a:pt x="25814" y="7865"/>
                  </a:lnTo>
                  <a:lnTo>
                    <a:pt x="25475" y="4059"/>
                  </a:lnTo>
                  <a:lnTo>
                    <a:pt x="25475" y="4059"/>
                  </a:lnTo>
                  <a:lnTo>
                    <a:pt x="25332" y="4234"/>
                  </a:lnTo>
                  <a:lnTo>
                    <a:pt x="25190" y="4420"/>
                  </a:lnTo>
                  <a:lnTo>
                    <a:pt x="25059" y="4616"/>
                  </a:lnTo>
                  <a:lnTo>
                    <a:pt x="24928" y="4813"/>
                  </a:lnTo>
                  <a:lnTo>
                    <a:pt x="24928" y="4813"/>
                  </a:lnTo>
                  <a:lnTo>
                    <a:pt x="24775" y="4485"/>
                  </a:lnTo>
                  <a:lnTo>
                    <a:pt x="24600" y="4157"/>
                  </a:lnTo>
                  <a:lnTo>
                    <a:pt x="24414" y="3840"/>
                  </a:lnTo>
                  <a:lnTo>
                    <a:pt x="24206" y="3545"/>
                  </a:lnTo>
                  <a:lnTo>
                    <a:pt x="24206" y="3545"/>
                  </a:lnTo>
                  <a:lnTo>
                    <a:pt x="24960" y="7449"/>
                  </a:lnTo>
                  <a:lnTo>
                    <a:pt x="25671" y="11070"/>
                  </a:lnTo>
                  <a:lnTo>
                    <a:pt x="26404" y="14789"/>
                  </a:lnTo>
                  <a:lnTo>
                    <a:pt x="26404" y="14789"/>
                  </a:lnTo>
                  <a:close/>
                  <a:moveTo>
                    <a:pt x="77" y="1160"/>
                  </a:moveTo>
                  <a:lnTo>
                    <a:pt x="77" y="1160"/>
                  </a:lnTo>
                  <a:lnTo>
                    <a:pt x="284" y="843"/>
                  </a:lnTo>
                  <a:lnTo>
                    <a:pt x="503" y="537"/>
                  </a:lnTo>
                  <a:lnTo>
                    <a:pt x="733" y="263"/>
                  </a:lnTo>
                  <a:lnTo>
                    <a:pt x="974" y="1"/>
                  </a:lnTo>
                  <a:lnTo>
                    <a:pt x="974" y="1"/>
                  </a:lnTo>
                  <a:lnTo>
                    <a:pt x="1159" y="2287"/>
                  </a:lnTo>
                  <a:lnTo>
                    <a:pt x="1356" y="4791"/>
                  </a:lnTo>
                  <a:lnTo>
                    <a:pt x="1542" y="7351"/>
                  </a:lnTo>
                  <a:lnTo>
                    <a:pt x="1706" y="9801"/>
                  </a:lnTo>
                  <a:lnTo>
                    <a:pt x="1969" y="13750"/>
                  </a:lnTo>
                  <a:lnTo>
                    <a:pt x="2078" y="15347"/>
                  </a:lnTo>
                  <a:lnTo>
                    <a:pt x="2078" y="15347"/>
                  </a:lnTo>
                  <a:lnTo>
                    <a:pt x="1816" y="13750"/>
                  </a:lnTo>
                  <a:lnTo>
                    <a:pt x="1225" y="9899"/>
                  </a:lnTo>
                  <a:lnTo>
                    <a:pt x="875" y="7592"/>
                  </a:lnTo>
                  <a:lnTo>
                    <a:pt x="525" y="5262"/>
                  </a:lnTo>
                  <a:lnTo>
                    <a:pt x="230" y="3107"/>
                  </a:lnTo>
                  <a:lnTo>
                    <a:pt x="99" y="2144"/>
                  </a:lnTo>
                  <a:lnTo>
                    <a:pt x="0" y="1302"/>
                  </a:lnTo>
                  <a:lnTo>
                    <a:pt x="0" y="1302"/>
                  </a:lnTo>
                  <a:lnTo>
                    <a:pt x="11" y="1324"/>
                  </a:lnTo>
                  <a:lnTo>
                    <a:pt x="22" y="1313"/>
                  </a:lnTo>
                  <a:lnTo>
                    <a:pt x="77" y="1160"/>
                  </a:lnTo>
                  <a:lnTo>
                    <a:pt x="77" y="1160"/>
                  </a:lnTo>
                  <a:close/>
                  <a:moveTo>
                    <a:pt x="11518" y="1762"/>
                  </a:moveTo>
                  <a:lnTo>
                    <a:pt x="11518" y="1762"/>
                  </a:lnTo>
                  <a:lnTo>
                    <a:pt x="11671" y="2024"/>
                  </a:lnTo>
                  <a:lnTo>
                    <a:pt x="11824" y="2287"/>
                  </a:lnTo>
                  <a:lnTo>
                    <a:pt x="11966" y="2571"/>
                  </a:lnTo>
                  <a:lnTo>
                    <a:pt x="12097" y="2855"/>
                  </a:lnTo>
                  <a:lnTo>
                    <a:pt x="12218" y="3151"/>
                  </a:lnTo>
                  <a:lnTo>
                    <a:pt x="12327" y="3457"/>
                  </a:lnTo>
                  <a:lnTo>
                    <a:pt x="12415" y="3774"/>
                  </a:lnTo>
                  <a:lnTo>
                    <a:pt x="12491" y="4091"/>
                  </a:lnTo>
                  <a:lnTo>
                    <a:pt x="12491" y="4091"/>
                  </a:lnTo>
                  <a:lnTo>
                    <a:pt x="12601" y="3818"/>
                  </a:lnTo>
                  <a:lnTo>
                    <a:pt x="12721" y="3566"/>
                  </a:lnTo>
                  <a:lnTo>
                    <a:pt x="12852" y="3315"/>
                  </a:lnTo>
                  <a:lnTo>
                    <a:pt x="12994" y="3074"/>
                  </a:lnTo>
                  <a:lnTo>
                    <a:pt x="12994" y="3074"/>
                  </a:lnTo>
                  <a:lnTo>
                    <a:pt x="13410" y="7384"/>
                  </a:lnTo>
                  <a:lnTo>
                    <a:pt x="13793" y="11420"/>
                  </a:lnTo>
                  <a:lnTo>
                    <a:pt x="14187" y="15576"/>
                  </a:lnTo>
                  <a:lnTo>
                    <a:pt x="14187" y="15576"/>
                  </a:lnTo>
                  <a:lnTo>
                    <a:pt x="13902" y="14154"/>
                  </a:lnTo>
                  <a:lnTo>
                    <a:pt x="13202" y="10654"/>
                  </a:lnTo>
                  <a:lnTo>
                    <a:pt x="12776" y="8467"/>
                  </a:lnTo>
                  <a:lnTo>
                    <a:pt x="12327" y="6159"/>
                  </a:lnTo>
                  <a:lnTo>
                    <a:pt x="11901" y="3873"/>
                  </a:lnTo>
                  <a:lnTo>
                    <a:pt x="11518" y="1762"/>
                  </a:lnTo>
                  <a:lnTo>
                    <a:pt x="11518" y="1762"/>
                  </a:lnTo>
                  <a:close/>
                </a:path>
              </a:pathLst>
            </a:custGeom>
            <a:solidFill>
              <a:srgbClr val="D2B79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1" name="Google Shape;1031;p25"/>
            <p:cNvSpPr/>
            <p:nvPr/>
          </p:nvSpPr>
          <p:spPr>
            <a:xfrm>
              <a:off x="4951475" y="2420525"/>
              <a:ext cx="175600" cy="162725"/>
            </a:xfrm>
            <a:custGeom>
              <a:avLst/>
              <a:gdLst/>
              <a:ahLst/>
              <a:cxnLst/>
              <a:rect l="l" t="t" r="r" b="b"/>
              <a:pathLst>
                <a:path w="7024" h="6509" extrusionOk="0">
                  <a:moveTo>
                    <a:pt x="6826" y="2997"/>
                  </a:moveTo>
                  <a:lnTo>
                    <a:pt x="7023" y="4889"/>
                  </a:lnTo>
                  <a:lnTo>
                    <a:pt x="7023" y="4889"/>
                  </a:lnTo>
                  <a:lnTo>
                    <a:pt x="6826" y="5064"/>
                  </a:lnTo>
                  <a:lnTo>
                    <a:pt x="6629" y="5239"/>
                  </a:lnTo>
                  <a:lnTo>
                    <a:pt x="6432" y="5393"/>
                  </a:lnTo>
                  <a:lnTo>
                    <a:pt x="6225" y="5535"/>
                  </a:lnTo>
                  <a:lnTo>
                    <a:pt x="6028" y="5666"/>
                  </a:lnTo>
                  <a:lnTo>
                    <a:pt x="5831" y="5797"/>
                  </a:lnTo>
                  <a:lnTo>
                    <a:pt x="5623" y="5907"/>
                  </a:lnTo>
                  <a:lnTo>
                    <a:pt x="5426" y="6016"/>
                  </a:lnTo>
                  <a:lnTo>
                    <a:pt x="5218" y="6103"/>
                  </a:lnTo>
                  <a:lnTo>
                    <a:pt x="5011" y="6191"/>
                  </a:lnTo>
                  <a:lnTo>
                    <a:pt x="4803" y="6268"/>
                  </a:lnTo>
                  <a:lnTo>
                    <a:pt x="4595" y="6333"/>
                  </a:lnTo>
                  <a:lnTo>
                    <a:pt x="4387" y="6388"/>
                  </a:lnTo>
                  <a:lnTo>
                    <a:pt x="4179" y="6432"/>
                  </a:lnTo>
                  <a:lnTo>
                    <a:pt x="3971" y="6464"/>
                  </a:lnTo>
                  <a:lnTo>
                    <a:pt x="3764" y="6486"/>
                  </a:lnTo>
                  <a:lnTo>
                    <a:pt x="3545" y="6497"/>
                  </a:lnTo>
                  <a:lnTo>
                    <a:pt x="3337" y="6508"/>
                  </a:lnTo>
                  <a:lnTo>
                    <a:pt x="3118" y="6497"/>
                  </a:lnTo>
                  <a:lnTo>
                    <a:pt x="2910" y="6486"/>
                  </a:lnTo>
                  <a:lnTo>
                    <a:pt x="2692" y="6464"/>
                  </a:lnTo>
                  <a:lnTo>
                    <a:pt x="2473" y="6432"/>
                  </a:lnTo>
                  <a:lnTo>
                    <a:pt x="2254" y="6388"/>
                  </a:lnTo>
                  <a:lnTo>
                    <a:pt x="2035" y="6333"/>
                  </a:lnTo>
                  <a:lnTo>
                    <a:pt x="1817" y="6279"/>
                  </a:lnTo>
                  <a:lnTo>
                    <a:pt x="1598" y="6202"/>
                  </a:lnTo>
                  <a:lnTo>
                    <a:pt x="1368" y="6125"/>
                  </a:lnTo>
                  <a:lnTo>
                    <a:pt x="1149" y="6038"/>
                  </a:lnTo>
                  <a:lnTo>
                    <a:pt x="920" y="5939"/>
                  </a:lnTo>
                  <a:lnTo>
                    <a:pt x="701" y="5830"/>
                  </a:lnTo>
                  <a:lnTo>
                    <a:pt x="471" y="5721"/>
                  </a:lnTo>
                  <a:lnTo>
                    <a:pt x="253" y="5589"/>
                  </a:lnTo>
                  <a:lnTo>
                    <a:pt x="34" y="3785"/>
                  </a:lnTo>
                  <a:lnTo>
                    <a:pt x="34" y="3785"/>
                  </a:lnTo>
                  <a:lnTo>
                    <a:pt x="12" y="3555"/>
                  </a:lnTo>
                  <a:lnTo>
                    <a:pt x="1" y="3336"/>
                  </a:lnTo>
                  <a:lnTo>
                    <a:pt x="1" y="3117"/>
                  </a:lnTo>
                  <a:lnTo>
                    <a:pt x="12" y="2910"/>
                  </a:lnTo>
                  <a:lnTo>
                    <a:pt x="34" y="2713"/>
                  </a:lnTo>
                  <a:lnTo>
                    <a:pt x="67" y="2527"/>
                  </a:lnTo>
                  <a:lnTo>
                    <a:pt x="99" y="2341"/>
                  </a:lnTo>
                  <a:lnTo>
                    <a:pt x="154" y="2166"/>
                  </a:lnTo>
                  <a:lnTo>
                    <a:pt x="209" y="1991"/>
                  </a:lnTo>
                  <a:lnTo>
                    <a:pt x="263" y="1827"/>
                  </a:lnTo>
                  <a:lnTo>
                    <a:pt x="340" y="1674"/>
                  </a:lnTo>
                  <a:lnTo>
                    <a:pt x="417" y="1531"/>
                  </a:lnTo>
                  <a:lnTo>
                    <a:pt x="504" y="1389"/>
                  </a:lnTo>
                  <a:lnTo>
                    <a:pt x="603" y="1247"/>
                  </a:lnTo>
                  <a:lnTo>
                    <a:pt x="701" y="1127"/>
                  </a:lnTo>
                  <a:lnTo>
                    <a:pt x="810" y="1006"/>
                  </a:lnTo>
                  <a:lnTo>
                    <a:pt x="920" y="886"/>
                  </a:lnTo>
                  <a:lnTo>
                    <a:pt x="1040" y="788"/>
                  </a:lnTo>
                  <a:lnTo>
                    <a:pt x="1160" y="689"/>
                  </a:lnTo>
                  <a:lnTo>
                    <a:pt x="1292" y="591"/>
                  </a:lnTo>
                  <a:lnTo>
                    <a:pt x="1423" y="503"/>
                  </a:lnTo>
                  <a:lnTo>
                    <a:pt x="1554" y="427"/>
                  </a:lnTo>
                  <a:lnTo>
                    <a:pt x="1696" y="350"/>
                  </a:lnTo>
                  <a:lnTo>
                    <a:pt x="1839" y="284"/>
                  </a:lnTo>
                  <a:lnTo>
                    <a:pt x="1992" y="230"/>
                  </a:lnTo>
                  <a:lnTo>
                    <a:pt x="2145" y="175"/>
                  </a:lnTo>
                  <a:lnTo>
                    <a:pt x="2298" y="131"/>
                  </a:lnTo>
                  <a:lnTo>
                    <a:pt x="2451" y="99"/>
                  </a:lnTo>
                  <a:lnTo>
                    <a:pt x="2604" y="66"/>
                  </a:lnTo>
                  <a:lnTo>
                    <a:pt x="2768" y="44"/>
                  </a:lnTo>
                  <a:lnTo>
                    <a:pt x="2932" y="22"/>
                  </a:lnTo>
                  <a:lnTo>
                    <a:pt x="3085" y="11"/>
                  </a:lnTo>
                  <a:lnTo>
                    <a:pt x="3250" y="0"/>
                  </a:lnTo>
                  <a:lnTo>
                    <a:pt x="3414" y="11"/>
                  </a:lnTo>
                  <a:lnTo>
                    <a:pt x="3742" y="33"/>
                  </a:lnTo>
                  <a:lnTo>
                    <a:pt x="4059" y="77"/>
                  </a:lnTo>
                  <a:lnTo>
                    <a:pt x="4223" y="109"/>
                  </a:lnTo>
                  <a:lnTo>
                    <a:pt x="4376" y="153"/>
                  </a:lnTo>
                  <a:lnTo>
                    <a:pt x="4529" y="197"/>
                  </a:lnTo>
                  <a:lnTo>
                    <a:pt x="4682" y="252"/>
                  </a:lnTo>
                  <a:lnTo>
                    <a:pt x="4836" y="317"/>
                  </a:lnTo>
                  <a:lnTo>
                    <a:pt x="4989" y="383"/>
                  </a:lnTo>
                  <a:lnTo>
                    <a:pt x="5131" y="449"/>
                  </a:lnTo>
                  <a:lnTo>
                    <a:pt x="5273" y="525"/>
                  </a:lnTo>
                  <a:lnTo>
                    <a:pt x="5404" y="613"/>
                  </a:lnTo>
                  <a:lnTo>
                    <a:pt x="5547" y="700"/>
                  </a:lnTo>
                  <a:lnTo>
                    <a:pt x="5667" y="799"/>
                  </a:lnTo>
                  <a:lnTo>
                    <a:pt x="5798" y="908"/>
                  </a:lnTo>
                  <a:lnTo>
                    <a:pt x="5918" y="1017"/>
                  </a:lnTo>
                  <a:lnTo>
                    <a:pt x="6028" y="1127"/>
                  </a:lnTo>
                  <a:lnTo>
                    <a:pt x="6137" y="1258"/>
                  </a:lnTo>
                  <a:lnTo>
                    <a:pt x="6236" y="1378"/>
                  </a:lnTo>
                  <a:lnTo>
                    <a:pt x="6323" y="1520"/>
                  </a:lnTo>
                  <a:lnTo>
                    <a:pt x="6411" y="1652"/>
                  </a:lnTo>
                  <a:lnTo>
                    <a:pt x="6498" y="1805"/>
                  </a:lnTo>
                  <a:lnTo>
                    <a:pt x="6575" y="1958"/>
                  </a:lnTo>
                  <a:lnTo>
                    <a:pt x="6629" y="2111"/>
                  </a:lnTo>
                  <a:lnTo>
                    <a:pt x="6695" y="2275"/>
                  </a:lnTo>
                  <a:lnTo>
                    <a:pt x="6739" y="2450"/>
                  </a:lnTo>
                  <a:lnTo>
                    <a:pt x="6783" y="2625"/>
                  </a:lnTo>
                  <a:lnTo>
                    <a:pt x="6815" y="2800"/>
                  </a:lnTo>
                  <a:lnTo>
                    <a:pt x="6826" y="2997"/>
                  </a:lnTo>
                  <a:lnTo>
                    <a:pt x="6826" y="2997"/>
                  </a:lnTo>
                  <a:close/>
                </a:path>
              </a:pathLst>
            </a:custGeom>
            <a:solidFill>
              <a:srgbClr val="FAF1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2" name="Google Shape;1032;p25"/>
            <p:cNvSpPr/>
            <p:nvPr/>
          </p:nvSpPr>
          <p:spPr>
            <a:xfrm>
              <a:off x="4698825" y="3568450"/>
              <a:ext cx="111325" cy="249700"/>
            </a:xfrm>
            <a:custGeom>
              <a:avLst/>
              <a:gdLst/>
              <a:ahLst/>
              <a:cxnLst/>
              <a:rect l="l" t="t" r="r" b="b"/>
              <a:pathLst>
                <a:path w="4453" h="9988" extrusionOk="0">
                  <a:moveTo>
                    <a:pt x="1925" y="1"/>
                  </a:moveTo>
                  <a:lnTo>
                    <a:pt x="1925" y="1"/>
                  </a:lnTo>
                  <a:lnTo>
                    <a:pt x="1444" y="77"/>
                  </a:lnTo>
                  <a:lnTo>
                    <a:pt x="963" y="165"/>
                  </a:lnTo>
                  <a:lnTo>
                    <a:pt x="482" y="252"/>
                  </a:lnTo>
                  <a:lnTo>
                    <a:pt x="0" y="362"/>
                  </a:lnTo>
                  <a:lnTo>
                    <a:pt x="2997" y="9987"/>
                  </a:lnTo>
                  <a:lnTo>
                    <a:pt x="2997" y="9987"/>
                  </a:lnTo>
                  <a:lnTo>
                    <a:pt x="3129" y="9900"/>
                  </a:lnTo>
                  <a:lnTo>
                    <a:pt x="3260" y="9801"/>
                  </a:lnTo>
                  <a:lnTo>
                    <a:pt x="3391" y="9714"/>
                  </a:lnTo>
                  <a:lnTo>
                    <a:pt x="3500" y="9615"/>
                  </a:lnTo>
                  <a:lnTo>
                    <a:pt x="3610" y="9506"/>
                  </a:lnTo>
                  <a:lnTo>
                    <a:pt x="3708" y="9397"/>
                  </a:lnTo>
                  <a:lnTo>
                    <a:pt x="3807" y="9287"/>
                  </a:lnTo>
                  <a:lnTo>
                    <a:pt x="3894" y="9178"/>
                  </a:lnTo>
                  <a:lnTo>
                    <a:pt x="3971" y="9057"/>
                  </a:lnTo>
                  <a:lnTo>
                    <a:pt x="4047" y="8926"/>
                  </a:lnTo>
                  <a:lnTo>
                    <a:pt x="4113" y="8806"/>
                  </a:lnTo>
                  <a:lnTo>
                    <a:pt x="4179" y="8675"/>
                  </a:lnTo>
                  <a:lnTo>
                    <a:pt x="4222" y="8543"/>
                  </a:lnTo>
                  <a:lnTo>
                    <a:pt x="4277" y="8401"/>
                  </a:lnTo>
                  <a:lnTo>
                    <a:pt x="4354" y="8117"/>
                  </a:lnTo>
                  <a:lnTo>
                    <a:pt x="4408" y="7832"/>
                  </a:lnTo>
                  <a:lnTo>
                    <a:pt x="4441" y="7526"/>
                  </a:lnTo>
                  <a:lnTo>
                    <a:pt x="4452" y="7209"/>
                  </a:lnTo>
                  <a:lnTo>
                    <a:pt x="4441" y="6892"/>
                  </a:lnTo>
                  <a:lnTo>
                    <a:pt x="4408" y="6553"/>
                  </a:lnTo>
                  <a:lnTo>
                    <a:pt x="4365" y="6214"/>
                  </a:lnTo>
                  <a:lnTo>
                    <a:pt x="4310" y="5874"/>
                  </a:lnTo>
                  <a:lnTo>
                    <a:pt x="4233" y="5524"/>
                  </a:lnTo>
                  <a:lnTo>
                    <a:pt x="4146" y="5174"/>
                  </a:lnTo>
                  <a:lnTo>
                    <a:pt x="4036" y="4813"/>
                  </a:lnTo>
                  <a:lnTo>
                    <a:pt x="3927" y="4463"/>
                  </a:lnTo>
                  <a:lnTo>
                    <a:pt x="3807" y="4103"/>
                  </a:lnTo>
                  <a:lnTo>
                    <a:pt x="3675" y="3742"/>
                  </a:lnTo>
                  <a:lnTo>
                    <a:pt x="3533" y="3381"/>
                  </a:lnTo>
                  <a:lnTo>
                    <a:pt x="3227" y="2659"/>
                  </a:lnTo>
                  <a:lnTo>
                    <a:pt x="2910" y="1959"/>
                  </a:lnTo>
                  <a:lnTo>
                    <a:pt x="2582" y="1281"/>
                  </a:lnTo>
                  <a:lnTo>
                    <a:pt x="2254" y="624"/>
                  </a:lnTo>
                  <a:lnTo>
                    <a:pt x="1925" y="1"/>
                  </a:lnTo>
                  <a:lnTo>
                    <a:pt x="1925" y="1"/>
                  </a:lnTo>
                  <a:close/>
                </a:path>
              </a:pathLst>
            </a:custGeom>
            <a:solidFill>
              <a:srgbClr val="FAF1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3" name="Google Shape;1033;p25"/>
            <p:cNvSpPr/>
            <p:nvPr/>
          </p:nvSpPr>
          <p:spPr>
            <a:xfrm>
              <a:off x="4958050" y="3595800"/>
              <a:ext cx="105025" cy="535175"/>
            </a:xfrm>
            <a:custGeom>
              <a:avLst/>
              <a:gdLst/>
              <a:ahLst/>
              <a:cxnLst/>
              <a:rect l="l" t="t" r="r" b="b"/>
              <a:pathLst>
                <a:path w="4201" h="21407" extrusionOk="0">
                  <a:moveTo>
                    <a:pt x="1882" y="1773"/>
                  </a:moveTo>
                  <a:lnTo>
                    <a:pt x="4201" y="21406"/>
                  </a:lnTo>
                  <a:lnTo>
                    <a:pt x="0" y="1"/>
                  </a:lnTo>
                  <a:lnTo>
                    <a:pt x="1882" y="1773"/>
                  </a:lnTo>
                  <a:close/>
                </a:path>
              </a:pathLst>
            </a:custGeom>
            <a:solidFill>
              <a:srgbClr val="D2B79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1351000" y="4095675"/>
              <a:ext cx="1462700" cy="1381200"/>
            </a:xfrm>
            <a:custGeom>
              <a:avLst/>
              <a:gdLst/>
              <a:ahLst/>
              <a:cxnLst/>
              <a:rect l="l" t="t" r="r" b="b"/>
              <a:pathLst>
                <a:path w="58508" h="55248" extrusionOk="0">
                  <a:moveTo>
                    <a:pt x="20443" y="0"/>
                  </a:moveTo>
                  <a:lnTo>
                    <a:pt x="58507" y="8313"/>
                  </a:lnTo>
                  <a:lnTo>
                    <a:pt x="46443" y="55248"/>
                  </a:lnTo>
                  <a:lnTo>
                    <a:pt x="0" y="55248"/>
                  </a:lnTo>
                  <a:lnTo>
                    <a:pt x="204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5" name="Google Shape;1035;p25"/>
            <p:cNvSpPr/>
            <p:nvPr/>
          </p:nvSpPr>
          <p:spPr>
            <a:xfrm>
              <a:off x="5196225" y="5006800"/>
              <a:ext cx="1053350" cy="470075"/>
            </a:xfrm>
            <a:custGeom>
              <a:avLst/>
              <a:gdLst/>
              <a:ahLst/>
              <a:cxnLst/>
              <a:rect l="l" t="t" r="r" b="b"/>
              <a:pathLst>
                <a:path w="42134" h="18803" extrusionOk="0">
                  <a:moveTo>
                    <a:pt x="38382" y="1"/>
                  </a:moveTo>
                  <a:lnTo>
                    <a:pt x="42133" y="18803"/>
                  </a:lnTo>
                  <a:lnTo>
                    <a:pt x="307" y="18803"/>
                  </a:lnTo>
                  <a:lnTo>
                    <a:pt x="0" y="2582"/>
                  </a:lnTo>
                  <a:lnTo>
                    <a:pt x="383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" name="Google Shape;1483;p29">
            <a:extLst>
              <a:ext uri="{FF2B5EF4-FFF2-40B4-BE49-F238E27FC236}">
                <a16:creationId xmlns:a16="http://schemas.microsoft.com/office/drawing/2014/main" id="{28612BE3-38FC-8DEF-1208-497FE8BD3E8F}"/>
              </a:ext>
            </a:extLst>
          </p:cNvPr>
          <p:cNvSpPr txBox="1"/>
          <p:nvPr/>
        </p:nvSpPr>
        <p:spPr>
          <a:xfrm>
            <a:off x="7501493" y="2348127"/>
            <a:ext cx="2748000" cy="185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Is any one method enough to get all the information?</a:t>
            </a:r>
            <a:endParaRPr sz="24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90869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5"/>
          <p:cNvSpPr txBox="1">
            <a:spLocks noGrp="1"/>
          </p:cNvSpPr>
          <p:nvPr>
            <p:ph type="title"/>
          </p:nvPr>
        </p:nvSpPr>
        <p:spPr>
          <a:xfrm>
            <a:off x="559004" y="50934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br>
              <a:rPr lang="en-US" b="1" dirty="0"/>
            </a:br>
            <a:r>
              <a:rPr lang="en-US" b="1" dirty="0"/>
              <a:t>Experiment Design cont.</a:t>
            </a:r>
            <a:br>
              <a:rPr lang="en-US" dirty="0"/>
            </a:br>
            <a:endParaRPr dirty="0"/>
          </a:p>
        </p:txBody>
      </p:sp>
      <p:grpSp>
        <p:nvGrpSpPr>
          <p:cNvPr id="952" name="Google Shape;952;p25"/>
          <p:cNvGrpSpPr/>
          <p:nvPr/>
        </p:nvGrpSpPr>
        <p:grpSpPr>
          <a:xfrm>
            <a:off x="714183" y="1388047"/>
            <a:ext cx="5135021" cy="5469953"/>
            <a:chOff x="1351000" y="238125"/>
            <a:chExt cx="4917975" cy="5238750"/>
          </a:xfrm>
        </p:grpSpPr>
        <p:sp>
          <p:nvSpPr>
            <p:cNvPr id="953" name="Google Shape;953;p25"/>
            <p:cNvSpPr/>
            <p:nvPr/>
          </p:nvSpPr>
          <p:spPr>
            <a:xfrm>
              <a:off x="1845650" y="2930225"/>
              <a:ext cx="1593150" cy="1771150"/>
            </a:xfrm>
            <a:custGeom>
              <a:avLst/>
              <a:gdLst/>
              <a:ahLst/>
              <a:cxnLst/>
              <a:rect l="l" t="t" r="r" b="b"/>
              <a:pathLst>
                <a:path w="63726" h="70846" extrusionOk="0">
                  <a:moveTo>
                    <a:pt x="1" y="63496"/>
                  </a:moveTo>
                  <a:lnTo>
                    <a:pt x="33482" y="70846"/>
                  </a:lnTo>
                  <a:lnTo>
                    <a:pt x="39268" y="44540"/>
                  </a:lnTo>
                  <a:lnTo>
                    <a:pt x="63725" y="10938"/>
                  </a:lnTo>
                  <a:lnTo>
                    <a:pt x="13958" y="1"/>
                  </a:lnTo>
                  <a:lnTo>
                    <a:pt x="1" y="63496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4" name="Google Shape;954;p25"/>
            <p:cNvSpPr/>
            <p:nvPr/>
          </p:nvSpPr>
          <p:spPr>
            <a:xfrm>
              <a:off x="1845650" y="2930225"/>
              <a:ext cx="1593150" cy="1771150"/>
            </a:xfrm>
            <a:custGeom>
              <a:avLst/>
              <a:gdLst/>
              <a:ahLst/>
              <a:cxnLst/>
              <a:rect l="l" t="t" r="r" b="b"/>
              <a:pathLst>
                <a:path w="63726" h="70846" fill="none" extrusionOk="0">
                  <a:moveTo>
                    <a:pt x="1" y="63496"/>
                  </a:moveTo>
                  <a:lnTo>
                    <a:pt x="33482" y="70846"/>
                  </a:lnTo>
                  <a:lnTo>
                    <a:pt x="39268" y="44540"/>
                  </a:lnTo>
                  <a:lnTo>
                    <a:pt x="63725" y="10938"/>
                  </a:lnTo>
                  <a:lnTo>
                    <a:pt x="13958" y="1"/>
                  </a:lnTo>
                  <a:lnTo>
                    <a:pt x="1" y="6349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5" name="Google Shape;955;p25"/>
            <p:cNvSpPr/>
            <p:nvPr/>
          </p:nvSpPr>
          <p:spPr>
            <a:xfrm>
              <a:off x="1612675" y="3056550"/>
              <a:ext cx="3025" cy="21375"/>
            </a:xfrm>
            <a:custGeom>
              <a:avLst/>
              <a:gdLst/>
              <a:ahLst/>
              <a:cxnLst/>
              <a:rect l="l" t="t" r="r" b="b"/>
              <a:pathLst>
                <a:path w="121" h="855" extrusionOk="0">
                  <a:moveTo>
                    <a:pt x="1" y="1"/>
                  </a:moveTo>
                  <a:lnTo>
                    <a:pt x="44" y="438"/>
                  </a:lnTo>
                  <a:lnTo>
                    <a:pt x="121" y="854"/>
                  </a:lnTo>
                  <a:lnTo>
                    <a:pt x="55" y="4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CE2F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6" name="Google Shape;956;p25"/>
            <p:cNvSpPr/>
            <p:nvPr/>
          </p:nvSpPr>
          <p:spPr>
            <a:xfrm>
              <a:off x="1611575" y="238125"/>
              <a:ext cx="4606550" cy="2952450"/>
            </a:xfrm>
            <a:custGeom>
              <a:avLst/>
              <a:gdLst/>
              <a:ahLst/>
              <a:cxnLst/>
              <a:rect l="l" t="t" r="r" b="b"/>
              <a:pathLst>
                <a:path w="184262" h="118098" fill="none" extrusionOk="0">
                  <a:moveTo>
                    <a:pt x="174855" y="0"/>
                  </a:moveTo>
                  <a:lnTo>
                    <a:pt x="9408" y="0"/>
                  </a:lnTo>
                  <a:lnTo>
                    <a:pt x="9408" y="0"/>
                  </a:lnTo>
                  <a:lnTo>
                    <a:pt x="8915" y="22"/>
                  </a:lnTo>
                  <a:lnTo>
                    <a:pt x="8445" y="55"/>
                  </a:lnTo>
                  <a:lnTo>
                    <a:pt x="7975" y="109"/>
                  </a:lnTo>
                  <a:lnTo>
                    <a:pt x="7504" y="197"/>
                  </a:lnTo>
                  <a:lnTo>
                    <a:pt x="7056" y="306"/>
                  </a:lnTo>
                  <a:lnTo>
                    <a:pt x="6607" y="427"/>
                  </a:lnTo>
                  <a:lnTo>
                    <a:pt x="6170" y="580"/>
                  </a:lnTo>
                  <a:lnTo>
                    <a:pt x="5743" y="744"/>
                  </a:lnTo>
                  <a:lnTo>
                    <a:pt x="5328" y="930"/>
                  </a:lnTo>
                  <a:lnTo>
                    <a:pt x="4923" y="1138"/>
                  </a:lnTo>
                  <a:lnTo>
                    <a:pt x="4529" y="1367"/>
                  </a:lnTo>
                  <a:lnTo>
                    <a:pt x="4146" y="1608"/>
                  </a:lnTo>
                  <a:lnTo>
                    <a:pt x="3774" y="1870"/>
                  </a:lnTo>
                  <a:lnTo>
                    <a:pt x="3424" y="2155"/>
                  </a:lnTo>
                  <a:lnTo>
                    <a:pt x="3085" y="2450"/>
                  </a:lnTo>
                  <a:lnTo>
                    <a:pt x="2757" y="2756"/>
                  </a:lnTo>
                  <a:lnTo>
                    <a:pt x="2451" y="3085"/>
                  </a:lnTo>
                  <a:lnTo>
                    <a:pt x="2156" y="3424"/>
                  </a:lnTo>
                  <a:lnTo>
                    <a:pt x="1871" y="3785"/>
                  </a:lnTo>
                  <a:lnTo>
                    <a:pt x="1609" y="4145"/>
                  </a:lnTo>
                  <a:lnTo>
                    <a:pt x="1368" y="4528"/>
                  </a:lnTo>
                  <a:lnTo>
                    <a:pt x="1138" y="4922"/>
                  </a:lnTo>
                  <a:lnTo>
                    <a:pt x="931" y="5327"/>
                  </a:lnTo>
                  <a:lnTo>
                    <a:pt x="745" y="5742"/>
                  </a:lnTo>
                  <a:lnTo>
                    <a:pt x="570" y="6169"/>
                  </a:lnTo>
                  <a:lnTo>
                    <a:pt x="427" y="6607"/>
                  </a:lnTo>
                  <a:lnTo>
                    <a:pt x="296" y="7055"/>
                  </a:lnTo>
                  <a:lnTo>
                    <a:pt x="198" y="7503"/>
                  </a:lnTo>
                  <a:lnTo>
                    <a:pt x="110" y="7974"/>
                  </a:lnTo>
                  <a:lnTo>
                    <a:pt x="56" y="8444"/>
                  </a:lnTo>
                  <a:lnTo>
                    <a:pt x="12" y="8914"/>
                  </a:lnTo>
                  <a:lnTo>
                    <a:pt x="1" y="9407"/>
                  </a:lnTo>
                  <a:lnTo>
                    <a:pt x="1" y="111874"/>
                  </a:lnTo>
                  <a:lnTo>
                    <a:pt x="1" y="111874"/>
                  </a:lnTo>
                  <a:lnTo>
                    <a:pt x="12" y="112311"/>
                  </a:lnTo>
                  <a:lnTo>
                    <a:pt x="45" y="112738"/>
                  </a:lnTo>
                  <a:lnTo>
                    <a:pt x="88" y="113175"/>
                  </a:lnTo>
                  <a:lnTo>
                    <a:pt x="165" y="113591"/>
                  </a:lnTo>
                  <a:lnTo>
                    <a:pt x="252" y="114007"/>
                  </a:lnTo>
                  <a:lnTo>
                    <a:pt x="351" y="114411"/>
                  </a:lnTo>
                  <a:lnTo>
                    <a:pt x="471" y="114816"/>
                  </a:lnTo>
                  <a:lnTo>
                    <a:pt x="613" y="115210"/>
                  </a:lnTo>
                  <a:lnTo>
                    <a:pt x="767" y="115593"/>
                  </a:lnTo>
                  <a:lnTo>
                    <a:pt x="942" y="115976"/>
                  </a:lnTo>
                  <a:lnTo>
                    <a:pt x="1127" y="116336"/>
                  </a:lnTo>
                  <a:lnTo>
                    <a:pt x="1335" y="116697"/>
                  </a:lnTo>
                  <a:lnTo>
                    <a:pt x="1554" y="117047"/>
                  </a:lnTo>
                  <a:lnTo>
                    <a:pt x="1784" y="117376"/>
                  </a:lnTo>
                  <a:lnTo>
                    <a:pt x="2035" y="117704"/>
                  </a:lnTo>
                  <a:lnTo>
                    <a:pt x="2298" y="118021"/>
                  </a:lnTo>
                  <a:lnTo>
                    <a:pt x="2298" y="118021"/>
                  </a:lnTo>
                  <a:lnTo>
                    <a:pt x="2035" y="117704"/>
                  </a:lnTo>
                  <a:lnTo>
                    <a:pt x="1784" y="117376"/>
                  </a:lnTo>
                  <a:lnTo>
                    <a:pt x="1554" y="117047"/>
                  </a:lnTo>
                  <a:lnTo>
                    <a:pt x="1335" y="116697"/>
                  </a:lnTo>
                  <a:lnTo>
                    <a:pt x="1127" y="116336"/>
                  </a:lnTo>
                  <a:lnTo>
                    <a:pt x="942" y="115976"/>
                  </a:lnTo>
                  <a:lnTo>
                    <a:pt x="767" y="115593"/>
                  </a:lnTo>
                  <a:lnTo>
                    <a:pt x="613" y="115210"/>
                  </a:lnTo>
                  <a:lnTo>
                    <a:pt x="471" y="114816"/>
                  </a:lnTo>
                  <a:lnTo>
                    <a:pt x="351" y="114411"/>
                  </a:lnTo>
                  <a:lnTo>
                    <a:pt x="252" y="114007"/>
                  </a:lnTo>
                  <a:lnTo>
                    <a:pt x="165" y="113591"/>
                  </a:lnTo>
                  <a:lnTo>
                    <a:pt x="99" y="113175"/>
                  </a:lnTo>
                  <a:lnTo>
                    <a:pt x="45" y="112738"/>
                  </a:lnTo>
                  <a:lnTo>
                    <a:pt x="12" y="112311"/>
                  </a:lnTo>
                  <a:lnTo>
                    <a:pt x="1" y="111874"/>
                  </a:lnTo>
                  <a:lnTo>
                    <a:pt x="1" y="9407"/>
                  </a:lnTo>
                  <a:lnTo>
                    <a:pt x="1" y="9407"/>
                  </a:lnTo>
                  <a:lnTo>
                    <a:pt x="12" y="8914"/>
                  </a:lnTo>
                  <a:lnTo>
                    <a:pt x="56" y="8444"/>
                  </a:lnTo>
                  <a:lnTo>
                    <a:pt x="110" y="7974"/>
                  </a:lnTo>
                  <a:lnTo>
                    <a:pt x="198" y="7503"/>
                  </a:lnTo>
                  <a:lnTo>
                    <a:pt x="296" y="7055"/>
                  </a:lnTo>
                  <a:lnTo>
                    <a:pt x="427" y="6607"/>
                  </a:lnTo>
                  <a:lnTo>
                    <a:pt x="570" y="6169"/>
                  </a:lnTo>
                  <a:lnTo>
                    <a:pt x="745" y="5742"/>
                  </a:lnTo>
                  <a:lnTo>
                    <a:pt x="931" y="5327"/>
                  </a:lnTo>
                  <a:lnTo>
                    <a:pt x="1138" y="4922"/>
                  </a:lnTo>
                  <a:lnTo>
                    <a:pt x="1368" y="4528"/>
                  </a:lnTo>
                  <a:lnTo>
                    <a:pt x="1609" y="4145"/>
                  </a:lnTo>
                  <a:lnTo>
                    <a:pt x="1871" y="3785"/>
                  </a:lnTo>
                  <a:lnTo>
                    <a:pt x="2156" y="3424"/>
                  </a:lnTo>
                  <a:lnTo>
                    <a:pt x="2451" y="3085"/>
                  </a:lnTo>
                  <a:lnTo>
                    <a:pt x="2757" y="2756"/>
                  </a:lnTo>
                  <a:lnTo>
                    <a:pt x="3085" y="2450"/>
                  </a:lnTo>
                  <a:lnTo>
                    <a:pt x="3424" y="2155"/>
                  </a:lnTo>
                  <a:lnTo>
                    <a:pt x="3774" y="1870"/>
                  </a:lnTo>
                  <a:lnTo>
                    <a:pt x="4146" y="1608"/>
                  </a:lnTo>
                  <a:lnTo>
                    <a:pt x="4529" y="1367"/>
                  </a:lnTo>
                  <a:lnTo>
                    <a:pt x="4923" y="1138"/>
                  </a:lnTo>
                  <a:lnTo>
                    <a:pt x="5328" y="930"/>
                  </a:lnTo>
                  <a:lnTo>
                    <a:pt x="5743" y="744"/>
                  </a:lnTo>
                  <a:lnTo>
                    <a:pt x="6170" y="580"/>
                  </a:lnTo>
                  <a:lnTo>
                    <a:pt x="6607" y="427"/>
                  </a:lnTo>
                  <a:lnTo>
                    <a:pt x="7056" y="306"/>
                  </a:lnTo>
                  <a:lnTo>
                    <a:pt x="7504" y="197"/>
                  </a:lnTo>
                  <a:lnTo>
                    <a:pt x="7975" y="109"/>
                  </a:lnTo>
                  <a:lnTo>
                    <a:pt x="8445" y="55"/>
                  </a:lnTo>
                  <a:lnTo>
                    <a:pt x="8915" y="22"/>
                  </a:lnTo>
                  <a:lnTo>
                    <a:pt x="9408" y="0"/>
                  </a:lnTo>
                  <a:lnTo>
                    <a:pt x="174855" y="0"/>
                  </a:lnTo>
                  <a:lnTo>
                    <a:pt x="174855" y="0"/>
                  </a:lnTo>
                  <a:lnTo>
                    <a:pt x="175347" y="22"/>
                  </a:lnTo>
                  <a:lnTo>
                    <a:pt x="175817" y="55"/>
                  </a:lnTo>
                  <a:lnTo>
                    <a:pt x="176288" y="109"/>
                  </a:lnTo>
                  <a:lnTo>
                    <a:pt x="176758" y="197"/>
                  </a:lnTo>
                  <a:lnTo>
                    <a:pt x="177207" y="306"/>
                  </a:lnTo>
                  <a:lnTo>
                    <a:pt x="177655" y="427"/>
                  </a:lnTo>
                  <a:lnTo>
                    <a:pt x="178093" y="580"/>
                  </a:lnTo>
                  <a:lnTo>
                    <a:pt x="178519" y="744"/>
                  </a:lnTo>
                  <a:lnTo>
                    <a:pt x="178935" y="930"/>
                  </a:lnTo>
                  <a:lnTo>
                    <a:pt x="179339" y="1138"/>
                  </a:lnTo>
                  <a:lnTo>
                    <a:pt x="179733" y="1367"/>
                  </a:lnTo>
                  <a:lnTo>
                    <a:pt x="180116" y="1608"/>
                  </a:lnTo>
                  <a:lnTo>
                    <a:pt x="180488" y="1870"/>
                  </a:lnTo>
                  <a:lnTo>
                    <a:pt x="180838" y="2155"/>
                  </a:lnTo>
                  <a:lnTo>
                    <a:pt x="181177" y="2450"/>
                  </a:lnTo>
                  <a:lnTo>
                    <a:pt x="181505" y="2756"/>
                  </a:lnTo>
                  <a:lnTo>
                    <a:pt x="181811" y="3085"/>
                  </a:lnTo>
                  <a:lnTo>
                    <a:pt x="182107" y="3424"/>
                  </a:lnTo>
                  <a:lnTo>
                    <a:pt x="182391" y="3785"/>
                  </a:lnTo>
                  <a:lnTo>
                    <a:pt x="182654" y="4145"/>
                  </a:lnTo>
                  <a:lnTo>
                    <a:pt x="182894" y="4528"/>
                  </a:lnTo>
                  <a:lnTo>
                    <a:pt x="183124" y="4922"/>
                  </a:lnTo>
                  <a:lnTo>
                    <a:pt x="183332" y="5327"/>
                  </a:lnTo>
                  <a:lnTo>
                    <a:pt x="183518" y="5742"/>
                  </a:lnTo>
                  <a:lnTo>
                    <a:pt x="183682" y="6169"/>
                  </a:lnTo>
                  <a:lnTo>
                    <a:pt x="183835" y="6607"/>
                  </a:lnTo>
                  <a:lnTo>
                    <a:pt x="183966" y="7055"/>
                  </a:lnTo>
                  <a:lnTo>
                    <a:pt x="184065" y="7503"/>
                  </a:lnTo>
                  <a:lnTo>
                    <a:pt x="184152" y="7974"/>
                  </a:lnTo>
                  <a:lnTo>
                    <a:pt x="184207" y="8444"/>
                  </a:lnTo>
                  <a:lnTo>
                    <a:pt x="184251" y="8914"/>
                  </a:lnTo>
                  <a:lnTo>
                    <a:pt x="184262" y="9407"/>
                  </a:lnTo>
                  <a:lnTo>
                    <a:pt x="184262" y="111874"/>
                  </a:lnTo>
                  <a:lnTo>
                    <a:pt x="184262" y="111874"/>
                  </a:lnTo>
                  <a:lnTo>
                    <a:pt x="184251" y="112311"/>
                  </a:lnTo>
                  <a:lnTo>
                    <a:pt x="184218" y="112760"/>
                  </a:lnTo>
                  <a:lnTo>
                    <a:pt x="184163" y="113186"/>
                  </a:lnTo>
                  <a:lnTo>
                    <a:pt x="184097" y="113613"/>
                  </a:lnTo>
                  <a:lnTo>
                    <a:pt x="184010" y="114039"/>
                  </a:lnTo>
                  <a:lnTo>
                    <a:pt x="183901" y="114455"/>
                  </a:lnTo>
                  <a:lnTo>
                    <a:pt x="183769" y="114860"/>
                  </a:lnTo>
                  <a:lnTo>
                    <a:pt x="183627" y="115254"/>
                  </a:lnTo>
                  <a:lnTo>
                    <a:pt x="183474" y="115647"/>
                  </a:lnTo>
                  <a:lnTo>
                    <a:pt x="183288" y="116030"/>
                  </a:lnTo>
                  <a:lnTo>
                    <a:pt x="183102" y="116391"/>
                  </a:lnTo>
                  <a:lnTo>
                    <a:pt x="182894" y="116752"/>
                  </a:lnTo>
                  <a:lnTo>
                    <a:pt x="182665" y="117102"/>
                  </a:lnTo>
                  <a:lnTo>
                    <a:pt x="182424" y="117452"/>
                  </a:lnTo>
                  <a:lnTo>
                    <a:pt x="182172" y="117780"/>
                  </a:lnTo>
                  <a:lnTo>
                    <a:pt x="181899" y="118097"/>
                  </a:lnTo>
                  <a:lnTo>
                    <a:pt x="181899" y="118097"/>
                  </a:lnTo>
                  <a:lnTo>
                    <a:pt x="182172" y="117780"/>
                  </a:lnTo>
                  <a:lnTo>
                    <a:pt x="182424" y="117452"/>
                  </a:lnTo>
                  <a:lnTo>
                    <a:pt x="182665" y="117102"/>
                  </a:lnTo>
                  <a:lnTo>
                    <a:pt x="182894" y="116752"/>
                  </a:lnTo>
                  <a:lnTo>
                    <a:pt x="183102" y="116391"/>
                  </a:lnTo>
                  <a:lnTo>
                    <a:pt x="183288" y="116030"/>
                  </a:lnTo>
                  <a:lnTo>
                    <a:pt x="183474" y="115647"/>
                  </a:lnTo>
                  <a:lnTo>
                    <a:pt x="183627" y="115254"/>
                  </a:lnTo>
                  <a:lnTo>
                    <a:pt x="183769" y="114860"/>
                  </a:lnTo>
                  <a:lnTo>
                    <a:pt x="183901" y="114455"/>
                  </a:lnTo>
                  <a:lnTo>
                    <a:pt x="184010" y="114039"/>
                  </a:lnTo>
                  <a:lnTo>
                    <a:pt x="184097" y="113613"/>
                  </a:lnTo>
                  <a:lnTo>
                    <a:pt x="184163" y="113186"/>
                  </a:lnTo>
                  <a:lnTo>
                    <a:pt x="184218" y="112760"/>
                  </a:lnTo>
                  <a:lnTo>
                    <a:pt x="184251" y="112311"/>
                  </a:lnTo>
                  <a:lnTo>
                    <a:pt x="184262" y="111874"/>
                  </a:lnTo>
                  <a:lnTo>
                    <a:pt x="184262" y="9407"/>
                  </a:lnTo>
                  <a:lnTo>
                    <a:pt x="184262" y="9407"/>
                  </a:lnTo>
                  <a:lnTo>
                    <a:pt x="184251" y="8914"/>
                  </a:lnTo>
                  <a:lnTo>
                    <a:pt x="184207" y="8444"/>
                  </a:lnTo>
                  <a:lnTo>
                    <a:pt x="184152" y="7974"/>
                  </a:lnTo>
                  <a:lnTo>
                    <a:pt x="184065" y="7503"/>
                  </a:lnTo>
                  <a:lnTo>
                    <a:pt x="183966" y="7055"/>
                  </a:lnTo>
                  <a:lnTo>
                    <a:pt x="183835" y="6607"/>
                  </a:lnTo>
                  <a:lnTo>
                    <a:pt x="183682" y="6169"/>
                  </a:lnTo>
                  <a:lnTo>
                    <a:pt x="183518" y="5742"/>
                  </a:lnTo>
                  <a:lnTo>
                    <a:pt x="183332" y="5327"/>
                  </a:lnTo>
                  <a:lnTo>
                    <a:pt x="183124" y="4922"/>
                  </a:lnTo>
                  <a:lnTo>
                    <a:pt x="182894" y="4528"/>
                  </a:lnTo>
                  <a:lnTo>
                    <a:pt x="182654" y="4145"/>
                  </a:lnTo>
                  <a:lnTo>
                    <a:pt x="182391" y="3785"/>
                  </a:lnTo>
                  <a:lnTo>
                    <a:pt x="182107" y="3424"/>
                  </a:lnTo>
                  <a:lnTo>
                    <a:pt x="181811" y="3085"/>
                  </a:lnTo>
                  <a:lnTo>
                    <a:pt x="181505" y="2756"/>
                  </a:lnTo>
                  <a:lnTo>
                    <a:pt x="181177" y="2450"/>
                  </a:lnTo>
                  <a:lnTo>
                    <a:pt x="180838" y="2155"/>
                  </a:lnTo>
                  <a:lnTo>
                    <a:pt x="180488" y="1870"/>
                  </a:lnTo>
                  <a:lnTo>
                    <a:pt x="180116" y="1608"/>
                  </a:lnTo>
                  <a:lnTo>
                    <a:pt x="179733" y="1367"/>
                  </a:lnTo>
                  <a:lnTo>
                    <a:pt x="179339" y="1138"/>
                  </a:lnTo>
                  <a:lnTo>
                    <a:pt x="178935" y="930"/>
                  </a:lnTo>
                  <a:lnTo>
                    <a:pt x="178519" y="744"/>
                  </a:lnTo>
                  <a:lnTo>
                    <a:pt x="178093" y="580"/>
                  </a:lnTo>
                  <a:lnTo>
                    <a:pt x="177655" y="427"/>
                  </a:lnTo>
                  <a:lnTo>
                    <a:pt x="177207" y="306"/>
                  </a:lnTo>
                  <a:lnTo>
                    <a:pt x="176758" y="197"/>
                  </a:lnTo>
                  <a:lnTo>
                    <a:pt x="176288" y="109"/>
                  </a:lnTo>
                  <a:lnTo>
                    <a:pt x="175817" y="55"/>
                  </a:lnTo>
                  <a:lnTo>
                    <a:pt x="175347" y="22"/>
                  </a:lnTo>
                  <a:lnTo>
                    <a:pt x="17485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7" name="Google Shape;957;p25"/>
            <p:cNvSpPr/>
            <p:nvPr/>
          </p:nvSpPr>
          <p:spPr>
            <a:xfrm>
              <a:off x="1611575" y="238125"/>
              <a:ext cx="4606550" cy="3031750"/>
            </a:xfrm>
            <a:custGeom>
              <a:avLst/>
              <a:gdLst/>
              <a:ahLst/>
              <a:cxnLst/>
              <a:rect l="l" t="t" r="r" b="b"/>
              <a:pathLst>
                <a:path w="184262" h="121270" extrusionOk="0">
                  <a:moveTo>
                    <a:pt x="9408" y="0"/>
                  </a:moveTo>
                  <a:lnTo>
                    <a:pt x="8915" y="22"/>
                  </a:lnTo>
                  <a:lnTo>
                    <a:pt x="8445" y="55"/>
                  </a:lnTo>
                  <a:lnTo>
                    <a:pt x="7975" y="109"/>
                  </a:lnTo>
                  <a:lnTo>
                    <a:pt x="7504" y="197"/>
                  </a:lnTo>
                  <a:lnTo>
                    <a:pt x="7056" y="306"/>
                  </a:lnTo>
                  <a:lnTo>
                    <a:pt x="6607" y="427"/>
                  </a:lnTo>
                  <a:lnTo>
                    <a:pt x="6170" y="580"/>
                  </a:lnTo>
                  <a:lnTo>
                    <a:pt x="5743" y="744"/>
                  </a:lnTo>
                  <a:lnTo>
                    <a:pt x="5328" y="930"/>
                  </a:lnTo>
                  <a:lnTo>
                    <a:pt x="4923" y="1138"/>
                  </a:lnTo>
                  <a:lnTo>
                    <a:pt x="4529" y="1367"/>
                  </a:lnTo>
                  <a:lnTo>
                    <a:pt x="4146" y="1608"/>
                  </a:lnTo>
                  <a:lnTo>
                    <a:pt x="3774" y="1870"/>
                  </a:lnTo>
                  <a:lnTo>
                    <a:pt x="3424" y="2155"/>
                  </a:lnTo>
                  <a:lnTo>
                    <a:pt x="3085" y="2450"/>
                  </a:lnTo>
                  <a:lnTo>
                    <a:pt x="2757" y="2756"/>
                  </a:lnTo>
                  <a:lnTo>
                    <a:pt x="2451" y="3085"/>
                  </a:lnTo>
                  <a:lnTo>
                    <a:pt x="2156" y="3424"/>
                  </a:lnTo>
                  <a:lnTo>
                    <a:pt x="1871" y="3785"/>
                  </a:lnTo>
                  <a:lnTo>
                    <a:pt x="1609" y="4145"/>
                  </a:lnTo>
                  <a:lnTo>
                    <a:pt x="1368" y="4528"/>
                  </a:lnTo>
                  <a:lnTo>
                    <a:pt x="1138" y="4922"/>
                  </a:lnTo>
                  <a:lnTo>
                    <a:pt x="931" y="5327"/>
                  </a:lnTo>
                  <a:lnTo>
                    <a:pt x="745" y="5742"/>
                  </a:lnTo>
                  <a:lnTo>
                    <a:pt x="570" y="6169"/>
                  </a:lnTo>
                  <a:lnTo>
                    <a:pt x="427" y="6607"/>
                  </a:lnTo>
                  <a:lnTo>
                    <a:pt x="296" y="7055"/>
                  </a:lnTo>
                  <a:lnTo>
                    <a:pt x="198" y="7503"/>
                  </a:lnTo>
                  <a:lnTo>
                    <a:pt x="110" y="7974"/>
                  </a:lnTo>
                  <a:lnTo>
                    <a:pt x="56" y="8444"/>
                  </a:lnTo>
                  <a:lnTo>
                    <a:pt x="12" y="8914"/>
                  </a:lnTo>
                  <a:lnTo>
                    <a:pt x="1" y="9407"/>
                  </a:lnTo>
                  <a:lnTo>
                    <a:pt x="1" y="111874"/>
                  </a:lnTo>
                  <a:lnTo>
                    <a:pt x="12" y="112355"/>
                  </a:lnTo>
                  <a:lnTo>
                    <a:pt x="56" y="112836"/>
                  </a:lnTo>
                  <a:lnTo>
                    <a:pt x="110" y="113307"/>
                  </a:lnTo>
                  <a:lnTo>
                    <a:pt x="198" y="113766"/>
                  </a:lnTo>
                  <a:lnTo>
                    <a:pt x="296" y="114214"/>
                  </a:lnTo>
                  <a:lnTo>
                    <a:pt x="427" y="114663"/>
                  </a:lnTo>
                  <a:lnTo>
                    <a:pt x="570" y="115100"/>
                  </a:lnTo>
                  <a:lnTo>
                    <a:pt x="745" y="115527"/>
                  </a:lnTo>
                  <a:lnTo>
                    <a:pt x="931" y="115943"/>
                  </a:lnTo>
                  <a:lnTo>
                    <a:pt x="1138" y="116347"/>
                  </a:lnTo>
                  <a:lnTo>
                    <a:pt x="1368" y="116741"/>
                  </a:lnTo>
                  <a:lnTo>
                    <a:pt x="1609" y="117124"/>
                  </a:lnTo>
                  <a:lnTo>
                    <a:pt x="1871" y="117496"/>
                  </a:lnTo>
                  <a:lnTo>
                    <a:pt x="2156" y="117846"/>
                  </a:lnTo>
                  <a:lnTo>
                    <a:pt x="2451" y="118185"/>
                  </a:lnTo>
                  <a:lnTo>
                    <a:pt x="2757" y="118513"/>
                  </a:lnTo>
                  <a:lnTo>
                    <a:pt x="3085" y="118830"/>
                  </a:lnTo>
                  <a:lnTo>
                    <a:pt x="3424" y="119126"/>
                  </a:lnTo>
                  <a:lnTo>
                    <a:pt x="3774" y="119399"/>
                  </a:lnTo>
                  <a:lnTo>
                    <a:pt x="4146" y="119662"/>
                  </a:lnTo>
                  <a:lnTo>
                    <a:pt x="4529" y="119913"/>
                  </a:lnTo>
                  <a:lnTo>
                    <a:pt x="4923" y="120132"/>
                  </a:lnTo>
                  <a:lnTo>
                    <a:pt x="5328" y="120340"/>
                  </a:lnTo>
                  <a:lnTo>
                    <a:pt x="5743" y="120526"/>
                  </a:lnTo>
                  <a:lnTo>
                    <a:pt x="6170" y="120701"/>
                  </a:lnTo>
                  <a:lnTo>
                    <a:pt x="6607" y="120843"/>
                  </a:lnTo>
                  <a:lnTo>
                    <a:pt x="7056" y="120974"/>
                  </a:lnTo>
                  <a:lnTo>
                    <a:pt x="7504" y="121073"/>
                  </a:lnTo>
                  <a:lnTo>
                    <a:pt x="7975" y="121160"/>
                  </a:lnTo>
                  <a:lnTo>
                    <a:pt x="8445" y="121215"/>
                  </a:lnTo>
                  <a:lnTo>
                    <a:pt x="8915" y="121259"/>
                  </a:lnTo>
                  <a:lnTo>
                    <a:pt x="9408" y="121269"/>
                  </a:lnTo>
                  <a:lnTo>
                    <a:pt x="174855" y="121269"/>
                  </a:lnTo>
                  <a:lnTo>
                    <a:pt x="175347" y="121259"/>
                  </a:lnTo>
                  <a:lnTo>
                    <a:pt x="175817" y="121215"/>
                  </a:lnTo>
                  <a:lnTo>
                    <a:pt x="176288" y="121160"/>
                  </a:lnTo>
                  <a:lnTo>
                    <a:pt x="176758" y="121073"/>
                  </a:lnTo>
                  <a:lnTo>
                    <a:pt x="177207" y="120974"/>
                  </a:lnTo>
                  <a:lnTo>
                    <a:pt x="177655" y="120843"/>
                  </a:lnTo>
                  <a:lnTo>
                    <a:pt x="178093" y="120701"/>
                  </a:lnTo>
                  <a:lnTo>
                    <a:pt x="178519" y="120526"/>
                  </a:lnTo>
                  <a:lnTo>
                    <a:pt x="178935" y="120340"/>
                  </a:lnTo>
                  <a:lnTo>
                    <a:pt x="179339" y="120132"/>
                  </a:lnTo>
                  <a:lnTo>
                    <a:pt x="179733" y="119913"/>
                  </a:lnTo>
                  <a:lnTo>
                    <a:pt x="180116" y="119662"/>
                  </a:lnTo>
                  <a:lnTo>
                    <a:pt x="180488" y="119399"/>
                  </a:lnTo>
                  <a:lnTo>
                    <a:pt x="180838" y="119126"/>
                  </a:lnTo>
                  <a:lnTo>
                    <a:pt x="181177" y="118830"/>
                  </a:lnTo>
                  <a:lnTo>
                    <a:pt x="181505" y="118513"/>
                  </a:lnTo>
                  <a:lnTo>
                    <a:pt x="181811" y="118185"/>
                  </a:lnTo>
                  <a:lnTo>
                    <a:pt x="182107" y="117846"/>
                  </a:lnTo>
                  <a:lnTo>
                    <a:pt x="182391" y="117496"/>
                  </a:lnTo>
                  <a:lnTo>
                    <a:pt x="182654" y="117124"/>
                  </a:lnTo>
                  <a:lnTo>
                    <a:pt x="182894" y="116741"/>
                  </a:lnTo>
                  <a:lnTo>
                    <a:pt x="183124" y="116347"/>
                  </a:lnTo>
                  <a:lnTo>
                    <a:pt x="183332" y="115943"/>
                  </a:lnTo>
                  <a:lnTo>
                    <a:pt x="183518" y="115527"/>
                  </a:lnTo>
                  <a:lnTo>
                    <a:pt x="183682" y="115100"/>
                  </a:lnTo>
                  <a:lnTo>
                    <a:pt x="183835" y="114663"/>
                  </a:lnTo>
                  <a:lnTo>
                    <a:pt x="183966" y="114214"/>
                  </a:lnTo>
                  <a:lnTo>
                    <a:pt x="184065" y="113766"/>
                  </a:lnTo>
                  <a:lnTo>
                    <a:pt x="184152" y="113307"/>
                  </a:lnTo>
                  <a:lnTo>
                    <a:pt x="184207" y="112836"/>
                  </a:lnTo>
                  <a:lnTo>
                    <a:pt x="184251" y="112355"/>
                  </a:lnTo>
                  <a:lnTo>
                    <a:pt x="184262" y="111874"/>
                  </a:lnTo>
                  <a:lnTo>
                    <a:pt x="184262" y="9407"/>
                  </a:lnTo>
                  <a:lnTo>
                    <a:pt x="184251" y="8914"/>
                  </a:lnTo>
                  <a:lnTo>
                    <a:pt x="184207" y="8444"/>
                  </a:lnTo>
                  <a:lnTo>
                    <a:pt x="184152" y="7974"/>
                  </a:lnTo>
                  <a:lnTo>
                    <a:pt x="184065" y="7503"/>
                  </a:lnTo>
                  <a:lnTo>
                    <a:pt x="183966" y="7055"/>
                  </a:lnTo>
                  <a:lnTo>
                    <a:pt x="183835" y="6607"/>
                  </a:lnTo>
                  <a:lnTo>
                    <a:pt x="183682" y="6169"/>
                  </a:lnTo>
                  <a:lnTo>
                    <a:pt x="183518" y="5742"/>
                  </a:lnTo>
                  <a:lnTo>
                    <a:pt x="183332" y="5327"/>
                  </a:lnTo>
                  <a:lnTo>
                    <a:pt x="183124" y="4922"/>
                  </a:lnTo>
                  <a:lnTo>
                    <a:pt x="182894" y="4528"/>
                  </a:lnTo>
                  <a:lnTo>
                    <a:pt x="182654" y="4145"/>
                  </a:lnTo>
                  <a:lnTo>
                    <a:pt x="182391" y="3785"/>
                  </a:lnTo>
                  <a:lnTo>
                    <a:pt x="182107" y="3424"/>
                  </a:lnTo>
                  <a:lnTo>
                    <a:pt x="181811" y="3085"/>
                  </a:lnTo>
                  <a:lnTo>
                    <a:pt x="181505" y="2756"/>
                  </a:lnTo>
                  <a:lnTo>
                    <a:pt x="181177" y="2450"/>
                  </a:lnTo>
                  <a:lnTo>
                    <a:pt x="180838" y="2155"/>
                  </a:lnTo>
                  <a:lnTo>
                    <a:pt x="180488" y="1870"/>
                  </a:lnTo>
                  <a:lnTo>
                    <a:pt x="180116" y="1608"/>
                  </a:lnTo>
                  <a:lnTo>
                    <a:pt x="179733" y="1367"/>
                  </a:lnTo>
                  <a:lnTo>
                    <a:pt x="179339" y="1138"/>
                  </a:lnTo>
                  <a:lnTo>
                    <a:pt x="178935" y="930"/>
                  </a:lnTo>
                  <a:lnTo>
                    <a:pt x="178519" y="744"/>
                  </a:lnTo>
                  <a:lnTo>
                    <a:pt x="178093" y="580"/>
                  </a:lnTo>
                  <a:lnTo>
                    <a:pt x="177655" y="427"/>
                  </a:lnTo>
                  <a:lnTo>
                    <a:pt x="177207" y="306"/>
                  </a:lnTo>
                  <a:lnTo>
                    <a:pt x="176758" y="197"/>
                  </a:lnTo>
                  <a:lnTo>
                    <a:pt x="176288" y="109"/>
                  </a:lnTo>
                  <a:lnTo>
                    <a:pt x="175817" y="55"/>
                  </a:lnTo>
                  <a:lnTo>
                    <a:pt x="175347" y="22"/>
                  </a:lnTo>
                  <a:lnTo>
                    <a:pt x="1748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8" name="Google Shape;958;p25"/>
            <p:cNvSpPr/>
            <p:nvPr/>
          </p:nvSpPr>
          <p:spPr>
            <a:xfrm>
              <a:off x="1611575" y="238125"/>
              <a:ext cx="4606550" cy="3031750"/>
            </a:xfrm>
            <a:custGeom>
              <a:avLst/>
              <a:gdLst/>
              <a:ahLst/>
              <a:cxnLst/>
              <a:rect l="l" t="t" r="r" b="b"/>
              <a:pathLst>
                <a:path w="184262" h="121270" fill="none" extrusionOk="0">
                  <a:moveTo>
                    <a:pt x="184262" y="9407"/>
                  </a:moveTo>
                  <a:lnTo>
                    <a:pt x="184262" y="111874"/>
                  </a:lnTo>
                  <a:lnTo>
                    <a:pt x="184262" y="111874"/>
                  </a:lnTo>
                  <a:lnTo>
                    <a:pt x="184251" y="112355"/>
                  </a:lnTo>
                  <a:lnTo>
                    <a:pt x="184207" y="112836"/>
                  </a:lnTo>
                  <a:lnTo>
                    <a:pt x="184152" y="113307"/>
                  </a:lnTo>
                  <a:lnTo>
                    <a:pt x="184065" y="113766"/>
                  </a:lnTo>
                  <a:lnTo>
                    <a:pt x="183966" y="114214"/>
                  </a:lnTo>
                  <a:lnTo>
                    <a:pt x="183835" y="114663"/>
                  </a:lnTo>
                  <a:lnTo>
                    <a:pt x="183682" y="115100"/>
                  </a:lnTo>
                  <a:lnTo>
                    <a:pt x="183518" y="115527"/>
                  </a:lnTo>
                  <a:lnTo>
                    <a:pt x="183332" y="115943"/>
                  </a:lnTo>
                  <a:lnTo>
                    <a:pt x="183124" y="116347"/>
                  </a:lnTo>
                  <a:lnTo>
                    <a:pt x="182894" y="116741"/>
                  </a:lnTo>
                  <a:lnTo>
                    <a:pt x="182654" y="117124"/>
                  </a:lnTo>
                  <a:lnTo>
                    <a:pt x="182391" y="117496"/>
                  </a:lnTo>
                  <a:lnTo>
                    <a:pt x="182107" y="117846"/>
                  </a:lnTo>
                  <a:lnTo>
                    <a:pt x="181811" y="118185"/>
                  </a:lnTo>
                  <a:lnTo>
                    <a:pt x="181505" y="118513"/>
                  </a:lnTo>
                  <a:lnTo>
                    <a:pt x="181177" y="118830"/>
                  </a:lnTo>
                  <a:lnTo>
                    <a:pt x="180838" y="119126"/>
                  </a:lnTo>
                  <a:lnTo>
                    <a:pt x="180488" y="119399"/>
                  </a:lnTo>
                  <a:lnTo>
                    <a:pt x="180116" y="119662"/>
                  </a:lnTo>
                  <a:lnTo>
                    <a:pt x="179733" y="119913"/>
                  </a:lnTo>
                  <a:lnTo>
                    <a:pt x="179339" y="120132"/>
                  </a:lnTo>
                  <a:lnTo>
                    <a:pt x="178935" y="120340"/>
                  </a:lnTo>
                  <a:lnTo>
                    <a:pt x="178519" y="120526"/>
                  </a:lnTo>
                  <a:lnTo>
                    <a:pt x="178093" y="120701"/>
                  </a:lnTo>
                  <a:lnTo>
                    <a:pt x="177655" y="120843"/>
                  </a:lnTo>
                  <a:lnTo>
                    <a:pt x="177207" y="120974"/>
                  </a:lnTo>
                  <a:lnTo>
                    <a:pt x="176758" y="121073"/>
                  </a:lnTo>
                  <a:lnTo>
                    <a:pt x="176288" y="121160"/>
                  </a:lnTo>
                  <a:lnTo>
                    <a:pt x="175817" y="121215"/>
                  </a:lnTo>
                  <a:lnTo>
                    <a:pt x="175347" y="121259"/>
                  </a:lnTo>
                  <a:lnTo>
                    <a:pt x="174855" y="121269"/>
                  </a:lnTo>
                  <a:lnTo>
                    <a:pt x="9408" y="121269"/>
                  </a:lnTo>
                  <a:lnTo>
                    <a:pt x="9408" y="121269"/>
                  </a:lnTo>
                  <a:lnTo>
                    <a:pt x="8915" y="121259"/>
                  </a:lnTo>
                  <a:lnTo>
                    <a:pt x="8445" y="121215"/>
                  </a:lnTo>
                  <a:lnTo>
                    <a:pt x="7975" y="121160"/>
                  </a:lnTo>
                  <a:lnTo>
                    <a:pt x="7504" y="121073"/>
                  </a:lnTo>
                  <a:lnTo>
                    <a:pt x="7056" y="120974"/>
                  </a:lnTo>
                  <a:lnTo>
                    <a:pt x="6607" y="120843"/>
                  </a:lnTo>
                  <a:lnTo>
                    <a:pt x="6170" y="120701"/>
                  </a:lnTo>
                  <a:lnTo>
                    <a:pt x="5743" y="120526"/>
                  </a:lnTo>
                  <a:lnTo>
                    <a:pt x="5328" y="120340"/>
                  </a:lnTo>
                  <a:lnTo>
                    <a:pt x="4923" y="120132"/>
                  </a:lnTo>
                  <a:lnTo>
                    <a:pt x="4529" y="119913"/>
                  </a:lnTo>
                  <a:lnTo>
                    <a:pt x="4146" y="119662"/>
                  </a:lnTo>
                  <a:lnTo>
                    <a:pt x="3774" y="119399"/>
                  </a:lnTo>
                  <a:lnTo>
                    <a:pt x="3424" y="119126"/>
                  </a:lnTo>
                  <a:lnTo>
                    <a:pt x="3085" y="118830"/>
                  </a:lnTo>
                  <a:lnTo>
                    <a:pt x="2757" y="118513"/>
                  </a:lnTo>
                  <a:lnTo>
                    <a:pt x="2451" y="118185"/>
                  </a:lnTo>
                  <a:lnTo>
                    <a:pt x="2156" y="117846"/>
                  </a:lnTo>
                  <a:lnTo>
                    <a:pt x="1871" y="117496"/>
                  </a:lnTo>
                  <a:lnTo>
                    <a:pt x="1609" y="117124"/>
                  </a:lnTo>
                  <a:lnTo>
                    <a:pt x="1368" y="116741"/>
                  </a:lnTo>
                  <a:lnTo>
                    <a:pt x="1138" y="116347"/>
                  </a:lnTo>
                  <a:lnTo>
                    <a:pt x="931" y="115943"/>
                  </a:lnTo>
                  <a:lnTo>
                    <a:pt x="745" y="115527"/>
                  </a:lnTo>
                  <a:lnTo>
                    <a:pt x="570" y="115100"/>
                  </a:lnTo>
                  <a:lnTo>
                    <a:pt x="427" y="114663"/>
                  </a:lnTo>
                  <a:lnTo>
                    <a:pt x="296" y="114214"/>
                  </a:lnTo>
                  <a:lnTo>
                    <a:pt x="198" y="113766"/>
                  </a:lnTo>
                  <a:lnTo>
                    <a:pt x="110" y="113307"/>
                  </a:lnTo>
                  <a:lnTo>
                    <a:pt x="56" y="112836"/>
                  </a:lnTo>
                  <a:lnTo>
                    <a:pt x="12" y="112355"/>
                  </a:lnTo>
                  <a:lnTo>
                    <a:pt x="1" y="111874"/>
                  </a:lnTo>
                  <a:lnTo>
                    <a:pt x="1" y="9407"/>
                  </a:lnTo>
                  <a:lnTo>
                    <a:pt x="1" y="9407"/>
                  </a:lnTo>
                  <a:lnTo>
                    <a:pt x="12" y="8914"/>
                  </a:lnTo>
                  <a:lnTo>
                    <a:pt x="56" y="8444"/>
                  </a:lnTo>
                  <a:lnTo>
                    <a:pt x="110" y="7974"/>
                  </a:lnTo>
                  <a:lnTo>
                    <a:pt x="198" y="7503"/>
                  </a:lnTo>
                  <a:lnTo>
                    <a:pt x="296" y="7055"/>
                  </a:lnTo>
                  <a:lnTo>
                    <a:pt x="427" y="6607"/>
                  </a:lnTo>
                  <a:lnTo>
                    <a:pt x="570" y="6169"/>
                  </a:lnTo>
                  <a:lnTo>
                    <a:pt x="745" y="5742"/>
                  </a:lnTo>
                  <a:lnTo>
                    <a:pt x="931" y="5327"/>
                  </a:lnTo>
                  <a:lnTo>
                    <a:pt x="1138" y="4922"/>
                  </a:lnTo>
                  <a:lnTo>
                    <a:pt x="1368" y="4528"/>
                  </a:lnTo>
                  <a:lnTo>
                    <a:pt x="1609" y="4145"/>
                  </a:lnTo>
                  <a:lnTo>
                    <a:pt x="1871" y="3785"/>
                  </a:lnTo>
                  <a:lnTo>
                    <a:pt x="2156" y="3424"/>
                  </a:lnTo>
                  <a:lnTo>
                    <a:pt x="2451" y="3085"/>
                  </a:lnTo>
                  <a:lnTo>
                    <a:pt x="2757" y="2756"/>
                  </a:lnTo>
                  <a:lnTo>
                    <a:pt x="3085" y="2450"/>
                  </a:lnTo>
                  <a:lnTo>
                    <a:pt x="3424" y="2155"/>
                  </a:lnTo>
                  <a:lnTo>
                    <a:pt x="3774" y="1870"/>
                  </a:lnTo>
                  <a:lnTo>
                    <a:pt x="4146" y="1608"/>
                  </a:lnTo>
                  <a:lnTo>
                    <a:pt x="4529" y="1367"/>
                  </a:lnTo>
                  <a:lnTo>
                    <a:pt x="4923" y="1138"/>
                  </a:lnTo>
                  <a:lnTo>
                    <a:pt x="5328" y="930"/>
                  </a:lnTo>
                  <a:lnTo>
                    <a:pt x="5743" y="744"/>
                  </a:lnTo>
                  <a:lnTo>
                    <a:pt x="6170" y="580"/>
                  </a:lnTo>
                  <a:lnTo>
                    <a:pt x="6607" y="427"/>
                  </a:lnTo>
                  <a:lnTo>
                    <a:pt x="7056" y="306"/>
                  </a:lnTo>
                  <a:lnTo>
                    <a:pt x="7504" y="197"/>
                  </a:lnTo>
                  <a:lnTo>
                    <a:pt x="7975" y="109"/>
                  </a:lnTo>
                  <a:lnTo>
                    <a:pt x="8445" y="55"/>
                  </a:lnTo>
                  <a:lnTo>
                    <a:pt x="8915" y="22"/>
                  </a:lnTo>
                  <a:lnTo>
                    <a:pt x="9408" y="0"/>
                  </a:lnTo>
                  <a:lnTo>
                    <a:pt x="174855" y="0"/>
                  </a:lnTo>
                  <a:lnTo>
                    <a:pt x="174855" y="0"/>
                  </a:lnTo>
                  <a:lnTo>
                    <a:pt x="175347" y="22"/>
                  </a:lnTo>
                  <a:lnTo>
                    <a:pt x="175817" y="55"/>
                  </a:lnTo>
                  <a:lnTo>
                    <a:pt x="176288" y="109"/>
                  </a:lnTo>
                  <a:lnTo>
                    <a:pt x="176758" y="197"/>
                  </a:lnTo>
                  <a:lnTo>
                    <a:pt x="177207" y="306"/>
                  </a:lnTo>
                  <a:lnTo>
                    <a:pt x="177655" y="427"/>
                  </a:lnTo>
                  <a:lnTo>
                    <a:pt x="178093" y="580"/>
                  </a:lnTo>
                  <a:lnTo>
                    <a:pt x="178519" y="744"/>
                  </a:lnTo>
                  <a:lnTo>
                    <a:pt x="178935" y="930"/>
                  </a:lnTo>
                  <a:lnTo>
                    <a:pt x="179339" y="1138"/>
                  </a:lnTo>
                  <a:lnTo>
                    <a:pt x="179733" y="1367"/>
                  </a:lnTo>
                  <a:lnTo>
                    <a:pt x="180116" y="1608"/>
                  </a:lnTo>
                  <a:lnTo>
                    <a:pt x="180488" y="1870"/>
                  </a:lnTo>
                  <a:lnTo>
                    <a:pt x="180838" y="2155"/>
                  </a:lnTo>
                  <a:lnTo>
                    <a:pt x="181177" y="2450"/>
                  </a:lnTo>
                  <a:lnTo>
                    <a:pt x="181505" y="2756"/>
                  </a:lnTo>
                  <a:lnTo>
                    <a:pt x="181811" y="3085"/>
                  </a:lnTo>
                  <a:lnTo>
                    <a:pt x="182107" y="3424"/>
                  </a:lnTo>
                  <a:lnTo>
                    <a:pt x="182391" y="3785"/>
                  </a:lnTo>
                  <a:lnTo>
                    <a:pt x="182654" y="4145"/>
                  </a:lnTo>
                  <a:lnTo>
                    <a:pt x="182894" y="4528"/>
                  </a:lnTo>
                  <a:lnTo>
                    <a:pt x="183124" y="4922"/>
                  </a:lnTo>
                  <a:lnTo>
                    <a:pt x="183332" y="5327"/>
                  </a:lnTo>
                  <a:lnTo>
                    <a:pt x="183518" y="5742"/>
                  </a:lnTo>
                  <a:lnTo>
                    <a:pt x="183682" y="6169"/>
                  </a:lnTo>
                  <a:lnTo>
                    <a:pt x="183835" y="6607"/>
                  </a:lnTo>
                  <a:lnTo>
                    <a:pt x="183966" y="7055"/>
                  </a:lnTo>
                  <a:lnTo>
                    <a:pt x="184065" y="7503"/>
                  </a:lnTo>
                  <a:lnTo>
                    <a:pt x="184152" y="7974"/>
                  </a:lnTo>
                  <a:lnTo>
                    <a:pt x="184207" y="8444"/>
                  </a:lnTo>
                  <a:lnTo>
                    <a:pt x="184251" y="8914"/>
                  </a:lnTo>
                  <a:lnTo>
                    <a:pt x="184262" y="940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9" name="Google Shape;959;p25"/>
            <p:cNvSpPr/>
            <p:nvPr/>
          </p:nvSpPr>
          <p:spPr>
            <a:xfrm>
              <a:off x="2150275" y="389600"/>
              <a:ext cx="3574000" cy="2729050"/>
            </a:xfrm>
            <a:custGeom>
              <a:avLst/>
              <a:gdLst/>
              <a:ahLst/>
              <a:cxnLst/>
              <a:rect l="l" t="t" r="r" b="b"/>
              <a:pathLst>
                <a:path w="142960" h="109162" extrusionOk="0">
                  <a:moveTo>
                    <a:pt x="2363" y="1"/>
                  </a:moveTo>
                  <a:lnTo>
                    <a:pt x="2123" y="12"/>
                  </a:lnTo>
                  <a:lnTo>
                    <a:pt x="1893" y="44"/>
                  </a:lnTo>
                  <a:lnTo>
                    <a:pt x="1663" y="99"/>
                  </a:lnTo>
                  <a:lnTo>
                    <a:pt x="1444" y="187"/>
                  </a:lnTo>
                  <a:lnTo>
                    <a:pt x="1237" y="285"/>
                  </a:lnTo>
                  <a:lnTo>
                    <a:pt x="1051" y="394"/>
                  </a:lnTo>
                  <a:lnTo>
                    <a:pt x="865" y="537"/>
                  </a:lnTo>
                  <a:lnTo>
                    <a:pt x="701" y="690"/>
                  </a:lnTo>
                  <a:lnTo>
                    <a:pt x="548" y="854"/>
                  </a:lnTo>
                  <a:lnTo>
                    <a:pt x="405" y="1040"/>
                  </a:lnTo>
                  <a:lnTo>
                    <a:pt x="285" y="1237"/>
                  </a:lnTo>
                  <a:lnTo>
                    <a:pt x="187" y="1434"/>
                  </a:lnTo>
                  <a:lnTo>
                    <a:pt x="110" y="1652"/>
                  </a:lnTo>
                  <a:lnTo>
                    <a:pt x="55" y="1882"/>
                  </a:lnTo>
                  <a:lnTo>
                    <a:pt x="23" y="2112"/>
                  </a:lnTo>
                  <a:lnTo>
                    <a:pt x="1" y="2352"/>
                  </a:lnTo>
                  <a:lnTo>
                    <a:pt x="1" y="106799"/>
                  </a:lnTo>
                  <a:lnTo>
                    <a:pt x="23" y="107040"/>
                  </a:lnTo>
                  <a:lnTo>
                    <a:pt x="55" y="107280"/>
                  </a:lnTo>
                  <a:lnTo>
                    <a:pt x="110" y="107499"/>
                  </a:lnTo>
                  <a:lnTo>
                    <a:pt x="187" y="107718"/>
                  </a:lnTo>
                  <a:lnTo>
                    <a:pt x="296" y="107926"/>
                  </a:lnTo>
                  <a:lnTo>
                    <a:pt x="405" y="108123"/>
                  </a:lnTo>
                  <a:lnTo>
                    <a:pt x="548" y="108298"/>
                  </a:lnTo>
                  <a:lnTo>
                    <a:pt x="701" y="108473"/>
                  </a:lnTo>
                  <a:lnTo>
                    <a:pt x="865" y="108626"/>
                  </a:lnTo>
                  <a:lnTo>
                    <a:pt x="1051" y="108757"/>
                  </a:lnTo>
                  <a:lnTo>
                    <a:pt x="1237" y="108877"/>
                  </a:lnTo>
                  <a:lnTo>
                    <a:pt x="1444" y="108976"/>
                  </a:lnTo>
                  <a:lnTo>
                    <a:pt x="1663" y="109052"/>
                  </a:lnTo>
                  <a:lnTo>
                    <a:pt x="1893" y="109107"/>
                  </a:lnTo>
                  <a:lnTo>
                    <a:pt x="2123" y="109151"/>
                  </a:lnTo>
                  <a:lnTo>
                    <a:pt x="2363" y="109162"/>
                  </a:lnTo>
                  <a:lnTo>
                    <a:pt x="140608" y="109162"/>
                  </a:lnTo>
                  <a:lnTo>
                    <a:pt x="140849" y="109151"/>
                  </a:lnTo>
                  <a:lnTo>
                    <a:pt x="141078" y="109107"/>
                  </a:lnTo>
                  <a:lnTo>
                    <a:pt x="141308" y="109052"/>
                  </a:lnTo>
                  <a:lnTo>
                    <a:pt x="141527" y="108976"/>
                  </a:lnTo>
                  <a:lnTo>
                    <a:pt x="141724" y="108877"/>
                  </a:lnTo>
                  <a:lnTo>
                    <a:pt x="141921" y="108757"/>
                  </a:lnTo>
                  <a:lnTo>
                    <a:pt x="142106" y="108626"/>
                  </a:lnTo>
                  <a:lnTo>
                    <a:pt x="142271" y="108473"/>
                  </a:lnTo>
                  <a:lnTo>
                    <a:pt x="142424" y="108298"/>
                  </a:lnTo>
                  <a:lnTo>
                    <a:pt x="142566" y="108123"/>
                  </a:lnTo>
                  <a:lnTo>
                    <a:pt x="142675" y="107926"/>
                  </a:lnTo>
                  <a:lnTo>
                    <a:pt x="142774" y="107718"/>
                  </a:lnTo>
                  <a:lnTo>
                    <a:pt x="142861" y="107499"/>
                  </a:lnTo>
                  <a:lnTo>
                    <a:pt x="142916" y="107280"/>
                  </a:lnTo>
                  <a:lnTo>
                    <a:pt x="142949" y="107040"/>
                  </a:lnTo>
                  <a:lnTo>
                    <a:pt x="142960" y="106799"/>
                  </a:lnTo>
                  <a:lnTo>
                    <a:pt x="142960" y="2352"/>
                  </a:lnTo>
                  <a:lnTo>
                    <a:pt x="142949" y="2112"/>
                  </a:lnTo>
                  <a:lnTo>
                    <a:pt x="142916" y="1882"/>
                  </a:lnTo>
                  <a:lnTo>
                    <a:pt x="142861" y="1652"/>
                  </a:lnTo>
                  <a:lnTo>
                    <a:pt x="142774" y="1434"/>
                  </a:lnTo>
                  <a:lnTo>
                    <a:pt x="142675" y="1237"/>
                  </a:lnTo>
                  <a:lnTo>
                    <a:pt x="142566" y="1040"/>
                  </a:lnTo>
                  <a:lnTo>
                    <a:pt x="142424" y="854"/>
                  </a:lnTo>
                  <a:lnTo>
                    <a:pt x="142271" y="690"/>
                  </a:lnTo>
                  <a:lnTo>
                    <a:pt x="142106" y="537"/>
                  </a:lnTo>
                  <a:lnTo>
                    <a:pt x="141921" y="394"/>
                  </a:lnTo>
                  <a:lnTo>
                    <a:pt x="141724" y="285"/>
                  </a:lnTo>
                  <a:lnTo>
                    <a:pt x="141527" y="187"/>
                  </a:lnTo>
                  <a:lnTo>
                    <a:pt x="141308" y="99"/>
                  </a:lnTo>
                  <a:lnTo>
                    <a:pt x="141078" y="44"/>
                  </a:lnTo>
                  <a:lnTo>
                    <a:pt x="140849" y="12"/>
                  </a:lnTo>
                  <a:lnTo>
                    <a:pt x="140608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0" name="Google Shape;960;p25"/>
            <p:cNvSpPr/>
            <p:nvPr/>
          </p:nvSpPr>
          <p:spPr>
            <a:xfrm>
              <a:off x="2150275" y="389600"/>
              <a:ext cx="3574000" cy="2729050"/>
            </a:xfrm>
            <a:custGeom>
              <a:avLst/>
              <a:gdLst/>
              <a:ahLst/>
              <a:cxnLst/>
              <a:rect l="l" t="t" r="r" b="b"/>
              <a:pathLst>
                <a:path w="142960" h="109162" fill="none" extrusionOk="0">
                  <a:moveTo>
                    <a:pt x="142960" y="2352"/>
                  </a:moveTo>
                  <a:lnTo>
                    <a:pt x="142960" y="106799"/>
                  </a:lnTo>
                  <a:lnTo>
                    <a:pt x="142960" y="106799"/>
                  </a:lnTo>
                  <a:lnTo>
                    <a:pt x="142949" y="107040"/>
                  </a:lnTo>
                  <a:lnTo>
                    <a:pt x="142916" y="107280"/>
                  </a:lnTo>
                  <a:lnTo>
                    <a:pt x="142861" y="107499"/>
                  </a:lnTo>
                  <a:lnTo>
                    <a:pt x="142774" y="107718"/>
                  </a:lnTo>
                  <a:lnTo>
                    <a:pt x="142675" y="107926"/>
                  </a:lnTo>
                  <a:lnTo>
                    <a:pt x="142566" y="108123"/>
                  </a:lnTo>
                  <a:lnTo>
                    <a:pt x="142424" y="108298"/>
                  </a:lnTo>
                  <a:lnTo>
                    <a:pt x="142271" y="108473"/>
                  </a:lnTo>
                  <a:lnTo>
                    <a:pt x="142106" y="108626"/>
                  </a:lnTo>
                  <a:lnTo>
                    <a:pt x="141921" y="108757"/>
                  </a:lnTo>
                  <a:lnTo>
                    <a:pt x="141724" y="108877"/>
                  </a:lnTo>
                  <a:lnTo>
                    <a:pt x="141527" y="108976"/>
                  </a:lnTo>
                  <a:lnTo>
                    <a:pt x="141308" y="109052"/>
                  </a:lnTo>
                  <a:lnTo>
                    <a:pt x="141078" y="109107"/>
                  </a:lnTo>
                  <a:lnTo>
                    <a:pt x="140849" y="109151"/>
                  </a:lnTo>
                  <a:lnTo>
                    <a:pt x="140608" y="109162"/>
                  </a:lnTo>
                  <a:lnTo>
                    <a:pt x="2363" y="109162"/>
                  </a:lnTo>
                  <a:lnTo>
                    <a:pt x="2363" y="109162"/>
                  </a:lnTo>
                  <a:lnTo>
                    <a:pt x="2123" y="109151"/>
                  </a:lnTo>
                  <a:lnTo>
                    <a:pt x="1893" y="109107"/>
                  </a:lnTo>
                  <a:lnTo>
                    <a:pt x="1663" y="109052"/>
                  </a:lnTo>
                  <a:lnTo>
                    <a:pt x="1444" y="108976"/>
                  </a:lnTo>
                  <a:lnTo>
                    <a:pt x="1237" y="108877"/>
                  </a:lnTo>
                  <a:lnTo>
                    <a:pt x="1051" y="108757"/>
                  </a:lnTo>
                  <a:lnTo>
                    <a:pt x="865" y="108626"/>
                  </a:lnTo>
                  <a:lnTo>
                    <a:pt x="701" y="108473"/>
                  </a:lnTo>
                  <a:lnTo>
                    <a:pt x="548" y="108298"/>
                  </a:lnTo>
                  <a:lnTo>
                    <a:pt x="405" y="108123"/>
                  </a:lnTo>
                  <a:lnTo>
                    <a:pt x="296" y="107926"/>
                  </a:lnTo>
                  <a:lnTo>
                    <a:pt x="187" y="107718"/>
                  </a:lnTo>
                  <a:lnTo>
                    <a:pt x="110" y="107499"/>
                  </a:lnTo>
                  <a:lnTo>
                    <a:pt x="55" y="107280"/>
                  </a:lnTo>
                  <a:lnTo>
                    <a:pt x="23" y="107040"/>
                  </a:lnTo>
                  <a:lnTo>
                    <a:pt x="1" y="106799"/>
                  </a:lnTo>
                  <a:lnTo>
                    <a:pt x="1" y="2352"/>
                  </a:lnTo>
                  <a:lnTo>
                    <a:pt x="1" y="2352"/>
                  </a:lnTo>
                  <a:lnTo>
                    <a:pt x="23" y="2112"/>
                  </a:lnTo>
                  <a:lnTo>
                    <a:pt x="55" y="1882"/>
                  </a:lnTo>
                  <a:lnTo>
                    <a:pt x="110" y="1652"/>
                  </a:lnTo>
                  <a:lnTo>
                    <a:pt x="187" y="1434"/>
                  </a:lnTo>
                  <a:lnTo>
                    <a:pt x="285" y="1237"/>
                  </a:lnTo>
                  <a:lnTo>
                    <a:pt x="405" y="1040"/>
                  </a:lnTo>
                  <a:lnTo>
                    <a:pt x="548" y="854"/>
                  </a:lnTo>
                  <a:lnTo>
                    <a:pt x="701" y="690"/>
                  </a:lnTo>
                  <a:lnTo>
                    <a:pt x="865" y="537"/>
                  </a:lnTo>
                  <a:lnTo>
                    <a:pt x="1051" y="394"/>
                  </a:lnTo>
                  <a:lnTo>
                    <a:pt x="1237" y="285"/>
                  </a:lnTo>
                  <a:lnTo>
                    <a:pt x="1444" y="187"/>
                  </a:lnTo>
                  <a:lnTo>
                    <a:pt x="1663" y="99"/>
                  </a:lnTo>
                  <a:lnTo>
                    <a:pt x="1893" y="44"/>
                  </a:lnTo>
                  <a:lnTo>
                    <a:pt x="2123" y="12"/>
                  </a:lnTo>
                  <a:lnTo>
                    <a:pt x="2363" y="1"/>
                  </a:lnTo>
                  <a:lnTo>
                    <a:pt x="140608" y="1"/>
                  </a:lnTo>
                  <a:lnTo>
                    <a:pt x="140608" y="1"/>
                  </a:lnTo>
                  <a:lnTo>
                    <a:pt x="140849" y="12"/>
                  </a:lnTo>
                  <a:lnTo>
                    <a:pt x="141078" y="44"/>
                  </a:lnTo>
                  <a:lnTo>
                    <a:pt x="141308" y="99"/>
                  </a:lnTo>
                  <a:lnTo>
                    <a:pt x="141527" y="187"/>
                  </a:lnTo>
                  <a:lnTo>
                    <a:pt x="141724" y="285"/>
                  </a:lnTo>
                  <a:lnTo>
                    <a:pt x="141921" y="394"/>
                  </a:lnTo>
                  <a:lnTo>
                    <a:pt x="142106" y="537"/>
                  </a:lnTo>
                  <a:lnTo>
                    <a:pt x="142271" y="690"/>
                  </a:lnTo>
                  <a:lnTo>
                    <a:pt x="142424" y="854"/>
                  </a:lnTo>
                  <a:lnTo>
                    <a:pt x="142566" y="1040"/>
                  </a:lnTo>
                  <a:lnTo>
                    <a:pt x="142675" y="1237"/>
                  </a:lnTo>
                  <a:lnTo>
                    <a:pt x="142774" y="1434"/>
                  </a:lnTo>
                  <a:lnTo>
                    <a:pt x="142861" y="1652"/>
                  </a:lnTo>
                  <a:lnTo>
                    <a:pt x="142916" y="1882"/>
                  </a:lnTo>
                  <a:lnTo>
                    <a:pt x="142949" y="2112"/>
                  </a:lnTo>
                  <a:lnTo>
                    <a:pt x="142960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1" name="Google Shape;961;p25"/>
            <p:cNvSpPr/>
            <p:nvPr/>
          </p:nvSpPr>
          <p:spPr>
            <a:xfrm>
              <a:off x="5868625" y="1643925"/>
              <a:ext cx="220150" cy="220150"/>
            </a:xfrm>
            <a:custGeom>
              <a:avLst/>
              <a:gdLst/>
              <a:ahLst/>
              <a:cxnLst/>
              <a:rect l="l" t="t" r="r" b="b"/>
              <a:pathLst>
                <a:path w="8806" h="8806" extrusionOk="0">
                  <a:moveTo>
                    <a:pt x="4409" y="0"/>
                  </a:moveTo>
                  <a:lnTo>
                    <a:pt x="4179" y="11"/>
                  </a:lnTo>
                  <a:lnTo>
                    <a:pt x="3960" y="22"/>
                  </a:lnTo>
                  <a:lnTo>
                    <a:pt x="3742" y="55"/>
                  </a:lnTo>
                  <a:lnTo>
                    <a:pt x="3523" y="88"/>
                  </a:lnTo>
                  <a:lnTo>
                    <a:pt x="3304" y="142"/>
                  </a:lnTo>
                  <a:lnTo>
                    <a:pt x="3096" y="197"/>
                  </a:lnTo>
                  <a:lnTo>
                    <a:pt x="2888" y="274"/>
                  </a:lnTo>
                  <a:lnTo>
                    <a:pt x="2692" y="350"/>
                  </a:lnTo>
                  <a:lnTo>
                    <a:pt x="2495" y="438"/>
                  </a:lnTo>
                  <a:lnTo>
                    <a:pt x="2309" y="536"/>
                  </a:lnTo>
                  <a:lnTo>
                    <a:pt x="2123" y="646"/>
                  </a:lnTo>
                  <a:lnTo>
                    <a:pt x="1948" y="755"/>
                  </a:lnTo>
                  <a:lnTo>
                    <a:pt x="1773" y="875"/>
                  </a:lnTo>
                  <a:lnTo>
                    <a:pt x="1609" y="1007"/>
                  </a:lnTo>
                  <a:lnTo>
                    <a:pt x="1445" y="1149"/>
                  </a:lnTo>
                  <a:lnTo>
                    <a:pt x="1292" y="1291"/>
                  </a:lnTo>
                  <a:lnTo>
                    <a:pt x="1149" y="1444"/>
                  </a:lnTo>
                  <a:lnTo>
                    <a:pt x="1007" y="1608"/>
                  </a:lnTo>
                  <a:lnTo>
                    <a:pt x="876" y="1772"/>
                  </a:lnTo>
                  <a:lnTo>
                    <a:pt x="756" y="1947"/>
                  </a:lnTo>
                  <a:lnTo>
                    <a:pt x="646" y="2122"/>
                  </a:lnTo>
                  <a:lnTo>
                    <a:pt x="537" y="2308"/>
                  </a:lnTo>
                  <a:lnTo>
                    <a:pt x="438" y="2494"/>
                  </a:lnTo>
                  <a:lnTo>
                    <a:pt x="351" y="2691"/>
                  </a:lnTo>
                  <a:lnTo>
                    <a:pt x="274" y="2888"/>
                  </a:lnTo>
                  <a:lnTo>
                    <a:pt x="198" y="3096"/>
                  </a:lnTo>
                  <a:lnTo>
                    <a:pt x="143" y="3303"/>
                  </a:lnTo>
                  <a:lnTo>
                    <a:pt x="99" y="3522"/>
                  </a:lnTo>
                  <a:lnTo>
                    <a:pt x="56" y="3730"/>
                  </a:lnTo>
                  <a:lnTo>
                    <a:pt x="23" y="3960"/>
                  </a:lnTo>
                  <a:lnTo>
                    <a:pt x="12" y="4179"/>
                  </a:lnTo>
                  <a:lnTo>
                    <a:pt x="1" y="4408"/>
                  </a:lnTo>
                  <a:lnTo>
                    <a:pt x="12" y="4627"/>
                  </a:lnTo>
                  <a:lnTo>
                    <a:pt x="23" y="4857"/>
                  </a:lnTo>
                  <a:lnTo>
                    <a:pt x="56" y="5075"/>
                  </a:lnTo>
                  <a:lnTo>
                    <a:pt x="99" y="5294"/>
                  </a:lnTo>
                  <a:lnTo>
                    <a:pt x="143" y="5502"/>
                  </a:lnTo>
                  <a:lnTo>
                    <a:pt x="198" y="5710"/>
                  </a:lnTo>
                  <a:lnTo>
                    <a:pt x="274" y="5918"/>
                  </a:lnTo>
                  <a:lnTo>
                    <a:pt x="351" y="6115"/>
                  </a:lnTo>
                  <a:lnTo>
                    <a:pt x="438" y="6311"/>
                  </a:lnTo>
                  <a:lnTo>
                    <a:pt x="537" y="6508"/>
                  </a:lnTo>
                  <a:lnTo>
                    <a:pt x="646" y="6683"/>
                  </a:lnTo>
                  <a:lnTo>
                    <a:pt x="756" y="6869"/>
                  </a:lnTo>
                  <a:lnTo>
                    <a:pt x="876" y="7033"/>
                  </a:lnTo>
                  <a:lnTo>
                    <a:pt x="1007" y="7208"/>
                  </a:lnTo>
                  <a:lnTo>
                    <a:pt x="1149" y="7361"/>
                  </a:lnTo>
                  <a:lnTo>
                    <a:pt x="1292" y="7515"/>
                  </a:lnTo>
                  <a:lnTo>
                    <a:pt x="1445" y="7668"/>
                  </a:lnTo>
                  <a:lnTo>
                    <a:pt x="1609" y="7799"/>
                  </a:lnTo>
                  <a:lnTo>
                    <a:pt x="1773" y="7930"/>
                  </a:lnTo>
                  <a:lnTo>
                    <a:pt x="1948" y="8051"/>
                  </a:lnTo>
                  <a:lnTo>
                    <a:pt x="2123" y="8171"/>
                  </a:lnTo>
                  <a:lnTo>
                    <a:pt x="2309" y="8280"/>
                  </a:lnTo>
                  <a:lnTo>
                    <a:pt x="2495" y="8368"/>
                  </a:lnTo>
                  <a:lnTo>
                    <a:pt x="2692" y="8466"/>
                  </a:lnTo>
                  <a:lnTo>
                    <a:pt x="2888" y="8543"/>
                  </a:lnTo>
                  <a:lnTo>
                    <a:pt x="3096" y="8608"/>
                  </a:lnTo>
                  <a:lnTo>
                    <a:pt x="3304" y="8663"/>
                  </a:lnTo>
                  <a:lnTo>
                    <a:pt x="3523" y="8718"/>
                  </a:lnTo>
                  <a:lnTo>
                    <a:pt x="3742" y="8762"/>
                  </a:lnTo>
                  <a:lnTo>
                    <a:pt x="3960" y="8783"/>
                  </a:lnTo>
                  <a:lnTo>
                    <a:pt x="4179" y="8805"/>
                  </a:lnTo>
                  <a:lnTo>
                    <a:pt x="4639" y="8805"/>
                  </a:lnTo>
                  <a:lnTo>
                    <a:pt x="4857" y="8783"/>
                  </a:lnTo>
                  <a:lnTo>
                    <a:pt x="5076" y="8762"/>
                  </a:lnTo>
                  <a:lnTo>
                    <a:pt x="5295" y="8718"/>
                  </a:lnTo>
                  <a:lnTo>
                    <a:pt x="5503" y="8663"/>
                  </a:lnTo>
                  <a:lnTo>
                    <a:pt x="5721" y="8608"/>
                  </a:lnTo>
                  <a:lnTo>
                    <a:pt x="5918" y="8543"/>
                  </a:lnTo>
                  <a:lnTo>
                    <a:pt x="6115" y="8466"/>
                  </a:lnTo>
                  <a:lnTo>
                    <a:pt x="6312" y="8368"/>
                  </a:lnTo>
                  <a:lnTo>
                    <a:pt x="6509" y="8280"/>
                  </a:lnTo>
                  <a:lnTo>
                    <a:pt x="6695" y="8171"/>
                  </a:lnTo>
                  <a:lnTo>
                    <a:pt x="6870" y="8051"/>
                  </a:lnTo>
                  <a:lnTo>
                    <a:pt x="7045" y="7930"/>
                  </a:lnTo>
                  <a:lnTo>
                    <a:pt x="7209" y="7799"/>
                  </a:lnTo>
                  <a:lnTo>
                    <a:pt x="7362" y="7668"/>
                  </a:lnTo>
                  <a:lnTo>
                    <a:pt x="7515" y="7515"/>
                  </a:lnTo>
                  <a:lnTo>
                    <a:pt x="7668" y="7361"/>
                  </a:lnTo>
                  <a:lnTo>
                    <a:pt x="7800" y="7208"/>
                  </a:lnTo>
                  <a:lnTo>
                    <a:pt x="7931" y="7033"/>
                  </a:lnTo>
                  <a:lnTo>
                    <a:pt x="8062" y="6869"/>
                  </a:lnTo>
                  <a:lnTo>
                    <a:pt x="8171" y="6683"/>
                  </a:lnTo>
                  <a:lnTo>
                    <a:pt x="8281" y="6508"/>
                  </a:lnTo>
                  <a:lnTo>
                    <a:pt x="8379" y="6311"/>
                  </a:lnTo>
                  <a:lnTo>
                    <a:pt x="8467" y="6115"/>
                  </a:lnTo>
                  <a:lnTo>
                    <a:pt x="8543" y="5918"/>
                  </a:lnTo>
                  <a:lnTo>
                    <a:pt x="8609" y="5710"/>
                  </a:lnTo>
                  <a:lnTo>
                    <a:pt x="8675" y="5502"/>
                  </a:lnTo>
                  <a:lnTo>
                    <a:pt x="8718" y="5294"/>
                  </a:lnTo>
                  <a:lnTo>
                    <a:pt x="8762" y="5075"/>
                  </a:lnTo>
                  <a:lnTo>
                    <a:pt x="8784" y="4857"/>
                  </a:lnTo>
                  <a:lnTo>
                    <a:pt x="8806" y="4627"/>
                  </a:lnTo>
                  <a:lnTo>
                    <a:pt x="8806" y="4408"/>
                  </a:lnTo>
                  <a:lnTo>
                    <a:pt x="8806" y="4179"/>
                  </a:lnTo>
                  <a:lnTo>
                    <a:pt x="8784" y="3960"/>
                  </a:lnTo>
                  <a:lnTo>
                    <a:pt x="8762" y="3730"/>
                  </a:lnTo>
                  <a:lnTo>
                    <a:pt x="8718" y="3522"/>
                  </a:lnTo>
                  <a:lnTo>
                    <a:pt x="8675" y="3303"/>
                  </a:lnTo>
                  <a:lnTo>
                    <a:pt x="8609" y="3096"/>
                  </a:lnTo>
                  <a:lnTo>
                    <a:pt x="8543" y="2888"/>
                  </a:lnTo>
                  <a:lnTo>
                    <a:pt x="8467" y="2691"/>
                  </a:lnTo>
                  <a:lnTo>
                    <a:pt x="8379" y="2494"/>
                  </a:lnTo>
                  <a:lnTo>
                    <a:pt x="8281" y="2308"/>
                  </a:lnTo>
                  <a:lnTo>
                    <a:pt x="8171" y="2122"/>
                  </a:lnTo>
                  <a:lnTo>
                    <a:pt x="8062" y="1947"/>
                  </a:lnTo>
                  <a:lnTo>
                    <a:pt x="7931" y="1772"/>
                  </a:lnTo>
                  <a:lnTo>
                    <a:pt x="7800" y="1608"/>
                  </a:lnTo>
                  <a:lnTo>
                    <a:pt x="7668" y="1444"/>
                  </a:lnTo>
                  <a:lnTo>
                    <a:pt x="7515" y="1291"/>
                  </a:lnTo>
                  <a:lnTo>
                    <a:pt x="7362" y="1149"/>
                  </a:lnTo>
                  <a:lnTo>
                    <a:pt x="7209" y="1007"/>
                  </a:lnTo>
                  <a:lnTo>
                    <a:pt x="7045" y="875"/>
                  </a:lnTo>
                  <a:lnTo>
                    <a:pt x="6870" y="755"/>
                  </a:lnTo>
                  <a:lnTo>
                    <a:pt x="6695" y="646"/>
                  </a:lnTo>
                  <a:lnTo>
                    <a:pt x="6509" y="536"/>
                  </a:lnTo>
                  <a:lnTo>
                    <a:pt x="6312" y="438"/>
                  </a:lnTo>
                  <a:lnTo>
                    <a:pt x="6115" y="350"/>
                  </a:lnTo>
                  <a:lnTo>
                    <a:pt x="5918" y="274"/>
                  </a:lnTo>
                  <a:lnTo>
                    <a:pt x="5721" y="197"/>
                  </a:lnTo>
                  <a:lnTo>
                    <a:pt x="5503" y="142"/>
                  </a:lnTo>
                  <a:lnTo>
                    <a:pt x="5295" y="88"/>
                  </a:lnTo>
                  <a:lnTo>
                    <a:pt x="5076" y="55"/>
                  </a:lnTo>
                  <a:lnTo>
                    <a:pt x="4857" y="22"/>
                  </a:lnTo>
                  <a:lnTo>
                    <a:pt x="4639" y="11"/>
                  </a:lnTo>
                  <a:lnTo>
                    <a:pt x="44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2" name="Google Shape;962;p25"/>
            <p:cNvSpPr/>
            <p:nvPr/>
          </p:nvSpPr>
          <p:spPr>
            <a:xfrm>
              <a:off x="1871350" y="1442375"/>
              <a:ext cx="86725" cy="623500"/>
            </a:xfrm>
            <a:custGeom>
              <a:avLst/>
              <a:gdLst/>
              <a:ahLst/>
              <a:cxnLst/>
              <a:rect l="l" t="t" r="r" b="b"/>
              <a:pathLst>
                <a:path w="3469" h="24940" extrusionOk="0">
                  <a:moveTo>
                    <a:pt x="581" y="1"/>
                  </a:moveTo>
                  <a:lnTo>
                    <a:pt x="515" y="12"/>
                  </a:lnTo>
                  <a:lnTo>
                    <a:pt x="395" y="45"/>
                  </a:lnTo>
                  <a:lnTo>
                    <a:pt x="285" y="110"/>
                  </a:lnTo>
                  <a:lnTo>
                    <a:pt x="187" y="187"/>
                  </a:lnTo>
                  <a:lnTo>
                    <a:pt x="110" y="285"/>
                  </a:lnTo>
                  <a:lnTo>
                    <a:pt x="56" y="384"/>
                  </a:lnTo>
                  <a:lnTo>
                    <a:pt x="12" y="504"/>
                  </a:lnTo>
                  <a:lnTo>
                    <a:pt x="12" y="570"/>
                  </a:lnTo>
                  <a:lnTo>
                    <a:pt x="1" y="635"/>
                  </a:lnTo>
                  <a:lnTo>
                    <a:pt x="1" y="24294"/>
                  </a:lnTo>
                  <a:lnTo>
                    <a:pt x="12" y="24360"/>
                  </a:lnTo>
                  <a:lnTo>
                    <a:pt x="12" y="24425"/>
                  </a:lnTo>
                  <a:lnTo>
                    <a:pt x="56" y="24546"/>
                  </a:lnTo>
                  <a:lnTo>
                    <a:pt x="110" y="24655"/>
                  </a:lnTo>
                  <a:lnTo>
                    <a:pt x="187" y="24754"/>
                  </a:lnTo>
                  <a:lnTo>
                    <a:pt x="285" y="24830"/>
                  </a:lnTo>
                  <a:lnTo>
                    <a:pt x="395" y="24885"/>
                  </a:lnTo>
                  <a:lnTo>
                    <a:pt x="515" y="24918"/>
                  </a:lnTo>
                  <a:lnTo>
                    <a:pt x="581" y="24929"/>
                  </a:lnTo>
                  <a:lnTo>
                    <a:pt x="635" y="24940"/>
                  </a:lnTo>
                  <a:lnTo>
                    <a:pt x="2834" y="24940"/>
                  </a:lnTo>
                  <a:lnTo>
                    <a:pt x="2899" y="24929"/>
                  </a:lnTo>
                  <a:lnTo>
                    <a:pt x="2954" y="24918"/>
                  </a:lnTo>
                  <a:lnTo>
                    <a:pt x="3074" y="24885"/>
                  </a:lnTo>
                  <a:lnTo>
                    <a:pt x="3184" y="24830"/>
                  </a:lnTo>
                  <a:lnTo>
                    <a:pt x="3282" y="24754"/>
                  </a:lnTo>
                  <a:lnTo>
                    <a:pt x="3359" y="24655"/>
                  </a:lnTo>
                  <a:lnTo>
                    <a:pt x="3414" y="24546"/>
                  </a:lnTo>
                  <a:lnTo>
                    <a:pt x="3457" y="24425"/>
                  </a:lnTo>
                  <a:lnTo>
                    <a:pt x="3468" y="24360"/>
                  </a:lnTo>
                  <a:lnTo>
                    <a:pt x="3468" y="24294"/>
                  </a:lnTo>
                  <a:lnTo>
                    <a:pt x="3468" y="635"/>
                  </a:lnTo>
                  <a:lnTo>
                    <a:pt x="3468" y="570"/>
                  </a:lnTo>
                  <a:lnTo>
                    <a:pt x="3457" y="504"/>
                  </a:lnTo>
                  <a:lnTo>
                    <a:pt x="3414" y="384"/>
                  </a:lnTo>
                  <a:lnTo>
                    <a:pt x="3359" y="285"/>
                  </a:lnTo>
                  <a:lnTo>
                    <a:pt x="3282" y="187"/>
                  </a:lnTo>
                  <a:lnTo>
                    <a:pt x="3184" y="110"/>
                  </a:lnTo>
                  <a:lnTo>
                    <a:pt x="3074" y="45"/>
                  </a:lnTo>
                  <a:lnTo>
                    <a:pt x="2954" y="12"/>
                  </a:lnTo>
                  <a:lnTo>
                    <a:pt x="2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3" name="Google Shape;963;p25"/>
            <p:cNvSpPr/>
            <p:nvPr/>
          </p:nvSpPr>
          <p:spPr>
            <a:xfrm>
              <a:off x="2150275" y="389600"/>
              <a:ext cx="3574000" cy="2729050"/>
            </a:xfrm>
            <a:custGeom>
              <a:avLst/>
              <a:gdLst/>
              <a:ahLst/>
              <a:cxnLst/>
              <a:rect l="l" t="t" r="r" b="b"/>
              <a:pathLst>
                <a:path w="142960" h="109162" extrusionOk="0">
                  <a:moveTo>
                    <a:pt x="2363" y="1"/>
                  </a:moveTo>
                  <a:lnTo>
                    <a:pt x="2123" y="12"/>
                  </a:lnTo>
                  <a:lnTo>
                    <a:pt x="1893" y="44"/>
                  </a:lnTo>
                  <a:lnTo>
                    <a:pt x="1663" y="99"/>
                  </a:lnTo>
                  <a:lnTo>
                    <a:pt x="1444" y="187"/>
                  </a:lnTo>
                  <a:lnTo>
                    <a:pt x="1237" y="285"/>
                  </a:lnTo>
                  <a:lnTo>
                    <a:pt x="1051" y="394"/>
                  </a:lnTo>
                  <a:lnTo>
                    <a:pt x="865" y="537"/>
                  </a:lnTo>
                  <a:lnTo>
                    <a:pt x="701" y="690"/>
                  </a:lnTo>
                  <a:lnTo>
                    <a:pt x="548" y="854"/>
                  </a:lnTo>
                  <a:lnTo>
                    <a:pt x="405" y="1040"/>
                  </a:lnTo>
                  <a:lnTo>
                    <a:pt x="285" y="1237"/>
                  </a:lnTo>
                  <a:lnTo>
                    <a:pt x="187" y="1434"/>
                  </a:lnTo>
                  <a:lnTo>
                    <a:pt x="110" y="1652"/>
                  </a:lnTo>
                  <a:lnTo>
                    <a:pt x="55" y="1882"/>
                  </a:lnTo>
                  <a:lnTo>
                    <a:pt x="23" y="2112"/>
                  </a:lnTo>
                  <a:lnTo>
                    <a:pt x="1" y="2352"/>
                  </a:lnTo>
                  <a:lnTo>
                    <a:pt x="1" y="106799"/>
                  </a:lnTo>
                  <a:lnTo>
                    <a:pt x="23" y="107040"/>
                  </a:lnTo>
                  <a:lnTo>
                    <a:pt x="55" y="107280"/>
                  </a:lnTo>
                  <a:lnTo>
                    <a:pt x="110" y="107499"/>
                  </a:lnTo>
                  <a:lnTo>
                    <a:pt x="187" y="107718"/>
                  </a:lnTo>
                  <a:lnTo>
                    <a:pt x="296" y="107926"/>
                  </a:lnTo>
                  <a:lnTo>
                    <a:pt x="405" y="108123"/>
                  </a:lnTo>
                  <a:lnTo>
                    <a:pt x="548" y="108298"/>
                  </a:lnTo>
                  <a:lnTo>
                    <a:pt x="701" y="108473"/>
                  </a:lnTo>
                  <a:lnTo>
                    <a:pt x="865" y="108626"/>
                  </a:lnTo>
                  <a:lnTo>
                    <a:pt x="1051" y="108757"/>
                  </a:lnTo>
                  <a:lnTo>
                    <a:pt x="1237" y="108877"/>
                  </a:lnTo>
                  <a:lnTo>
                    <a:pt x="1444" y="108976"/>
                  </a:lnTo>
                  <a:lnTo>
                    <a:pt x="1663" y="109052"/>
                  </a:lnTo>
                  <a:lnTo>
                    <a:pt x="1893" y="109107"/>
                  </a:lnTo>
                  <a:lnTo>
                    <a:pt x="2123" y="109151"/>
                  </a:lnTo>
                  <a:lnTo>
                    <a:pt x="2363" y="109162"/>
                  </a:lnTo>
                  <a:lnTo>
                    <a:pt x="140608" y="109162"/>
                  </a:lnTo>
                  <a:lnTo>
                    <a:pt x="140849" y="109151"/>
                  </a:lnTo>
                  <a:lnTo>
                    <a:pt x="141078" y="109107"/>
                  </a:lnTo>
                  <a:lnTo>
                    <a:pt x="141308" y="109052"/>
                  </a:lnTo>
                  <a:lnTo>
                    <a:pt x="141527" y="108976"/>
                  </a:lnTo>
                  <a:lnTo>
                    <a:pt x="141724" y="108877"/>
                  </a:lnTo>
                  <a:lnTo>
                    <a:pt x="141921" y="108757"/>
                  </a:lnTo>
                  <a:lnTo>
                    <a:pt x="142106" y="108626"/>
                  </a:lnTo>
                  <a:lnTo>
                    <a:pt x="142271" y="108473"/>
                  </a:lnTo>
                  <a:lnTo>
                    <a:pt x="142424" y="108298"/>
                  </a:lnTo>
                  <a:lnTo>
                    <a:pt x="142566" y="108123"/>
                  </a:lnTo>
                  <a:lnTo>
                    <a:pt x="142675" y="107926"/>
                  </a:lnTo>
                  <a:lnTo>
                    <a:pt x="142774" y="107718"/>
                  </a:lnTo>
                  <a:lnTo>
                    <a:pt x="142861" y="107499"/>
                  </a:lnTo>
                  <a:lnTo>
                    <a:pt x="142916" y="107280"/>
                  </a:lnTo>
                  <a:lnTo>
                    <a:pt x="142949" y="107040"/>
                  </a:lnTo>
                  <a:lnTo>
                    <a:pt x="142960" y="106799"/>
                  </a:lnTo>
                  <a:lnTo>
                    <a:pt x="142960" y="2352"/>
                  </a:lnTo>
                  <a:lnTo>
                    <a:pt x="142949" y="2112"/>
                  </a:lnTo>
                  <a:lnTo>
                    <a:pt x="142916" y="1882"/>
                  </a:lnTo>
                  <a:lnTo>
                    <a:pt x="142861" y="1652"/>
                  </a:lnTo>
                  <a:lnTo>
                    <a:pt x="142774" y="1434"/>
                  </a:lnTo>
                  <a:lnTo>
                    <a:pt x="142675" y="1237"/>
                  </a:lnTo>
                  <a:lnTo>
                    <a:pt x="142566" y="1040"/>
                  </a:lnTo>
                  <a:lnTo>
                    <a:pt x="142424" y="854"/>
                  </a:lnTo>
                  <a:lnTo>
                    <a:pt x="142271" y="690"/>
                  </a:lnTo>
                  <a:lnTo>
                    <a:pt x="142106" y="537"/>
                  </a:lnTo>
                  <a:lnTo>
                    <a:pt x="141921" y="394"/>
                  </a:lnTo>
                  <a:lnTo>
                    <a:pt x="141724" y="285"/>
                  </a:lnTo>
                  <a:lnTo>
                    <a:pt x="141527" y="187"/>
                  </a:lnTo>
                  <a:lnTo>
                    <a:pt x="141308" y="99"/>
                  </a:lnTo>
                  <a:lnTo>
                    <a:pt x="141078" y="44"/>
                  </a:lnTo>
                  <a:lnTo>
                    <a:pt x="140849" y="12"/>
                  </a:lnTo>
                  <a:lnTo>
                    <a:pt x="1406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4" name="Google Shape;964;p25"/>
            <p:cNvSpPr/>
            <p:nvPr/>
          </p:nvSpPr>
          <p:spPr>
            <a:xfrm>
              <a:off x="2150275" y="389600"/>
              <a:ext cx="3574000" cy="2729050"/>
            </a:xfrm>
            <a:custGeom>
              <a:avLst/>
              <a:gdLst/>
              <a:ahLst/>
              <a:cxnLst/>
              <a:rect l="l" t="t" r="r" b="b"/>
              <a:pathLst>
                <a:path w="142960" h="109162" fill="none" extrusionOk="0">
                  <a:moveTo>
                    <a:pt x="142960" y="2352"/>
                  </a:moveTo>
                  <a:lnTo>
                    <a:pt x="142960" y="106799"/>
                  </a:lnTo>
                  <a:lnTo>
                    <a:pt x="142960" y="106799"/>
                  </a:lnTo>
                  <a:lnTo>
                    <a:pt x="142949" y="107040"/>
                  </a:lnTo>
                  <a:lnTo>
                    <a:pt x="142916" y="107280"/>
                  </a:lnTo>
                  <a:lnTo>
                    <a:pt x="142861" y="107499"/>
                  </a:lnTo>
                  <a:lnTo>
                    <a:pt x="142774" y="107718"/>
                  </a:lnTo>
                  <a:lnTo>
                    <a:pt x="142675" y="107926"/>
                  </a:lnTo>
                  <a:lnTo>
                    <a:pt x="142566" y="108123"/>
                  </a:lnTo>
                  <a:lnTo>
                    <a:pt x="142424" y="108298"/>
                  </a:lnTo>
                  <a:lnTo>
                    <a:pt x="142271" y="108473"/>
                  </a:lnTo>
                  <a:lnTo>
                    <a:pt x="142106" y="108626"/>
                  </a:lnTo>
                  <a:lnTo>
                    <a:pt x="141921" y="108757"/>
                  </a:lnTo>
                  <a:lnTo>
                    <a:pt x="141724" y="108877"/>
                  </a:lnTo>
                  <a:lnTo>
                    <a:pt x="141527" y="108976"/>
                  </a:lnTo>
                  <a:lnTo>
                    <a:pt x="141308" y="109052"/>
                  </a:lnTo>
                  <a:lnTo>
                    <a:pt x="141078" y="109107"/>
                  </a:lnTo>
                  <a:lnTo>
                    <a:pt x="140849" y="109151"/>
                  </a:lnTo>
                  <a:lnTo>
                    <a:pt x="140608" y="109162"/>
                  </a:lnTo>
                  <a:lnTo>
                    <a:pt x="2363" y="109162"/>
                  </a:lnTo>
                  <a:lnTo>
                    <a:pt x="2363" y="109162"/>
                  </a:lnTo>
                  <a:lnTo>
                    <a:pt x="2123" y="109151"/>
                  </a:lnTo>
                  <a:lnTo>
                    <a:pt x="1893" y="109107"/>
                  </a:lnTo>
                  <a:lnTo>
                    <a:pt x="1663" y="109052"/>
                  </a:lnTo>
                  <a:lnTo>
                    <a:pt x="1444" y="108976"/>
                  </a:lnTo>
                  <a:lnTo>
                    <a:pt x="1237" y="108877"/>
                  </a:lnTo>
                  <a:lnTo>
                    <a:pt x="1051" y="108757"/>
                  </a:lnTo>
                  <a:lnTo>
                    <a:pt x="865" y="108626"/>
                  </a:lnTo>
                  <a:lnTo>
                    <a:pt x="701" y="108473"/>
                  </a:lnTo>
                  <a:lnTo>
                    <a:pt x="548" y="108298"/>
                  </a:lnTo>
                  <a:lnTo>
                    <a:pt x="405" y="108123"/>
                  </a:lnTo>
                  <a:lnTo>
                    <a:pt x="296" y="107926"/>
                  </a:lnTo>
                  <a:lnTo>
                    <a:pt x="187" y="107718"/>
                  </a:lnTo>
                  <a:lnTo>
                    <a:pt x="110" y="107499"/>
                  </a:lnTo>
                  <a:lnTo>
                    <a:pt x="55" y="107280"/>
                  </a:lnTo>
                  <a:lnTo>
                    <a:pt x="23" y="107040"/>
                  </a:lnTo>
                  <a:lnTo>
                    <a:pt x="1" y="106799"/>
                  </a:lnTo>
                  <a:lnTo>
                    <a:pt x="1" y="2352"/>
                  </a:lnTo>
                  <a:lnTo>
                    <a:pt x="1" y="2352"/>
                  </a:lnTo>
                  <a:lnTo>
                    <a:pt x="23" y="2112"/>
                  </a:lnTo>
                  <a:lnTo>
                    <a:pt x="55" y="1882"/>
                  </a:lnTo>
                  <a:lnTo>
                    <a:pt x="110" y="1652"/>
                  </a:lnTo>
                  <a:lnTo>
                    <a:pt x="187" y="1434"/>
                  </a:lnTo>
                  <a:lnTo>
                    <a:pt x="285" y="1237"/>
                  </a:lnTo>
                  <a:lnTo>
                    <a:pt x="405" y="1040"/>
                  </a:lnTo>
                  <a:lnTo>
                    <a:pt x="548" y="854"/>
                  </a:lnTo>
                  <a:lnTo>
                    <a:pt x="701" y="690"/>
                  </a:lnTo>
                  <a:lnTo>
                    <a:pt x="865" y="537"/>
                  </a:lnTo>
                  <a:lnTo>
                    <a:pt x="1051" y="394"/>
                  </a:lnTo>
                  <a:lnTo>
                    <a:pt x="1237" y="285"/>
                  </a:lnTo>
                  <a:lnTo>
                    <a:pt x="1444" y="187"/>
                  </a:lnTo>
                  <a:lnTo>
                    <a:pt x="1663" y="99"/>
                  </a:lnTo>
                  <a:lnTo>
                    <a:pt x="1893" y="44"/>
                  </a:lnTo>
                  <a:lnTo>
                    <a:pt x="2123" y="12"/>
                  </a:lnTo>
                  <a:lnTo>
                    <a:pt x="2363" y="1"/>
                  </a:lnTo>
                  <a:lnTo>
                    <a:pt x="140608" y="1"/>
                  </a:lnTo>
                  <a:lnTo>
                    <a:pt x="140608" y="1"/>
                  </a:lnTo>
                  <a:lnTo>
                    <a:pt x="140849" y="12"/>
                  </a:lnTo>
                  <a:lnTo>
                    <a:pt x="141078" y="44"/>
                  </a:lnTo>
                  <a:lnTo>
                    <a:pt x="141308" y="99"/>
                  </a:lnTo>
                  <a:lnTo>
                    <a:pt x="141527" y="187"/>
                  </a:lnTo>
                  <a:lnTo>
                    <a:pt x="141724" y="285"/>
                  </a:lnTo>
                  <a:lnTo>
                    <a:pt x="141921" y="394"/>
                  </a:lnTo>
                  <a:lnTo>
                    <a:pt x="142106" y="537"/>
                  </a:lnTo>
                  <a:lnTo>
                    <a:pt x="142271" y="690"/>
                  </a:lnTo>
                  <a:lnTo>
                    <a:pt x="142424" y="854"/>
                  </a:lnTo>
                  <a:lnTo>
                    <a:pt x="142566" y="1040"/>
                  </a:lnTo>
                  <a:lnTo>
                    <a:pt x="142675" y="1237"/>
                  </a:lnTo>
                  <a:lnTo>
                    <a:pt x="142774" y="1434"/>
                  </a:lnTo>
                  <a:lnTo>
                    <a:pt x="142861" y="1652"/>
                  </a:lnTo>
                  <a:lnTo>
                    <a:pt x="142916" y="1882"/>
                  </a:lnTo>
                  <a:lnTo>
                    <a:pt x="142949" y="2112"/>
                  </a:lnTo>
                  <a:lnTo>
                    <a:pt x="142960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5" name="Google Shape;965;p25"/>
            <p:cNvSpPr/>
            <p:nvPr/>
          </p:nvSpPr>
          <p:spPr>
            <a:xfrm>
              <a:off x="2197300" y="503900"/>
              <a:ext cx="3462175" cy="2145525"/>
            </a:xfrm>
            <a:custGeom>
              <a:avLst/>
              <a:gdLst/>
              <a:ahLst/>
              <a:cxnLst/>
              <a:rect l="l" t="t" r="r" b="b"/>
              <a:pathLst>
                <a:path w="138487" h="85821" extrusionOk="0">
                  <a:moveTo>
                    <a:pt x="1" y="1"/>
                  </a:moveTo>
                  <a:lnTo>
                    <a:pt x="1" y="85820"/>
                  </a:lnTo>
                  <a:lnTo>
                    <a:pt x="138486" y="85820"/>
                  </a:lnTo>
                  <a:lnTo>
                    <a:pt x="1384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6" name="Google Shape;966;p25"/>
            <p:cNvSpPr/>
            <p:nvPr/>
          </p:nvSpPr>
          <p:spPr>
            <a:xfrm>
              <a:off x="2197300" y="503900"/>
              <a:ext cx="3462175" cy="2145525"/>
            </a:xfrm>
            <a:custGeom>
              <a:avLst/>
              <a:gdLst/>
              <a:ahLst/>
              <a:cxnLst/>
              <a:rect l="l" t="t" r="r" b="b"/>
              <a:pathLst>
                <a:path w="138487" h="85821" fill="none" extrusionOk="0">
                  <a:moveTo>
                    <a:pt x="138486" y="85820"/>
                  </a:moveTo>
                  <a:lnTo>
                    <a:pt x="1" y="85820"/>
                  </a:lnTo>
                  <a:lnTo>
                    <a:pt x="1" y="1"/>
                  </a:lnTo>
                  <a:lnTo>
                    <a:pt x="138486" y="1"/>
                  </a:lnTo>
                  <a:lnTo>
                    <a:pt x="138486" y="858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7" name="Google Shape;967;p25"/>
            <p:cNvSpPr/>
            <p:nvPr/>
          </p:nvSpPr>
          <p:spPr>
            <a:xfrm>
              <a:off x="4712500" y="675625"/>
              <a:ext cx="493325" cy="298650"/>
            </a:xfrm>
            <a:custGeom>
              <a:avLst/>
              <a:gdLst/>
              <a:ahLst/>
              <a:cxnLst/>
              <a:rect l="l" t="t" r="r" b="b"/>
              <a:pathLst>
                <a:path w="19733" h="11946" extrusionOk="0">
                  <a:moveTo>
                    <a:pt x="0" y="1"/>
                  </a:moveTo>
                  <a:lnTo>
                    <a:pt x="0" y="11945"/>
                  </a:lnTo>
                  <a:lnTo>
                    <a:pt x="19732" y="11945"/>
                  </a:lnTo>
                  <a:lnTo>
                    <a:pt x="19732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8" name="Google Shape;968;p25"/>
            <p:cNvSpPr/>
            <p:nvPr/>
          </p:nvSpPr>
          <p:spPr>
            <a:xfrm>
              <a:off x="4712500" y="675625"/>
              <a:ext cx="493325" cy="298650"/>
            </a:xfrm>
            <a:custGeom>
              <a:avLst/>
              <a:gdLst/>
              <a:ahLst/>
              <a:cxnLst/>
              <a:rect l="l" t="t" r="r" b="b"/>
              <a:pathLst>
                <a:path w="19733" h="11946" fill="none" extrusionOk="0">
                  <a:moveTo>
                    <a:pt x="19732" y="11945"/>
                  </a:moveTo>
                  <a:lnTo>
                    <a:pt x="0" y="11945"/>
                  </a:lnTo>
                  <a:lnTo>
                    <a:pt x="0" y="1"/>
                  </a:lnTo>
                  <a:lnTo>
                    <a:pt x="19732" y="1"/>
                  </a:lnTo>
                  <a:lnTo>
                    <a:pt x="19732" y="119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9" name="Google Shape;969;p25"/>
            <p:cNvSpPr/>
            <p:nvPr/>
          </p:nvSpPr>
          <p:spPr>
            <a:xfrm>
              <a:off x="5072350" y="896850"/>
              <a:ext cx="82050" cy="46250"/>
            </a:xfrm>
            <a:custGeom>
              <a:avLst/>
              <a:gdLst/>
              <a:ahLst/>
              <a:cxnLst/>
              <a:rect l="l" t="t" r="r" b="b"/>
              <a:pathLst>
                <a:path w="3282" h="1850" extrusionOk="0">
                  <a:moveTo>
                    <a:pt x="1" y="1"/>
                  </a:moveTo>
                  <a:lnTo>
                    <a:pt x="1" y="1849"/>
                  </a:lnTo>
                  <a:lnTo>
                    <a:pt x="3282" y="1849"/>
                  </a:lnTo>
                  <a:lnTo>
                    <a:pt x="3282" y="1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0" name="Google Shape;970;p25"/>
            <p:cNvSpPr/>
            <p:nvPr/>
          </p:nvSpPr>
          <p:spPr>
            <a:xfrm>
              <a:off x="5072350" y="896850"/>
              <a:ext cx="82050" cy="46250"/>
            </a:xfrm>
            <a:custGeom>
              <a:avLst/>
              <a:gdLst/>
              <a:ahLst/>
              <a:cxnLst/>
              <a:rect l="l" t="t" r="r" b="b"/>
              <a:pathLst>
                <a:path w="3282" h="1850" fill="none" extrusionOk="0">
                  <a:moveTo>
                    <a:pt x="3282" y="1"/>
                  </a:moveTo>
                  <a:lnTo>
                    <a:pt x="1" y="1"/>
                  </a:lnTo>
                  <a:lnTo>
                    <a:pt x="1" y="1849"/>
                  </a:lnTo>
                  <a:lnTo>
                    <a:pt x="3282" y="1849"/>
                  </a:lnTo>
                  <a:lnTo>
                    <a:pt x="32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1" name="Google Shape;971;p25"/>
            <p:cNvSpPr/>
            <p:nvPr/>
          </p:nvSpPr>
          <p:spPr>
            <a:xfrm>
              <a:off x="5272250" y="675625"/>
              <a:ext cx="197450" cy="53625"/>
            </a:xfrm>
            <a:custGeom>
              <a:avLst/>
              <a:gdLst/>
              <a:ahLst/>
              <a:cxnLst/>
              <a:rect l="l" t="t" r="r" b="b"/>
              <a:pathLst>
                <a:path w="7898" h="2145" extrusionOk="0">
                  <a:moveTo>
                    <a:pt x="0" y="1"/>
                  </a:moveTo>
                  <a:lnTo>
                    <a:pt x="0" y="2145"/>
                  </a:lnTo>
                  <a:lnTo>
                    <a:pt x="7897" y="2145"/>
                  </a:lnTo>
                  <a:lnTo>
                    <a:pt x="7897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2" name="Google Shape;972;p25"/>
            <p:cNvSpPr/>
            <p:nvPr/>
          </p:nvSpPr>
          <p:spPr>
            <a:xfrm>
              <a:off x="5272250" y="785275"/>
              <a:ext cx="266625" cy="25750"/>
            </a:xfrm>
            <a:custGeom>
              <a:avLst/>
              <a:gdLst/>
              <a:ahLst/>
              <a:cxnLst/>
              <a:rect l="l" t="t" r="r" b="b"/>
              <a:pathLst>
                <a:path w="10665" h="1030" extrusionOk="0">
                  <a:moveTo>
                    <a:pt x="0" y="1"/>
                  </a:moveTo>
                  <a:lnTo>
                    <a:pt x="0" y="1029"/>
                  </a:lnTo>
                  <a:lnTo>
                    <a:pt x="10665" y="1029"/>
                  </a:lnTo>
                  <a:lnTo>
                    <a:pt x="10665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3" name="Google Shape;973;p25"/>
            <p:cNvSpPr/>
            <p:nvPr/>
          </p:nvSpPr>
          <p:spPr>
            <a:xfrm>
              <a:off x="5272250" y="846275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39"/>
                  </a:lnTo>
                  <a:lnTo>
                    <a:pt x="10665" y="103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4" name="Google Shape;974;p25"/>
            <p:cNvSpPr/>
            <p:nvPr/>
          </p:nvSpPr>
          <p:spPr>
            <a:xfrm>
              <a:off x="4712500" y="1186425"/>
              <a:ext cx="493325" cy="298650"/>
            </a:xfrm>
            <a:custGeom>
              <a:avLst/>
              <a:gdLst/>
              <a:ahLst/>
              <a:cxnLst/>
              <a:rect l="l" t="t" r="r" b="b"/>
              <a:pathLst>
                <a:path w="19733" h="11946" extrusionOk="0">
                  <a:moveTo>
                    <a:pt x="0" y="1"/>
                  </a:moveTo>
                  <a:lnTo>
                    <a:pt x="0" y="11945"/>
                  </a:lnTo>
                  <a:lnTo>
                    <a:pt x="19732" y="11945"/>
                  </a:lnTo>
                  <a:lnTo>
                    <a:pt x="19732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5" name="Google Shape;975;p25"/>
            <p:cNvSpPr/>
            <p:nvPr/>
          </p:nvSpPr>
          <p:spPr>
            <a:xfrm>
              <a:off x="4712500" y="1186425"/>
              <a:ext cx="493325" cy="298650"/>
            </a:xfrm>
            <a:custGeom>
              <a:avLst/>
              <a:gdLst/>
              <a:ahLst/>
              <a:cxnLst/>
              <a:rect l="l" t="t" r="r" b="b"/>
              <a:pathLst>
                <a:path w="19733" h="11946" fill="none" extrusionOk="0">
                  <a:moveTo>
                    <a:pt x="19732" y="11945"/>
                  </a:moveTo>
                  <a:lnTo>
                    <a:pt x="0" y="11945"/>
                  </a:lnTo>
                  <a:lnTo>
                    <a:pt x="0" y="1"/>
                  </a:lnTo>
                  <a:lnTo>
                    <a:pt x="19732" y="1"/>
                  </a:lnTo>
                  <a:lnTo>
                    <a:pt x="19732" y="119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6" name="Google Shape;976;p25"/>
            <p:cNvSpPr/>
            <p:nvPr/>
          </p:nvSpPr>
          <p:spPr>
            <a:xfrm>
              <a:off x="5072350" y="1407650"/>
              <a:ext cx="82050" cy="46250"/>
            </a:xfrm>
            <a:custGeom>
              <a:avLst/>
              <a:gdLst/>
              <a:ahLst/>
              <a:cxnLst/>
              <a:rect l="l" t="t" r="r" b="b"/>
              <a:pathLst>
                <a:path w="3282" h="1850" extrusionOk="0">
                  <a:moveTo>
                    <a:pt x="1" y="1"/>
                  </a:moveTo>
                  <a:lnTo>
                    <a:pt x="1" y="1849"/>
                  </a:lnTo>
                  <a:lnTo>
                    <a:pt x="3282" y="1849"/>
                  </a:lnTo>
                  <a:lnTo>
                    <a:pt x="3282" y="1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7" name="Google Shape;977;p25"/>
            <p:cNvSpPr/>
            <p:nvPr/>
          </p:nvSpPr>
          <p:spPr>
            <a:xfrm>
              <a:off x="5072350" y="1407650"/>
              <a:ext cx="82050" cy="46250"/>
            </a:xfrm>
            <a:custGeom>
              <a:avLst/>
              <a:gdLst/>
              <a:ahLst/>
              <a:cxnLst/>
              <a:rect l="l" t="t" r="r" b="b"/>
              <a:pathLst>
                <a:path w="3282" h="1850" fill="none" extrusionOk="0">
                  <a:moveTo>
                    <a:pt x="3282" y="1"/>
                  </a:moveTo>
                  <a:lnTo>
                    <a:pt x="1" y="1"/>
                  </a:lnTo>
                  <a:lnTo>
                    <a:pt x="1" y="1849"/>
                  </a:lnTo>
                  <a:lnTo>
                    <a:pt x="3282" y="1849"/>
                  </a:lnTo>
                  <a:lnTo>
                    <a:pt x="32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8" name="Google Shape;978;p25"/>
            <p:cNvSpPr/>
            <p:nvPr/>
          </p:nvSpPr>
          <p:spPr>
            <a:xfrm>
              <a:off x="5272250" y="1186425"/>
              <a:ext cx="197450" cy="53350"/>
            </a:xfrm>
            <a:custGeom>
              <a:avLst/>
              <a:gdLst/>
              <a:ahLst/>
              <a:cxnLst/>
              <a:rect l="l" t="t" r="r" b="b"/>
              <a:pathLst>
                <a:path w="7898" h="2134" extrusionOk="0">
                  <a:moveTo>
                    <a:pt x="0" y="1"/>
                  </a:moveTo>
                  <a:lnTo>
                    <a:pt x="0" y="2134"/>
                  </a:lnTo>
                  <a:lnTo>
                    <a:pt x="7897" y="2134"/>
                  </a:lnTo>
                  <a:lnTo>
                    <a:pt x="7897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9" name="Google Shape;979;p25"/>
            <p:cNvSpPr/>
            <p:nvPr/>
          </p:nvSpPr>
          <p:spPr>
            <a:xfrm>
              <a:off x="5272250" y="1295825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39"/>
                  </a:lnTo>
                  <a:lnTo>
                    <a:pt x="10665" y="103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0" name="Google Shape;980;p25"/>
            <p:cNvSpPr/>
            <p:nvPr/>
          </p:nvSpPr>
          <p:spPr>
            <a:xfrm>
              <a:off x="5272250" y="1357075"/>
              <a:ext cx="266625" cy="25725"/>
            </a:xfrm>
            <a:custGeom>
              <a:avLst/>
              <a:gdLst/>
              <a:ahLst/>
              <a:cxnLst/>
              <a:rect l="l" t="t" r="r" b="b"/>
              <a:pathLst>
                <a:path w="10665" h="1029" extrusionOk="0">
                  <a:moveTo>
                    <a:pt x="0" y="0"/>
                  </a:moveTo>
                  <a:lnTo>
                    <a:pt x="0" y="1028"/>
                  </a:lnTo>
                  <a:lnTo>
                    <a:pt x="10665" y="1028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1" name="Google Shape;981;p25"/>
            <p:cNvSpPr/>
            <p:nvPr/>
          </p:nvSpPr>
          <p:spPr>
            <a:xfrm>
              <a:off x="4712500" y="16969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extrusionOk="0">
                  <a:moveTo>
                    <a:pt x="0" y="0"/>
                  </a:moveTo>
                  <a:lnTo>
                    <a:pt x="0" y="11944"/>
                  </a:lnTo>
                  <a:lnTo>
                    <a:pt x="19732" y="11944"/>
                  </a:lnTo>
                  <a:lnTo>
                    <a:pt x="1973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2" name="Google Shape;982;p25"/>
            <p:cNvSpPr/>
            <p:nvPr/>
          </p:nvSpPr>
          <p:spPr>
            <a:xfrm>
              <a:off x="4712500" y="16969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fill="none" extrusionOk="0">
                  <a:moveTo>
                    <a:pt x="19732" y="11944"/>
                  </a:moveTo>
                  <a:lnTo>
                    <a:pt x="0" y="11944"/>
                  </a:lnTo>
                  <a:lnTo>
                    <a:pt x="0" y="0"/>
                  </a:lnTo>
                  <a:lnTo>
                    <a:pt x="19732" y="0"/>
                  </a:lnTo>
                  <a:lnTo>
                    <a:pt x="19732" y="119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3" name="Google Shape;983;p25"/>
            <p:cNvSpPr/>
            <p:nvPr/>
          </p:nvSpPr>
          <p:spPr>
            <a:xfrm>
              <a:off x="5072350" y="1918200"/>
              <a:ext cx="82050" cy="46500"/>
            </a:xfrm>
            <a:custGeom>
              <a:avLst/>
              <a:gdLst/>
              <a:ahLst/>
              <a:cxnLst/>
              <a:rect l="l" t="t" r="r" b="b"/>
              <a:pathLst>
                <a:path w="3282" h="1860" extrusionOk="0">
                  <a:moveTo>
                    <a:pt x="1" y="0"/>
                  </a:moveTo>
                  <a:lnTo>
                    <a:pt x="1" y="1859"/>
                  </a:lnTo>
                  <a:lnTo>
                    <a:pt x="3282" y="1859"/>
                  </a:lnTo>
                  <a:lnTo>
                    <a:pt x="3282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4" name="Google Shape;984;p25"/>
            <p:cNvSpPr/>
            <p:nvPr/>
          </p:nvSpPr>
          <p:spPr>
            <a:xfrm>
              <a:off x="5072350" y="1918200"/>
              <a:ext cx="82050" cy="46500"/>
            </a:xfrm>
            <a:custGeom>
              <a:avLst/>
              <a:gdLst/>
              <a:ahLst/>
              <a:cxnLst/>
              <a:rect l="l" t="t" r="r" b="b"/>
              <a:pathLst>
                <a:path w="3282" h="1860" fill="none" extrusionOk="0">
                  <a:moveTo>
                    <a:pt x="3282" y="0"/>
                  </a:moveTo>
                  <a:lnTo>
                    <a:pt x="1" y="0"/>
                  </a:lnTo>
                  <a:lnTo>
                    <a:pt x="1" y="1859"/>
                  </a:lnTo>
                  <a:lnTo>
                    <a:pt x="3282" y="1859"/>
                  </a:lnTo>
                  <a:lnTo>
                    <a:pt x="328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5" name="Google Shape;985;p25"/>
            <p:cNvSpPr/>
            <p:nvPr/>
          </p:nvSpPr>
          <p:spPr>
            <a:xfrm>
              <a:off x="5272250" y="1696975"/>
              <a:ext cx="197450" cy="53625"/>
            </a:xfrm>
            <a:custGeom>
              <a:avLst/>
              <a:gdLst/>
              <a:ahLst/>
              <a:cxnLst/>
              <a:rect l="l" t="t" r="r" b="b"/>
              <a:pathLst>
                <a:path w="7898" h="2145" extrusionOk="0">
                  <a:moveTo>
                    <a:pt x="0" y="0"/>
                  </a:moveTo>
                  <a:lnTo>
                    <a:pt x="0" y="2144"/>
                  </a:lnTo>
                  <a:lnTo>
                    <a:pt x="7897" y="2144"/>
                  </a:lnTo>
                  <a:lnTo>
                    <a:pt x="7897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6" name="Google Shape;986;p25"/>
            <p:cNvSpPr/>
            <p:nvPr/>
          </p:nvSpPr>
          <p:spPr>
            <a:xfrm>
              <a:off x="5272250" y="1806625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39"/>
                  </a:lnTo>
                  <a:lnTo>
                    <a:pt x="10665" y="103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7" name="Google Shape;987;p25"/>
            <p:cNvSpPr/>
            <p:nvPr/>
          </p:nvSpPr>
          <p:spPr>
            <a:xfrm>
              <a:off x="5272250" y="1867600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40"/>
                  </a:lnTo>
                  <a:lnTo>
                    <a:pt x="10665" y="1040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8" name="Google Shape;988;p25"/>
            <p:cNvSpPr/>
            <p:nvPr/>
          </p:nvSpPr>
          <p:spPr>
            <a:xfrm>
              <a:off x="4712500" y="27155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extrusionOk="0">
                  <a:moveTo>
                    <a:pt x="0" y="0"/>
                  </a:moveTo>
                  <a:lnTo>
                    <a:pt x="0" y="11944"/>
                  </a:lnTo>
                  <a:lnTo>
                    <a:pt x="19732" y="11944"/>
                  </a:lnTo>
                  <a:lnTo>
                    <a:pt x="1973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9" name="Google Shape;989;p25"/>
            <p:cNvSpPr/>
            <p:nvPr/>
          </p:nvSpPr>
          <p:spPr>
            <a:xfrm>
              <a:off x="4712500" y="27155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fill="none" extrusionOk="0">
                  <a:moveTo>
                    <a:pt x="19732" y="11944"/>
                  </a:moveTo>
                  <a:lnTo>
                    <a:pt x="0" y="11944"/>
                  </a:lnTo>
                  <a:lnTo>
                    <a:pt x="0" y="0"/>
                  </a:lnTo>
                  <a:lnTo>
                    <a:pt x="19732" y="0"/>
                  </a:lnTo>
                  <a:lnTo>
                    <a:pt x="19732" y="119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0" name="Google Shape;990;p25"/>
            <p:cNvSpPr/>
            <p:nvPr/>
          </p:nvSpPr>
          <p:spPr>
            <a:xfrm>
              <a:off x="5072350" y="2936800"/>
              <a:ext cx="82050" cy="46500"/>
            </a:xfrm>
            <a:custGeom>
              <a:avLst/>
              <a:gdLst/>
              <a:ahLst/>
              <a:cxnLst/>
              <a:rect l="l" t="t" r="r" b="b"/>
              <a:pathLst>
                <a:path w="3282" h="1860" extrusionOk="0">
                  <a:moveTo>
                    <a:pt x="1" y="0"/>
                  </a:moveTo>
                  <a:lnTo>
                    <a:pt x="1" y="1859"/>
                  </a:lnTo>
                  <a:lnTo>
                    <a:pt x="3282" y="1859"/>
                  </a:lnTo>
                  <a:lnTo>
                    <a:pt x="3282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1" name="Google Shape;991;p25"/>
            <p:cNvSpPr/>
            <p:nvPr/>
          </p:nvSpPr>
          <p:spPr>
            <a:xfrm>
              <a:off x="5072350" y="2936800"/>
              <a:ext cx="82050" cy="46500"/>
            </a:xfrm>
            <a:custGeom>
              <a:avLst/>
              <a:gdLst/>
              <a:ahLst/>
              <a:cxnLst/>
              <a:rect l="l" t="t" r="r" b="b"/>
              <a:pathLst>
                <a:path w="3282" h="1860" fill="none" extrusionOk="0">
                  <a:moveTo>
                    <a:pt x="3282" y="0"/>
                  </a:moveTo>
                  <a:lnTo>
                    <a:pt x="1" y="0"/>
                  </a:lnTo>
                  <a:lnTo>
                    <a:pt x="1" y="1859"/>
                  </a:lnTo>
                  <a:lnTo>
                    <a:pt x="3282" y="1859"/>
                  </a:lnTo>
                  <a:lnTo>
                    <a:pt x="328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2" name="Google Shape;992;p25"/>
            <p:cNvSpPr/>
            <p:nvPr/>
          </p:nvSpPr>
          <p:spPr>
            <a:xfrm>
              <a:off x="5272250" y="2715575"/>
              <a:ext cx="197450" cy="53625"/>
            </a:xfrm>
            <a:custGeom>
              <a:avLst/>
              <a:gdLst/>
              <a:ahLst/>
              <a:cxnLst/>
              <a:rect l="l" t="t" r="r" b="b"/>
              <a:pathLst>
                <a:path w="7898" h="2145" extrusionOk="0">
                  <a:moveTo>
                    <a:pt x="0" y="0"/>
                  </a:moveTo>
                  <a:lnTo>
                    <a:pt x="0" y="2144"/>
                  </a:lnTo>
                  <a:lnTo>
                    <a:pt x="7897" y="2144"/>
                  </a:lnTo>
                  <a:lnTo>
                    <a:pt x="7897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3" name="Google Shape;993;p25"/>
            <p:cNvSpPr/>
            <p:nvPr/>
          </p:nvSpPr>
          <p:spPr>
            <a:xfrm>
              <a:off x="5272250" y="2825225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39"/>
                  </a:lnTo>
                  <a:lnTo>
                    <a:pt x="10665" y="103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4" name="Google Shape;994;p25"/>
            <p:cNvSpPr/>
            <p:nvPr/>
          </p:nvSpPr>
          <p:spPr>
            <a:xfrm>
              <a:off x="5272250" y="2886200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0"/>
                  </a:moveTo>
                  <a:lnTo>
                    <a:pt x="0" y="1040"/>
                  </a:lnTo>
                  <a:lnTo>
                    <a:pt x="10665" y="1040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5" name="Google Shape;995;p25"/>
            <p:cNvSpPr/>
            <p:nvPr/>
          </p:nvSpPr>
          <p:spPr>
            <a:xfrm>
              <a:off x="4712500" y="22077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extrusionOk="0">
                  <a:moveTo>
                    <a:pt x="0" y="0"/>
                  </a:moveTo>
                  <a:lnTo>
                    <a:pt x="0" y="11945"/>
                  </a:lnTo>
                  <a:lnTo>
                    <a:pt x="19732" y="11945"/>
                  </a:lnTo>
                  <a:lnTo>
                    <a:pt x="1973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6" name="Google Shape;996;p25"/>
            <p:cNvSpPr/>
            <p:nvPr/>
          </p:nvSpPr>
          <p:spPr>
            <a:xfrm>
              <a:off x="4712500" y="2207775"/>
              <a:ext cx="493325" cy="298625"/>
            </a:xfrm>
            <a:custGeom>
              <a:avLst/>
              <a:gdLst/>
              <a:ahLst/>
              <a:cxnLst/>
              <a:rect l="l" t="t" r="r" b="b"/>
              <a:pathLst>
                <a:path w="19733" h="11945" fill="none" extrusionOk="0">
                  <a:moveTo>
                    <a:pt x="19732" y="11945"/>
                  </a:moveTo>
                  <a:lnTo>
                    <a:pt x="0" y="11945"/>
                  </a:lnTo>
                  <a:lnTo>
                    <a:pt x="0" y="0"/>
                  </a:lnTo>
                  <a:lnTo>
                    <a:pt x="19732" y="0"/>
                  </a:lnTo>
                  <a:lnTo>
                    <a:pt x="19732" y="119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7" name="Google Shape;997;p25"/>
            <p:cNvSpPr/>
            <p:nvPr/>
          </p:nvSpPr>
          <p:spPr>
            <a:xfrm>
              <a:off x="4222200" y="2336300"/>
              <a:ext cx="359600" cy="76575"/>
            </a:xfrm>
            <a:custGeom>
              <a:avLst/>
              <a:gdLst/>
              <a:ahLst/>
              <a:cxnLst/>
              <a:rect l="l" t="t" r="r" b="b"/>
              <a:pathLst>
                <a:path w="14384" h="3063" extrusionOk="0">
                  <a:moveTo>
                    <a:pt x="0" y="0"/>
                  </a:moveTo>
                  <a:lnTo>
                    <a:pt x="0" y="3063"/>
                  </a:lnTo>
                  <a:lnTo>
                    <a:pt x="14384" y="3063"/>
                  </a:lnTo>
                  <a:lnTo>
                    <a:pt x="143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8" name="Google Shape;998;p25"/>
            <p:cNvSpPr/>
            <p:nvPr/>
          </p:nvSpPr>
          <p:spPr>
            <a:xfrm>
              <a:off x="5058400" y="2429000"/>
              <a:ext cx="82075" cy="46225"/>
            </a:xfrm>
            <a:custGeom>
              <a:avLst/>
              <a:gdLst/>
              <a:ahLst/>
              <a:cxnLst/>
              <a:rect l="l" t="t" r="r" b="b"/>
              <a:pathLst>
                <a:path w="3283" h="1849" extrusionOk="0">
                  <a:moveTo>
                    <a:pt x="1" y="0"/>
                  </a:moveTo>
                  <a:lnTo>
                    <a:pt x="1" y="1849"/>
                  </a:lnTo>
                  <a:lnTo>
                    <a:pt x="3282" y="1849"/>
                  </a:lnTo>
                  <a:lnTo>
                    <a:pt x="3282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9" name="Google Shape;999;p25"/>
            <p:cNvSpPr/>
            <p:nvPr/>
          </p:nvSpPr>
          <p:spPr>
            <a:xfrm>
              <a:off x="5058400" y="2429000"/>
              <a:ext cx="82075" cy="46225"/>
            </a:xfrm>
            <a:custGeom>
              <a:avLst/>
              <a:gdLst/>
              <a:ahLst/>
              <a:cxnLst/>
              <a:rect l="l" t="t" r="r" b="b"/>
              <a:pathLst>
                <a:path w="3283" h="1849" fill="none" extrusionOk="0">
                  <a:moveTo>
                    <a:pt x="3282" y="0"/>
                  </a:moveTo>
                  <a:lnTo>
                    <a:pt x="1" y="0"/>
                  </a:lnTo>
                  <a:lnTo>
                    <a:pt x="1" y="1849"/>
                  </a:lnTo>
                  <a:lnTo>
                    <a:pt x="3282" y="1849"/>
                  </a:lnTo>
                  <a:lnTo>
                    <a:pt x="328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0" name="Google Shape;1000;p25"/>
            <p:cNvSpPr/>
            <p:nvPr/>
          </p:nvSpPr>
          <p:spPr>
            <a:xfrm>
              <a:off x="5272250" y="2207775"/>
              <a:ext cx="197450" cy="53625"/>
            </a:xfrm>
            <a:custGeom>
              <a:avLst/>
              <a:gdLst/>
              <a:ahLst/>
              <a:cxnLst/>
              <a:rect l="l" t="t" r="r" b="b"/>
              <a:pathLst>
                <a:path w="7898" h="2145" extrusionOk="0">
                  <a:moveTo>
                    <a:pt x="0" y="0"/>
                  </a:moveTo>
                  <a:lnTo>
                    <a:pt x="0" y="2144"/>
                  </a:lnTo>
                  <a:lnTo>
                    <a:pt x="7897" y="2144"/>
                  </a:lnTo>
                  <a:lnTo>
                    <a:pt x="7897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1" name="Google Shape;1001;p25"/>
            <p:cNvSpPr/>
            <p:nvPr/>
          </p:nvSpPr>
          <p:spPr>
            <a:xfrm>
              <a:off x="5272250" y="2317425"/>
              <a:ext cx="266625" cy="25725"/>
            </a:xfrm>
            <a:custGeom>
              <a:avLst/>
              <a:gdLst/>
              <a:ahLst/>
              <a:cxnLst/>
              <a:rect l="l" t="t" r="r" b="b"/>
              <a:pathLst>
                <a:path w="10665" h="1029" extrusionOk="0">
                  <a:moveTo>
                    <a:pt x="0" y="0"/>
                  </a:moveTo>
                  <a:lnTo>
                    <a:pt x="0" y="1029"/>
                  </a:lnTo>
                  <a:lnTo>
                    <a:pt x="10665" y="1029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5272250" y="2378400"/>
              <a:ext cx="266625" cy="26000"/>
            </a:xfrm>
            <a:custGeom>
              <a:avLst/>
              <a:gdLst/>
              <a:ahLst/>
              <a:cxnLst/>
              <a:rect l="l" t="t" r="r" b="b"/>
              <a:pathLst>
                <a:path w="10665" h="1040" extrusionOk="0">
                  <a:moveTo>
                    <a:pt x="0" y="1"/>
                  </a:moveTo>
                  <a:lnTo>
                    <a:pt x="0" y="1040"/>
                  </a:lnTo>
                  <a:lnTo>
                    <a:pt x="10665" y="1040"/>
                  </a:lnTo>
                  <a:lnTo>
                    <a:pt x="10665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3" name="Google Shape;1003;p25"/>
            <p:cNvSpPr/>
            <p:nvPr/>
          </p:nvSpPr>
          <p:spPr>
            <a:xfrm>
              <a:off x="2347425" y="2285700"/>
              <a:ext cx="173125" cy="173125"/>
            </a:xfrm>
            <a:custGeom>
              <a:avLst/>
              <a:gdLst/>
              <a:ahLst/>
              <a:cxnLst/>
              <a:rect l="l" t="t" r="r" b="b"/>
              <a:pathLst>
                <a:path w="6925" h="6925" extrusionOk="0">
                  <a:moveTo>
                    <a:pt x="3457" y="1"/>
                  </a:moveTo>
                  <a:lnTo>
                    <a:pt x="3282" y="12"/>
                  </a:lnTo>
                  <a:lnTo>
                    <a:pt x="3107" y="23"/>
                  </a:lnTo>
                  <a:lnTo>
                    <a:pt x="2932" y="44"/>
                  </a:lnTo>
                  <a:lnTo>
                    <a:pt x="2768" y="77"/>
                  </a:lnTo>
                  <a:lnTo>
                    <a:pt x="2593" y="110"/>
                  </a:lnTo>
                  <a:lnTo>
                    <a:pt x="2429" y="165"/>
                  </a:lnTo>
                  <a:lnTo>
                    <a:pt x="2276" y="219"/>
                  </a:lnTo>
                  <a:lnTo>
                    <a:pt x="2112" y="274"/>
                  </a:lnTo>
                  <a:lnTo>
                    <a:pt x="1959" y="351"/>
                  </a:lnTo>
                  <a:lnTo>
                    <a:pt x="1817" y="427"/>
                  </a:lnTo>
                  <a:lnTo>
                    <a:pt x="1663" y="504"/>
                  </a:lnTo>
                  <a:lnTo>
                    <a:pt x="1532" y="591"/>
                  </a:lnTo>
                  <a:lnTo>
                    <a:pt x="1390" y="690"/>
                  </a:lnTo>
                  <a:lnTo>
                    <a:pt x="1259" y="799"/>
                  </a:lnTo>
                  <a:lnTo>
                    <a:pt x="1138" y="909"/>
                  </a:lnTo>
                  <a:lnTo>
                    <a:pt x="1018" y="1018"/>
                  </a:lnTo>
                  <a:lnTo>
                    <a:pt x="898" y="1138"/>
                  </a:lnTo>
                  <a:lnTo>
                    <a:pt x="788" y="1269"/>
                  </a:lnTo>
                  <a:lnTo>
                    <a:pt x="690" y="1390"/>
                  </a:lnTo>
                  <a:lnTo>
                    <a:pt x="592" y="1532"/>
                  </a:lnTo>
                  <a:lnTo>
                    <a:pt x="504" y="1674"/>
                  </a:lnTo>
                  <a:lnTo>
                    <a:pt x="417" y="1816"/>
                  </a:lnTo>
                  <a:lnTo>
                    <a:pt x="340" y="1970"/>
                  </a:lnTo>
                  <a:lnTo>
                    <a:pt x="274" y="2123"/>
                  </a:lnTo>
                  <a:lnTo>
                    <a:pt x="209" y="2276"/>
                  </a:lnTo>
                  <a:lnTo>
                    <a:pt x="165" y="2440"/>
                  </a:lnTo>
                  <a:lnTo>
                    <a:pt x="110" y="2604"/>
                  </a:lnTo>
                  <a:lnTo>
                    <a:pt x="77" y="2768"/>
                  </a:lnTo>
                  <a:lnTo>
                    <a:pt x="45" y="2932"/>
                  </a:lnTo>
                  <a:lnTo>
                    <a:pt x="23" y="3107"/>
                  </a:lnTo>
                  <a:lnTo>
                    <a:pt x="12" y="3282"/>
                  </a:lnTo>
                  <a:lnTo>
                    <a:pt x="1" y="3468"/>
                  </a:lnTo>
                  <a:lnTo>
                    <a:pt x="12" y="3643"/>
                  </a:lnTo>
                  <a:lnTo>
                    <a:pt x="23" y="3818"/>
                  </a:lnTo>
                  <a:lnTo>
                    <a:pt x="45" y="3993"/>
                  </a:lnTo>
                  <a:lnTo>
                    <a:pt x="77" y="4157"/>
                  </a:lnTo>
                  <a:lnTo>
                    <a:pt x="110" y="4332"/>
                  </a:lnTo>
                  <a:lnTo>
                    <a:pt x="165" y="4496"/>
                  </a:lnTo>
                  <a:lnTo>
                    <a:pt x="209" y="4649"/>
                  </a:lnTo>
                  <a:lnTo>
                    <a:pt x="274" y="4813"/>
                  </a:lnTo>
                  <a:lnTo>
                    <a:pt x="340" y="4967"/>
                  </a:lnTo>
                  <a:lnTo>
                    <a:pt x="417" y="5109"/>
                  </a:lnTo>
                  <a:lnTo>
                    <a:pt x="504" y="5262"/>
                  </a:lnTo>
                  <a:lnTo>
                    <a:pt x="592" y="5393"/>
                  </a:lnTo>
                  <a:lnTo>
                    <a:pt x="690" y="5535"/>
                  </a:lnTo>
                  <a:lnTo>
                    <a:pt x="788" y="5667"/>
                  </a:lnTo>
                  <a:lnTo>
                    <a:pt x="898" y="5787"/>
                  </a:lnTo>
                  <a:lnTo>
                    <a:pt x="1018" y="5907"/>
                  </a:lnTo>
                  <a:lnTo>
                    <a:pt x="1138" y="6028"/>
                  </a:lnTo>
                  <a:lnTo>
                    <a:pt x="1259" y="6137"/>
                  </a:lnTo>
                  <a:lnTo>
                    <a:pt x="1390" y="6235"/>
                  </a:lnTo>
                  <a:lnTo>
                    <a:pt x="1532" y="6334"/>
                  </a:lnTo>
                  <a:lnTo>
                    <a:pt x="1663" y="6421"/>
                  </a:lnTo>
                  <a:lnTo>
                    <a:pt x="1817" y="6509"/>
                  </a:lnTo>
                  <a:lnTo>
                    <a:pt x="1959" y="6585"/>
                  </a:lnTo>
                  <a:lnTo>
                    <a:pt x="2112" y="6651"/>
                  </a:lnTo>
                  <a:lnTo>
                    <a:pt x="2276" y="6717"/>
                  </a:lnTo>
                  <a:lnTo>
                    <a:pt x="2429" y="6771"/>
                  </a:lnTo>
                  <a:lnTo>
                    <a:pt x="2593" y="6815"/>
                  </a:lnTo>
                  <a:lnTo>
                    <a:pt x="2768" y="6848"/>
                  </a:lnTo>
                  <a:lnTo>
                    <a:pt x="2932" y="6881"/>
                  </a:lnTo>
                  <a:lnTo>
                    <a:pt x="3107" y="6903"/>
                  </a:lnTo>
                  <a:lnTo>
                    <a:pt x="3282" y="6913"/>
                  </a:lnTo>
                  <a:lnTo>
                    <a:pt x="3457" y="6924"/>
                  </a:lnTo>
                  <a:lnTo>
                    <a:pt x="3643" y="6913"/>
                  </a:lnTo>
                  <a:lnTo>
                    <a:pt x="3818" y="6903"/>
                  </a:lnTo>
                  <a:lnTo>
                    <a:pt x="3993" y="6881"/>
                  </a:lnTo>
                  <a:lnTo>
                    <a:pt x="4157" y="6848"/>
                  </a:lnTo>
                  <a:lnTo>
                    <a:pt x="4321" y="6815"/>
                  </a:lnTo>
                  <a:lnTo>
                    <a:pt x="4485" y="6771"/>
                  </a:lnTo>
                  <a:lnTo>
                    <a:pt x="4650" y="6717"/>
                  </a:lnTo>
                  <a:lnTo>
                    <a:pt x="4803" y="6651"/>
                  </a:lnTo>
                  <a:lnTo>
                    <a:pt x="4956" y="6585"/>
                  </a:lnTo>
                  <a:lnTo>
                    <a:pt x="5109" y="6509"/>
                  </a:lnTo>
                  <a:lnTo>
                    <a:pt x="5251" y="6421"/>
                  </a:lnTo>
                  <a:lnTo>
                    <a:pt x="5393" y="6334"/>
                  </a:lnTo>
                  <a:lnTo>
                    <a:pt x="5535" y="6235"/>
                  </a:lnTo>
                  <a:lnTo>
                    <a:pt x="5667" y="6137"/>
                  </a:lnTo>
                  <a:lnTo>
                    <a:pt x="5787" y="6028"/>
                  </a:lnTo>
                  <a:lnTo>
                    <a:pt x="5907" y="5907"/>
                  </a:lnTo>
                  <a:lnTo>
                    <a:pt x="6017" y="5787"/>
                  </a:lnTo>
                  <a:lnTo>
                    <a:pt x="6126" y="5667"/>
                  </a:lnTo>
                  <a:lnTo>
                    <a:pt x="6236" y="5535"/>
                  </a:lnTo>
                  <a:lnTo>
                    <a:pt x="6334" y="5393"/>
                  </a:lnTo>
                  <a:lnTo>
                    <a:pt x="6421" y="5262"/>
                  </a:lnTo>
                  <a:lnTo>
                    <a:pt x="6498" y="5109"/>
                  </a:lnTo>
                  <a:lnTo>
                    <a:pt x="6575" y="4967"/>
                  </a:lnTo>
                  <a:lnTo>
                    <a:pt x="6651" y="4813"/>
                  </a:lnTo>
                  <a:lnTo>
                    <a:pt x="6706" y="4649"/>
                  </a:lnTo>
                  <a:lnTo>
                    <a:pt x="6761" y="4496"/>
                  </a:lnTo>
                  <a:lnTo>
                    <a:pt x="6815" y="4332"/>
                  </a:lnTo>
                  <a:lnTo>
                    <a:pt x="6848" y="4157"/>
                  </a:lnTo>
                  <a:lnTo>
                    <a:pt x="6881" y="3993"/>
                  </a:lnTo>
                  <a:lnTo>
                    <a:pt x="6903" y="3818"/>
                  </a:lnTo>
                  <a:lnTo>
                    <a:pt x="6914" y="3643"/>
                  </a:lnTo>
                  <a:lnTo>
                    <a:pt x="6925" y="3468"/>
                  </a:lnTo>
                  <a:lnTo>
                    <a:pt x="6914" y="3282"/>
                  </a:lnTo>
                  <a:lnTo>
                    <a:pt x="6903" y="3107"/>
                  </a:lnTo>
                  <a:lnTo>
                    <a:pt x="6881" y="2932"/>
                  </a:lnTo>
                  <a:lnTo>
                    <a:pt x="6848" y="2768"/>
                  </a:lnTo>
                  <a:lnTo>
                    <a:pt x="6815" y="2604"/>
                  </a:lnTo>
                  <a:lnTo>
                    <a:pt x="6761" y="2440"/>
                  </a:lnTo>
                  <a:lnTo>
                    <a:pt x="6706" y="2276"/>
                  </a:lnTo>
                  <a:lnTo>
                    <a:pt x="6651" y="2123"/>
                  </a:lnTo>
                  <a:lnTo>
                    <a:pt x="6575" y="1970"/>
                  </a:lnTo>
                  <a:lnTo>
                    <a:pt x="6498" y="1816"/>
                  </a:lnTo>
                  <a:lnTo>
                    <a:pt x="6421" y="1674"/>
                  </a:lnTo>
                  <a:lnTo>
                    <a:pt x="6334" y="1532"/>
                  </a:lnTo>
                  <a:lnTo>
                    <a:pt x="6236" y="1390"/>
                  </a:lnTo>
                  <a:lnTo>
                    <a:pt x="6126" y="1269"/>
                  </a:lnTo>
                  <a:lnTo>
                    <a:pt x="6017" y="1138"/>
                  </a:lnTo>
                  <a:lnTo>
                    <a:pt x="5907" y="1018"/>
                  </a:lnTo>
                  <a:lnTo>
                    <a:pt x="5787" y="909"/>
                  </a:lnTo>
                  <a:lnTo>
                    <a:pt x="5667" y="799"/>
                  </a:lnTo>
                  <a:lnTo>
                    <a:pt x="5535" y="690"/>
                  </a:lnTo>
                  <a:lnTo>
                    <a:pt x="5393" y="591"/>
                  </a:lnTo>
                  <a:lnTo>
                    <a:pt x="5251" y="504"/>
                  </a:lnTo>
                  <a:lnTo>
                    <a:pt x="5109" y="427"/>
                  </a:lnTo>
                  <a:lnTo>
                    <a:pt x="4956" y="351"/>
                  </a:lnTo>
                  <a:lnTo>
                    <a:pt x="4803" y="274"/>
                  </a:lnTo>
                  <a:lnTo>
                    <a:pt x="4650" y="219"/>
                  </a:lnTo>
                  <a:lnTo>
                    <a:pt x="4485" y="165"/>
                  </a:lnTo>
                  <a:lnTo>
                    <a:pt x="4321" y="110"/>
                  </a:lnTo>
                  <a:lnTo>
                    <a:pt x="4157" y="77"/>
                  </a:lnTo>
                  <a:lnTo>
                    <a:pt x="3993" y="44"/>
                  </a:lnTo>
                  <a:lnTo>
                    <a:pt x="3818" y="23"/>
                  </a:lnTo>
                  <a:lnTo>
                    <a:pt x="3643" y="12"/>
                  </a:lnTo>
                  <a:lnTo>
                    <a:pt x="345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4" name="Google Shape;1004;p25"/>
            <p:cNvSpPr/>
            <p:nvPr/>
          </p:nvSpPr>
          <p:spPr>
            <a:xfrm>
              <a:off x="2615150" y="2303475"/>
              <a:ext cx="685275" cy="53625"/>
            </a:xfrm>
            <a:custGeom>
              <a:avLst/>
              <a:gdLst/>
              <a:ahLst/>
              <a:cxnLst/>
              <a:rect l="l" t="t" r="r" b="b"/>
              <a:pathLst>
                <a:path w="27411" h="2145" extrusionOk="0">
                  <a:moveTo>
                    <a:pt x="0" y="1"/>
                  </a:moveTo>
                  <a:lnTo>
                    <a:pt x="0" y="2144"/>
                  </a:lnTo>
                  <a:lnTo>
                    <a:pt x="27411" y="2144"/>
                  </a:lnTo>
                  <a:lnTo>
                    <a:pt x="27411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5" name="Google Shape;1005;p25"/>
            <p:cNvSpPr/>
            <p:nvPr/>
          </p:nvSpPr>
          <p:spPr>
            <a:xfrm>
              <a:off x="2356725" y="2616300"/>
              <a:ext cx="1392150" cy="40500"/>
            </a:xfrm>
            <a:custGeom>
              <a:avLst/>
              <a:gdLst/>
              <a:ahLst/>
              <a:cxnLst/>
              <a:rect l="l" t="t" r="r" b="b"/>
              <a:pathLst>
                <a:path w="55686" h="1620" extrusionOk="0">
                  <a:moveTo>
                    <a:pt x="1" y="1"/>
                  </a:moveTo>
                  <a:lnTo>
                    <a:pt x="1" y="1620"/>
                  </a:lnTo>
                  <a:lnTo>
                    <a:pt x="55686" y="1620"/>
                  </a:lnTo>
                  <a:lnTo>
                    <a:pt x="55686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6" name="Google Shape;1006;p25"/>
            <p:cNvSpPr/>
            <p:nvPr/>
          </p:nvSpPr>
          <p:spPr>
            <a:xfrm>
              <a:off x="2356725" y="2740725"/>
              <a:ext cx="1392150" cy="40500"/>
            </a:xfrm>
            <a:custGeom>
              <a:avLst/>
              <a:gdLst/>
              <a:ahLst/>
              <a:cxnLst/>
              <a:rect l="l" t="t" r="r" b="b"/>
              <a:pathLst>
                <a:path w="55686" h="1620" extrusionOk="0">
                  <a:moveTo>
                    <a:pt x="1" y="0"/>
                  </a:moveTo>
                  <a:lnTo>
                    <a:pt x="1" y="1619"/>
                  </a:lnTo>
                  <a:lnTo>
                    <a:pt x="55686" y="1619"/>
                  </a:lnTo>
                  <a:lnTo>
                    <a:pt x="55686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7" name="Google Shape;1007;p25"/>
            <p:cNvSpPr/>
            <p:nvPr/>
          </p:nvSpPr>
          <p:spPr>
            <a:xfrm>
              <a:off x="2356725" y="2864875"/>
              <a:ext cx="999750" cy="40500"/>
            </a:xfrm>
            <a:custGeom>
              <a:avLst/>
              <a:gdLst/>
              <a:ahLst/>
              <a:cxnLst/>
              <a:rect l="l" t="t" r="r" b="b"/>
              <a:pathLst>
                <a:path w="39990" h="1620" extrusionOk="0">
                  <a:moveTo>
                    <a:pt x="1" y="0"/>
                  </a:moveTo>
                  <a:lnTo>
                    <a:pt x="1" y="1619"/>
                  </a:lnTo>
                  <a:lnTo>
                    <a:pt x="39990" y="1619"/>
                  </a:lnTo>
                  <a:lnTo>
                    <a:pt x="3999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8" name="Google Shape;1008;p25"/>
            <p:cNvSpPr/>
            <p:nvPr/>
          </p:nvSpPr>
          <p:spPr>
            <a:xfrm>
              <a:off x="2615150" y="2416675"/>
              <a:ext cx="379825" cy="53625"/>
            </a:xfrm>
            <a:custGeom>
              <a:avLst/>
              <a:gdLst/>
              <a:ahLst/>
              <a:cxnLst/>
              <a:rect l="l" t="t" r="r" b="b"/>
              <a:pathLst>
                <a:path w="15193" h="2145" extrusionOk="0">
                  <a:moveTo>
                    <a:pt x="0" y="1"/>
                  </a:moveTo>
                  <a:lnTo>
                    <a:pt x="0" y="2145"/>
                  </a:lnTo>
                  <a:lnTo>
                    <a:pt x="15193" y="2145"/>
                  </a:lnTo>
                  <a:lnTo>
                    <a:pt x="15193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9" name="Google Shape;1009;p25"/>
            <p:cNvSpPr/>
            <p:nvPr/>
          </p:nvSpPr>
          <p:spPr>
            <a:xfrm>
              <a:off x="2368775" y="675625"/>
              <a:ext cx="2213025" cy="1371375"/>
            </a:xfrm>
            <a:custGeom>
              <a:avLst/>
              <a:gdLst/>
              <a:ahLst/>
              <a:cxnLst/>
              <a:rect l="l" t="t" r="r" b="b"/>
              <a:pathLst>
                <a:path w="88521" h="54855" extrusionOk="0">
                  <a:moveTo>
                    <a:pt x="0" y="1"/>
                  </a:moveTo>
                  <a:lnTo>
                    <a:pt x="0" y="54855"/>
                  </a:lnTo>
                  <a:lnTo>
                    <a:pt x="88521" y="54855"/>
                  </a:lnTo>
                  <a:lnTo>
                    <a:pt x="8852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0" name="Google Shape;1010;p25"/>
            <p:cNvSpPr/>
            <p:nvPr/>
          </p:nvSpPr>
          <p:spPr>
            <a:xfrm>
              <a:off x="2368775" y="675625"/>
              <a:ext cx="2213025" cy="1371375"/>
            </a:xfrm>
            <a:custGeom>
              <a:avLst/>
              <a:gdLst/>
              <a:ahLst/>
              <a:cxnLst/>
              <a:rect l="l" t="t" r="r" b="b"/>
              <a:pathLst>
                <a:path w="88521" h="54855" fill="none" extrusionOk="0">
                  <a:moveTo>
                    <a:pt x="88521" y="54855"/>
                  </a:moveTo>
                  <a:lnTo>
                    <a:pt x="0" y="54855"/>
                  </a:lnTo>
                  <a:lnTo>
                    <a:pt x="0" y="1"/>
                  </a:lnTo>
                  <a:lnTo>
                    <a:pt x="88521" y="1"/>
                  </a:lnTo>
                  <a:lnTo>
                    <a:pt x="88521" y="548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1" name="Google Shape;1011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extrusionOk="0">
                  <a:moveTo>
                    <a:pt x="1" y="1"/>
                  </a:moveTo>
                  <a:lnTo>
                    <a:pt x="1" y="3282"/>
                  </a:lnTo>
                  <a:lnTo>
                    <a:pt x="1" y="6575"/>
                  </a:lnTo>
                  <a:lnTo>
                    <a:pt x="2845" y="4934"/>
                  </a:lnTo>
                  <a:lnTo>
                    <a:pt x="5700" y="3282"/>
                  </a:lnTo>
                  <a:lnTo>
                    <a:pt x="2845" y="1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2" name="Google Shape;1012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fill="none" extrusionOk="0">
                  <a:moveTo>
                    <a:pt x="1" y="3282"/>
                  </a:moveTo>
                  <a:lnTo>
                    <a:pt x="1" y="1"/>
                  </a:lnTo>
                  <a:lnTo>
                    <a:pt x="2845" y="1642"/>
                  </a:lnTo>
                  <a:lnTo>
                    <a:pt x="5700" y="3282"/>
                  </a:lnTo>
                  <a:lnTo>
                    <a:pt x="2845" y="4934"/>
                  </a:lnTo>
                  <a:lnTo>
                    <a:pt x="1" y="6575"/>
                  </a:lnTo>
                  <a:lnTo>
                    <a:pt x="1" y="328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3" name="Google Shape;1013;p25"/>
            <p:cNvSpPr/>
            <p:nvPr/>
          </p:nvSpPr>
          <p:spPr>
            <a:xfrm>
              <a:off x="3157675" y="1101125"/>
              <a:ext cx="520100" cy="520400"/>
            </a:xfrm>
            <a:custGeom>
              <a:avLst/>
              <a:gdLst/>
              <a:ahLst/>
              <a:cxnLst/>
              <a:rect l="l" t="t" r="r" b="b"/>
              <a:pathLst>
                <a:path w="20804" h="20816" extrusionOk="0">
                  <a:moveTo>
                    <a:pt x="8302" y="7121"/>
                  </a:moveTo>
                  <a:lnTo>
                    <a:pt x="11146" y="8762"/>
                  </a:lnTo>
                  <a:lnTo>
                    <a:pt x="14001" y="10402"/>
                  </a:lnTo>
                  <a:lnTo>
                    <a:pt x="11146" y="12054"/>
                  </a:lnTo>
                  <a:lnTo>
                    <a:pt x="8302" y="13695"/>
                  </a:lnTo>
                  <a:lnTo>
                    <a:pt x="8302" y="10402"/>
                  </a:lnTo>
                  <a:lnTo>
                    <a:pt x="8302" y="7121"/>
                  </a:lnTo>
                  <a:close/>
                  <a:moveTo>
                    <a:pt x="10129" y="0"/>
                  </a:moveTo>
                  <a:lnTo>
                    <a:pt x="9866" y="11"/>
                  </a:lnTo>
                  <a:lnTo>
                    <a:pt x="9604" y="33"/>
                  </a:lnTo>
                  <a:lnTo>
                    <a:pt x="9341" y="55"/>
                  </a:lnTo>
                  <a:lnTo>
                    <a:pt x="9079" y="88"/>
                  </a:lnTo>
                  <a:lnTo>
                    <a:pt x="8816" y="121"/>
                  </a:lnTo>
                  <a:lnTo>
                    <a:pt x="8302" y="219"/>
                  </a:lnTo>
                  <a:lnTo>
                    <a:pt x="7799" y="328"/>
                  </a:lnTo>
                  <a:lnTo>
                    <a:pt x="7307" y="471"/>
                  </a:lnTo>
                  <a:lnTo>
                    <a:pt x="6825" y="635"/>
                  </a:lnTo>
                  <a:lnTo>
                    <a:pt x="6355" y="821"/>
                  </a:lnTo>
                  <a:lnTo>
                    <a:pt x="5896" y="1028"/>
                  </a:lnTo>
                  <a:lnTo>
                    <a:pt x="5447" y="1258"/>
                  </a:lnTo>
                  <a:lnTo>
                    <a:pt x="5010" y="1510"/>
                  </a:lnTo>
                  <a:lnTo>
                    <a:pt x="4583" y="1783"/>
                  </a:lnTo>
                  <a:lnTo>
                    <a:pt x="4178" y="2068"/>
                  </a:lnTo>
                  <a:lnTo>
                    <a:pt x="3785" y="2374"/>
                  </a:lnTo>
                  <a:lnTo>
                    <a:pt x="3402" y="2702"/>
                  </a:lnTo>
                  <a:lnTo>
                    <a:pt x="3041" y="3052"/>
                  </a:lnTo>
                  <a:lnTo>
                    <a:pt x="2702" y="3413"/>
                  </a:lnTo>
                  <a:lnTo>
                    <a:pt x="2374" y="3785"/>
                  </a:lnTo>
                  <a:lnTo>
                    <a:pt x="2067" y="4179"/>
                  </a:lnTo>
                  <a:lnTo>
                    <a:pt x="1772" y="4594"/>
                  </a:lnTo>
                  <a:lnTo>
                    <a:pt x="1499" y="5010"/>
                  </a:lnTo>
                  <a:lnTo>
                    <a:pt x="1258" y="5447"/>
                  </a:lnTo>
                  <a:lnTo>
                    <a:pt x="1028" y="5896"/>
                  </a:lnTo>
                  <a:lnTo>
                    <a:pt x="809" y="6355"/>
                  </a:lnTo>
                  <a:lnTo>
                    <a:pt x="623" y="6826"/>
                  </a:lnTo>
                  <a:lnTo>
                    <a:pt x="459" y="7318"/>
                  </a:lnTo>
                  <a:lnTo>
                    <a:pt x="328" y="7810"/>
                  </a:lnTo>
                  <a:lnTo>
                    <a:pt x="208" y="8313"/>
                  </a:lnTo>
                  <a:lnTo>
                    <a:pt x="120" y="8827"/>
                  </a:lnTo>
                  <a:lnTo>
                    <a:pt x="77" y="9079"/>
                  </a:lnTo>
                  <a:lnTo>
                    <a:pt x="55" y="9341"/>
                  </a:lnTo>
                  <a:lnTo>
                    <a:pt x="22" y="9604"/>
                  </a:lnTo>
                  <a:lnTo>
                    <a:pt x="11" y="9866"/>
                  </a:lnTo>
                  <a:lnTo>
                    <a:pt x="0" y="10140"/>
                  </a:lnTo>
                  <a:lnTo>
                    <a:pt x="0" y="10402"/>
                  </a:lnTo>
                  <a:lnTo>
                    <a:pt x="0" y="10676"/>
                  </a:lnTo>
                  <a:lnTo>
                    <a:pt x="11" y="10938"/>
                  </a:lnTo>
                  <a:lnTo>
                    <a:pt x="22" y="11212"/>
                  </a:lnTo>
                  <a:lnTo>
                    <a:pt x="55" y="11474"/>
                  </a:lnTo>
                  <a:lnTo>
                    <a:pt x="77" y="11737"/>
                  </a:lnTo>
                  <a:lnTo>
                    <a:pt x="120" y="11988"/>
                  </a:lnTo>
                  <a:lnTo>
                    <a:pt x="208" y="12502"/>
                  </a:lnTo>
                  <a:lnTo>
                    <a:pt x="328" y="13006"/>
                  </a:lnTo>
                  <a:lnTo>
                    <a:pt x="459" y="13498"/>
                  </a:lnTo>
                  <a:lnTo>
                    <a:pt x="623" y="13979"/>
                  </a:lnTo>
                  <a:lnTo>
                    <a:pt x="809" y="14460"/>
                  </a:lnTo>
                  <a:lnTo>
                    <a:pt x="1028" y="14920"/>
                  </a:lnTo>
                  <a:lnTo>
                    <a:pt x="1258" y="15368"/>
                  </a:lnTo>
                  <a:lnTo>
                    <a:pt x="1499" y="15806"/>
                  </a:lnTo>
                  <a:lnTo>
                    <a:pt x="1772" y="16221"/>
                  </a:lnTo>
                  <a:lnTo>
                    <a:pt x="2067" y="16637"/>
                  </a:lnTo>
                  <a:lnTo>
                    <a:pt x="2374" y="17020"/>
                  </a:lnTo>
                  <a:lnTo>
                    <a:pt x="2702" y="17403"/>
                  </a:lnTo>
                  <a:lnTo>
                    <a:pt x="3041" y="17764"/>
                  </a:lnTo>
                  <a:lnTo>
                    <a:pt x="3402" y="18114"/>
                  </a:lnTo>
                  <a:lnTo>
                    <a:pt x="3785" y="18431"/>
                  </a:lnTo>
                  <a:lnTo>
                    <a:pt x="4178" y="18748"/>
                  </a:lnTo>
                  <a:lnTo>
                    <a:pt x="4583" y="19032"/>
                  </a:lnTo>
                  <a:lnTo>
                    <a:pt x="5010" y="19306"/>
                  </a:lnTo>
                  <a:lnTo>
                    <a:pt x="5447" y="19557"/>
                  </a:lnTo>
                  <a:lnTo>
                    <a:pt x="5896" y="19787"/>
                  </a:lnTo>
                  <a:lnTo>
                    <a:pt x="6355" y="19995"/>
                  </a:lnTo>
                  <a:lnTo>
                    <a:pt x="6825" y="20181"/>
                  </a:lnTo>
                  <a:lnTo>
                    <a:pt x="7307" y="20345"/>
                  </a:lnTo>
                  <a:lnTo>
                    <a:pt x="7799" y="20487"/>
                  </a:lnTo>
                  <a:lnTo>
                    <a:pt x="8302" y="20597"/>
                  </a:lnTo>
                  <a:lnTo>
                    <a:pt x="8816" y="20695"/>
                  </a:lnTo>
                  <a:lnTo>
                    <a:pt x="9079" y="20728"/>
                  </a:lnTo>
                  <a:lnTo>
                    <a:pt x="9341" y="20761"/>
                  </a:lnTo>
                  <a:lnTo>
                    <a:pt x="9604" y="20782"/>
                  </a:lnTo>
                  <a:lnTo>
                    <a:pt x="9866" y="20793"/>
                  </a:lnTo>
                  <a:lnTo>
                    <a:pt x="10129" y="20804"/>
                  </a:lnTo>
                  <a:lnTo>
                    <a:pt x="10402" y="20815"/>
                  </a:lnTo>
                  <a:lnTo>
                    <a:pt x="10675" y="20804"/>
                  </a:lnTo>
                  <a:lnTo>
                    <a:pt x="10938" y="20793"/>
                  </a:lnTo>
                  <a:lnTo>
                    <a:pt x="11200" y="20782"/>
                  </a:lnTo>
                  <a:lnTo>
                    <a:pt x="11463" y="20761"/>
                  </a:lnTo>
                  <a:lnTo>
                    <a:pt x="11726" y="20728"/>
                  </a:lnTo>
                  <a:lnTo>
                    <a:pt x="11988" y="20695"/>
                  </a:lnTo>
                  <a:lnTo>
                    <a:pt x="12502" y="20597"/>
                  </a:lnTo>
                  <a:lnTo>
                    <a:pt x="13005" y="20487"/>
                  </a:lnTo>
                  <a:lnTo>
                    <a:pt x="13497" y="20345"/>
                  </a:lnTo>
                  <a:lnTo>
                    <a:pt x="13979" y="20181"/>
                  </a:lnTo>
                  <a:lnTo>
                    <a:pt x="14449" y="19995"/>
                  </a:lnTo>
                  <a:lnTo>
                    <a:pt x="14908" y="19787"/>
                  </a:lnTo>
                  <a:lnTo>
                    <a:pt x="15357" y="19557"/>
                  </a:lnTo>
                  <a:lnTo>
                    <a:pt x="15794" y="19306"/>
                  </a:lnTo>
                  <a:lnTo>
                    <a:pt x="16221" y="19032"/>
                  </a:lnTo>
                  <a:lnTo>
                    <a:pt x="16626" y="18748"/>
                  </a:lnTo>
                  <a:lnTo>
                    <a:pt x="17019" y="18431"/>
                  </a:lnTo>
                  <a:lnTo>
                    <a:pt x="17402" y="18114"/>
                  </a:lnTo>
                  <a:lnTo>
                    <a:pt x="17763" y="17764"/>
                  </a:lnTo>
                  <a:lnTo>
                    <a:pt x="18102" y="17403"/>
                  </a:lnTo>
                  <a:lnTo>
                    <a:pt x="18430" y="17020"/>
                  </a:lnTo>
                  <a:lnTo>
                    <a:pt x="18737" y="16637"/>
                  </a:lnTo>
                  <a:lnTo>
                    <a:pt x="19032" y="16221"/>
                  </a:lnTo>
                  <a:lnTo>
                    <a:pt x="19295" y="15806"/>
                  </a:lnTo>
                  <a:lnTo>
                    <a:pt x="19546" y="15368"/>
                  </a:lnTo>
                  <a:lnTo>
                    <a:pt x="19776" y="14920"/>
                  </a:lnTo>
                  <a:lnTo>
                    <a:pt x="19984" y="14460"/>
                  </a:lnTo>
                  <a:lnTo>
                    <a:pt x="20170" y="13979"/>
                  </a:lnTo>
                  <a:lnTo>
                    <a:pt x="20334" y="13498"/>
                  </a:lnTo>
                  <a:lnTo>
                    <a:pt x="20476" y="13006"/>
                  </a:lnTo>
                  <a:lnTo>
                    <a:pt x="20596" y="12502"/>
                  </a:lnTo>
                  <a:lnTo>
                    <a:pt x="20684" y="11988"/>
                  </a:lnTo>
                  <a:lnTo>
                    <a:pt x="20727" y="11737"/>
                  </a:lnTo>
                  <a:lnTo>
                    <a:pt x="20749" y="11474"/>
                  </a:lnTo>
                  <a:lnTo>
                    <a:pt x="20771" y="11212"/>
                  </a:lnTo>
                  <a:lnTo>
                    <a:pt x="20793" y="10938"/>
                  </a:lnTo>
                  <a:lnTo>
                    <a:pt x="20804" y="10676"/>
                  </a:lnTo>
                  <a:lnTo>
                    <a:pt x="20804" y="10402"/>
                  </a:lnTo>
                  <a:lnTo>
                    <a:pt x="20804" y="10140"/>
                  </a:lnTo>
                  <a:lnTo>
                    <a:pt x="20793" y="9866"/>
                  </a:lnTo>
                  <a:lnTo>
                    <a:pt x="20771" y="9604"/>
                  </a:lnTo>
                  <a:lnTo>
                    <a:pt x="20749" y="9341"/>
                  </a:lnTo>
                  <a:lnTo>
                    <a:pt x="20727" y="9079"/>
                  </a:lnTo>
                  <a:lnTo>
                    <a:pt x="20684" y="8827"/>
                  </a:lnTo>
                  <a:lnTo>
                    <a:pt x="20596" y="8313"/>
                  </a:lnTo>
                  <a:lnTo>
                    <a:pt x="20476" y="7810"/>
                  </a:lnTo>
                  <a:lnTo>
                    <a:pt x="20334" y="7318"/>
                  </a:lnTo>
                  <a:lnTo>
                    <a:pt x="20170" y="6826"/>
                  </a:lnTo>
                  <a:lnTo>
                    <a:pt x="19984" y="6355"/>
                  </a:lnTo>
                  <a:lnTo>
                    <a:pt x="19776" y="5896"/>
                  </a:lnTo>
                  <a:lnTo>
                    <a:pt x="19546" y="5447"/>
                  </a:lnTo>
                  <a:lnTo>
                    <a:pt x="19295" y="5010"/>
                  </a:lnTo>
                  <a:lnTo>
                    <a:pt x="19032" y="4594"/>
                  </a:lnTo>
                  <a:lnTo>
                    <a:pt x="18737" y="4179"/>
                  </a:lnTo>
                  <a:lnTo>
                    <a:pt x="18430" y="3785"/>
                  </a:lnTo>
                  <a:lnTo>
                    <a:pt x="18102" y="3413"/>
                  </a:lnTo>
                  <a:lnTo>
                    <a:pt x="17763" y="3052"/>
                  </a:lnTo>
                  <a:lnTo>
                    <a:pt x="17402" y="2702"/>
                  </a:lnTo>
                  <a:lnTo>
                    <a:pt x="17019" y="2374"/>
                  </a:lnTo>
                  <a:lnTo>
                    <a:pt x="16626" y="2068"/>
                  </a:lnTo>
                  <a:lnTo>
                    <a:pt x="16221" y="1783"/>
                  </a:lnTo>
                  <a:lnTo>
                    <a:pt x="15794" y="1510"/>
                  </a:lnTo>
                  <a:lnTo>
                    <a:pt x="15357" y="1258"/>
                  </a:lnTo>
                  <a:lnTo>
                    <a:pt x="14908" y="1028"/>
                  </a:lnTo>
                  <a:lnTo>
                    <a:pt x="14449" y="821"/>
                  </a:lnTo>
                  <a:lnTo>
                    <a:pt x="13979" y="635"/>
                  </a:lnTo>
                  <a:lnTo>
                    <a:pt x="13497" y="471"/>
                  </a:lnTo>
                  <a:lnTo>
                    <a:pt x="13005" y="328"/>
                  </a:lnTo>
                  <a:lnTo>
                    <a:pt x="12502" y="219"/>
                  </a:lnTo>
                  <a:lnTo>
                    <a:pt x="11988" y="121"/>
                  </a:lnTo>
                  <a:lnTo>
                    <a:pt x="11726" y="88"/>
                  </a:lnTo>
                  <a:lnTo>
                    <a:pt x="11463" y="55"/>
                  </a:lnTo>
                  <a:lnTo>
                    <a:pt x="11200" y="33"/>
                  </a:lnTo>
                  <a:lnTo>
                    <a:pt x="10938" y="11"/>
                  </a:lnTo>
                  <a:lnTo>
                    <a:pt x="10675" y="0"/>
                  </a:lnTo>
                  <a:close/>
                </a:path>
              </a:pathLst>
            </a:custGeom>
            <a:solidFill>
              <a:srgbClr val="FFFFFF">
                <a:alpha val="66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4" name="Google Shape;1014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fill="none" extrusionOk="0">
                  <a:moveTo>
                    <a:pt x="1" y="6575"/>
                  </a:moveTo>
                  <a:lnTo>
                    <a:pt x="1" y="3282"/>
                  </a:lnTo>
                  <a:lnTo>
                    <a:pt x="1" y="1"/>
                  </a:lnTo>
                  <a:lnTo>
                    <a:pt x="2845" y="1642"/>
                  </a:lnTo>
                  <a:lnTo>
                    <a:pt x="5700" y="3282"/>
                  </a:lnTo>
                  <a:lnTo>
                    <a:pt x="2845" y="4934"/>
                  </a:lnTo>
                  <a:lnTo>
                    <a:pt x="1" y="657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5" name="Google Shape;1015;p25"/>
            <p:cNvSpPr/>
            <p:nvPr/>
          </p:nvSpPr>
          <p:spPr>
            <a:xfrm>
              <a:off x="3157675" y="1101125"/>
              <a:ext cx="520100" cy="520400"/>
            </a:xfrm>
            <a:custGeom>
              <a:avLst/>
              <a:gdLst/>
              <a:ahLst/>
              <a:cxnLst/>
              <a:rect l="l" t="t" r="r" b="b"/>
              <a:pathLst>
                <a:path w="20804" h="20816" fill="none" extrusionOk="0">
                  <a:moveTo>
                    <a:pt x="10402" y="0"/>
                  </a:moveTo>
                  <a:lnTo>
                    <a:pt x="10402" y="0"/>
                  </a:lnTo>
                  <a:lnTo>
                    <a:pt x="10129" y="0"/>
                  </a:lnTo>
                  <a:lnTo>
                    <a:pt x="9866" y="11"/>
                  </a:lnTo>
                  <a:lnTo>
                    <a:pt x="9604" y="33"/>
                  </a:lnTo>
                  <a:lnTo>
                    <a:pt x="9341" y="55"/>
                  </a:lnTo>
                  <a:lnTo>
                    <a:pt x="9079" y="88"/>
                  </a:lnTo>
                  <a:lnTo>
                    <a:pt x="8816" y="121"/>
                  </a:lnTo>
                  <a:lnTo>
                    <a:pt x="8302" y="219"/>
                  </a:lnTo>
                  <a:lnTo>
                    <a:pt x="7799" y="328"/>
                  </a:lnTo>
                  <a:lnTo>
                    <a:pt x="7307" y="471"/>
                  </a:lnTo>
                  <a:lnTo>
                    <a:pt x="6825" y="635"/>
                  </a:lnTo>
                  <a:lnTo>
                    <a:pt x="6355" y="821"/>
                  </a:lnTo>
                  <a:lnTo>
                    <a:pt x="5896" y="1028"/>
                  </a:lnTo>
                  <a:lnTo>
                    <a:pt x="5447" y="1258"/>
                  </a:lnTo>
                  <a:lnTo>
                    <a:pt x="5010" y="1510"/>
                  </a:lnTo>
                  <a:lnTo>
                    <a:pt x="4583" y="1783"/>
                  </a:lnTo>
                  <a:lnTo>
                    <a:pt x="4178" y="2068"/>
                  </a:lnTo>
                  <a:lnTo>
                    <a:pt x="3785" y="2374"/>
                  </a:lnTo>
                  <a:lnTo>
                    <a:pt x="3402" y="2702"/>
                  </a:lnTo>
                  <a:lnTo>
                    <a:pt x="3041" y="3052"/>
                  </a:lnTo>
                  <a:lnTo>
                    <a:pt x="2702" y="3413"/>
                  </a:lnTo>
                  <a:lnTo>
                    <a:pt x="2374" y="3785"/>
                  </a:lnTo>
                  <a:lnTo>
                    <a:pt x="2067" y="4179"/>
                  </a:lnTo>
                  <a:lnTo>
                    <a:pt x="1772" y="4594"/>
                  </a:lnTo>
                  <a:lnTo>
                    <a:pt x="1499" y="5010"/>
                  </a:lnTo>
                  <a:lnTo>
                    <a:pt x="1258" y="5447"/>
                  </a:lnTo>
                  <a:lnTo>
                    <a:pt x="1028" y="5896"/>
                  </a:lnTo>
                  <a:lnTo>
                    <a:pt x="809" y="6355"/>
                  </a:lnTo>
                  <a:lnTo>
                    <a:pt x="623" y="6826"/>
                  </a:lnTo>
                  <a:lnTo>
                    <a:pt x="459" y="7318"/>
                  </a:lnTo>
                  <a:lnTo>
                    <a:pt x="328" y="7810"/>
                  </a:lnTo>
                  <a:lnTo>
                    <a:pt x="208" y="8313"/>
                  </a:lnTo>
                  <a:lnTo>
                    <a:pt x="120" y="8827"/>
                  </a:lnTo>
                  <a:lnTo>
                    <a:pt x="77" y="9079"/>
                  </a:lnTo>
                  <a:lnTo>
                    <a:pt x="55" y="9341"/>
                  </a:lnTo>
                  <a:lnTo>
                    <a:pt x="22" y="9604"/>
                  </a:lnTo>
                  <a:lnTo>
                    <a:pt x="11" y="9866"/>
                  </a:lnTo>
                  <a:lnTo>
                    <a:pt x="0" y="10140"/>
                  </a:lnTo>
                  <a:lnTo>
                    <a:pt x="0" y="10402"/>
                  </a:lnTo>
                  <a:lnTo>
                    <a:pt x="0" y="10402"/>
                  </a:lnTo>
                  <a:lnTo>
                    <a:pt x="0" y="10676"/>
                  </a:lnTo>
                  <a:lnTo>
                    <a:pt x="11" y="10938"/>
                  </a:lnTo>
                  <a:lnTo>
                    <a:pt x="22" y="11212"/>
                  </a:lnTo>
                  <a:lnTo>
                    <a:pt x="55" y="11474"/>
                  </a:lnTo>
                  <a:lnTo>
                    <a:pt x="77" y="11737"/>
                  </a:lnTo>
                  <a:lnTo>
                    <a:pt x="120" y="11988"/>
                  </a:lnTo>
                  <a:lnTo>
                    <a:pt x="208" y="12502"/>
                  </a:lnTo>
                  <a:lnTo>
                    <a:pt x="328" y="13006"/>
                  </a:lnTo>
                  <a:lnTo>
                    <a:pt x="459" y="13498"/>
                  </a:lnTo>
                  <a:lnTo>
                    <a:pt x="623" y="13979"/>
                  </a:lnTo>
                  <a:lnTo>
                    <a:pt x="809" y="14460"/>
                  </a:lnTo>
                  <a:lnTo>
                    <a:pt x="1028" y="14920"/>
                  </a:lnTo>
                  <a:lnTo>
                    <a:pt x="1258" y="15368"/>
                  </a:lnTo>
                  <a:lnTo>
                    <a:pt x="1499" y="15806"/>
                  </a:lnTo>
                  <a:lnTo>
                    <a:pt x="1772" y="16221"/>
                  </a:lnTo>
                  <a:lnTo>
                    <a:pt x="2067" y="16637"/>
                  </a:lnTo>
                  <a:lnTo>
                    <a:pt x="2374" y="17020"/>
                  </a:lnTo>
                  <a:lnTo>
                    <a:pt x="2702" y="17403"/>
                  </a:lnTo>
                  <a:lnTo>
                    <a:pt x="3041" y="17764"/>
                  </a:lnTo>
                  <a:lnTo>
                    <a:pt x="3402" y="18114"/>
                  </a:lnTo>
                  <a:lnTo>
                    <a:pt x="3785" y="18431"/>
                  </a:lnTo>
                  <a:lnTo>
                    <a:pt x="4178" y="18748"/>
                  </a:lnTo>
                  <a:lnTo>
                    <a:pt x="4583" y="19032"/>
                  </a:lnTo>
                  <a:lnTo>
                    <a:pt x="5010" y="19306"/>
                  </a:lnTo>
                  <a:lnTo>
                    <a:pt x="5447" y="19557"/>
                  </a:lnTo>
                  <a:lnTo>
                    <a:pt x="5896" y="19787"/>
                  </a:lnTo>
                  <a:lnTo>
                    <a:pt x="6355" y="19995"/>
                  </a:lnTo>
                  <a:lnTo>
                    <a:pt x="6825" y="20181"/>
                  </a:lnTo>
                  <a:lnTo>
                    <a:pt x="7307" y="20345"/>
                  </a:lnTo>
                  <a:lnTo>
                    <a:pt x="7799" y="20487"/>
                  </a:lnTo>
                  <a:lnTo>
                    <a:pt x="8302" y="20597"/>
                  </a:lnTo>
                  <a:lnTo>
                    <a:pt x="8816" y="20695"/>
                  </a:lnTo>
                  <a:lnTo>
                    <a:pt x="9079" y="20728"/>
                  </a:lnTo>
                  <a:lnTo>
                    <a:pt x="9341" y="20761"/>
                  </a:lnTo>
                  <a:lnTo>
                    <a:pt x="9604" y="20782"/>
                  </a:lnTo>
                  <a:lnTo>
                    <a:pt x="9866" y="20793"/>
                  </a:lnTo>
                  <a:lnTo>
                    <a:pt x="10129" y="20804"/>
                  </a:lnTo>
                  <a:lnTo>
                    <a:pt x="10402" y="20815"/>
                  </a:lnTo>
                  <a:lnTo>
                    <a:pt x="10402" y="20815"/>
                  </a:lnTo>
                  <a:lnTo>
                    <a:pt x="10675" y="20804"/>
                  </a:lnTo>
                  <a:lnTo>
                    <a:pt x="10938" y="20793"/>
                  </a:lnTo>
                  <a:lnTo>
                    <a:pt x="11200" y="20782"/>
                  </a:lnTo>
                  <a:lnTo>
                    <a:pt x="11463" y="20761"/>
                  </a:lnTo>
                  <a:lnTo>
                    <a:pt x="11726" y="20728"/>
                  </a:lnTo>
                  <a:lnTo>
                    <a:pt x="11988" y="20695"/>
                  </a:lnTo>
                  <a:lnTo>
                    <a:pt x="12502" y="20597"/>
                  </a:lnTo>
                  <a:lnTo>
                    <a:pt x="13005" y="20487"/>
                  </a:lnTo>
                  <a:lnTo>
                    <a:pt x="13497" y="20345"/>
                  </a:lnTo>
                  <a:lnTo>
                    <a:pt x="13979" y="20181"/>
                  </a:lnTo>
                  <a:lnTo>
                    <a:pt x="14449" y="19995"/>
                  </a:lnTo>
                  <a:lnTo>
                    <a:pt x="14908" y="19787"/>
                  </a:lnTo>
                  <a:lnTo>
                    <a:pt x="15357" y="19557"/>
                  </a:lnTo>
                  <a:lnTo>
                    <a:pt x="15794" y="19306"/>
                  </a:lnTo>
                  <a:lnTo>
                    <a:pt x="16221" y="19032"/>
                  </a:lnTo>
                  <a:lnTo>
                    <a:pt x="16626" y="18748"/>
                  </a:lnTo>
                  <a:lnTo>
                    <a:pt x="17019" y="18431"/>
                  </a:lnTo>
                  <a:lnTo>
                    <a:pt x="17402" y="18114"/>
                  </a:lnTo>
                  <a:lnTo>
                    <a:pt x="17763" y="17764"/>
                  </a:lnTo>
                  <a:lnTo>
                    <a:pt x="18102" y="17403"/>
                  </a:lnTo>
                  <a:lnTo>
                    <a:pt x="18430" y="17020"/>
                  </a:lnTo>
                  <a:lnTo>
                    <a:pt x="18737" y="16637"/>
                  </a:lnTo>
                  <a:lnTo>
                    <a:pt x="19032" y="16221"/>
                  </a:lnTo>
                  <a:lnTo>
                    <a:pt x="19295" y="15806"/>
                  </a:lnTo>
                  <a:lnTo>
                    <a:pt x="19546" y="15368"/>
                  </a:lnTo>
                  <a:lnTo>
                    <a:pt x="19776" y="14920"/>
                  </a:lnTo>
                  <a:lnTo>
                    <a:pt x="19984" y="14460"/>
                  </a:lnTo>
                  <a:lnTo>
                    <a:pt x="20170" y="13979"/>
                  </a:lnTo>
                  <a:lnTo>
                    <a:pt x="20334" y="13498"/>
                  </a:lnTo>
                  <a:lnTo>
                    <a:pt x="20476" y="13006"/>
                  </a:lnTo>
                  <a:lnTo>
                    <a:pt x="20596" y="12502"/>
                  </a:lnTo>
                  <a:lnTo>
                    <a:pt x="20684" y="11988"/>
                  </a:lnTo>
                  <a:lnTo>
                    <a:pt x="20727" y="11737"/>
                  </a:lnTo>
                  <a:lnTo>
                    <a:pt x="20749" y="11474"/>
                  </a:lnTo>
                  <a:lnTo>
                    <a:pt x="20771" y="11212"/>
                  </a:lnTo>
                  <a:lnTo>
                    <a:pt x="20793" y="10938"/>
                  </a:lnTo>
                  <a:lnTo>
                    <a:pt x="20804" y="10676"/>
                  </a:lnTo>
                  <a:lnTo>
                    <a:pt x="20804" y="10402"/>
                  </a:lnTo>
                  <a:lnTo>
                    <a:pt x="20804" y="10402"/>
                  </a:lnTo>
                  <a:lnTo>
                    <a:pt x="20804" y="10140"/>
                  </a:lnTo>
                  <a:lnTo>
                    <a:pt x="20793" y="9866"/>
                  </a:lnTo>
                  <a:lnTo>
                    <a:pt x="20771" y="9604"/>
                  </a:lnTo>
                  <a:lnTo>
                    <a:pt x="20749" y="9341"/>
                  </a:lnTo>
                  <a:lnTo>
                    <a:pt x="20727" y="9079"/>
                  </a:lnTo>
                  <a:lnTo>
                    <a:pt x="20684" y="8827"/>
                  </a:lnTo>
                  <a:lnTo>
                    <a:pt x="20596" y="8313"/>
                  </a:lnTo>
                  <a:lnTo>
                    <a:pt x="20476" y="7810"/>
                  </a:lnTo>
                  <a:lnTo>
                    <a:pt x="20334" y="7318"/>
                  </a:lnTo>
                  <a:lnTo>
                    <a:pt x="20170" y="6826"/>
                  </a:lnTo>
                  <a:lnTo>
                    <a:pt x="19984" y="6355"/>
                  </a:lnTo>
                  <a:lnTo>
                    <a:pt x="19776" y="5896"/>
                  </a:lnTo>
                  <a:lnTo>
                    <a:pt x="19546" y="5447"/>
                  </a:lnTo>
                  <a:lnTo>
                    <a:pt x="19295" y="5010"/>
                  </a:lnTo>
                  <a:lnTo>
                    <a:pt x="19032" y="4594"/>
                  </a:lnTo>
                  <a:lnTo>
                    <a:pt x="18737" y="4179"/>
                  </a:lnTo>
                  <a:lnTo>
                    <a:pt x="18430" y="3785"/>
                  </a:lnTo>
                  <a:lnTo>
                    <a:pt x="18102" y="3413"/>
                  </a:lnTo>
                  <a:lnTo>
                    <a:pt x="17763" y="3052"/>
                  </a:lnTo>
                  <a:lnTo>
                    <a:pt x="17402" y="2702"/>
                  </a:lnTo>
                  <a:lnTo>
                    <a:pt x="17019" y="2374"/>
                  </a:lnTo>
                  <a:lnTo>
                    <a:pt x="16626" y="2068"/>
                  </a:lnTo>
                  <a:lnTo>
                    <a:pt x="16221" y="1783"/>
                  </a:lnTo>
                  <a:lnTo>
                    <a:pt x="15794" y="1510"/>
                  </a:lnTo>
                  <a:lnTo>
                    <a:pt x="15357" y="1258"/>
                  </a:lnTo>
                  <a:lnTo>
                    <a:pt x="14908" y="1028"/>
                  </a:lnTo>
                  <a:lnTo>
                    <a:pt x="14449" y="821"/>
                  </a:lnTo>
                  <a:lnTo>
                    <a:pt x="13979" y="635"/>
                  </a:lnTo>
                  <a:lnTo>
                    <a:pt x="13497" y="471"/>
                  </a:lnTo>
                  <a:lnTo>
                    <a:pt x="13005" y="328"/>
                  </a:lnTo>
                  <a:lnTo>
                    <a:pt x="12502" y="219"/>
                  </a:lnTo>
                  <a:lnTo>
                    <a:pt x="11988" y="121"/>
                  </a:lnTo>
                  <a:lnTo>
                    <a:pt x="11726" y="88"/>
                  </a:lnTo>
                  <a:lnTo>
                    <a:pt x="11463" y="55"/>
                  </a:lnTo>
                  <a:lnTo>
                    <a:pt x="11200" y="33"/>
                  </a:lnTo>
                  <a:lnTo>
                    <a:pt x="10938" y="11"/>
                  </a:lnTo>
                  <a:lnTo>
                    <a:pt x="10675" y="0"/>
                  </a:lnTo>
                  <a:lnTo>
                    <a:pt x="104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6" name="Google Shape;1016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extrusionOk="0">
                  <a:moveTo>
                    <a:pt x="1" y="1"/>
                  </a:moveTo>
                  <a:lnTo>
                    <a:pt x="1" y="3282"/>
                  </a:lnTo>
                  <a:lnTo>
                    <a:pt x="1" y="6575"/>
                  </a:lnTo>
                  <a:lnTo>
                    <a:pt x="2845" y="4934"/>
                  </a:lnTo>
                  <a:lnTo>
                    <a:pt x="5700" y="3282"/>
                  </a:lnTo>
                  <a:lnTo>
                    <a:pt x="2845" y="1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7" name="Google Shape;1017;p25"/>
            <p:cNvSpPr/>
            <p:nvPr/>
          </p:nvSpPr>
          <p:spPr>
            <a:xfrm>
              <a:off x="3365200" y="1279125"/>
              <a:ext cx="142500" cy="164375"/>
            </a:xfrm>
            <a:custGeom>
              <a:avLst/>
              <a:gdLst/>
              <a:ahLst/>
              <a:cxnLst/>
              <a:rect l="l" t="t" r="r" b="b"/>
              <a:pathLst>
                <a:path w="5700" h="6575" fill="none" extrusionOk="0">
                  <a:moveTo>
                    <a:pt x="1" y="1"/>
                  </a:moveTo>
                  <a:lnTo>
                    <a:pt x="1" y="3282"/>
                  </a:lnTo>
                  <a:lnTo>
                    <a:pt x="1" y="6575"/>
                  </a:lnTo>
                  <a:lnTo>
                    <a:pt x="2845" y="4934"/>
                  </a:lnTo>
                  <a:lnTo>
                    <a:pt x="5700" y="3282"/>
                  </a:lnTo>
                  <a:lnTo>
                    <a:pt x="2845" y="164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8" name="Google Shape;1018;p25"/>
            <p:cNvSpPr/>
            <p:nvPr/>
          </p:nvSpPr>
          <p:spPr>
            <a:xfrm>
              <a:off x="2368775" y="1923375"/>
              <a:ext cx="2213025" cy="20000"/>
            </a:xfrm>
            <a:custGeom>
              <a:avLst/>
              <a:gdLst/>
              <a:ahLst/>
              <a:cxnLst/>
              <a:rect l="l" t="t" r="r" b="b"/>
              <a:pathLst>
                <a:path w="88521" h="800" extrusionOk="0">
                  <a:moveTo>
                    <a:pt x="0" y="1"/>
                  </a:moveTo>
                  <a:lnTo>
                    <a:pt x="0" y="799"/>
                  </a:lnTo>
                  <a:lnTo>
                    <a:pt x="88521" y="799"/>
                  </a:lnTo>
                  <a:lnTo>
                    <a:pt x="88521" y="1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9" name="Google Shape;1019;p25"/>
            <p:cNvSpPr/>
            <p:nvPr/>
          </p:nvSpPr>
          <p:spPr>
            <a:xfrm>
              <a:off x="2368775" y="1923375"/>
              <a:ext cx="2213025" cy="20000"/>
            </a:xfrm>
            <a:custGeom>
              <a:avLst/>
              <a:gdLst/>
              <a:ahLst/>
              <a:cxnLst/>
              <a:rect l="l" t="t" r="r" b="b"/>
              <a:pathLst>
                <a:path w="88521" h="800" fill="none" extrusionOk="0">
                  <a:moveTo>
                    <a:pt x="88521" y="1"/>
                  </a:moveTo>
                  <a:lnTo>
                    <a:pt x="0" y="1"/>
                  </a:lnTo>
                  <a:lnTo>
                    <a:pt x="0" y="799"/>
                  </a:lnTo>
                  <a:lnTo>
                    <a:pt x="88521" y="799"/>
                  </a:lnTo>
                  <a:lnTo>
                    <a:pt x="885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0" name="Google Shape;1020;p25"/>
            <p:cNvSpPr/>
            <p:nvPr/>
          </p:nvSpPr>
          <p:spPr>
            <a:xfrm>
              <a:off x="2368775" y="1923375"/>
              <a:ext cx="987700" cy="20000"/>
            </a:xfrm>
            <a:custGeom>
              <a:avLst/>
              <a:gdLst/>
              <a:ahLst/>
              <a:cxnLst/>
              <a:rect l="l" t="t" r="r" b="b"/>
              <a:pathLst>
                <a:path w="39508" h="800" extrusionOk="0">
                  <a:moveTo>
                    <a:pt x="0" y="1"/>
                  </a:moveTo>
                  <a:lnTo>
                    <a:pt x="0" y="799"/>
                  </a:lnTo>
                  <a:lnTo>
                    <a:pt x="39508" y="799"/>
                  </a:lnTo>
                  <a:lnTo>
                    <a:pt x="395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1" name="Google Shape;1021;p25"/>
            <p:cNvSpPr/>
            <p:nvPr/>
          </p:nvSpPr>
          <p:spPr>
            <a:xfrm>
              <a:off x="2368775" y="1923375"/>
              <a:ext cx="358225" cy="20000"/>
            </a:xfrm>
            <a:custGeom>
              <a:avLst/>
              <a:gdLst/>
              <a:ahLst/>
              <a:cxnLst/>
              <a:rect l="l" t="t" r="r" b="b"/>
              <a:pathLst>
                <a:path w="14329" h="800" extrusionOk="0">
                  <a:moveTo>
                    <a:pt x="0" y="1"/>
                  </a:moveTo>
                  <a:lnTo>
                    <a:pt x="0" y="799"/>
                  </a:lnTo>
                  <a:lnTo>
                    <a:pt x="14329" y="799"/>
                  </a:lnTo>
                  <a:lnTo>
                    <a:pt x="143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2" name="Google Shape;1022;p25"/>
            <p:cNvSpPr/>
            <p:nvPr/>
          </p:nvSpPr>
          <p:spPr>
            <a:xfrm>
              <a:off x="2699375" y="1907800"/>
              <a:ext cx="50875" cy="50875"/>
            </a:xfrm>
            <a:custGeom>
              <a:avLst/>
              <a:gdLst/>
              <a:ahLst/>
              <a:cxnLst/>
              <a:rect l="l" t="t" r="r" b="b"/>
              <a:pathLst>
                <a:path w="2035" h="2035" extrusionOk="0">
                  <a:moveTo>
                    <a:pt x="1017" y="0"/>
                  </a:moveTo>
                  <a:lnTo>
                    <a:pt x="908" y="11"/>
                  </a:lnTo>
                  <a:lnTo>
                    <a:pt x="809" y="22"/>
                  </a:lnTo>
                  <a:lnTo>
                    <a:pt x="711" y="44"/>
                  </a:lnTo>
                  <a:lnTo>
                    <a:pt x="623" y="88"/>
                  </a:lnTo>
                  <a:lnTo>
                    <a:pt x="536" y="132"/>
                  </a:lnTo>
                  <a:lnTo>
                    <a:pt x="448" y="175"/>
                  </a:lnTo>
                  <a:lnTo>
                    <a:pt x="372" y="241"/>
                  </a:lnTo>
                  <a:lnTo>
                    <a:pt x="295" y="307"/>
                  </a:lnTo>
                  <a:lnTo>
                    <a:pt x="230" y="372"/>
                  </a:lnTo>
                  <a:lnTo>
                    <a:pt x="175" y="449"/>
                  </a:lnTo>
                  <a:lnTo>
                    <a:pt x="120" y="536"/>
                  </a:lnTo>
                  <a:lnTo>
                    <a:pt x="77" y="624"/>
                  </a:lnTo>
                  <a:lnTo>
                    <a:pt x="44" y="722"/>
                  </a:lnTo>
                  <a:lnTo>
                    <a:pt x="22" y="821"/>
                  </a:lnTo>
                  <a:lnTo>
                    <a:pt x="0" y="919"/>
                  </a:lnTo>
                  <a:lnTo>
                    <a:pt x="0" y="1018"/>
                  </a:lnTo>
                  <a:lnTo>
                    <a:pt x="0" y="1127"/>
                  </a:lnTo>
                  <a:lnTo>
                    <a:pt x="22" y="1225"/>
                  </a:lnTo>
                  <a:lnTo>
                    <a:pt x="44" y="1324"/>
                  </a:lnTo>
                  <a:lnTo>
                    <a:pt x="77" y="1422"/>
                  </a:lnTo>
                  <a:lnTo>
                    <a:pt x="120" y="1510"/>
                  </a:lnTo>
                  <a:lnTo>
                    <a:pt x="175" y="1586"/>
                  </a:lnTo>
                  <a:lnTo>
                    <a:pt x="230" y="1663"/>
                  </a:lnTo>
                  <a:lnTo>
                    <a:pt x="295" y="1740"/>
                  </a:lnTo>
                  <a:lnTo>
                    <a:pt x="372" y="1805"/>
                  </a:lnTo>
                  <a:lnTo>
                    <a:pt x="448" y="1860"/>
                  </a:lnTo>
                  <a:lnTo>
                    <a:pt x="536" y="1915"/>
                  </a:lnTo>
                  <a:lnTo>
                    <a:pt x="623" y="1958"/>
                  </a:lnTo>
                  <a:lnTo>
                    <a:pt x="711" y="1991"/>
                  </a:lnTo>
                  <a:lnTo>
                    <a:pt x="809" y="2013"/>
                  </a:lnTo>
                  <a:lnTo>
                    <a:pt x="908" y="2035"/>
                  </a:lnTo>
                  <a:lnTo>
                    <a:pt x="1116" y="2035"/>
                  </a:lnTo>
                  <a:lnTo>
                    <a:pt x="1225" y="2013"/>
                  </a:lnTo>
                  <a:lnTo>
                    <a:pt x="1324" y="1991"/>
                  </a:lnTo>
                  <a:lnTo>
                    <a:pt x="1411" y="1958"/>
                  </a:lnTo>
                  <a:lnTo>
                    <a:pt x="1499" y="1915"/>
                  </a:lnTo>
                  <a:lnTo>
                    <a:pt x="1586" y="1860"/>
                  </a:lnTo>
                  <a:lnTo>
                    <a:pt x="1663" y="1805"/>
                  </a:lnTo>
                  <a:lnTo>
                    <a:pt x="1739" y="1740"/>
                  </a:lnTo>
                  <a:lnTo>
                    <a:pt x="1805" y="1663"/>
                  </a:lnTo>
                  <a:lnTo>
                    <a:pt x="1859" y="1586"/>
                  </a:lnTo>
                  <a:lnTo>
                    <a:pt x="1914" y="1510"/>
                  </a:lnTo>
                  <a:lnTo>
                    <a:pt x="1958" y="1422"/>
                  </a:lnTo>
                  <a:lnTo>
                    <a:pt x="1991" y="1324"/>
                  </a:lnTo>
                  <a:lnTo>
                    <a:pt x="2013" y="1225"/>
                  </a:lnTo>
                  <a:lnTo>
                    <a:pt x="2024" y="1127"/>
                  </a:lnTo>
                  <a:lnTo>
                    <a:pt x="2034" y="1018"/>
                  </a:lnTo>
                  <a:lnTo>
                    <a:pt x="2024" y="919"/>
                  </a:lnTo>
                  <a:lnTo>
                    <a:pt x="2013" y="821"/>
                  </a:lnTo>
                  <a:lnTo>
                    <a:pt x="1991" y="722"/>
                  </a:lnTo>
                  <a:lnTo>
                    <a:pt x="1958" y="624"/>
                  </a:lnTo>
                  <a:lnTo>
                    <a:pt x="1914" y="536"/>
                  </a:lnTo>
                  <a:lnTo>
                    <a:pt x="1859" y="449"/>
                  </a:lnTo>
                  <a:lnTo>
                    <a:pt x="1805" y="372"/>
                  </a:lnTo>
                  <a:lnTo>
                    <a:pt x="1739" y="307"/>
                  </a:lnTo>
                  <a:lnTo>
                    <a:pt x="1663" y="241"/>
                  </a:lnTo>
                  <a:lnTo>
                    <a:pt x="1586" y="175"/>
                  </a:lnTo>
                  <a:lnTo>
                    <a:pt x="1499" y="132"/>
                  </a:lnTo>
                  <a:lnTo>
                    <a:pt x="1411" y="88"/>
                  </a:lnTo>
                  <a:lnTo>
                    <a:pt x="1324" y="44"/>
                  </a:lnTo>
                  <a:lnTo>
                    <a:pt x="1225" y="22"/>
                  </a:lnTo>
                  <a:lnTo>
                    <a:pt x="1116" y="11"/>
                  </a:lnTo>
                  <a:lnTo>
                    <a:pt x="10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3" name="Google Shape;1023;p25"/>
            <p:cNvSpPr/>
            <p:nvPr/>
          </p:nvSpPr>
          <p:spPr>
            <a:xfrm>
              <a:off x="2227950" y="3218725"/>
              <a:ext cx="236825" cy="718650"/>
            </a:xfrm>
            <a:custGeom>
              <a:avLst/>
              <a:gdLst/>
              <a:ahLst/>
              <a:cxnLst/>
              <a:rect l="l" t="t" r="r" b="b"/>
              <a:pathLst>
                <a:path w="9473" h="28746" extrusionOk="0">
                  <a:moveTo>
                    <a:pt x="1575" y="0"/>
                  </a:moveTo>
                  <a:lnTo>
                    <a:pt x="1575" y="0"/>
                  </a:lnTo>
                  <a:lnTo>
                    <a:pt x="2538" y="1510"/>
                  </a:lnTo>
                  <a:lnTo>
                    <a:pt x="3030" y="2297"/>
                  </a:lnTo>
                  <a:lnTo>
                    <a:pt x="3522" y="3096"/>
                  </a:lnTo>
                  <a:lnTo>
                    <a:pt x="4025" y="3916"/>
                  </a:lnTo>
                  <a:lnTo>
                    <a:pt x="4517" y="4758"/>
                  </a:lnTo>
                  <a:lnTo>
                    <a:pt x="5010" y="5622"/>
                  </a:lnTo>
                  <a:lnTo>
                    <a:pt x="5491" y="6497"/>
                  </a:lnTo>
                  <a:lnTo>
                    <a:pt x="5961" y="7383"/>
                  </a:lnTo>
                  <a:lnTo>
                    <a:pt x="6421" y="8280"/>
                  </a:lnTo>
                  <a:lnTo>
                    <a:pt x="6858" y="9188"/>
                  </a:lnTo>
                  <a:lnTo>
                    <a:pt x="7274" y="10118"/>
                  </a:lnTo>
                  <a:lnTo>
                    <a:pt x="7471" y="10577"/>
                  </a:lnTo>
                  <a:lnTo>
                    <a:pt x="7657" y="11047"/>
                  </a:lnTo>
                  <a:lnTo>
                    <a:pt x="7843" y="11507"/>
                  </a:lnTo>
                  <a:lnTo>
                    <a:pt x="8018" y="11977"/>
                  </a:lnTo>
                  <a:lnTo>
                    <a:pt x="8182" y="12458"/>
                  </a:lnTo>
                  <a:lnTo>
                    <a:pt x="8346" y="12929"/>
                  </a:lnTo>
                  <a:lnTo>
                    <a:pt x="8499" y="13399"/>
                  </a:lnTo>
                  <a:lnTo>
                    <a:pt x="8641" y="13880"/>
                  </a:lnTo>
                  <a:lnTo>
                    <a:pt x="8772" y="14351"/>
                  </a:lnTo>
                  <a:lnTo>
                    <a:pt x="8893" y="14832"/>
                  </a:lnTo>
                  <a:lnTo>
                    <a:pt x="9002" y="15302"/>
                  </a:lnTo>
                  <a:lnTo>
                    <a:pt x="9100" y="15784"/>
                  </a:lnTo>
                  <a:lnTo>
                    <a:pt x="9199" y="16265"/>
                  </a:lnTo>
                  <a:lnTo>
                    <a:pt x="9275" y="16746"/>
                  </a:lnTo>
                  <a:lnTo>
                    <a:pt x="9341" y="17216"/>
                  </a:lnTo>
                  <a:lnTo>
                    <a:pt x="9396" y="17698"/>
                  </a:lnTo>
                  <a:lnTo>
                    <a:pt x="9429" y="18179"/>
                  </a:lnTo>
                  <a:lnTo>
                    <a:pt x="9461" y="18660"/>
                  </a:lnTo>
                  <a:lnTo>
                    <a:pt x="9472" y="19131"/>
                  </a:lnTo>
                  <a:lnTo>
                    <a:pt x="9472" y="19612"/>
                  </a:lnTo>
                  <a:lnTo>
                    <a:pt x="9450" y="20082"/>
                  </a:lnTo>
                  <a:lnTo>
                    <a:pt x="9429" y="20564"/>
                  </a:lnTo>
                  <a:lnTo>
                    <a:pt x="9374" y="21034"/>
                  </a:lnTo>
                  <a:lnTo>
                    <a:pt x="9319" y="21504"/>
                  </a:lnTo>
                  <a:lnTo>
                    <a:pt x="9243" y="21975"/>
                  </a:lnTo>
                  <a:lnTo>
                    <a:pt x="9144" y="22445"/>
                  </a:lnTo>
                  <a:lnTo>
                    <a:pt x="9035" y="22915"/>
                  </a:lnTo>
                  <a:lnTo>
                    <a:pt x="8903" y="23375"/>
                  </a:lnTo>
                  <a:lnTo>
                    <a:pt x="8750" y="23845"/>
                  </a:lnTo>
                  <a:lnTo>
                    <a:pt x="8586" y="24304"/>
                  </a:lnTo>
                  <a:lnTo>
                    <a:pt x="8400" y="24764"/>
                  </a:lnTo>
                  <a:lnTo>
                    <a:pt x="8203" y="25212"/>
                  </a:lnTo>
                  <a:lnTo>
                    <a:pt x="7974" y="25672"/>
                  </a:lnTo>
                  <a:lnTo>
                    <a:pt x="7733" y="26120"/>
                  </a:lnTo>
                  <a:lnTo>
                    <a:pt x="7471" y="26568"/>
                  </a:lnTo>
                  <a:lnTo>
                    <a:pt x="7186" y="27006"/>
                  </a:lnTo>
                  <a:lnTo>
                    <a:pt x="6880" y="27444"/>
                  </a:lnTo>
                  <a:lnTo>
                    <a:pt x="6563" y="27881"/>
                  </a:lnTo>
                  <a:lnTo>
                    <a:pt x="6213" y="28319"/>
                  </a:lnTo>
                  <a:lnTo>
                    <a:pt x="5841" y="28745"/>
                  </a:lnTo>
                  <a:lnTo>
                    <a:pt x="5841" y="28745"/>
                  </a:lnTo>
                  <a:lnTo>
                    <a:pt x="5666" y="28603"/>
                  </a:lnTo>
                  <a:lnTo>
                    <a:pt x="5491" y="28450"/>
                  </a:lnTo>
                  <a:lnTo>
                    <a:pt x="5316" y="28275"/>
                  </a:lnTo>
                  <a:lnTo>
                    <a:pt x="5152" y="28078"/>
                  </a:lnTo>
                  <a:lnTo>
                    <a:pt x="4977" y="27870"/>
                  </a:lnTo>
                  <a:lnTo>
                    <a:pt x="4791" y="27651"/>
                  </a:lnTo>
                  <a:lnTo>
                    <a:pt x="4616" y="27411"/>
                  </a:lnTo>
                  <a:lnTo>
                    <a:pt x="4441" y="27159"/>
                  </a:lnTo>
                  <a:lnTo>
                    <a:pt x="4266" y="26886"/>
                  </a:lnTo>
                  <a:lnTo>
                    <a:pt x="4091" y="26601"/>
                  </a:lnTo>
                  <a:lnTo>
                    <a:pt x="3916" y="26306"/>
                  </a:lnTo>
                  <a:lnTo>
                    <a:pt x="3741" y="26000"/>
                  </a:lnTo>
                  <a:lnTo>
                    <a:pt x="3577" y="25672"/>
                  </a:lnTo>
                  <a:lnTo>
                    <a:pt x="3402" y="25332"/>
                  </a:lnTo>
                  <a:lnTo>
                    <a:pt x="3227" y="24982"/>
                  </a:lnTo>
                  <a:lnTo>
                    <a:pt x="3063" y="24622"/>
                  </a:lnTo>
                  <a:lnTo>
                    <a:pt x="2899" y="24250"/>
                  </a:lnTo>
                  <a:lnTo>
                    <a:pt x="2734" y="23856"/>
                  </a:lnTo>
                  <a:lnTo>
                    <a:pt x="2417" y="23057"/>
                  </a:lnTo>
                  <a:lnTo>
                    <a:pt x="2111" y="22204"/>
                  </a:lnTo>
                  <a:lnTo>
                    <a:pt x="1816" y="21318"/>
                  </a:lnTo>
                  <a:lnTo>
                    <a:pt x="1531" y="20399"/>
                  </a:lnTo>
                  <a:lnTo>
                    <a:pt x="1280" y="19448"/>
                  </a:lnTo>
                  <a:lnTo>
                    <a:pt x="1148" y="18956"/>
                  </a:lnTo>
                  <a:lnTo>
                    <a:pt x="1028" y="18463"/>
                  </a:lnTo>
                  <a:lnTo>
                    <a:pt x="919" y="17960"/>
                  </a:lnTo>
                  <a:lnTo>
                    <a:pt x="809" y="17446"/>
                  </a:lnTo>
                  <a:lnTo>
                    <a:pt x="711" y="16932"/>
                  </a:lnTo>
                  <a:lnTo>
                    <a:pt x="613" y="16418"/>
                  </a:lnTo>
                  <a:lnTo>
                    <a:pt x="525" y="15893"/>
                  </a:lnTo>
                  <a:lnTo>
                    <a:pt x="438" y="15357"/>
                  </a:lnTo>
                  <a:lnTo>
                    <a:pt x="361" y="14821"/>
                  </a:lnTo>
                  <a:lnTo>
                    <a:pt x="284" y="14285"/>
                  </a:lnTo>
                  <a:lnTo>
                    <a:pt x="230" y="13738"/>
                  </a:lnTo>
                  <a:lnTo>
                    <a:pt x="164" y="13191"/>
                  </a:lnTo>
                  <a:lnTo>
                    <a:pt x="120" y="12644"/>
                  </a:lnTo>
                  <a:lnTo>
                    <a:pt x="77" y="12098"/>
                  </a:lnTo>
                  <a:lnTo>
                    <a:pt x="44" y="11540"/>
                  </a:lnTo>
                  <a:lnTo>
                    <a:pt x="22" y="10982"/>
                  </a:lnTo>
                  <a:lnTo>
                    <a:pt x="0" y="10424"/>
                  </a:lnTo>
                  <a:lnTo>
                    <a:pt x="0" y="9866"/>
                  </a:lnTo>
                  <a:lnTo>
                    <a:pt x="0" y="9308"/>
                  </a:lnTo>
                  <a:lnTo>
                    <a:pt x="0" y="8740"/>
                  </a:lnTo>
                  <a:lnTo>
                    <a:pt x="22" y="8182"/>
                  </a:lnTo>
                  <a:lnTo>
                    <a:pt x="55" y="7624"/>
                  </a:lnTo>
                  <a:lnTo>
                    <a:pt x="88" y="7066"/>
                  </a:lnTo>
                  <a:lnTo>
                    <a:pt x="142" y="6497"/>
                  </a:lnTo>
                  <a:lnTo>
                    <a:pt x="197" y="5939"/>
                  </a:lnTo>
                  <a:lnTo>
                    <a:pt x="263" y="5393"/>
                  </a:lnTo>
                  <a:lnTo>
                    <a:pt x="350" y="4835"/>
                  </a:lnTo>
                  <a:lnTo>
                    <a:pt x="438" y="4288"/>
                  </a:lnTo>
                  <a:lnTo>
                    <a:pt x="536" y="3730"/>
                  </a:lnTo>
                  <a:lnTo>
                    <a:pt x="645" y="3183"/>
                  </a:lnTo>
                  <a:lnTo>
                    <a:pt x="777" y="2647"/>
                  </a:lnTo>
                  <a:lnTo>
                    <a:pt x="908" y="2111"/>
                  </a:lnTo>
                  <a:lnTo>
                    <a:pt x="1061" y="1575"/>
                  </a:lnTo>
                  <a:lnTo>
                    <a:pt x="1214" y="1050"/>
                  </a:lnTo>
                  <a:lnTo>
                    <a:pt x="1389" y="525"/>
                  </a:lnTo>
                  <a:lnTo>
                    <a:pt x="1575" y="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rgbClr val="D2B79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4" name="Google Shape;1024;p25"/>
            <p:cNvSpPr/>
            <p:nvPr/>
          </p:nvSpPr>
          <p:spPr>
            <a:xfrm>
              <a:off x="1900350" y="2346125"/>
              <a:ext cx="489775" cy="1616950"/>
            </a:xfrm>
            <a:custGeom>
              <a:avLst/>
              <a:gdLst/>
              <a:ahLst/>
              <a:cxnLst/>
              <a:rect l="l" t="t" r="r" b="b"/>
              <a:pathLst>
                <a:path w="19591" h="64678" extrusionOk="0">
                  <a:moveTo>
                    <a:pt x="3358" y="61615"/>
                  </a:moveTo>
                  <a:lnTo>
                    <a:pt x="8805" y="64677"/>
                  </a:lnTo>
                  <a:lnTo>
                    <a:pt x="10140" y="56266"/>
                  </a:lnTo>
                  <a:lnTo>
                    <a:pt x="19207" y="13542"/>
                  </a:lnTo>
                  <a:lnTo>
                    <a:pt x="19207" y="13542"/>
                  </a:lnTo>
                  <a:lnTo>
                    <a:pt x="19295" y="13127"/>
                  </a:lnTo>
                  <a:lnTo>
                    <a:pt x="19371" y="12722"/>
                  </a:lnTo>
                  <a:lnTo>
                    <a:pt x="19426" y="12328"/>
                  </a:lnTo>
                  <a:lnTo>
                    <a:pt x="19481" y="11945"/>
                  </a:lnTo>
                  <a:lnTo>
                    <a:pt x="19525" y="11562"/>
                  </a:lnTo>
                  <a:lnTo>
                    <a:pt x="19557" y="11191"/>
                  </a:lnTo>
                  <a:lnTo>
                    <a:pt x="19579" y="10830"/>
                  </a:lnTo>
                  <a:lnTo>
                    <a:pt x="19590" y="10480"/>
                  </a:lnTo>
                  <a:lnTo>
                    <a:pt x="19590" y="10130"/>
                  </a:lnTo>
                  <a:lnTo>
                    <a:pt x="19579" y="9790"/>
                  </a:lnTo>
                  <a:lnTo>
                    <a:pt x="19568" y="9462"/>
                  </a:lnTo>
                  <a:lnTo>
                    <a:pt x="19536" y="9134"/>
                  </a:lnTo>
                  <a:lnTo>
                    <a:pt x="19503" y="8817"/>
                  </a:lnTo>
                  <a:lnTo>
                    <a:pt x="19459" y="8511"/>
                  </a:lnTo>
                  <a:lnTo>
                    <a:pt x="19415" y="8204"/>
                  </a:lnTo>
                  <a:lnTo>
                    <a:pt x="19350" y="7909"/>
                  </a:lnTo>
                  <a:lnTo>
                    <a:pt x="19284" y="7625"/>
                  </a:lnTo>
                  <a:lnTo>
                    <a:pt x="19207" y="7340"/>
                  </a:lnTo>
                  <a:lnTo>
                    <a:pt x="19131" y="7067"/>
                  </a:lnTo>
                  <a:lnTo>
                    <a:pt x="19032" y="6804"/>
                  </a:lnTo>
                  <a:lnTo>
                    <a:pt x="18934" y="6542"/>
                  </a:lnTo>
                  <a:lnTo>
                    <a:pt x="18835" y="6290"/>
                  </a:lnTo>
                  <a:lnTo>
                    <a:pt x="18715" y="6039"/>
                  </a:lnTo>
                  <a:lnTo>
                    <a:pt x="18595" y="5798"/>
                  </a:lnTo>
                  <a:lnTo>
                    <a:pt x="18475" y="5557"/>
                  </a:lnTo>
                  <a:lnTo>
                    <a:pt x="18343" y="5328"/>
                  </a:lnTo>
                  <a:lnTo>
                    <a:pt x="18201" y="5109"/>
                  </a:lnTo>
                  <a:lnTo>
                    <a:pt x="18059" y="4890"/>
                  </a:lnTo>
                  <a:lnTo>
                    <a:pt x="17906" y="4671"/>
                  </a:lnTo>
                  <a:lnTo>
                    <a:pt x="17742" y="4464"/>
                  </a:lnTo>
                  <a:lnTo>
                    <a:pt x="17578" y="4267"/>
                  </a:lnTo>
                  <a:lnTo>
                    <a:pt x="17414" y="4070"/>
                  </a:lnTo>
                  <a:lnTo>
                    <a:pt x="17239" y="3873"/>
                  </a:lnTo>
                  <a:lnTo>
                    <a:pt x="17064" y="3687"/>
                  </a:lnTo>
                  <a:lnTo>
                    <a:pt x="16878" y="3512"/>
                  </a:lnTo>
                  <a:lnTo>
                    <a:pt x="16681" y="3337"/>
                  </a:lnTo>
                  <a:lnTo>
                    <a:pt x="16495" y="3162"/>
                  </a:lnTo>
                  <a:lnTo>
                    <a:pt x="16287" y="2998"/>
                  </a:lnTo>
                  <a:lnTo>
                    <a:pt x="15882" y="2681"/>
                  </a:lnTo>
                  <a:lnTo>
                    <a:pt x="15456" y="2385"/>
                  </a:lnTo>
                  <a:lnTo>
                    <a:pt x="15007" y="2101"/>
                  </a:lnTo>
                  <a:lnTo>
                    <a:pt x="14559" y="1828"/>
                  </a:lnTo>
                  <a:lnTo>
                    <a:pt x="14088" y="1576"/>
                  </a:lnTo>
                  <a:lnTo>
                    <a:pt x="13618" y="1335"/>
                  </a:lnTo>
                  <a:lnTo>
                    <a:pt x="13126" y="1117"/>
                  </a:lnTo>
                  <a:lnTo>
                    <a:pt x="12634" y="898"/>
                  </a:lnTo>
                  <a:lnTo>
                    <a:pt x="12131" y="701"/>
                  </a:lnTo>
                  <a:lnTo>
                    <a:pt x="11627" y="515"/>
                  </a:lnTo>
                  <a:lnTo>
                    <a:pt x="11113" y="340"/>
                  </a:lnTo>
                  <a:lnTo>
                    <a:pt x="10599" y="165"/>
                  </a:lnTo>
                  <a:lnTo>
                    <a:pt x="10085" y="1"/>
                  </a:lnTo>
                  <a:lnTo>
                    <a:pt x="438" y="45459"/>
                  </a:lnTo>
                  <a:lnTo>
                    <a:pt x="438" y="45459"/>
                  </a:lnTo>
                  <a:lnTo>
                    <a:pt x="361" y="45875"/>
                  </a:lnTo>
                  <a:lnTo>
                    <a:pt x="285" y="46323"/>
                  </a:lnTo>
                  <a:lnTo>
                    <a:pt x="219" y="46794"/>
                  </a:lnTo>
                  <a:lnTo>
                    <a:pt x="164" y="47297"/>
                  </a:lnTo>
                  <a:lnTo>
                    <a:pt x="110" y="47811"/>
                  </a:lnTo>
                  <a:lnTo>
                    <a:pt x="77" y="48358"/>
                  </a:lnTo>
                  <a:lnTo>
                    <a:pt x="44" y="48916"/>
                  </a:lnTo>
                  <a:lnTo>
                    <a:pt x="22" y="49495"/>
                  </a:lnTo>
                  <a:lnTo>
                    <a:pt x="11" y="50086"/>
                  </a:lnTo>
                  <a:lnTo>
                    <a:pt x="0" y="50688"/>
                  </a:lnTo>
                  <a:lnTo>
                    <a:pt x="11" y="51289"/>
                  </a:lnTo>
                  <a:lnTo>
                    <a:pt x="33" y="51913"/>
                  </a:lnTo>
                  <a:lnTo>
                    <a:pt x="66" y="52525"/>
                  </a:lnTo>
                  <a:lnTo>
                    <a:pt x="110" y="53149"/>
                  </a:lnTo>
                  <a:lnTo>
                    <a:pt x="164" y="53761"/>
                  </a:lnTo>
                  <a:lnTo>
                    <a:pt x="230" y="54374"/>
                  </a:lnTo>
                  <a:lnTo>
                    <a:pt x="318" y="54986"/>
                  </a:lnTo>
                  <a:lnTo>
                    <a:pt x="405" y="55588"/>
                  </a:lnTo>
                  <a:lnTo>
                    <a:pt x="514" y="56168"/>
                  </a:lnTo>
                  <a:lnTo>
                    <a:pt x="646" y="56747"/>
                  </a:lnTo>
                  <a:lnTo>
                    <a:pt x="777" y="57294"/>
                  </a:lnTo>
                  <a:lnTo>
                    <a:pt x="930" y="57830"/>
                  </a:lnTo>
                  <a:lnTo>
                    <a:pt x="1094" y="58355"/>
                  </a:lnTo>
                  <a:lnTo>
                    <a:pt x="1280" y="58847"/>
                  </a:lnTo>
                  <a:lnTo>
                    <a:pt x="1477" y="59307"/>
                  </a:lnTo>
                  <a:lnTo>
                    <a:pt x="1586" y="59526"/>
                  </a:lnTo>
                  <a:lnTo>
                    <a:pt x="1696" y="59744"/>
                  </a:lnTo>
                  <a:lnTo>
                    <a:pt x="1816" y="59952"/>
                  </a:lnTo>
                  <a:lnTo>
                    <a:pt x="1925" y="60149"/>
                  </a:lnTo>
                  <a:lnTo>
                    <a:pt x="2057" y="60335"/>
                  </a:lnTo>
                  <a:lnTo>
                    <a:pt x="2177" y="60521"/>
                  </a:lnTo>
                  <a:lnTo>
                    <a:pt x="2308" y="60696"/>
                  </a:lnTo>
                  <a:lnTo>
                    <a:pt x="2450" y="60849"/>
                  </a:lnTo>
                  <a:lnTo>
                    <a:pt x="2593" y="61002"/>
                  </a:lnTo>
                  <a:lnTo>
                    <a:pt x="2735" y="61144"/>
                  </a:lnTo>
                  <a:lnTo>
                    <a:pt x="2888" y="61276"/>
                  </a:lnTo>
                  <a:lnTo>
                    <a:pt x="3041" y="61407"/>
                  </a:lnTo>
                  <a:lnTo>
                    <a:pt x="3194" y="61516"/>
                  </a:lnTo>
                  <a:lnTo>
                    <a:pt x="3358" y="61615"/>
                  </a:lnTo>
                  <a:lnTo>
                    <a:pt x="3358" y="61615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5" name="Google Shape;1025;p25"/>
            <p:cNvSpPr/>
            <p:nvPr/>
          </p:nvSpPr>
          <p:spPr>
            <a:xfrm>
              <a:off x="2099150" y="2346125"/>
              <a:ext cx="102025" cy="254075"/>
            </a:xfrm>
            <a:custGeom>
              <a:avLst/>
              <a:gdLst/>
              <a:ahLst/>
              <a:cxnLst/>
              <a:rect l="l" t="t" r="r" b="b"/>
              <a:pathLst>
                <a:path w="4081" h="10163" extrusionOk="0">
                  <a:moveTo>
                    <a:pt x="4080" y="657"/>
                  </a:moveTo>
                  <a:lnTo>
                    <a:pt x="4080" y="657"/>
                  </a:lnTo>
                  <a:lnTo>
                    <a:pt x="3599" y="482"/>
                  </a:lnTo>
                  <a:lnTo>
                    <a:pt x="3118" y="318"/>
                  </a:lnTo>
                  <a:lnTo>
                    <a:pt x="2636" y="154"/>
                  </a:lnTo>
                  <a:lnTo>
                    <a:pt x="2155" y="1"/>
                  </a:lnTo>
                  <a:lnTo>
                    <a:pt x="0" y="10162"/>
                  </a:lnTo>
                  <a:lnTo>
                    <a:pt x="0" y="10162"/>
                  </a:lnTo>
                  <a:lnTo>
                    <a:pt x="175" y="10162"/>
                  </a:lnTo>
                  <a:lnTo>
                    <a:pt x="328" y="10140"/>
                  </a:lnTo>
                  <a:lnTo>
                    <a:pt x="492" y="10119"/>
                  </a:lnTo>
                  <a:lnTo>
                    <a:pt x="646" y="10086"/>
                  </a:lnTo>
                  <a:lnTo>
                    <a:pt x="799" y="10053"/>
                  </a:lnTo>
                  <a:lnTo>
                    <a:pt x="941" y="9998"/>
                  </a:lnTo>
                  <a:lnTo>
                    <a:pt x="1083" y="9955"/>
                  </a:lnTo>
                  <a:lnTo>
                    <a:pt x="1214" y="9889"/>
                  </a:lnTo>
                  <a:lnTo>
                    <a:pt x="1346" y="9823"/>
                  </a:lnTo>
                  <a:lnTo>
                    <a:pt x="1477" y="9747"/>
                  </a:lnTo>
                  <a:lnTo>
                    <a:pt x="1597" y="9670"/>
                  </a:lnTo>
                  <a:lnTo>
                    <a:pt x="1717" y="9583"/>
                  </a:lnTo>
                  <a:lnTo>
                    <a:pt x="1838" y="9495"/>
                  </a:lnTo>
                  <a:lnTo>
                    <a:pt x="1947" y="9386"/>
                  </a:lnTo>
                  <a:lnTo>
                    <a:pt x="2057" y="9287"/>
                  </a:lnTo>
                  <a:lnTo>
                    <a:pt x="2155" y="9178"/>
                  </a:lnTo>
                  <a:lnTo>
                    <a:pt x="2352" y="8937"/>
                  </a:lnTo>
                  <a:lnTo>
                    <a:pt x="2538" y="8686"/>
                  </a:lnTo>
                  <a:lnTo>
                    <a:pt x="2702" y="8401"/>
                  </a:lnTo>
                  <a:lnTo>
                    <a:pt x="2855" y="8106"/>
                  </a:lnTo>
                  <a:lnTo>
                    <a:pt x="2997" y="7800"/>
                  </a:lnTo>
                  <a:lnTo>
                    <a:pt x="3128" y="7472"/>
                  </a:lnTo>
                  <a:lnTo>
                    <a:pt x="3249" y="7133"/>
                  </a:lnTo>
                  <a:lnTo>
                    <a:pt x="3358" y="6783"/>
                  </a:lnTo>
                  <a:lnTo>
                    <a:pt x="3457" y="6422"/>
                  </a:lnTo>
                  <a:lnTo>
                    <a:pt x="3544" y="6050"/>
                  </a:lnTo>
                  <a:lnTo>
                    <a:pt x="3621" y="5667"/>
                  </a:lnTo>
                  <a:lnTo>
                    <a:pt x="3697" y="5284"/>
                  </a:lnTo>
                  <a:lnTo>
                    <a:pt x="3752" y="4890"/>
                  </a:lnTo>
                  <a:lnTo>
                    <a:pt x="3807" y="4496"/>
                  </a:lnTo>
                  <a:lnTo>
                    <a:pt x="3861" y="4103"/>
                  </a:lnTo>
                  <a:lnTo>
                    <a:pt x="3894" y="3709"/>
                  </a:lnTo>
                  <a:lnTo>
                    <a:pt x="3971" y="2910"/>
                  </a:lnTo>
                  <a:lnTo>
                    <a:pt x="4014" y="2134"/>
                  </a:lnTo>
                  <a:lnTo>
                    <a:pt x="4047" y="1379"/>
                  </a:lnTo>
                  <a:lnTo>
                    <a:pt x="4080" y="657"/>
                  </a:lnTo>
                  <a:lnTo>
                    <a:pt x="4080" y="657"/>
                  </a:lnTo>
                  <a:close/>
                </a:path>
              </a:pathLst>
            </a:custGeom>
            <a:solidFill>
              <a:srgbClr val="FAF1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6" name="Google Shape;1026;p25"/>
            <p:cNvSpPr/>
            <p:nvPr/>
          </p:nvSpPr>
          <p:spPr>
            <a:xfrm>
              <a:off x="2207425" y="3218725"/>
              <a:ext cx="214675" cy="730400"/>
            </a:xfrm>
            <a:custGeom>
              <a:avLst/>
              <a:gdLst/>
              <a:ahLst/>
              <a:cxnLst/>
              <a:rect l="l" t="t" r="r" b="b"/>
              <a:pathLst>
                <a:path w="8587" h="29216" extrusionOk="0">
                  <a:moveTo>
                    <a:pt x="2396" y="0"/>
                  </a:moveTo>
                  <a:lnTo>
                    <a:pt x="2396" y="0"/>
                  </a:lnTo>
                  <a:lnTo>
                    <a:pt x="2724" y="580"/>
                  </a:lnTo>
                  <a:lnTo>
                    <a:pt x="3052" y="1192"/>
                  </a:lnTo>
                  <a:lnTo>
                    <a:pt x="3391" y="1827"/>
                  </a:lnTo>
                  <a:lnTo>
                    <a:pt x="3730" y="2483"/>
                  </a:lnTo>
                  <a:lnTo>
                    <a:pt x="4070" y="3172"/>
                  </a:lnTo>
                  <a:lnTo>
                    <a:pt x="4409" y="3883"/>
                  </a:lnTo>
                  <a:lnTo>
                    <a:pt x="4748" y="4616"/>
                  </a:lnTo>
                  <a:lnTo>
                    <a:pt x="5087" y="5360"/>
                  </a:lnTo>
                  <a:lnTo>
                    <a:pt x="5415" y="6136"/>
                  </a:lnTo>
                  <a:lnTo>
                    <a:pt x="5743" y="6924"/>
                  </a:lnTo>
                  <a:lnTo>
                    <a:pt x="6060" y="7733"/>
                  </a:lnTo>
                  <a:lnTo>
                    <a:pt x="6367" y="8565"/>
                  </a:lnTo>
                  <a:lnTo>
                    <a:pt x="6651" y="9407"/>
                  </a:lnTo>
                  <a:lnTo>
                    <a:pt x="6935" y="10260"/>
                  </a:lnTo>
                  <a:lnTo>
                    <a:pt x="7198" y="11124"/>
                  </a:lnTo>
                  <a:lnTo>
                    <a:pt x="7438" y="12010"/>
                  </a:lnTo>
                  <a:lnTo>
                    <a:pt x="7668" y="12896"/>
                  </a:lnTo>
                  <a:lnTo>
                    <a:pt x="7876" y="13804"/>
                  </a:lnTo>
                  <a:lnTo>
                    <a:pt x="8062" y="14712"/>
                  </a:lnTo>
                  <a:lnTo>
                    <a:pt x="8215" y="15620"/>
                  </a:lnTo>
                  <a:lnTo>
                    <a:pt x="8292" y="16090"/>
                  </a:lnTo>
                  <a:lnTo>
                    <a:pt x="8346" y="16549"/>
                  </a:lnTo>
                  <a:lnTo>
                    <a:pt x="8412" y="17009"/>
                  </a:lnTo>
                  <a:lnTo>
                    <a:pt x="8456" y="17479"/>
                  </a:lnTo>
                  <a:lnTo>
                    <a:pt x="8499" y="17938"/>
                  </a:lnTo>
                  <a:lnTo>
                    <a:pt x="8532" y="18409"/>
                  </a:lnTo>
                  <a:lnTo>
                    <a:pt x="8565" y="18879"/>
                  </a:lnTo>
                  <a:lnTo>
                    <a:pt x="8576" y="19338"/>
                  </a:lnTo>
                  <a:lnTo>
                    <a:pt x="8587" y="19809"/>
                  </a:lnTo>
                  <a:lnTo>
                    <a:pt x="8587" y="20279"/>
                  </a:lnTo>
                  <a:lnTo>
                    <a:pt x="8587" y="20749"/>
                  </a:lnTo>
                  <a:lnTo>
                    <a:pt x="8565" y="21220"/>
                  </a:lnTo>
                  <a:lnTo>
                    <a:pt x="8543" y="21690"/>
                  </a:lnTo>
                  <a:lnTo>
                    <a:pt x="8510" y="22150"/>
                  </a:lnTo>
                  <a:lnTo>
                    <a:pt x="8467" y="22620"/>
                  </a:lnTo>
                  <a:lnTo>
                    <a:pt x="8412" y="23090"/>
                  </a:lnTo>
                  <a:lnTo>
                    <a:pt x="8346" y="23561"/>
                  </a:lnTo>
                  <a:lnTo>
                    <a:pt x="8281" y="24020"/>
                  </a:lnTo>
                  <a:lnTo>
                    <a:pt x="8193" y="24490"/>
                  </a:lnTo>
                  <a:lnTo>
                    <a:pt x="8106" y="24950"/>
                  </a:lnTo>
                  <a:lnTo>
                    <a:pt x="7996" y="25409"/>
                  </a:lnTo>
                  <a:lnTo>
                    <a:pt x="7876" y="25868"/>
                  </a:lnTo>
                  <a:lnTo>
                    <a:pt x="7756" y="26328"/>
                  </a:lnTo>
                  <a:lnTo>
                    <a:pt x="7613" y="26787"/>
                  </a:lnTo>
                  <a:lnTo>
                    <a:pt x="7613" y="26787"/>
                  </a:lnTo>
                  <a:lnTo>
                    <a:pt x="7471" y="27225"/>
                  </a:lnTo>
                  <a:lnTo>
                    <a:pt x="7307" y="27608"/>
                  </a:lnTo>
                  <a:lnTo>
                    <a:pt x="7143" y="27958"/>
                  </a:lnTo>
                  <a:lnTo>
                    <a:pt x="7067" y="28111"/>
                  </a:lnTo>
                  <a:lnTo>
                    <a:pt x="6979" y="28253"/>
                  </a:lnTo>
                  <a:lnTo>
                    <a:pt x="6892" y="28384"/>
                  </a:lnTo>
                  <a:lnTo>
                    <a:pt x="6804" y="28515"/>
                  </a:lnTo>
                  <a:lnTo>
                    <a:pt x="6717" y="28625"/>
                  </a:lnTo>
                  <a:lnTo>
                    <a:pt x="6618" y="28723"/>
                  </a:lnTo>
                  <a:lnTo>
                    <a:pt x="6531" y="28822"/>
                  </a:lnTo>
                  <a:lnTo>
                    <a:pt x="6432" y="28898"/>
                  </a:lnTo>
                  <a:lnTo>
                    <a:pt x="6334" y="28975"/>
                  </a:lnTo>
                  <a:lnTo>
                    <a:pt x="6235" y="29040"/>
                  </a:lnTo>
                  <a:lnTo>
                    <a:pt x="6137" y="29084"/>
                  </a:lnTo>
                  <a:lnTo>
                    <a:pt x="6038" y="29128"/>
                  </a:lnTo>
                  <a:lnTo>
                    <a:pt x="5940" y="29161"/>
                  </a:lnTo>
                  <a:lnTo>
                    <a:pt x="5842" y="29194"/>
                  </a:lnTo>
                  <a:lnTo>
                    <a:pt x="5743" y="29205"/>
                  </a:lnTo>
                  <a:lnTo>
                    <a:pt x="5634" y="29215"/>
                  </a:lnTo>
                  <a:lnTo>
                    <a:pt x="5535" y="29205"/>
                  </a:lnTo>
                  <a:lnTo>
                    <a:pt x="5426" y="29194"/>
                  </a:lnTo>
                  <a:lnTo>
                    <a:pt x="5327" y="29172"/>
                  </a:lnTo>
                  <a:lnTo>
                    <a:pt x="5218" y="29139"/>
                  </a:lnTo>
                  <a:lnTo>
                    <a:pt x="5109" y="29106"/>
                  </a:lnTo>
                  <a:lnTo>
                    <a:pt x="5010" y="29051"/>
                  </a:lnTo>
                  <a:lnTo>
                    <a:pt x="4901" y="28997"/>
                  </a:lnTo>
                  <a:lnTo>
                    <a:pt x="4791" y="28931"/>
                  </a:lnTo>
                  <a:lnTo>
                    <a:pt x="4584" y="28778"/>
                  </a:lnTo>
                  <a:lnTo>
                    <a:pt x="4365" y="28603"/>
                  </a:lnTo>
                  <a:lnTo>
                    <a:pt x="4146" y="28384"/>
                  </a:lnTo>
                  <a:lnTo>
                    <a:pt x="3938" y="28133"/>
                  </a:lnTo>
                  <a:lnTo>
                    <a:pt x="3720" y="27859"/>
                  </a:lnTo>
                  <a:lnTo>
                    <a:pt x="3512" y="27553"/>
                  </a:lnTo>
                  <a:lnTo>
                    <a:pt x="3293" y="27225"/>
                  </a:lnTo>
                  <a:lnTo>
                    <a:pt x="3085" y="26864"/>
                  </a:lnTo>
                  <a:lnTo>
                    <a:pt x="2877" y="26481"/>
                  </a:lnTo>
                  <a:lnTo>
                    <a:pt x="2680" y="26065"/>
                  </a:lnTo>
                  <a:lnTo>
                    <a:pt x="2484" y="25639"/>
                  </a:lnTo>
                  <a:lnTo>
                    <a:pt x="2287" y="25179"/>
                  </a:lnTo>
                  <a:lnTo>
                    <a:pt x="2090" y="24698"/>
                  </a:lnTo>
                  <a:lnTo>
                    <a:pt x="1915" y="24195"/>
                  </a:lnTo>
                  <a:lnTo>
                    <a:pt x="1729" y="23681"/>
                  </a:lnTo>
                  <a:lnTo>
                    <a:pt x="1554" y="23134"/>
                  </a:lnTo>
                  <a:lnTo>
                    <a:pt x="1390" y="22576"/>
                  </a:lnTo>
                  <a:lnTo>
                    <a:pt x="1226" y="21996"/>
                  </a:lnTo>
                  <a:lnTo>
                    <a:pt x="1084" y="21406"/>
                  </a:lnTo>
                  <a:lnTo>
                    <a:pt x="930" y="20793"/>
                  </a:lnTo>
                  <a:lnTo>
                    <a:pt x="799" y="20170"/>
                  </a:lnTo>
                  <a:lnTo>
                    <a:pt x="668" y="19524"/>
                  </a:lnTo>
                  <a:lnTo>
                    <a:pt x="558" y="18868"/>
                  </a:lnTo>
                  <a:lnTo>
                    <a:pt x="449" y="18201"/>
                  </a:lnTo>
                  <a:lnTo>
                    <a:pt x="351" y="17523"/>
                  </a:lnTo>
                  <a:lnTo>
                    <a:pt x="263" y="16834"/>
                  </a:lnTo>
                  <a:lnTo>
                    <a:pt x="187" y="16134"/>
                  </a:lnTo>
                  <a:lnTo>
                    <a:pt x="132" y="15423"/>
                  </a:lnTo>
                  <a:lnTo>
                    <a:pt x="77" y="14712"/>
                  </a:lnTo>
                  <a:lnTo>
                    <a:pt x="44" y="13990"/>
                  </a:lnTo>
                  <a:lnTo>
                    <a:pt x="12" y="13257"/>
                  </a:lnTo>
                  <a:lnTo>
                    <a:pt x="1" y="12513"/>
                  </a:lnTo>
                  <a:lnTo>
                    <a:pt x="12" y="11780"/>
                  </a:lnTo>
                  <a:lnTo>
                    <a:pt x="23" y="11037"/>
                  </a:lnTo>
                  <a:lnTo>
                    <a:pt x="66" y="10282"/>
                  </a:lnTo>
                  <a:lnTo>
                    <a:pt x="110" y="9538"/>
                  </a:lnTo>
                  <a:lnTo>
                    <a:pt x="176" y="8783"/>
                  </a:lnTo>
                  <a:lnTo>
                    <a:pt x="263" y="8029"/>
                  </a:lnTo>
                  <a:lnTo>
                    <a:pt x="362" y="7285"/>
                  </a:lnTo>
                  <a:lnTo>
                    <a:pt x="471" y="6530"/>
                  </a:lnTo>
                  <a:lnTo>
                    <a:pt x="613" y="5786"/>
                  </a:lnTo>
                  <a:lnTo>
                    <a:pt x="766" y="5043"/>
                  </a:lnTo>
                  <a:lnTo>
                    <a:pt x="930" y="4299"/>
                  </a:lnTo>
                  <a:lnTo>
                    <a:pt x="1127" y="3566"/>
                  </a:lnTo>
                  <a:lnTo>
                    <a:pt x="1335" y="2844"/>
                  </a:lnTo>
                  <a:lnTo>
                    <a:pt x="1576" y="2122"/>
                  </a:lnTo>
                  <a:lnTo>
                    <a:pt x="1827" y="1400"/>
                  </a:lnTo>
                  <a:lnTo>
                    <a:pt x="2101" y="700"/>
                  </a:lnTo>
                  <a:lnTo>
                    <a:pt x="2396" y="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7" name="Google Shape;1027;p25"/>
            <p:cNvSpPr/>
            <p:nvPr/>
          </p:nvSpPr>
          <p:spPr>
            <a:xfrm>
              <a:off x="5214000" y="4460450"/>
              <a:ext cx="926750" cy="941250"/>
            </a:xfrm>
            <a:custGeom>
              <a:avLst/>
              <a:gdLst/>
              <a:ahLst/>
              <a:cxnLst/>
              <a:rect l="l" t="t" r="r" b="b"/>
              <a:pathLst>
                <a:path w="37070" h="37650" extrusionOk="0">
                  <a:moveTo>
                    <a:pt x="0" y="1"/>
                  </a:moveTo>
                  <a:lnTo>
                    <a:pt x="3238" y="37649"/>
                  </a:lnTo>
                  <a:lnTo>
                    <a:pt x="28756" y="35855"/>
                  </a:lnTo>
                  <a:lnTo>
                    <a:pt x="28756" y="35855"/>
                  </a:lnTo>
                  <a:lnTo>
                    <a:pt x="28920" y="35790"/>
                  </a:lnTo>
                  <a:lnTo>
                    <a:pt x="29106" y="35746"/>
                  </a:lnTo>
                  <a:lnTo>
                    <a:pt x="29314" y="35713"/>
                  </a:lnTo>
                  <a:lnTo>
                    <a:pt x="29533" y="35691"/>
                  </a:lnTo>
                  <a:lnTo>
                    <a:pt x="29763" y="35680"/>
                  </a:lnTo>
                  <a:lnTo>
                    <a:pt x="30003" y="35669"/>
                  </a:lnTo>
                  <a:lnTo>
                    <a:pt x="30266" y="35680"/>
                  </a:lnTo>
                  <a:lnTo>
                    <a:pt x="30528" y="35702"/>
                  </a:lnTo>
                  <a:lnTo>
                    <a:pt x="31097" y="35746"/>
                  </a:lnTo>
                  <a:lnTo>
                    <a:pt x="31688" y="35822"/>
                  </a:lnTo>
                  <a:lnTo>
                    <a:pt x="32300" y="35910"/>
                  </a:lnTo>
                  <a:lnTo>
                    <a:pt x="32924" y="36008"/>
                  </a:lnTo>
                  <a:lnTo>
                    <a:pt x="33547" y="36107"/>
                  </a:lnTo>
                  <a:lnTo>
                    <a:pt x="34160" y="36194"/>
                  </a:lnTo>
                  <a:lnTo>
                    <a:pt x="34750" y="36260"/>
                  </a:lnTo>
                  <a:lnTo>
                    <a:pt x="35319" y="36315"/>
                  </a:lnTo>
                  <a:lnTo>
                    <a:pt x="35582" y="36326"/>
                  </a:lnTo>
                  <a:lnTo>
                    <a:pt x="35833" y="36326"/>
                  </a:lnTo>
                  <a:lnTo>
                    <a:pt x="36085" y="36315"/>
                  </a:lnTo>
                  <a:lnTo>
                    <a:pt x="36314" y="36304"/>
                  </a:lnTo>
                  <a:lnTo>
                    <a:pt x="36522" y="36271"/>
                  </a:lnTo>
                  <a:lnTo>
                    <a:pt x="36719" y="36227"/>
                  </a:lnTo>
                  <a:lnTo>
                    <a:pt x="36905" y="36172"/>
                  </a:lnTo>
                  <a:lnTo>
                    <a:pt x="37069" y="36107"/>
                  </a:lnTo>
                  <a:lnTo>
                    <a:pt x="34860" y="43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8" name="Google Shape;1028;p25"/>
            <p:cNvSpPr/>
            <p:nvPr/>
          </p:nvSpPr>
          <p:spPr>
            <a:xfrm>
              <a:off x="4698825" y="3552875"/>
              <a:ext cx="595325" cy="1106675"/>
            </a:xfrm>
            <a:custGeom>
              <a:avLst/>
              <a:gdLst/>
              <a:ahLst/>
              <a:cxnLst/>
              <a:rect l="l" t="t" r="r" b="b"/>
              <a:pathLst>
                <a:path w="23813" h="44267" extrusionOk="0">
                  <a:moveTo>
                    <a:pt x="0" y="985"/>
                  </a:moveTo>
                  <a:lnTo>
                    <a:pt x="8696" y="28931"/>
                  </a:lnTo>
                  <a:lnTo>
                    <a:pt x="8696" y="28931"/>
                  </a:lnTo>
                  <a:lnTo>
                    <a:pt x="8816" y="29292"/>
                  </a:lnTo>
                  <a:lnTo>
                    <a:pt x="8980" y="29697"/>
                  </a:lnTo>
                  <a:lnTo>
                    <a:pt x="9177" y="30156"/>
                  </a:lnTo>
                  <a:lnTo>
                    <a:pt x="9407" y="30649"/>
                  </a:lnTo>
                  <a:lnTo>
                    <a:pt x="9669" y="31185"/>
                  </a:lnTo>
                  <a:lnTo>
                    <a:pt x="9965" y="31742"/>
                  </a:lnTo>
                  <a:lnTo>
                    <a:pt x="10282" y="32333"/>
                  </a:lnTo>
                  <a:lnTo>
                    <a:pt x="10621" y="32956"/>
                  </a:lnTo>
                  <a:lnTo>
                    <a:pt x="10993" y="33591"/>
                  </a:lnTo>
                  <a:lnTo>
                    <a:pt x="11376" y="34236"/>
                  </a:lnTo>
                  <a:lnTo>
                    <a:pt x="11780" y="34903"/>
                  </a:lnTo>
                  <a:lnTo>
                    <a:pt x="12207" y="35571"/>
                  </a:lnTo>
                  <a:lnTo>
                    <a:pt x="12656" y="36238"/>
                  </a:lnTo>
                  <a:lnTo>
                    <a:pt x="13104" y="36916"/>
                  </a:lnTo>
                  <a:lnTo>
                    <a:pt x="13574" y="37583"/>
                  </a:lnTo>
                  <a:lnTo>
                    <a:pt x="14045" y="38240"/>
                  </a:lnTo>
                  <a:lnTo>
                    <a:pt x="14526" y="38885"/>
                  </a:lnTo>
                  <a:lnTo>
                    <a:pt x="15018" y="39508"/>
                  </a:lnTo>
                  <a:lnTo>
                    <a:pt x="15510" y="40121"/>
                  </a:lnTo>
                  <a:lnTo>
                    <a:pt x="16003" y="40701"/>
                  </a:lnTo>
                  <a:lnTo>
                    <a:pt x="16495" y="41247"/>
                  </a:lnTo>
                  <a:lnTo>
                    <a:pt x="16987" y="41772"/>
                  </a:lnTo>
                  <a:lnTo>
                    <a:pt x="17468" y="42254"/>
                  </a:lnTo>
                  <a:lnTo>
                    <a:pt x="17709" y="42483"/>
                  </a:lnTo>
                  <a:lnTo>
                    <a:pt x="17949" y="42691"/>
                  </a:lnTo>
                  <a:lnTo>
                    <a:pt x="18179" y="42899"/>
                  </a:lnTo>
                  <a:lnTo>
                    <a:pt x="18420" y="43085"/>
                  </a:lnTo>
                  <a:lnTo>
                    <a:pt x="18650" y="43271"/>
                  </a:lnTo>
                  <a:lnTo>
                    <a:pt x="18879" y="43435"/>
                  </a:lnTo>
                  <a:lnTo>
                    <a:pt x="19098" y="43588"/>
                  </a:lnTo>
                  <a:lnTo>
                    <a:pt x="19328" y="43719"/>
                  </a:lnTo>
                  <a:lnTo>
                    <a:pt x="19546" y="43851"/>
                  </a:lnTo>
                  <a:lnTo>
                    <a:pt x="19754" y="43960"/>
                  </a:lnTo>
                  <a:lnTo>
                    <a:pt x="19973" y="44048"/>
                  </a:lnTo>
                  <a:lnTo>
                    <a:pt x="20181" y="44124"/>
                  </a:lnTo>
                  <a:lnTo>
                    <a:pt x="20378" y="44190"/>
                  </a:lnTo>
                  <a:lnTo>
                    <a:pt x="20575" y="44234"/>
                  </a:lnTo>
                  <a:lnTo>
                    <a:pt x="20771" y="44255"/>
                  </a:lnTo>
                  <a:lnTo>
                    <a:pt x="20957" y="44266"/>
                  </a:lnTo>
                  <a:lnTo>
                    <a:pt x="21132" y="44255"/>
                  </a:lnTo>
                  <a:lnTo>
                    <a:pt x="21307" y="44234"/>
                  </a:lnTo>
                  <a:lnTo>
                    <a:pt x="21307" y="44234"/>
                  </a:lnTo>
                  <a:lnTo>
                    <a:pt x="21482" y="44179"/>
                  </a:lnTo>
                  <a:lnTo>
                    <a:pt x="21647" y="44124"/>
                  </a:lnTo>
                  <a:lnTo>
                    <a:pt x="21800" y="44048"/>
                  </a:lnTo>
                  <a:lnTo>
                    <a:pt x="21942" y="43960"/>
                  </a:lnTo>
                  <a:lnTo>
                    <a:pt x="22084" y="43851"/>
                  </a:lnTo>
                  <a:lnTo>
                    <a:pt x="22226" y="43730"/>
                  </a:lnTo>
                  <a:lnTo>
                    <a:pt x="22347" y="43599"/>
                  </a:lnTo>
                  <a:lnTo>
                    <a:pt x="22478" y="43457"/>
                  </a:lnTo>
                  <a:lnTo>
                    <a:pt x="22587" y="43304"/>
                  </a:lnTo>
                  <a:lnTo>
                    <a:pt x="22697" y="43140"/>
                  </a:lnTo>
                  <a:lnTo>
                    <a:pt x="22806" y="42954"/>
                  </a:lnTo>
                  <a:lnTo>
                    <a:pt x="22904" y="42768"/>
                  </a:lnTo>
                  <a:lnTo>
                    <a:pt x="22992" y="42571"/>
                  </a:lnTo>
                  <a:lnTo>
                    <a:pt x="23079" y="42363"/>
                  </a:lnTo>
                  <a:lnTo>
                    <a:pt x="23167" y="42133"/>
                  </a:lnTo>
                  <a:lnTo>
                    <a:pt x="23243" y="41915"/>
                  </a:lnTo>
                  <a:lnTo>
                    <a:pt x="23309" y="41674"/>
                  </a:lnTo>
                  <a:lnTo>
                    <a:pt x="23375" y="41422"/>
                  </a:lnTo>
                  <a:lnTo>
                    <a:pt x="23440" y="41171"/>
                  </a:lnTo>
                  <a:lnTo>
                    <a:pt x="23495" y="40908"/>
                  </a:lnTo>
                  <a:lnTo>
                    <a:pt x="23593" y="40372"/>
                  </a:lnTo>
                  <a:lnTo>
                    <a:pt x="23670" y="39804"/>
                  </a:lnTo>
                  <a:lnTo>
                    <a:pt x="23725" y="39213"/>
                  </a:lnTo>
                  <a:lnTo>
                    <a:pt x="23768" y="38600"/>
                  </a:lnTo>
                  <a:lnTo>
                    <a:pt x="23801" y="37977"/>
                  </a:lnTo>
                  <a:lnTo>
                    <a:pt x="23812" y="37343"/>
                  </a:lnTo>
                  <a:lnTo>
                    <a:pt x="23812" y="36697"/>
                  </a:lnTo>
                  <a:lnTo>
                    <a:pt x="23790" y="36052"/>
                  </a:lnTo>
                  <a:lnTo>
                    <a:pt x="23768" y="35407"/>
                  </a:lnTo>
                  <a:lnTo>
                    <a:pt x="23725" y="34761"/>
                  </a:lnTo>
                  <a:lnTo>
                    <a:pt x="23681" y="34116"/>
                  </a:lnTo>
                  <a:lnTo>
                    <a:pt x="23615" y="33482"/>
                  </a:lnTo>
                  <a:lnTo>
                    <a:pt x="23550" y="32869"/>
                  </a:lnTo>
                  <a:lnTo>
                    <a:pt x="23462" y="32267"/>
                  </a:lnTo>
                  <a:lnTo>
                    <a:pt x="23386" y="31677"/>
                  </a:lnTo>
                  <a:lnTo>
                    <a:pt x="23287" y="31119"/>
                  </a:lnTo>
                  <a:lnTo>
                    <a:pt x="23189" y="30583"/>
                  </a:lnTo>
                  <a:lnTo>
                    <a:pt x="23090" y="30069"/>
                  </a:lnTo>
                  <a:lnTo>
                    <a:pt x="22981" y="29599"/>
                  </a:lnTo>
                  <a:lnTo>
                    <a:pt x="22872" y="29161"/>
                  </a:lnTo>
                  <a:lnTo>
                    <a:pt x="22762" y="28756"/>
                  </a:lnTo>
                  <a:lnTo>
                    <a:pt x="22653" y="28395"/>
                  </a:lnTo>
                  <a:lnTo>
                    <a:pt x="15324" y="9013"/>
                  </a:lnTo>
                  <a:lnTo>
                    <a:pt x="15324" y="9013"/>
                  </a:lnTo>
                  <a:lnTo>
                    <a:pt x="15127" y="8510"/>
                  </a:lnTo>
                  <a:lnTo>
                    <a:pt x="14920" y="8007"/>
                  </a:lnTo>
                  <a:lnTo>
                    <a:pt x="14712" y="7537"/>
                  </a:lnTo>
                  <a:lnTo>
                    <a:pt x="14504" y="7077"/>
                  </a:lnTo>
                  <a:lnTo>
                    <a:pt x="14285" y="6640"/>
                  </a:lnTo>
                  <a:lnTo>
                    <a:pt x="14067" y="6224"/>
                  </a:lnTo>
                  <a:lnTo>
                    <a:pt x="13848" y="5819"/>
                  </a:lnTo>
                  <a:lnTo>
                    <a:pt x="13618" y="5426"/>
                  </a:lnTo>
                  <a:lnTo>
                    <a:pt x="13388" y="5054"/>
                  </a:lnTo>
                  <a:lnTo>
                    <a:pt x="13159" y="4704"/>
                  </a:lnTo>
                  <a:lnTo>
                    <a:pt x="12918" y="4354"/>
                  </a:lnTo>
                  <a:lnTo>
                    <a:pt x="12677" y="4036"/>
                  </a:lnTo>
                  <a:lnTo>
                    <a:pt x="12437" y="3730"/>
                  </a:lnTo>
                  <a:lnTo>
                    <a:pt x="12196" y="3435"/>
                  </a:lnTo>
                  <a:lnTo>
                    <a:pt x="11945" y="3150"/>
                  </a:lnTo>
                  <a:lnTo>
                    <a:pt x="11704" y="2888"/>
                  </a:lnTo>
                  <a:lnTo>
                    <a:pt x="11452" y="2636"/>
                  </a:lnTo>
                  <a:lnTo>
                    <a:pt x="11201" y="2396"/>
                  </a:lnTo>
                  <a:lnTo>
                    <a:pt x="10938" y="2166"/>
                  </a:lnTo>
                  <a:lnTo>
                    <a:pt x="10687" y="1958"/>
                  </a:lnTo>
                  <a:lnTo>
                    <a:pt x="10424" y="1761"/>
                  </a:lnTo>
                  <a:lnTo>
                    <a:pt x="10173" y="1575"/>
                  </a:lnTo>
                  <a:lnTo>
                    <a:pt x="9910" y="1400"/>
                  </a:lnTo>
                  <a:lnTo>
                    <a:pt x="9648" y="1236"/>
                  </a:lnTo>
                  <a:lnTo>
                    <a:pt x="9385" y="1083"/>
                  </a:lnTo>
                  <a:lnTo>
                    <a:pt x="9123" y="952"/>
                  </a:lnTo>
                  <a:lnTo>
                    <a:pt x="8860" y="821"/>
                  </a:lnTo>
                  <a:lnTo>
                    <a:pt x="8598" y="700"/>
                  </a:lnTo>
                  <a:lnTo>
                    <a:pt x="8335" y="591"/>
                  </a:lnTo>
                  <a:lnTo>
                    <a:pt x="8062" y="493"/>
                  </a:lnTo>
                  <a:lnTo>
                    <a:pt x="7799" y="405"/>
                  </a:lnTo>
                  <a:lnTo>
                    <a:pt x="7537" y="328"/>
                  </a:lnTo>
                  <a:lnTo>
                    <a:pt x="7274" y="263"/>
                  </a:lnTo>
                  <a:lnTo>
                    <a:pt x="7012" y="197"/>
                  </a:lnTo>
                  <a:lnTo>
                    <a:pt x="6749" y="153"/>
                  </a:lnTo>
                  <a:lnTo>
                    <a:pt x="6487" y="110"/>
                  </a:lnTo>
                  <a:lnTo>
                    <a:pt x="6224" y="66"/>
                  </a:lnTo>
                  <a:lnTo>
                    <a:pt x="5961" y="44"/>
                  </a:lnTo>
                  <a:lnTo>
                    <a:pt x="5699" y="22"/>
                  </a:lnTo>
                  <a:lnTo>
                    <a:pt x="5436" y="11"/>
                  </a:lnTo>
                  <a:lnTo>
                    <a:pt x="4922" y="0"/>
                  </a:lnTo>
                  <a:lnTo>
                    <a:pt x="4419" y="11"/>
                  </a:lnTo>
                  <a:lnTo>
                    <a:pt x="3927" y="55"/>
                  </a:lnTo>
                  <a:lnTo>
                    <a:pt x="3435" y="110"/>
                  </a:lnTo>
                  <a:lnTo>
                    <a:pt x="2954" y="186"/>
                  </a:lnTo>
                  <a:lnTo>
                    <a:pt x="2494" y="274"/>
                  </a:lnTo>
                  <a:lnTo>
                    <a:pt x="2035" y="372"/>
                  </a:lnTo>
                  <a:lnTo>
                    <a:pt x="1597" y="482"/>
                  </a:lnTo>
                  <a:lnTo>
                    <a:pt x="1171" y="602"/>
                  </a:lnTo>
                  <a:lnTo>
                    <a:pt x="766" y="733"/>
                  </a:lnTo>
                  <a:lnTo>
                    <a:pt x="0" y="985"/>
                  </a:lnTo>
                  <a:lnTo>
                    <a:pt x="0" y="985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9" name="Google Shape;1029;p25"/>
            <p:cNvSpPr/>
            <p:nvPr/>
          </p:nvSpPr>
          <p:spPr>
            <a:xfrm>
              <a:off x="4907200" y="2377850"/>
              <a:ext cx="1361775" cy="2624600"/>
            </a:xfrm>
            <a:custGeom>
              <a:avLst/>
              <a:gdLst/>
              <a:ahLst/>
              <a:cxnLst/>
              <a:rect l="l" t="t" r="r" b="b"/>
              <a:pathLst>
                <a:path w="54471" h="104984" extrusionOk="0">
                  <a:moveTo>
                    <a:pt x="11441" y="6553"/>
                  </a:moveTo>
                  <a:lnTo>
                    <a:pt x="14624" y="38021"/>
                  </a:lnTo>
                  <a:lnTo>
                    <a:pt x="14624" y="38021"/>
                  </a:lnTo>
                  <a:lnTo>
                    <a:pt x="14755" y="37792"/>
                  </a:lnTo>
                  <a:lnTo>
                    <a:pt x="14898" y="37573"/>
                  </a:lnTo>
                  <a:lnTo>
                    <a:pt x="15051" y="37354"/>
                  </a:lnTo>
                  <a:lnTo>
                    <a:pt x="15204" y="37157"/>
                  </a:lnTo>
                  <a:lnTo>
                    <a:pt x="15368" y="36971"/>
                  </a:lnTo>
                  <a:lnTo>
                    <a:pt x="15532" y="36785"/>
                  </a:lnTo>
                  <a:lnTo>
                    <a:pt x="15718" y="36610"/>
                  </a:lnTo>
                  <a:lnTo>
                    <a:pt x="15893" y="36457"/>
                  </a:lnTo>
                  <a:lnTo>
                    <a:pt x="16090" y="36304"/>
                  </a:lnTo>
                  <a:lnTo>
                    <a:pt x="16276" y="36162"/>
                  </a:lnTo>
                  <a:lnTo>
                    <a:pt x="16484" y="36020"/>
                  </a:lnTo>
                  <a:lnTo>
                    <a:pt x="16680" y="35899"/>
                  </a:lnTo>
                  <a:lnTo>
                    <a:pt x="16899" y="35790"/>
                  </a:lnTo>
                  <a:lnTo>
                    <a:pt x="17107" y="35680"/>
                  </a:lnTo>
                  <a:lnTo>
                    <a:pt x="17326" y="35582"/>
                  </a:lnTo>
                  <a:lnTo>
                    <a:pt x="17555" y="35495"/>
                  </a:lnTo>
                  <a:lnTo>
                    <a:pt x="17774" y="35418"/>
                  </a:lnTo>
                  <a:lnTo>
                    <a:pt x="18004" y="35352"/>
                  </a:lnTo>
                  <a:lnTo>
                    <a:pt x="18245" y="35287"/>
                  </a:lnTo>
                  <a:lnTo>
                    <a:pt x="18474" y="35232"/>
                  </a:lnTo>
                  <a:lnTo>
                    <a:pt x="18715" y="35199"/>
                  </a:lnTo>
                  <a:lnTo>
                    <a:pt x="18955" y="35155"/>
                  </a:lnTo>
                  <a:lnTo>
                    <a:pt x="19196" y="35134"/>
                  </a:lnTo>
                  <a:lnTo>
                    <a:pt x="19437" y="35123"/>
                  </a:lnTo>
                  <a:lnTo>
                    <a:pt x="19688" y="35112"/>
                  </a:lnTo>
                  <a:lnTo>
                    <a:pt x="19929" y="35112"/>
                  </a:lnTo>
                  <a:lnTo>
                    <a:pt x="20181" y="35123"/>
                  </a:lnTo>
                  <a:lnTo>
                    <a:pt x="20421" y="35134"/>
                  </a:lnTo>
                  <a:lnTo>
                    <a:pt x="20673" y="35155"/>
                  </a:lnTo>
                  <a:lnTo>
                    <a:pt x="20913" y="35199"/>
                  </a:lnTo>
                  <a:lnTo>
                    <a:pt x="21165" y="35232"/>
                  </a:lnTo>
                  <a:lnTo>
                    <a:pt x="21406" y="35287"/>
                  </a:lnTo>
                  <a:lnTo>
                    <a:pt x="21657" y="35341"/>
                  </a:lnTo>
                  <a:lnTo>
                    <a:pt x="21898" y="35407"/>
                  </a:lnTo>
                  <a:lnTo>
                    <a:pt x="22138" y="35484"/>
                  </a:lnTo>
                  <a:lnTo>
                    <a:pt x="22379" y="35560"/>
                  </a:lnTo>
                  <a:lnTo>
                    <a:pt x="22609" y="35659"/>
                  </a:lnTo>
                  <a:lnTo>
                    <a:pt x="22849" y="35757"/>
                  </a:lnTo>
                  <a:lnTo>
                    <a:pt x="23079" y="35855"/>
                  </a:lnTo>
                  <a:lnTo>
                    <a:pt x="23309" y="35965"/>
                  </a:lnTo>
                  <a:lnTo>
                    <a:pt x="23538" y="36085"/>
                  </a:lnTo>
                  <a:lnTo>
                    <a:pt x="23757" y="36216"/>
                  </a:lnTo>
                  <a:lnTo>
                    <a:pt x="23976" y="36359"/>
                  </a:lnTo>
                  <a:lnTo>
                    <a:pt x="24184" y="36501"/>
                  </a:lnTo>
                  <a:lnTo>
                    <a:pt x="24403" y="36643"/>
                  </a:lnTo>
                  <a:lnTo>
                    <a:pt x="24599" y="36807"/>
                  </a:lnTo>
                  <a:lnTo>
                    <a:pt x="24796" y="36971"/>
                  </a:lnTo>
                  <a:lnTo>
                    <a:pt x="24993" y="37135"/>
                  </a:lnTo>
                  <a:lnTo>
                    <a:pt x="25179" y="37321"/>
                  </a:lnTo>
                  <a:lnTo>
                    <a:pt x="25365" y="37507"/>
                  </a:lnTo>
                  <a:lnTo>
                    <a:pt x="25540" y="37693"/>
                  </a:lnTo>
                  <a:lnTo>
                    <a:pt x="25704" y="37901"/>
                  </a:lnTo>
                  <a:lnTo>
                    <a:pt x="25868" y="38098"/>
                  </a:lnTo>
                  <a:lnTo>
                    <a:pt x="26032" y="38317"/>
                  </a:lnTo>
                  <a:lnTo>
                    <a:pt x="26175" y="38535"/>
                  </a:lnTo>
                  <a:lnTo>
                    <a:pt x="26317" y="38765"/>
                  </a:lnTo>
                  <a:lnTo>
                    <a:pt x="26448" y="38995"/>
                  </a:lnTo>
                  <a:lnTo>
                    <a:pt x="26568" y="39235"/>
                  </a:lnTo>
                  <a:lnTo>
                    <a:pt x="26689" y="39487"/>
                  </a:lnTo>
                  <a:lnTo>
                    <a:pt x="26787" y="39738"/>
                  </a:lnTo>
                  <a:lnTo>
                    <a:pt x="26886" y="39990"/>
                  </a:lnTo>
                  <a:lnTo>
                    <a:pt x="26973" y="40264"/>
                  </a:lnTo>
                  <a:lnTo>
                    <a:pt x="27050" y="40537"/>
                  </a:lnTo>
                  <a:lnTo>
                    <a:pt x="27115" y="40810"/>
                  </a:lnTo>
                  <a:lnTo>
                    <a:pt x="27115" y="40810"/>
                  </a:lnTo>
                  <a:lnTo>
                    <a:pt x="27225" y="40559"/>
                  </a:lnTo>
                  <a:lnTo>
                    <a:pt x="27334" y="40307"/>
                  </a:lnTo>
                  <a:lnTo>
                    <a:pt x="27454" y="40078"/>
                  </a:lnTo>
                  <a:lnTo>
                    <a:pt x="27586" y="39848"/>
                  </a:lnTo>
                  <a:lnTo>
                    <a:pt x="27717" y="39629"/>
                  </a:lnTo>
                  <a:lnTo>
                    <a:pt x="27859" y="39432"/>
                  </a:lnTo>
                  <a:lnTo>
                    <a:pt x="28012" y="39224"/>
                  </a:lnTo>
                  <a:lnTo>
                    <a:pt x="28165" y="39038"/>
                  </a:lnTo>
                  <a:lnTo>
                    <a:pt x="28329" y="38863"/>
                  </a:lnTo>
                  <a:lnTo>
                    <a:pt x="28504" y="38688"/>
                  </a:lnTo>
                  <a:lnTo>
                    <a:pt x="28679" y="38535"/>
                  </a:lnTo>
                  <a:lnTo>
                    <a:pt x="28854" y="38382"/>
                  </a:lnTo>
                  <a:lnTo>
                    <a:pt x="29051" y="38240"/>
                  </a:lnTo>
                  <a:lnTo>
                    <a:pt x="29237" y="38098"/>
                  </a:lnTo>
                  <a:lnTo>
                    <a:pt x="29434" y="37977"/>
                  </a:lnTo>
                  <a:lnTo>
                    <a:pt x="29642" y="37857"/>
                  </a:lnTo>
                  <a:lnTo>
                    <a:pt x="29839" y="37748"/>
                  </a:lnTo>
                  <a:lnTo>
                    <a:pt x="30058" y="37649"/>
                  </a:lnTo>
                  <a:lnTo>
                    <a:pt x="30265" y="37562"/>
                  </a:lnTo>
                  <a:lnTo>
                    <a:pt x="30484" y="37485"/>
                  </a:lnTo>
                  <a:lnTo>
                    <a:pt x="30703" y="37409"/>
                  </a:lnTo>
                  <a:lnTo>
                    <a:pt x="30933" y="37343"/>
                  </a:lnTo>
                  <a:lnTo>
                    <a:pt x="31162" y="37288"/>
                  </a:lnTo>
                  <a:lnTo>
                    <a:pt x="31392" y="37245"/>
                  </a:lnTo>
                  <a:lnTo>
                    <a:pt x="31622" y="37201"/>
                  </a:lnTo>
                  <a:lnTo>
                    <a:pt x="31851" y="37168"/>
                  </a:lnTo>
                  <a:lnTo>
                    <a:pt x="32092" y="37146"/>
                  </a:lnTo>
                  <a:lnTo>
                    <a:pt x="32333" y="37135"/>
                  </a:lnTo>
                  <a:lnTo>
                    <a:pt x="32562" y="37124"/>
                  </a:lnTo>
                  <a:lnTo>
                    <a:pt x="32803" y="37124"/>
                  </a:lnTo>
                  <a:lnTo>
                    <a:pt x="33044" y="37135"/>
                  </a:lnTo>
                  <a:lnTo>
                    <a:pt x="33284" y="37146"/>
                  </a:lnTo>
                  <a:lnTo>
                    <a:pt x="33525" y="37179"/>
                  </a:lnTo>
                  <a:lnTo>
                    <a:pt x="33765" y="37212"/>
                  </a:lnTo>
                  <a:lnTo>
                    <a:pt x="34006" y="37245"/>
                  </a:lnTo>
                  <a:lnTo>
                    <a:pt x="34247" y="37299"/>
                  </a:lnTo>
                  <a:lnTo>
                    <a:pt x="34476" y="37354"/>
                  </a:lnTo>
                  <a:lnTo>
                    <a:pt x="34717" y="37420"/>
                  </a:lnTo>
                  <a:lnTo>
                    <a:pt x="34958" y="37485"/>
                  </a:lnTo>
                  <a:lnTo>
                    <a:pt x="35187" y="37562"/>
                  </a:lnTo>
                  <a:lnTo>
                    <a:pt x="35417" y="37649"/>
                  </a:lnTo>
                  <a:lnTo>
                    <a:pt x="35647" y="37737"/>
                  </a:lnTo>
                  <a:lnTo>
                    <a:pt x="35876" y="37846"/>
                  </a:lnTo>
                  <a:lnTo>
                    <a:pt x="36095" y="37945"/>
                  </a:lnTo>
                  <a:lnTo>
                    <a:pt x="36314" y="38065"/>
                  </a:lnTo>
                  <a:lnTo>
                    <a:pt x="36533" y="38185"/>
                  </a:lnTo>
                  <a:lnTo>
                    <a:pt x="36752" y="38317"/>
                  </a:lnTo>
                  <a:lnTo>
                    <a:pt x="36959" y="38448"/>
                  </a:lnTo>
                  <a:lnTo>
                    <a:pt x="37167" y="38590"/>
                  </a:lnTo>
                  <a:lnTo>
                    <a:pt x="37364" y="38743"/>
                  </a:lnTo>
                  <a:lnTo>
                    <a:pt x="37561" y="38896"/>
                  </a:lnTo>
                  <a:lnTo>
                    <a:pt x="37747" y="39060"/>
                  </a:lnTo>
                  <a:lnTo>
                    <a:pt x="37933" y="39235"/>
                  </a:lnTo>
                  <a:lnTo>
                    <a:pt x="38119" y="39410"/>
                  </a:lnTo>
                  <a:lnTo>
                    <a:pt x="38294" y="39596"/>
                  </a:lnTo>
                  <a:lnTo>
                    <a:pt x="38458" y="39782"/>
                  </a:lnTo>
                  <a:lnTo>
                    <a:pt x="38622" y="39979"/>
                  </a:lnTo>
                  <a:lnTo>
                    <a:pt x="38775" y="40187"/>
                  </a:lnTo>
                  <a:lnTo>
                    <a:pt x="38928" y="40395"/>
                  </a:lnTo>
                  <a:lnTo>
                    <a:pt x="39070" y="40614"/>
                  </a:lnTo>
                  <a:lnTo>
                    <a:pt x="39202" y="40832"/>
                  </a:lnTo>
                  <a:lnTo>
                    <a:pt x="39333" y="41062"/>
                  </a:lnTo>
                  <a:lnTo>
                    <a:pt x="39442" y="41292"/>
                  </a:lnTo>
                  <a:lnTo>
                    <a:pt x="39552" y="41532"/>
                  </a:lnTo>
                  <a:lnTo>
                    <a:pt x="39552" y="41532"/>
                  </a:lnTo>
                  <a:lnTo>
                    <a:pt x="39694" y="41314"/>
                  </a:lnTo>
                  <a:lnTo>
                    <a:pt x="39836" y="41106"/>
                  </a:lnTo>
                  <a:lnTo>
                    <a:pt x="39989" y="40909"/>
                  </a:lnTo>
                  <a:lnTo>
                    <a:pt x="40142" y="40723"/>
                  </a:lnTo>
                  <a:lnTo>
                    <a:pt x="40306" y="40548"/>
                  </a:lnTo>
                  <a:lnTo>
                    <a:pt x="40481" y="40373"/>
                  </a:lnTo>
                  <a:lnTo>
                    <a:pt x="40656" y="40220"/>
                  </a:lnTo>
                  <a:lnTo>
                    <a:pt x="40842" y="40067"/>
                  </a:lnTo>
                  <a:lnTo>
                    <a:pt x="41028" y="39924"/>
                  </a:lnTo>
                  <a:lnTo>
                    <a:pt x="41225" y="39793"/>
                  </a:lnTo>
                  <a:lnTo>
                    <a:pt x="41422" y="39673"/>
                  </a:lnTo>
                  <a:lnTo>
                    <a:pt x="41619" y="39563"/>
                  </a:lnTo>
                  <a:lnTo>
                    <a:pt x="41838" y="39465"/>
                  </a:lnTo>
                  <a:lnTo>
                    <a:pt x="42045" y="39367"/>
                  </a:lnTo>
                  <a:lnTo>
                    <a:pt x="42264" y="39279"/>
                  </a:lnTo>
                  <a:lnTo>
                    <a:pt x="42483" y="39213"/>
                  </a:lnTo>
                  <a:lnTo>
                    <a:pt x="42702" y="39148"/>
                  </a:lnTo>
                  <a:lnTo>
                    <a:pt x="42931" y="39082"/>
                  </a:lnTo>
                  <a:lnTo>
                    <a:pt x="43161" y="39038"/>
                  </a:lnTo>
                  <a:lnTo>
                    <a:pt x="43391" y="39006"/>
                  </a:lnTo>
                  <a:lnTo>
                    <a:pt x="43632" y="38973"/>
                  </a:lnTo>
                  <a:lnTo>
                    <a:pt x="43861" y="38951"/>
                  </a:lnTo>
                  <a:lnTo>
                    <a:pt x="44102" y="38940"/>
                  </a:lnTo>
                  <a:lnTo>
                    <a:pt x="44342" y="38940"/>
                  </a:lnTo>
                  <a:lnTo>
                    <a:pt x="44583" y="38940"/>
                  </a:lnTo>
                  <a:lnTo>
                    <a:pt x="44813" y="38951"/>
                  </a:lnTo>
                  <a:lnTo>
                    <a:pt x="45053" y="38973"/>
                  </a:lnTo>
                  <a:lnTo>
                    <a:pt x="45294" y="39006"/>
                  </a:lnTo>
                  <a:lnTo>
                    <a:pt x="45535" y="39049"/>
                  </a:lnTo>
                  <a:lnTo>
                    <a:pt x="45775" y="39093"/>
                  </a:lnTo>
                  <a:lnTo>
                    <a:pt x="46016" y="39148"/>
                  </a:lnTo>
                  <a:lnTo>
                    <a:pt x="46246" y="39213"/>
                  </a:lnTo>
                  <a:lnTo>
                    <a:pt x="46486" y="39279"/>
                  </a:lnTo>
                  <a:lnTo>
                    <a:pt x="46716" y="39367"/>
                  </a:lnTo>
                  <a:lnTo>
                    <a:pt x="46946" y="39454"/>
                  </a:lnTo>
                  <a:lnTo>
                    <a:pt x="47175" y="39542"/>
                  </a:lnTo>
                  <a:lnTo>
                    <a:pt x="47405" y="39651"/>
                  </a:lnTo>
                  <a:lnTo>
                    <a:pt x="47624" y="39760"/>
                  </a:lnTo>
                  <a:lnTo>
                    <a:pt x="47843" y="39881"/>
                  </a:lnTo>
                  <a:lnTo>
                    <a:pt x="48061" y="40001"/>
                  </a:lnTo>
                  <a:lnTo>
                    <a:pt x="48269" y="40132"/>
                  </a:lnTo>
                  <a:lnTo>
                    <a:pt x="48477" y="40274"/>
                  </a:lnTo>
                  <a:lnTo>
                    <a:pt x="48685" y="40428"/>
                  </a:lnTo>
                  <a:lnTo>
                    <a:pt x="48882" y="40581"/>
                  </a:lnTo>
                  <a:lnTo>
                    <a:pt x="49068" y="40745"/>
                  </a:lnTo>
                  <a:lnTo>
                    <a:pt x="49265" y="40920"/>
                  </a:lnTo>
                  <a:lnTo>
                    <a:pt x="49440" y="41095"/>
                  </a:lnTo>
                  <a:lnTo>
                    <a:pt x="49615" y="41281"/>
                  </a:lnTo>
                  <a:lnTo>
                    <a:pt x="49790" y="41467"/>
                  </a:lnTo>
                  <a:lnTo>
                    <a:pt x="49943" y="41675"/>
                  </a:lnTo>
                  <a:lnTo>
                    <a:pt x="50107" y="41871"/>
                  </a:lnTo>
                  <a:lnTo>
                    <a:pt x="50249" y="42090"/>
                  </a:lnTo>
                  <a:lnTo>
                    <a:pt x="50391" y="42309"/>
                  </a:lnTo>
                  <a:lnTo>
                    <a:pt x="50522" y="42528"/>
                  </a:lnTo>
                  <a:lnTo>
                    <a:pt x="50643" y="42768"/>
                  </a:lnTo>
                  <a:lnTo>
                    <a:pt x="50763" y="43009"/>
                  </a:lnTo>
                  <a:lnTo>
                    <a:pt x="50872" y="43250"/>
                  </a:lnTo>
                  <a:lnTo>
                    <a:pt x="50971" y="43501"/>
                  </a:lnTo>
                  <a:lnTo>
                    <a:pt x="51058" y="43764"/>
                  </a:lnTo>
                  <a:lnTo>
                    <a:pt x="51135" y="44026"/>
                  </a:lnTo>
                  <a:lnTo>
                    <a:pt x="51201" y="44300"/>
                  </a:lnTo>
                  <a:lnTo>
                    <a:pt x="51255" y="44573"/>
                  </a:lnTo>
                  <a:lnTo>
                    <a:pt x="51310" y="44857"/>
                  </a:lnTo>
                  <a:lnTo>
                    <a:pt x="51343" y="45153"/>
                  </a:lnTo>
                  <a:lnTo>
                    <a:pt x="54340" y="73745"/>
                  </a:lnTo>
                  <a:lnTo>
                    <a:pt x="54340" y="73745"/>
                  </a:lnTo>
                  <a:lnTo>
                    <a:pt x="54405" y="74510"/>
                  </a:lnTo>
                  <a:lnTo>
                    <a:pt x="54449" y="75276"/>
                  </a:lnTo>
                  <a:lnTo>
                    <a:pt x="54471" y="76064"/>
                  </a:lnTo>
                  <a:lnTo>
                    <a:pt x="54471" y="76873"/>
                  </a:lnTo>
                  <a:lnTo>
                    <a:pt x="54449" y="77671"/>
                  </a:lnTo>
                  <a:lnTo>
                    <a:pt x="54405" y="78492"/>
                  </a:lnTo>
                  <a:lnTo>
                    <a:pt x="54351" y="79312"/>
                  </a:lnTo>
                  <a:lnTo>
                    <a:pt x="54274" y="80143"/>
                  </a:lnTo>
                  <a:lnTo>
                    <a:pt x="54176" y="80975"/>
                  </a:lnTo>
                  <a:lnTo>
                    <a:pt x="54055" y="81806"/>
                  </a:lnTo>
                  <a:lnTo>
                    <a:pt x="53935" y="82637"/>
                  </a:lnTo>
                  <a:lnTo>
                    <a:pt x="53782" y="83458"/>
                  </a:lnTo>
                  <a:lnTo>
                    <a:pt x="53629" y="84289"/>
                  </a:lnTo>
                  <a:lnTo>
                    <a:pt x="53454" y="85109"/>
                  </a:lnTo>
                  <a:lnTo>
                    <a:pt x="53268" y="85919"/>
                  </a:lnTo>
                  <a:lnTo>
                    <a:pt x="53071" y="86717"/>
                  </a:lnTo>
                  <a:lnTo>
                    <a:pt x="52863" y="87516"/>
                  </a:lnTo>
                  <a:lnTo>
                    <a:pt x="52644" y="88292"/>
                  </a:lnTo>
                  <a:lnTo>
                    <a:pt x="52415" y="89058"/>
                  </a:lnTo>
                  <a:lnTo>
                    <a:pt x="52174" y="89813"/>
                  </a:lnTo>
                  <a:lnTo>
                    <a:pt x="51933" y="90545"/>
                  </a:lnTo>
                  <a:lnTo>
                    <a:pt x="51682" y="91256"/>
                  </a:lnTo>
                  <a:lnTo>
                    <a:pt x="51419" y="91956"/>
                  </a:lnTo>
                  <a:lnTo>
                    <a:pt x="51157" y="92624"/>
                  </a:lnTo>
                  <a:lnTo>
                    <a:pt x="50883" y="93280"/>
                  </a:lnTo>
                  <a:lnTo>
                    <a:pt x="50610" y="93903"/>
                  </a:lnTo>
                  <a:lnTo>
                    <a:pt x="50336" y="94494"/>
                  </a:lnTo>
                  <a:lnTo>
                    <a:pt x="50052" y="95063"/>
                  </a:lnTo>
                  <a:lnTo>
                    <a:pt x="49768" y="95599"/>
                  </a:lnTo>
                  <a:lnTo>
                    <a:pt x="49483" y="96113"/>
                  </a:lnTo>
                  <a:lnTo>
                    <a:pt x="49210" y="96583"/>
                  </a:lnTo>
                  <a:lnTo>
                    <a:pt x="48925" y="97021"/>
                  </a:lnTo>
                  <a:lnTo>
                    <a:pt x="48925" y="97021"/>
                  </a:lnTo>
                  <a:lnTo>
                    <a:pt x="48718" y="97327"/>
                  </a:lnTo>
                  <a:lnTo>
                    <a:pt x="48499" y="97622"/>
                  </a:lnTo>
                  <a:lnTo>
                    <a:pt x="48280" y="97918"/>
                  </a:lnTo>
                  <a:lnTo>
                    <a:pt x="48061" y="98202"/>
                  </a:lnTo>
                  <a:lnTo>
                    <a:pt x="47832" y="98475"/>
                  </a:lnTo>
                  <a:lnTo>
                    <a:pt x="47613" y="98749"/>
                  </a:lnTo>
                  <a:lnTo>
                    <a:pt x="47372" y="99011"/>
                  </a:lnTo>
                  <a:lnTo>
                    <a:pt x="47143" y="99274"/>
                  </a:lnTo>
                  <a:lnTo>
                    <a:pt x="46902" y="99526"/>
                  </a:lnTo>
                  <a:lnTo>
                    <a:pt x="46661" y="99777"/>
                  </a:lnTo>
                  <a:lnTo>
                    <a:pt x="46421" y="100018"/>
                  </a:lnTo>
                  <a:lnTo>
                    <a:pt x="46169" y="100247"/>
                  </a:lnTo>
                  <a:lnTo>
                    <a:pt x="45918" y="100477"/>
                  </a:lnTo>
                  <a:lnTo>
                    <a:pt x="45666" y="100696"/>
                  </a:lnTo>
                  <a:lnTo>
                    <a:pt x="45403" y="100904"/>
                  </a:lnTo>
                  <a:lnTo>
                    <a:pt x="45152" y="101112"/>
                  </a:lnTo>
                  <a:lnTo>
                    <a:pt x="44627" y="101516"/>
                  </a:lnTo>
                  <a:lnTo>
                    <a:pt x="44080" y="101888"/>
                  </a:lnTo>
                  <a:lnTo>
                    <a:pt x="43533" y="102238"/>
                  </a:lnTo>
                  <a:lnTo>
                    <a:pt x="42986" y="102566"/>
                  </a:lnTo>
                  <a:lnTo>
                    <a:pt x="42417" y="102873"/>
                  </a:lnTo>
                  <a:lnTo>
                    <a:pt x="41849" y="103157"/>
                  </a:lnTo>
                  <a:lnTo>
                    <a:pt x="41269" y="103409"/>
                  </a:lnTo>
                  <a:lnTo>
                    <a:pt x="40678" y="103649"/>
                  </a:lnTo>
                  <a:lnTo>
                    <a:pt x="40088" y="103868"/>
                  </a:lnTo>
                  <a:lnTo>
                    <a:pt x="39486" y="104065"/>
                  </a:lnTo>
                  <a:lnTo>
                    <a:pt x="38873" y="104240"/>
                  </a:lnTo>
                  <a:lnTo>
                    <a:pt x="38272" y="104393"/>
                  </a:lnTo>
                  <a:lnTo>
                    <a:pt x="37659" y="104535"/>
                  </a:lnTo>
                  <a:lnTo>
                    <a:pt x="37036" y="104655"/>
                  </a:lnTo>
                  <a:lnTo>
                    <a:pt x="36412" y="104754"/>
                  </a:lnTo>
                  <a:lnTo>
                    <a:pt x="35800" y="104830"/>
                  </a:lnTo>
                  <a:lnTo>
                    <a:pt x="35166" y="104896"/>
                  </a:lnTo>
                  <a:lnTo>
                    <a:pt x="34542" y="104940"/>
                  </a:lnTo>
                  <a:lnTo>
                    <a:pt x="33919" y="104973"/>
                  </a:lnTo>
                  <a:lnTo>
                    <a:pt x="33295" y="104984"/>
                  </a:lnTo>
                  <a:lnTo>
                    <a:pt x="32661" y="104973"/>
                  </a:lnTo>
                  <a:lnTo>
                    <a:pt x="32037" y="104951"/>
                  </a:lnTo>
                  <a:lnTo>
                    <a:pt x="31414" y="104918"/>
                  </a:lnTo>
                  <a:lnTo>
                    <a:pt x="30790" y="104874"/>
                  </a:lnTo>
                  <a:lnTo>
                    <a:pt x="30167" y="104809"/>
                  </a:lnTo>
                  <a:lnTo>
                    <a:pt x="29554" y="104721"/>
                  </a:lnTo>
                  <a:lnTo>
                    <a:pt x="28942" y="104634"/>
                  </a:lnTo>
                  <a:lnTo>
                    <a:pt x="28329" y="104524"/>
                  </a:lnTo>
                  <a:lnTo>
                    <a:pt x="27728" y="104404"/>
                  </a:lnTo>
                  <a:lnTo>
                    <a:pt x="27137" y="104273"/>
                  </a:lnTo>
                  <a:lnTo>
                    <a:pt x="26535" y="104130"/>
                  </a:lnTo>
                  <a:lnTo>
                    <a:pt x="25956" y="103977"/>
                  </a:lnTo>
                  <a:lnTo>
                    <a:pt x="25376" y="103813"/>
                  </a:lnTo>
                  <a:lnTo>
                    <a:pt x="24807" y="103627"/>
                  </a:lnTo>
                  <a:lnTo>
                    <a:pt x="24239" y="103441"/>
                  </a:lnTo>
                  <a:lnTo>
                    <a:pt x="23692" y="103244"/>
                  </a:lnTo>
                  <a:lnTo>
                    <a:pt x="23145" y="103037"/>
                  </a:lnTo>
                  <a:lnTo>
                    <a:pt x="22609" y="102818"/>
                  </a:lnTo>
                  <a:lnTo>
                    <a:pt x="22084" y="102599"/>
                  </a:lnTo>
                  <a:lnTo>
                    <a:pt x="21570" y="102358"/>
                  </a:lnTo>
                  <a:lnTo>
                    <a:pt x="21067" y="102118"/>
                  </a:lnTo>
                  <a:lnTo>
                    <a:pt x="20585" y="101877"/>
                  </a:lnTo>
                  <a:lnTo>
                    <a:pt x="20104" y="101615"/>
                  </a:lnTo>
                  <a:lnTo>
                    <a:pt x="19645" y="101352"/>
                  </a:lnTo>
                  <a:lnTo>
                    <a:pt x="19196" y="101079"/>
                  </a:lnTo>
                  <a:lnTo>
                    <a:pt x="18759" y="100805"/>
                  </a:lnTo>
                  <a:lnTo>
                    <a:pt x="18332" y="100532"/>
                  </a:lnTo>
                  <a:lnTo>
                    <a:pt x="17927" y="100247"/>
                  </a:lnTo>
                  <a:lnTo>
                    <a:pt x="17544" y="99952"/>
                  </a:lnTo>
                  <a:lnTo>
                    <a:pt x="17173" y="99657"/>
                  </a:lnTo>
                  <a:lnTo>
                    <a:pt x="16812" y="99361"/>
                  </a:lnTo>
                  <a:lnTo>
                    <a:pt x="16484" y="99055"/>
                  </a:lnTo>
                  <a:lnTo>
                    <a:pt x="16155" y="98749"/>
                  </a:lnTo>
                  <a:lnTo>
                    <a:pt x="15860" y="98443"/>
                  </a:lnTo>
                  <a:lnTo>
                    <a:pt x="15576" y="98136"/>
                  </a:lnTo>
                  <a:lnTo>
                    <a:pt x="15324" y="97819"/>
                  </a:lnTo>
                  <a:lnTo>
                    <a:pt x="15324" y="97819"/>
                  </a:lnTo>
                  <a:lnTo>
                    <a:pt x="14547" y="96868"/>
                  </a:lnTo>
                  <a:lnTo>
                    <a:pt x="13793" y="95960"/>
                  </a:lnTo>
                  <a:lnTo>
                    <a:pt x="12360" y="94253"/>
                  </a:lnTo>
                  <a:lnTo>
                    <a:pt x="11682" y="93433"/>
                  </a:lnTo>
                  <a:lnTo>
                    <a:pt x="11036" y="92646"/>
                  </a:lnTo>
                  <a:lnTo>
                    <a:pt x="10424" y="91880"/>
                  </a:lnTo>
                  <a:lnTo>
                    <a:pt x="9844" y="91125"/>
                  </a:lnTo>
                  <a:lnTo>
                    <a:pt x="9582" y="90753"/>
                  </a:lnTo>
                  <a:lnTo>
                    <a:pt x="9319" y="90381"/>
                  </a:lnTo>
                  <a:lnTo>
                    <a:pt x="9079" y="90009"/>
                  </a:lnTo>
                  <a:lnTo>
                    <a:pt x="8838" y="89649"/>
                  </a:lnTo>
                  <a:lnTo>
                    <a:pt x="8619" y="89277"/>
                  </a:lnTo>
                  <a:lnTo>
                    <a:pt x="8400" y="88905"/>
                  </a:lnTo>
                  <a:lnTo>
                    <a:pt x="8214" y="88544"/>
                  </a:lnTo>
                  <a:lnTo>
                    <a:pt x="8028" y="88172"/>
                  </a:lnTo>
                  <a:lnTo>
                    <a:pt x="7853" y="87800"/>
                  </a:lnTo>
                  <a:lnTo>
                    <a:pt x="7700" y="87428"/>
                  </a:lnTo>
                  <a:lnTo>
                    <a:pt x="7569" y="87045"/>
                  </a:lnTo>
                  <a:lnTo>
                    <a:pt x="7438" y="86662"/>
                  </a:lnTo>
                  <a:lnTo>
                    <a:pt x="7339" y="86280"/>
                  </a:lnTo>
                  <a:lnTo>
                    <a:pt x="7241" y="85897"/>
                  </a:lnTo>
                  <a:lnTo>
                    <a:pt x="7164" y="85503"/>
                  </a:lnTo>
                  <a:lnTo>
                    <a:pt x="7110" y="85098"/>
                  </a:lnTo>
                  <a:lnTo>
                    <a:pt x="88" y="7198"/>
                  </a:lnTo>
                  <a:lnTo>
                    <a:pt x="88" y="7198"/>
                  </a:lnTo>
                  <a:lnTo>
                    <a:pt x="33" y="6739"/>
                  </a:lnTo>
                  <a:lnTo>
                    <a:pt x="11" y="6290"/>
                  </a:lnTo>
                  <a:lnTo>
                    <a:pt x="0" y="5864"/>
                  </a:lnTo>
                  <a:lnTo>
                    <a:pt x="11" y="5448"/>
                  </a:lnTo>
                  <a:lnTo>
                    <a:pt x="33" y="5043"/>
                  </a:lnTo>
                  <a:lnTo>
                    <a:pt x="77" y="4660"/>
                  </a:lnTo>
                  <a:lnTo>
                    <a:pt x="131" y="4299"/>
                  </a:lnTo>
                  <a:lnTo>
                    <a:pt x="197" y="3949"/>
                  </a:lnTo>
                  <a:lnTo>
                    <a:pt x="284" y="3610"/>
                  </a:lnTo>
                  <a:lnTo>
                    <a:pt x="383" y="3293"/>
                  </a:lnTo>
                  <a:lnTo>
                    <a:pt x="492" y="2987"/>
                  </a:lnTo>
                  <a:lnTo>
                    <a:pt x="623" y="2692"/>
                  </a:lnTo>
                  <a:lnTo>
                    <a:pt x="766" y="2418"/>
                  </a:lnTo>
                  <a:lnTo>
                    <a:pt x="908" y="2166"/>
                  </a:lnTo>
                  <a:lnTo>
                    <a:pt x="1072" y="1915"/>
                  </a:lnTo>
                  <a:lnTo>
                    <a:pt x="1247" y="1685"/>
                  </a:lnTo>
                  <a:lnTo>
                    <a:pt x="1433" y="1477"/>
                  </a:lnTo>
                  <a:lnTo>
                    <a:pt x="1619" y="1281"/>
                  </a:lnTo>
                  <a:lnTo>
                    <a:pt x="1827" y="1095"/>
                  </a:lnTo>
                  <a:lnTo>
                    <a:pt x="2034" y="920"/>
                  </a:lnTo>
                  <a:lnTo>
                    <a:pt x="2253" y="766"/>
                  </a:lnTo>
                  <a:lnTo>
                    <a:pt x="2483" y="624"/>
                  </a:lnTo>
                  <a:lnTo>
                    <a:pt x="2713" y="504"/>
                  </a:lnTo>
                  <a:lnTo>
                    <a:pt x="2953" y="395"/>
                  </a:lnTo>
                  <a:lnTo>
                    <a:pt x="3194" y="296"/>
                  </a:lnTo>
                  <a:lnTo>
                    <a:pt x="3445" y="209"/>
                  </a:lnTo>
                  <a:lnTo>
                    <a:pt x="3697" y="143"/>
                  </a:lnTo>
                  <a:lnTo>
                    <a:pt x="3960" y="88"/>
                  </a:lnTo>
                  <a:lnTo>
                    <a:pt x="4222" y="45"/>
                  </a:lnTo>
                  <a:lnTo>
                    <a:pt x="4485" y="12"/>
                  </a:lnTo>
                  <a:lnTo>
                    <a:pt x="4758" y="1"/>
                  </a:lnTo>
                  <a:lnTo>
                    <a:pt x="5031" y="1"/>
                  </a:lnTo>
                  <a:lnTo>
                    <a:pt x="5305" y="12"/>
                  </a:lnTo>
                  <a:lnTo>
                    <a:pt x="5567" y="34"/>
                  </a:lnTo>
                  <a:lnTo>
                    <a:pt x="5841" y="77"/>
                  </a:lnTo>
                  <a:lnTo>
                    <a:pt x="6114" y="121"/>
                  </a:lnTo>
                  <a:lnTo>
                    <a:pt x="6388" y="187"/>
                  </a:lnTo>
                  <a:lnTo>
                    <a:pt x="6661" y="263"/>
                  </a:lnTo>
                  <a:lnTo>
                    <a:pt x="6935" y="362"/>
                  </a:lnTo>
                  <a:lnTo>
                    <a:pt x="7197" y="460"/>
                  </a:lnTo>
                  <a:lnTo>
                    <a:pt x="7460" y="580"/>
                  </a:lnTo>
                  <a:lnTo>
                    <a:pt x="7722" y="712"/>
                  </a:lnTo>
                  <a:lnTo>
                    <a:pt x="7974" y="854"/>
                  </a:lnTo>
                  <a:lnTo>
                    <a:pt x="8225" y="1007"/>
                  </a:lnTo>
                  <a:lnTo>
                    <a:pt x="8477" y="1171"/>
                  </a:lnTo>
                  <a:lnTo>
                    <a:pt x="8718" y="1346"/>
                  </a:lnTo>
                  <a:lnTo>
                    <a:pt x="8947" y="1543"/>
                  </a:lnTo>
                  <a:lnTo>
                    <a:pt x="9177" y="1740"/>
                  </a:lnTo>
                  <a:lnTo>
                    <a:pt x="9396" y="1959"/>
                  </a:lnTo>
                  <a:lnTo>
                    <a:pt x="9604" y="2188"/>
                  </a:lnTo>
                  <a:lnTo>
                    <a:pt x="9811" y="2418"/>
                  </a:lnTo>
                  <a:lnTo>
                    <a:pt x="10008" y="2670"/>
                  </a:lnTo>
                  <a:lnTo>
                    <a:pt x="10194" y="2932"/>
                  </a:lnTo>
                  <a:lnTo>
                    <a:pt x="10369" y="3206"/>
                  </a:lnTo>
                  <a:lnTo>
                    <a:pt x="10533" y="3490"/>
                  </a:lnTo>
                  <a:lnTo>
                    <a:pt x="10686" y="3785"/>
                  </a:lnTo>
                  <a:lnTo>
                    <a:pt x="10829" y="4092"/>
                  </a:lnTo>
                  <a:lnTo>
                    <a:pt x="10949" y="4420"/>
                  </a:lnTo>
                  <a:lnTo>
                    <a:pt x="11069" y="4748"/>
                  </a:lnTo>
                  <a:lnTo>
                    <a:pt x="11168" y="5087"/>
                  </a:lnTo>
                  <a:lnTo>
                    <a:pt x="11255" y="5437"/>
                  </a:lnTo>
                  <a:lnTo>
                    <a:pt x="11332" y="5798"/>
                  </a:lnTo>
                  <a:lnTo>
                    <a:pt x="11397" y="6170"/>
                  </a:lnTo>
                  <a:lnTo>
                    <a:pt x="11441" y="6553"/>
                  </a:lnTo>
                  <a:lnTo>
                    <a:pt x="11441" y="6553"/>
                  </a:lnTo>
                  <a:close/>
                </a:path>
              </a:pathLst>
            </a:custGeom>
            <a:solidFill>
              <a:srgbClr val="F3D5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0" name="Google Shape;1030;p25"/>
            <p:cNvSpPr/>
            <p:nvPr/>
          </p:nvSpPr>
          <p:spPr>
            <a:xfrm>
              <a:off x="5272800" y="3295825"/>
              <a:ext cx="660125" cy="389425"/>
            </a:xfrm>
            <a:custGeom>
              <a:avLst/>
              <a:gdLst/>
              <a:ahLst/>
              <a:cxnLst/>
              <a:rect l="l" t="t" r="r" b="b"/>
              <a:pathLst>
                <a:path w="26405" h="15577" extrusionOk="0">
                  <a:moveTo>
                    <a:pt x="26404" y="14789"/>
                  </a:moveTo>
                  <a:lnTo>
                    <a:pt x="26404" y="14789"/>
                  </a:lnTo>
                  <a:lnTo>
                    <a:pt x="26109" y="11310"/>
                  </a:lnTo>
                  <a:lnTo>
                    <a:pt x="25814" y="7865"/>
                  </a:lnTo>
                  <a:lnTo>
                    <a:pt x="25475" y="4059"/>
                  </a:lnTo>
                  <a:lnTo>
                    <a:pt x="25475" y="4059"/>
                  </a:lnTo>
                  <a:lnTo>
                    <a:pt x="25332" y="4234"/>
                  </a:lnTo>
                  <a:lnTo>
                    <a:pt x="25190" y="4420"/>
                  </a:lnTo>
                  <a:lnTo>
                    <a:pt x="25059" y="4616"/>
                  </a:lnTo>
                  <a:lnTo>
                    <a:pt x="24928" y="4813"/>
                  </a:lnTo>
                  <a:lnTo>
                    <a:pt x="24928" y="4813"/>
                  </a:lnTo>
                  <a:lnTo>
                    <a:pt x="24775" y="4485"/>
                  </a:lnTo>
                  <a:lnTo>
                    <a:pt x="24600" y="4157"/>
                  </a:lnTo>
                  <a:lnTo>
                    <a:pt x="24414" y="3840"/>
                  </a:lnTo>
                  <a:lnTo>
                    <a:pt x="24206" y="3545"/>
                  </a:lnTo>
                  <a:lnTo>
                    <a:pt x="24206" y="3545"/>
                  </a:lnTo>
                  <a:lnTo>
                    <a:pt x="24960" y="7449"/>
                  </a:lnTo>
                  <a:lnTo>
                    <a:pt x="25671" y="11070"/>
                  </a:lnTo>
                  <a:lnTo>
                    <a:pt x="26404" y="14789"/>
                  </a:lnTo>
                  <a:lnTo>
                    <a:pt x="26404" y="14789"/>
                  </a:lnTo>
                  <a:close/>
                  <a:moveTo>
                    <a:pt x="77" y="1160"/>
                  </a:moveTo>
                  <a:lnTo>
                    <a:pt x="77" y="1160"/>
                  </a:lnTo>
                  <a:lnTo>
                    <a:pt x="284" y="843"/>
                  </a:lnTo>
                  <a:lnTo>
                    <a:pt x="503" y="537"/>
                  </a:lnTo>
                  <a:lnTo>
                    <a:pt x="733" y="263"/>
                  </a:lnTo>
                  <a:lnTo>
                    <a:pt x="974" y="1"/>
                  </a:lnTo>
                  <a:lnTo>
                    <a:pt x="974" y="1"/>
                  </a:lnTo>
                  <a:lnTo>
                    <a:pt x="1159" y="2287"/>
                  </a:lnTo>
                  <a:lnTo>
                    <a:pt x="1356" y="4791"/>
                  </a:lnTo>
                  <a:lnTo>
                    <a:pt x="1542" y="7351"/>
                  </a:lnTo>
                  <a:lnTo>
                    <a:pt x="1706" y="9801"/>
                  </a:lnTo>
                  <a:lnTo>
                    <a:pt x="1969" y="13750"/>
                  </a:lnTo>
                  <a:lnTo>
                    <a:pt x="2078" y="15347"/>
                  </a:lnTo>
                  <a:lnTo>
                    <a:pt x="2078" y="15347"/>
                  </a:lnTo>
                  <a:lnTo>
                    <a:pt x="1816" y="13750"/>
                  </a:lnTo>
                  <a:lnTo>
                    <a:pt x="1225" y="9899"/>
                  </a:lnTo>
                  <a:lnTo>
                    <a:pt x="875" y="7592"/>
                  </a:lnTo>
                  <a:lnTo>
                    <a:pt x="525" y="5262"/>
                  </a:lnTo>
                  <a:lnTo>
                    <a:pt x="230" y="3107"/>
                  </a:lnTo>
                  <a:lnTo>
                    <a:pt x="99" y="2144"/>
                  </a:lnTo>
                  <a:lnTo>
                    <a:pt x="0" y="1302"/>
                  </a:lnTo>
                  <a:lnTo>
                    <a:pt x="0" y="1302"/>
                  </a:lnTo>
                  <a:lnTo>
                    <a:pt x="11" y="1324"/>
                  </a:lnTo>
                  <a:lnTo>
                    <a:pt x="22" y="1313"/>
                  </a:lnTo>
                  <a:lnTo>
                    <a:pt x="77" y="1160"/>
                  </a:lnTo>
                  <a:lnTo>
                    <a:pt x="77" y="1160"/>
                  </a:lnTo>
                  <a:close/>
                  <a:moveTo>
                    <a:pt x="11518" y="1762"/>
                  </a:moveTo>
                  <a:lnTo>
                    <a:pt x="11518" y="1762"/>
                  </a:lnTo>
                  <a:lnTo>
                    <a:pt x="11671" y="2024"/>
                  </a:lnTo>
                  <a:lnTo>
                    <a:pt x="11824" y="2287"/>
                  </a:lnTo>
                  <a:lnTo>
                    <a:pt x="11966" y="2571"/>
                  </a:lnTo>
                  <a:lnTo>
                    <a:pt x="12097" y="2855"/>
                  </a:lnTo>
                  <a:lnTo>
                    <a:pt x="12218" y="3151"/>
                  </a:lnTo>
                  <a:lnTo>
                    <a:pt x="12327" y="3457"/>
                  </a:lnTo>
                  <a:lnTo>
                    <a:pt x="12415" y="3774"/>
                  </a:lnTo>
                  <a:lnTo>
                    <a:pt x="12491" y="4091"/>
                  </a:lnTo>
                  <a:lnTo>
                    <a:pt x="12491" y="4091"/>
                  </a:lnTo>
                  <a:lnTo>
                    <a:pt x="12601" y="3818"/>
                  </a:lnTo>
                  <a:lnTo>
                    <a:pt x="12721" y="3566"/>
                  </a:lnTo>
                  <a:lnTo>
                    <a:pt x="12852" y="3315"/>
                  </a:lnTo>
                  <a:lnTo>
                    <a:pt x="12994" y="3074"/>
                  </a:lnTo>
                  <a:lnTo>
                    <a:pt x="12994" y="3074"/>
                  </a:lnTo>
                  <a:lnTo>
                    <a:pt x="13410" y="7384"/>
                  </a:lnTo>
                  <a:lnTo>
                    <a:pt x="13793" y="11420"/>
                  </a:lnTo>
                  <a:lnTo>
                    <a:pt x="14187" y="15576"/>
                  </a:lnTo>
                  <a:lnTo>
                    <a:pt x="14187" y="15576"/>
                  </a:lnTo>
                  <a:lnTo>
                    <a:pt x="13902" y="14154"/>
                  </a:lnTo>
                  <a:lnTo>
                    <a:pt x="13202" y="10654"/>
                  </a:lnTo>
                  <a:lnTo>
                    <a:pt x="12776" y="8467"/>
                  </a:lnTo>
                  <a:lnTo>
                    <a:pt x="12327" y="6159"/>
                  </a:lnTo>
                  <a:lnTo>
                    <a:pt x="11901" y="3873"/>
                  </a:lnTo>
                  <a:lnTo>
                    <a:pt x="11518" y="1762"/>
                  </a:lnTo>
                  <a:lnTo>
                    <a:pt x="11518" y="1762"/>
                  </a:lnTo>
                  <a:close/>
                </a:path>
              </a:pathLst>
            </a:custGeom>
            <a:solidFill>
              <a:srgbClr val="D2B79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1" name="Google Shape;1031;p25"/>
            <p:cNvSpPr/>
            <p:nvPr/>
          </p:nvSpPr>
          <p:spPr>
            <a:xfrm>
              <a:off x="4951475" y="2420525"/>
              <a:ext cx="175600" cy="162725"/>
            </a:xfrm>
            <a:custGeom>
              <a:avLst/>
              <a:gdLst/>
              <a:ahLst/>
              <a:cxnLst/>
              <a:rect l="l" t="t" r="r" b="b"/>
              <a:pathLst>
                <a:path w="7024" h="6509" extrusionOk="0">
                  <a:moveTo>
                    <a:pt x="6826" y="2997"/>
                  </a:moveTo>
                  <a:lnTo>
                    <a:pt x="7023" y="4889"/>
                  </a:lnTo>
                  <a:lnTo>
                    <a:pt x="7023" y="4889"/>
                  </a:lnTo>
                  <a:lnTo>
                    <a:pt x="6826" y="5064"/>
                  </a:lnTo>
                  <a:lnTo>
                    <a:pt x="6629" y="5239"/>
                  </a:lnTo>
                  <a:lnTo>
                    <a:pt x="6432" y="5393"/>
                  </a:lnTo>
                  <a:lnTo>
                    <a:pt x="6225" y="5535"/>
                  </a:lnTo>
                  <a:lnTo>
                    <a:pt x="6028" y="5666"/>
                  </a:lnTo>
                  <a:lnTo>
                    <a:pt x="5831" y="5797"/>
                  </a:lnTo>
                  <a:lnTo>
                    <a:pt x="5623" y="5907"/>
                  </a:lnTo>
                  <a:lnTo>
                    <a:pt x="5426" y="6016"/>
                  </a:lnTo>
                  <a:lnTo>
                    <a:pt x="5218" y="6103"/>
                  </a:lnTo>
                  <a:lnTo>
                    <a:pt x="5011" y="6191"/>
                  </a:lnTo>
                  <a:lnTo>
                    <a:pt x="4803" y="6268"/>
                  </a:lnTo>
                  <a:lnTo>
                    <a:pt x="4595" y="6333"/>
                  </a:lnTo>
                  <a:lnTo>
                    <a:pt x="4387" y="6388"/>
                  </a:lnTo>
                  <a:lnTo>
                    <a:pt x="4179" y="6432"/>
                  </a:lnTo>
                  <a:lnTo>
                    <a:pt x="3971" y="6464"/>
                  </a:lnTo>
                  <a:lnTo>
                    <a:pt x="3764" y="6486"/>
                  </a:lnTo>
                  <a:lnTo>
                    <a:pt x="3545" y="6497"/>
                  </a:lnTo>
                  <a:lnTo>
                    <a:pt x="3337" y="6508"/>
                  </a:lnTo>
                  <a:lnTo>
                    <a:pt x="3118" y="6497"/>
                  </a:lnTo>
                  <a:lnTo>
                    <a:pt x="2910" y="6486"/>
                  </a:lnTo>
                  <a:lnTo>
                    <a:pt x="2692" y="6464"/>
                  </a:lnTo>
                  <a:lnTo>
                    <a:pt x="2473" y="6432"/>
                  </a:lnTo>
                  <a:lnTo>
                    <a:pt x="2254" y="6388"/>
                  </a:lnTo>
                  <a:lnTo>
                    <a:pt x="2035" y="6333"/>
                  </a:lnTo>
                  <a:lnTo>
                    <a:pt x="1817" y="6279"/>
                  </a:lnTo>
                  <a:lnTo>
                    <a:pt x="1598" y="6202"/>
                  </a:lnTo>
                  <a:lnTo>
                    <a:pt x="1368" y="6125"/>
                  </a:lnTo>
                  <a:lnTo>
                    <a:pt x="1149" y="6038"/>
                  </a:lnTo>
                  <a:lnTo>
                    <a:pt x="920" y="5939"/>
                  </a:lnTo>
                  <a:lnTo>
                    <a:pt x="701" y="5830"/>
                  </a:lnTo>
                  <a:lnTo>
                    <a:pt x="471" y="5721"/>
                  </a:lnTo>
                  <a:lnTo>
                    <a:pt x="253" y="5589"/>
                  </a:lnTo>
                  <a:lnTo>
                    <a:pt x="34" y="3785"/>
                  </a:lnTo>
                  <a:lnTo>
                    <a:pt x="34" y="3785"/>
                  </a:lnTo>
                  <a:lnTo>
                    <a:pt x="12" y="3555"/>
                  </a:lnTo>
                  <a:lnTo>
                    <a:pt x="1" y="3336"/>
                  </a:lnTo>
                  <a:lnTo>
                    <a:pt x="1" y="3117"/>
                  </a:lnTo>
                  <a:lnTo>
                    <a:pt x="12" y="2910"/>
                  </a:lnTo>
                  <a:lnTo>
                    <a:pt x="34" y="2713"/>
                  </a:lnTo>
                  <a:lnTo>
                    <a:pt x="67" y="2527"/>
                  </a:lnTo>
                  <a:lnTo>
                    <a:pt x="99" y="2341"/>
                  </a:lnTo>
                  <a:lnTo>
                    <a:pt x="154" y="2166"/>
                  </a:lnTo>
                  <a:lnTo>
                    <a:pt x="209" y="1991"/>
                  </a:lnTo>
                  <a:lnTo>
                    <a:pt x="263" y="1827"/>
                  </a:lnTo>
                  <a:lnTo>
                    <a:pt x="340" y="1674"/>
                  </a:lnTo>
                  <a:lnTo>
                    <a:pt x="417" y="1531"/>
                  </a:lnTo>
                  <a:lnTo>
                    <a:pt x="504" y="1389"/>
                  </a:lnTo>
                  <a:lnTo>
                    <a:pt x="603" y="1247"/>
                  </a:lnTo>
                  <a:lnTo>
                    <a:pt x="701" y="1127"/>
                  </a:lnTo>
                  <a:lnTo>
                    <a:pt x="810" y="1006"/>
                  </a:lnTo>
                  <a:lnTo>
                    <a:pt x="920" y="886"/>
                  </a:lnTo>
                  <a:lnTo>
                    <a:pt x="1040" y="788"/>
                  </a:lnTo>
                  <a:lnTo>
                    <a:pt x="1160" y="689"/>
                  </a:lnTo>
                  <a:lnTo>
                    <a:pt x="1292" y="591"/>
                  </a:lnTo>
                  <a:lnTo>
                    <a:pt x="1423" y="503"/>
                  </a:lnTo>
                  <a:lnTo>
                    <a:pt x="1554" y="427"/>
                  </a:lnTo>
                  <a:lnTo>
                    <a:pt x="1696" y="350"/>
                  </a:lnTo>
                  <a:lnTo>
                    <a:pt x="1839" y="284"/>
                  </a:lnTo>
                  <a:lnTo>
                    <a:pt x="1992" y="230"/>
                  </a:lnTo>
                  <a:lnTo>
                    <a:pt x="2145" y="175"/>
                  </a:lnTo>
                  <a:lnTo>
                    <a:pt x="2298" y="131"/>
                  </a:lnTo>
                  <a:lnTo>
                    <a:pt x="2451" y="99"/>
                  </a:lnTo>
                  <a:lnTo>
                    <a:pt x="2604" y="66"/>
                  </a:lnTo>
                  <a:lnTo>
                    <a:pt x="2768" y="44"/>
                  </a:lnTo>
                  <a:lnTo>
                    <a:pt x="2932" y="22"/>
                  </a:lnTo>
                  <a:lnTo>
                    <a:pt x="3085" y="11"/>
                  </a:lnTo>
                  <a:lnTo>
                    <a:pt x="3250" y="0"/>
                  </a:lnTo>
                  <a:lnTo>
                    <a:pt x="3414" y="11"/>
                  </a:lnTo>
                  <a:lnTo>
                    <a:pt x="3742" y="33"/>
                  </a:lnTo>
                  <a:lnTo>
                    <a:pt x="4059" y="77"/>
                  </a:lnTo>
                  <a:lnTo>
                    <a:pt x="4223" y="109"/>
                  </a:lnTo>
                  <a:lnTo>
                    <a:pt x="4376" y="153"/>
                  </a:lnTo>
                  <a:lnTo>
                    <a:pt x="4529" y="197"/>
                  </a:lnTo>
                  <a:lnTo>
                    <a:pt x="4682" y="252"/>
                  </a:lnTo>
                  <a:lnTo>
                    <a:pt x="4836" y="317"/>
                  </a:lnTo>
                  <a:lnTo>
                    <a:pt x="4989" y="383"/>
                  </a:lnTo>
                  <a:lnTo>
                    <a:pt x="5131" y="449"/>
                  </a:lnTo>
                  <a:lnTo>
                    <a:pt x="5273" y="525"/>
                  </a:lnTo>
                  <a:lnTo>
                    <a:pt x="5404" y="613"/>
                  </a:lnTo>
                  <a:lnTo>
                    <a:pt x="5547" y="700"/>
                  </a:lnTo>
                  <a:lnTo>
                    <a:pt x="5667" y="799"/>
                  </a:lnTo>
                  <a:lnTo>
                    <a:pt x="5798" y="908"/>
                  </a:lnTo>
                  <a:lnTo>
                    <a:pt x="5918" y="1017"/>
                  </a:lnTo>
                  <a:lnTo>
                    <a:pt x="6028" y="1127"/>
                  </a:lnTo>
                  <a:lnTo>
                    <a:pt x="6137" y="1258"/>
                  </a:lnTo>
                  <a:lnTo>
                    <a:pt x="6236" y="1378"/>
                  </a:lnTo>
                  <a:lnTo>
                    <a:pt x="6323" y="1520"/>
                  </a:lnTo>
                  <a:lnTo>
                    <a:pt x="6411" y="1652"/>
                  </a:lnTo>
                  <a:lnTo>
                    <a:pt x="6498" y="1805"/>
                  </a:lnTo>
                  <a:lnTo>
                    <a:pt x="6575" y="1958"/>
                  </a:lnTo>
                  <a:lnTo>
                    <a:pt x="6629" y="2111"/>
                  </a:lnTo>
                  <a:lnTo>
                    <a:pt x="6695" y="2275"/>
                  </a:lnTo>
                  <a:lnTo>
                    <a:pt x="6739" y="2450"/>
                  </a:lnTo>
                  <a:lnTo>
                    <a:pt x="6783" y="2625"/>
                  </a:lnTo>
                  <a:lnTo>
                    <a:pt x="6815" y="2800"/>
                  </a:lnTo>
                  <a:lnTo>
                    <a:pt x="6826" y="2997"/>
                  </a:lnTo>
                  <a:lnTo>
                    <a:pt x="6826" y="2997"/>
                  </a:lnTo>
                  <a:close/>
                </a:path>
              </a:pathLst>
            </a:custGeom>
            <a:solidFill>
              <a:srgbClr val="FAF1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2" name="Google Shape;1032;p25"/>
            <p:cNvSpPr/>
            <p:nvPr/>
          </p:nvSpPr>
          <p:spPr>
            <a:xfrm>
              <a:off x="4698825" y="3568450"/>
              <a:ext cx="111325" cy="249700"/>
            </a:xfrm>
            <a:custGeom>
              <a:avLst/>
              <a:gdLst/>
              <a:ahLst/>
              <a:cxnLst/>
              <a:rect l="l" t="t" r="r" b="b"/>
              <a:pathLst>
                <a:path w="4453" h="9988" extrusionOk="0">
                  <a:moveTo>
                    <a:pt x="1925" y="1"/>
                  </a:moveTo>
                  <a:lnTo>
                    <a:pt x="1925" y="1"/>
                  </a:lnTo>
                  <a:lnTo>
                    <a:pt x="1444" y="77"/>
                  </a:lnTo>
                  <a:lnTo>
                    <a:pt x="963" y="165"/>
                  </a:lnTo>
                  <a:lnTo>
                    <a:pt x="482" y="252"/>
                  </a:lnTo>
                  <a:lnTo>
                    <a:pt x="0" y="362"/>
                  </a:lnTo>
                  <a:lnTo>
                    <a:pt x="2997" y="9987"/>
                  </a:lnTo>
                  <a:lnTo>
                    <a:pt x="2997" y="9987"/>
                  </a:lnTo>
                  <a:lnTo>
                    <a:pt x="3129" y="9900"/>
                  </a:lnTo>
                  <a:lnTo>
                    <a:pt x="3260" y="9801"/>
                  </a:lnTo>
                  <a:lnTo>
                    <a:pt x="3391" y="9714"/>
                  </a:lnTo>
                  <a:lnTo>
                    <a:pt x="3500" y="9615"/>
                  </a:lnTo>
                  <a:lnTo>
                    <a:pt x="3610" y="9506"/>
                  </a:lnTo>
                  <a:lnTo>
                    <a:pt x="3708" y="9397"/>
                  </a:lnTo>
                  <a:lnTo>
                    <a:pt x="3807" y="9287"/>
                  </a:lnTo>
                  <a:lnTo>
                    <a:pt x="3894" y="9178"/>
                  </a:lnTo>
                  <a:lnTo>
                    <a:pt x="3971" y="9057"/>
                  </a:lnTo>
                  <a:lnTo>
                    <a:pt x="4047" y="8926"/>
                  </a:lnTo>
                  <a:lnTo>
                    <a:pt x="4113" y="8806"/>
                  </a:lnTo>
                  <a:lnTo>
                    <a:pt x="4179" y="8675"/>
                  </a:lnTo>
                  <a:lnTo>
                    <a:pt x="4222" y="8543"/>
                  </a:lnTo>
                  <a:lnTo>
                    <a:pt x="4277" y="8401"/>
                  </a:lnTo>
                  <a:lnTo>
                    <a:pt x="4354" y="8117"/>
                  </a:lnTo>
                  <a:lnTo>
                    <a:pt x="4408" y="7832"/>
                  </a:lnTo>
                  <a:lnTo>
                    <a:pt x="4441" y="7526"/>
                  </a:lnTo>
                  <a:lnTo>
                    <a:pt x="4452" y="7209"/>
                  </a:lnTo>
                  <a:lnTo>
                    <a:pt x="4441" y="6892"/>
                  </a:lnTo>
                  <a:lnTo>
                    <a:pt x="4408" y="6553"/>
                  </a:lnTo>
                  <a:lnTo>
                    <a:pt x="4365" y="6214"/>
                  </a:lnTo>
                  <a:lnTo>
                    <a:pt x="4310" y="5874"/>
                  </a:lnTo>
                  <a:lnTo>
                    <a:pt x="4233" y="5524"/>
                  </a:lnTo>
                  <a:lnTo>
                    <a:pt x="4146" y="5174"/>
                  </a:lnTo>
                  <a:lnTo>
                    <a:pt x="4036" y="4813"/>
                  </a:lnTo>
                  <a:lnTo>
                    <a:pt x="3927" y="4463"/>
                  </a:lnTo>
                  <a:lnTo>
                    <a:pt x="3807" y="4103"/>
                  </a:lnTo>
                  <a:lnTo>
                    <a:pt x="3675" y="3742"/>
                  </a:lnTo>
                  <a:lnTo>
                    <a:pt x="3533" y="3381"/>
                  </a:lnTo>
                  <a:lnTo>
                    <a:pt x="3227" y="2659"/>
                  </a:lnTo>
                  <a:lnTo>
                    <a:pt x="2910" y="1959"/>
                  </a:lnTo>
                  <a:lnTo>
                    <a:pt x="2582" y="1281"/>
                  </a:lnTo>
                  <a:lnTo>
                    <a:pt x="2254" y="624"/>
                  </a:lnTo>
                  <a:lnTo>
                    <a:pt x="1925" y="1"/>
                  </a:lnTo>
                  <a:lnTo>
                    <a:pt x="1925" y="1"/>
                  </a:lnTo>
                  <a:close/>
                </a:path>
              </a:pathLst>
            </a:custGeom>
            <a:solidFill>
              <a:srgbClr val="FAF1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3" name="Google Shape;1033;p25"/>
            <p:cNvSpPr/>
            <p:nvPr/>
          </p:nvSpPr>
          <p:spPr>
            <a:xfrm>
              <a:off x="4958050" y="3595800"/>
              <a:ext cx="105025" cy="535175"/>
            </a:xfrm>
            <a:custGeom>
              <a:avLst/>
              <a:gdLst/>
              <a:ahLst/>
              <a:cxnLst/>
              <a:rect l="l" t="t" r="r" b="b"/>
              <a:pathLst>
                <a:path w="4201" h="21407" extrusionOk="0">
                  <a:moveTo>
                    <a:pt x="1882" y="1773"/>
                  </a:moveTo>
                  <a:lnTo>
                    <a:pt x="4201" y="21406"/>
                  </a:lnTo>
                  <a:lnTo>
                    <a:pt x="0" y="1"/>
                  </a:lnTo>
                  <a:lnTo>
                    <a:pt x="1882" y="1773"/>
                  </a:lnTo>
                  <a:close/>
                </a:path>
              </a:pathLst>
            </a:custGeom>
            <a:solidFill>
              <a:srgbClr val="D2B79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1351000" y="4095675"/>
              <a:ext cx="1462700" cy="1381200"/>
            </a:xfrm>
            <a:custGeom>
              <a:avLst/>
              <a:gdLst/>
              <a:ahLst/>
              <a:cxnLst/>
              <a:rect l="l" t="t" r="r" b="b"/>
              <a:pathLst>
                <a:path w="58508" h="55248" extrusionOk="0">
                  <a:moveTo>
                    <a:pt x="20443" y="0"/>
                  </a:moveTo>
                  <a:lnTo>
                    <a:pt x="58507" y="8313"/>
                  </a:lnTo>
                  <a:lnTo>
                    <a:pt x="46443" y="55248"/>
                  </a:lnTo>
                  <a:lnTo>
                    <a:pt x="0" y="55248"/>
                  </a:lnTo>
                  <a:lnTo>
                    <a:pt x="204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5" name="Google Shape;1035;p25"/>
            <p:cNvSpPr/>
            <p:nvPr/>
          </p:nvSpPr>
          <p:spPr>
            <a:xfrm>
              <a:off x="5196225" y="5006800"/>
              <a:ext cx="1053350" cy="470075"/>
            </a:xfrm>
            <a:custGeom>
              <a:avLst/>
              <a:gdLst/>
              <a:ahLst/>
              <a:cxnLst/>
              <a:rect l="l" t="t" r="r" b="b"/>
              <a:pathLst>
                <a:path w="42134" h="18803" extrusionOk="0">
                  <a:moveTo>
                    <a:pt x="38382" y="1"/>
                  </a:moveTo>
                  <a:lnTo>
                    <a:pt x="42133" y="18803"/>
                  </a:lnTo>
                  <a:lnTo>
                    <a:pt x="307" y="18803"/>
                  </a:lnTo>
                  <a:lnTo>
                    <a:pt x="0" y="2582"/>
                  </a:lnTo>
                  <a:lnTo>
                    <a:pt x="383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36" name="Google Shape;1036;p25"/>
          <p:cNvGrpSpPr/>
          <p:nvPr/>
        </p:nvGrpSpPr>
        <p:grpSpPr>
          <a:xfrm>
            <a:off x="4412604" y="1487622"/>
            <a:ext cx="6875491" cy="1605330"/>
            <a:chOff x="3309453" y="1115716"/>
            <a:chExt cx="5156619" cy="1203998"/>
          </a:xfrm>
        </p:grpSpPr>
        <p:sp>
          <p:nvSpPr>
            <p:cNvPr id="1039" name="Google Shape;1039;p25"/>
            <p:cNvSpPr txBox="1"/>
            <p:nvPr/>
          </p:nvSpPr>
          <p:spPr>
            <a:xfrm>
              <a:off x="6460572" y="1115716"/>
              <a:ext cx="2005500" cy="120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just"/>
              <a:r>
                <a:rPr lang="en-US" sz="2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Identified by Greedy and Divide and conquer</a:t>
              </a:r>
              <a:endParaRPr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41" name="Google Shape;1041;p25"/>
            <p:cNvGrpSpPr/>
            <p:nvPr/>
          </p:nvGrpSpPr>
          <p:grpSpPr>
            <a:xfrm>
              <a:off x="5758653" y="1179765"/>
              <a:ext cx="669000" cy="669000"/>
              <a:chOff x="5758653" y="1179765"/>
              <a:chExt cx="669000" cy="669000"/>
            </a:xfrm>
          </p:grpSpPr>
          <p:sp>
            <p:nvSpPr>
              <p:cNvPr id="1042" name="Google Shape;1042;p25"/>
              <p:cNvSpPr/>
              <p:nvPr/>
            </p:nvSpPr>
            <p:spPr>
              <a:xfrm>
                <a:off x="5758653" y="1179765"/>
                <a:ext cx="669000" cy="669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1043" name="Google Shape;1043;p25"/>
              <p:cNvSpPr/>
              <p:nvPr/>
            </p:nvSpPr>
            <p:spPr>
              <a:xfrm>
                <a:off x="5758653" y="1179765"/>
                <a:ext cx="669000" cy="669000"/>
              </a:xfrm>
              <a:prstGeom prst="pie">
                <a:avLst>
                  <a:gd name="adj1" fmla="val 5394975"/>
                  <a:gd name="adj2" fmla="val 1620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endParaRPr sz="2400"/>
              </a:p>
            </p:txBody>
          </p:sp>
        </p:grpSp>
        <p:cxnSp>
          <p:nvCxnSpPr>
            <p:cNvPr id="1044" name="Google Shape;1044;p25"/>
            <p:cNvCxnSpPr>
              <a:stCxn id="1043" idx="2"/>
            </p:cNvCxnSpPr>
            <p:nvPr/>
          </p:nvCxnSpPr>
          <p:spPr>
            <a:xfrm flipH="1">
              <a:off x="3309453" y="1514265"/>
              <a:ext cx="2449200" cy="6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045" name="Google Shape;1045;p25"/>
          <p:cNvGrpSpPr/>
          <p:nvPr/>
        </p:nvGrpSpPr>
        <p:grpSpPr>
          <a:xfrm>
            <a:off x="4575852" y="2583253"/>
            <a:ext cx="6668352" cy="1809727"/>
            <a:chOff x="3352353" y="1897203"/>
            <a:chExt cx="5001264" cy="1357295"/>
          </a:xfrm>
        </p:grpSpPr>
        <p:sp>
          <p:nvSpPr>
            <p:cNvPr id="1048" name="Google Shape;1048;p25"/>
            <p:cNvSpPr txBox="1"/>
            <p:nvPr/>
          </p:nvSpPr>
          <p:spPr>
            <a:xfrm>
              <a:off x="6348117" y="2311202"/>
              <a:ext cx="2005500" cy="943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just"/>
              <a:r>
                <a:rPr lang="en-US" sz="2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</a:t>
              </a:r>
              <a:r>
                <a:rPr lang="en" sz="2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dentified only by Divide and conquer</a:t>
              </a:r>
              <a:endParaRPr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50" name="Google Shape;1050;p25"/>
            <p:cNvGrpSpPr/>
            <p:nvPr/>
          </p:nvGrpSpPr>
          <p:grpSpPr>
            <a:xfrm>
              <a:off x="5758653" y="2390703"/>
              <a:ext cx="669000" cy="669000"/>
              <a:chOff x="5758653" y="2390703"/>
              <a:chExt cx="669000" cy="669000"/>
            </a:xfrm>
          </p:grpSpPr>
          <p:sp>
            <p:nvSpPr>
              <p:cNvPr id="1051" name="Google Shape;1051;p25"/>
              <p:cNvSpPr/>
              <p:nvPr/>
            </p:nvSpPr>
            <p:spPr>
              <a:xfrm>
                <a:off x="5758653" y="2390703"/>
                <a:ext cx="669000" cy="669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2" name="Google Shape;1052;p25"/>
              <p:cNvSpPr/>
              <p:nvPr/>
            </p:nvSpPr>
            <p:spPr>
              <a:xfrm>
                <a:off x="5758653" y="2390703"/>
                <a:ext cx="669000" cy="669000"/>
              </a:xfrm>
              <a:prstGeom prst="pie">
                <a:avLst>
                  <a:gd name="adj1" fmla="val 10738918"/>
                  <a:gd name="adj2" fmla="val 16200000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endParaRPr sz="2400"/>
              </a:p>
            </p:txBody>
          </p:sp>
        </p:grpSp>
        <p:cxnSp>
          <p:nvCxnSpPr>
            <p:cNvPr id="1053" name="Google Shape;1053;p25"/>
            <p:cNvCxnSpPr>
              <a:stCxn id="1052" idx="2"/>
            </p:cNvCxnSpPr>
            <p:nvPr/>
          </p:nvCxnSpPr>
          <p:spPr>
            <a:xfrm rot="10800000">
              <a:off x="3352353" y="1897203"/>
              <a:ext cx="2406300" cy="8280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054" name="Google Shape;1054;p25"/>
          <p:cNvGrpSpPr/>
          <p:nvPr/>
        </p:nvGrpSpPr>
        <p:grpSpPr>
          <a:xfrm>
            <a:off x="3366604" y="2890988"/>
            <a:ext cx="8111130" cy="2810879"/>
            <a:chOff x="2524953" y="2168240"/>
            <a:chExt cx="6083348" cy="2108160"/>
          </a:xfrm>
        </p:grpSpPr>
        <p:sp>
          <p:nvSpPr>
            <p:cNvPr id="1057" name="Google Shape;1057;p25"/>
            <p:cNvSpPr txBox="1"/>
            <p:nvPr/>
          </p:nvSpPr>
          <p:spPr>
            <a:xfrm>
              <a:off x="6478601" y="3804500"/>
              <a:ext cx="21297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/>
              <a:endParaRPr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59" name="Google Shape;1059;p25"/>
            <p:cNvGrpSpPr/>
            <p:nvPr/>
          </p:nvGrpSpPr>
          <p:grpSpPr>
            <a:xfrm>
              <a:off x="5758653" y="3601640"/>
              <a:ext cx="669000" cy="669000"/>
              <a:chOff x="5758653" y="3601640"/>
              <a:chExt cx="669000" cy="669000"/>
            </a:xfrm>
          </p:grpSpPr>
          <p:sp>
            <p:nvSpPr>
              <p:cNvPr id="1060" name="Google Shape;1060;p25"/>
              <p:cNvSpPr/>
              <p:nvPr/>
            </p:nvSpPr>
            <p:spPr>
              <a:xfrm>
                <a:off x="5758653" y="3601640"/>
                <a:ext cx="669000" cy="669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61" name="Google Shape;1061;p25"/>
              <p:cNvSpPr/>
              <p:nvPr/>
            </p:nvSpPr>
            <p:spPr>
              <a:xfrm>
                <a:off x="5758653" y="3601640"/>
                <a:ext cx="669000" cy="669000"/>
              </a:xfrm>
              <a:prstGeom prst="pie">
                <a:avLst>
                  <a:gd name="adj1" fmla="val 10774356"/>
                  <a:gd name="adj2" fmla="val 1620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endParaRPr sz="2400"/>
              </a:p>
            </p:txBody>
          </p:sp>
        </p:grpSp>
        <p:cxnSp>
          <p:nvCxnSpPr>
            <p:cNvPr id="1062" name="Google Shape;1062;p25"/>
            <p:cNvCxnSpPr>
              <a:stCxn id="1061" idx="2"/>
            </p:cNvCxnSpPr>
            <p:nvPr/>
          </p:nvCxnSpPr>
          <p:spPr>
            <a:xfrm rot="10800000">
              <a:off x="2524953" y="2168240"/>
              <a:ext cx="3233700" cy="17679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05104C7-7AFF-A042-FC06-394A4E1FE3FD}"/>
              </a:ext>
            </a:extLst>
          </p:cNvPr>
          <p:cNvSpPr txBox="1"/>
          <p:nvPr/>
        </p:nvSpPr>
        <p:spPr>
          <a:xfrm>
            <a:off x="8598139" y="5070701"/>
            <a:ext cx="26181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Series 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dentified only by the “most commonly used” method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E389E-F5EC-71EB-86B5-7A3640F0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Design cont.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2EBBE5-290A-20A5-EEB7-6E52ED84B8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008161"/>
              </p:ext>
            </p:extLst>
          </p:nvPr>
        </p:nvGraphicFramePr>
        <p:xfrm>
          <a:off x="3269420" y="1278915"/>
          <a:ext cx="8709393" cy="521396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151690">
                  <a:extLst>
                    <a:ext uri="{9D8B030D-6E8A-4147-A177-3AD203B41FA5}">
                      <a16:colId xmlns:a16="http://schemas.microsoft.com/office/drawing/2014/main" val="1732549583"/>
                    </a:ext>
                  </a:extLst>
                </a:gridCol>
                <a:gridCol w="447819">
                  <a:extLst>
                    <a:ext uri="{9D8B030D-6E8A-4147-A177-3AD203B41FA5}">
                      <a16:colId xmlns:a16="http://schemas.microsoft.com/office/drawing/2014/main" val="1196733124"/>
                    </a:ext>
                  </a:extLst>
                </a:gridCol>
                <a:gridCol w="502957">
                  <a:extLst>
                    <a:ext uri="{9D8B030D-6E8A-4147-A177-3AD203B41FA5}">
                      <a16:colId xmlns:a16="http://schemas.microsoft.com/office/drawing/2014/main" val="453897557"/>
                    </a:ext>
                  </a:extLst>
                </a:gridCol>
                <a:gridCol w="469337">
                  <a:extLst>
                    <a:ext uri="{9D8B030D-6E8A-4147-A177-3AD203B41FA5}">
                      <a16:colId xmlns:a16="http://schemas.microsoft.com/office/drawing/2014/main" val="2045770471"/>
                    </a:ext>
                  </a:extLst>
                </a:gridCol>
                <a:gridCol w="602476">
                  <a:extLst>
                    <a:ext uri="{9D8B030D-6E8A-4147-A177-3AD203B41FA5}">
                      <a16:colId xmlns:a16="http://schemas.microsoft.com/office/drawing/2014/main" val="3769207695"/>
                    </a:ext>
                  </a:extLst>
                </a:gridCol>
                <a:gridCol w="441096">
                  <a:extLst>
                    <a:ext uri="{9D8B030D-6E8A-4147-A177-3AD203B41FA5}">
                      <a16:colId xmlns:a16="http://schemas.microsoft.com/office/drawing/2014/main" val="993669323"/>
                    </a:ext>
                  </a:extLst>
                </a:gridCol>
                <a:gridCol w="661645">
                  <a:extLst>
                    <a:ext uri="{9D8B030D-6E8A-4147-A177-3AD203B41FA5}">
                      <a16:colId xmlns:a16="http://schemas.microsoft.com/office/drawing/2014/main" val="2595024305"/>
                    </a:ext>
                  </a:extLst>
                </a:gridCol>
                <a:gridCol w="649540">
                  <a:extLst>
                    <a:ext uri="{9D8B030D-6E8A-4147-A177-3AD203B41FA5}">
                      <a16:colId xmlns:a16="http://schemas.microsoft.com/office/drawing/2014/main" val="1013059829"/>
                    </a:ext>
                  </a:extLst>
                </a:gridCol>
                <a:gridCol w="199139">
                  <a:extLst>
                    <a:ext uri="{9D8B030D-6E8A-4147-A177-3AD203B41FA5}">
                      <a16:colId xmlns:a16="http://schemas.microsoft.com/office/drawing/2014/main" val="1083062093"/>
                    </a:ext>
                  </a:extLst>
                </a:gridCol>
                <a:gridCol w="199139">
                  <a:extLst>
                    <a:ext uri="{9D8B030D-6E8A-4147-A177-3AD203B41FA5}">
                      <a16:colId xmlns:a16="http://schemas.microsoft.com/office/drawing/2014/main" val="1269122878"/>
                    </a:ext>
                  </a:extLst>
                </a:gridCol>
                <a:gridCol w="609197">
                  <a:extLst>
                    <a:ext uri="{9D8B030D-6E8A-4147-A177-3AD203B41FA5}">
                      <a16:colId xmlns:a16="http://schemas.microsoft.com/office/drawing/2014/main" val="3916980006"/>
                    </a:ext>
                  </a:extLst>
                </a:gridCol>
                <a:gridCol w="688540">
                  <a:extLst>
                    <a:ext uri="{9D8B030D-6E8A-4147-A177-3AD203B41FA5}">
                      <a16:colId xmlns:a16="http://schemas.microsoft.com/office/drawing/2014/main" val="971313567"/>
                    </a:ext>
                  </a:extLst>
                </a:gridCol>
                <a:gridCol w="688540">
                  <a:extLst>
                    <a:ext uri="{9D8B030D-6E8A-4147-A177-3AD203B41FA5}">
                      <a16:colId xmlns:a16="http://schemas.microsoft.com/office/drawing/2014/main" val="2521233046"/>
                    </a:ext>
                  </a:extLst>
                </a:gridCol>
                <a:gridCol w="314323">
                  <a:extLst>
                    <a:ext uri="{9D8B030D-6E8A-4147-A177-3AD203B41FA5}">
                      <a16:colId xmlns:a16="http://schemas.microsoft.com/office/drawing/2014/main" val="165060860"/>
                    </a:ext>
                  </a:extLst>
                </a:gridCol>
                <a:gridCol w="83955">
                  <a:extLst>
                    <a:ext uri="{9D8B030D-6E8A-4147-A177-3AD203B41FA5}">
                      <a16:colId xmlns:a16="http://schemas.microsoft.com/office/drawing/2014/main" val="3159096322"/>
                    </a:ext>
                  </a:extLst>
                </a:gridCol>
              </a:tblGrid>
              <a:tr h="908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Video Id</a:t>
                      </a:r>
                      <a:endParaRPr lang="en-US" sz="9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Episode identified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Season identified</a:t>
                      </a:r>
                      <a:endParaRPr lang="en-US" sz="9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900" kern="100">
                          <a:effectLst/>
                        </a:rPr>
                      </a:br>
                      <a:r>
                        <a:rPr lang="en-US" sz="900" kern="100">
                          <a:effectLst/>
                        </a:rPr>
                        <a:t>Series identified</a:t>
                      </a:r>
                      <a:br>
                        <a:rPr lang="en-US" sz="900" kern="100">
                          <a:effectLst/>
                        </a:rPr>
                      </a:br>
                      <a:r>
                        <a:rPr lang="en-US" sz="900" kern="100">
                          <a:effectLst/>
                        </a:rPr>
                        <a:t>Yes or 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1320651"/>
                  </a:ext>
                </a:extLst>
              </a:tr>
              <a:tr h="1744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Algo-&gt;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effectLst/>
                        </a:rPr>
                        <a:t>1</a:t>
                      </a:r>
                      <a:endParaRPr lang="en-US" sz="9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effectLst/>
                        </a:rPr>
                        <a:t>2</a:t>
                      </a:r>
                      <a:endParaRPr lang="en-US" sz="9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effectLst/>
                        </a:rPr>
                        <a:t>3</a:t>
                      </a:r>
                      <a:endParaRPr lang="en-US" sz="9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effectLst/>
                        </a:rPr>
                        <a:t>4</a:t>
                      </a:r>
                      <a:endParaRPr lang="en-US" sz="9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effectLst/>
                        </a:rPr>
                        <a:t>1</a:t>
                      </a:r>
                      <a:endParaRPr lang="en-US" sz="9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effectLst/>
                        </a:rPr>
                        <a:t>2</a:t>
                      </a:r>
                      <a:endParaRPr lang="en-US" sz="900" b="1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effectLst/>
                        </a:rPr>
                        <a:t>3</a:t>
                      </a:r>
                      <a:endParaRPr lang="en-US" sz="900" b="1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effectLst/>
                        </a:rPr>
                        <a:t>4</a:t>
                      </a:r>
                      <a:endParaRPr lang="en-US" sz="900" b="1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effectLst/>
                        </a:rPr>
                        <a:t>1</a:t>
                      </a:r>
                      <a:endParaRPr lang="en-US" sz="9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effectLst/>
                        </a:rPr>
                        <a:t>2</a:t>
                      </a:r>
                      <a:endParaRPr lang="en-US" sz="9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effectLst/>
                        </a:rPr>
                        <a:t>3</a:t>
                      </a:r>
                      <a:endParaRPr lang="en-US" sz="9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effectLst/>
                        </a:rPr>
                        <a:t>4</a:t>
                      </a:r>
                      <a:endParaRPr lang="en-US" sz="9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40717"/>
                  </a:ext>
                </a:extLst>
              </a:tr>
              <a:tr h="5415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IAZSqXhVgk0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7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7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7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1</a:t>
                      </a:r>
                      <a:endParaRPr lang="en-US" sz="9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1</a:t>
                      </a:r>
                      <a:endParaRPr lang="en-US" sz="9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3</a:t>
                      </a:r>
                      <a:endParaRPr lang="en-US" sz="9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-</a:t>
                      </a:r>
                      <a:endParaRPr lang="en-US" sz="9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no</a:t>
                      </a:r>
                      <a:endParaRPr lang="en-US" sz="9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yes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yes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943764"/>
                  </a:ext>
                </a:extLst>
              </a:tr>
              <a:tr h="358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oHXl4mKTHbA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yes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920379"/>
                  </a:ext>
                </a:extLst>
              </a:tr>
              <a:tr h="5415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nK51l6GSkG4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18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18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18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yes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yes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665035"/>
                  </a:ext>
                </a:extLst>
              </a:tr>
              <a:tr h="358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fYJDDLB45c8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8861"/>
                  </a:ext>
                </a:extLst>
              </a:tr>
              <a:tr h="358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RYYJnYLMbzQ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yes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251639"/>
                  </a:ext>
                </a:extLst>
              </a:tr>
              <a:tr h="358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phOHc0u-5DA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16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16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16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6132"/>
                  </a:ext>
                </a:extLst>
              </a:tr>
              <a:tr h="358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2j7apjKaemo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4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4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4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94624"/>
                  </a:ext>
                </a:extLst>
              </a:tr>
              <a:tr h="358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DODBr-8Cw_U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27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21058"/>
                  </a:ext>
                </a:extLst>
              </a:tr>
              <a:tr h="358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t9ntcd-hfL8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6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6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767725"/>
                  </a:ext>
                </a:extLst>
              </a:tr>
              <a:tr h="5415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bBNyWRe5KVA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10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10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</a:t>
                      </a:r>
                      <a:endParaRPr lang="en-US" sz="9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yes</a:t>
                      </a:r>
                      <a:endParaRPr lang="en-US" sz="9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555" marR="5855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58398"/>
                  </a:ext>
                </a:extLst>
              </a:tr>
            </a:tbl>
          </a:graphicData>
        </a:graphic>
      </p:graphicFrame>
      <p:grpSp>
        <p:nvGrpSpPr>
          <p:cNvPr id="5" name="Google Shape;1972;p40">
            <a:extLst>
              <a:ext uri="{FF2B5EF4-FFF2-40B4-BE49-F238E27FC236}">
                <a16:creationId xmlns:a16="http://schemas.microsoft.com/office/drawing/2014/main" id="{51106E27-D8D8-BAF8-D608-8CB74E405A8C}"/>
              </a:ext>
            </a:extLst>
          </p:cNvPr>
          <p:cNvGrpSpPr/>
          <p:nvPr/>
        </p:nvGrpSpPr>
        <p:grpSpPr>
          <a:xfrm>
            <a:off x="0" y="4783833"/>
            <a:ext cx="3691176" cy="2072897"/>
            <a:chOff x="238125" y="851600"/>
            <a:chExt cx="7143750" cy="4011800"/>
          </a:xfrm>
        </p:grpSpPr>
        <p:sp>
          <p:nvSpPr>
            <p:cNvPr id="6" name="Google Shape;1973;p40">
              <a:extLst>
                <a:ext uri="{FF2B5EF4-FFF2-40B4-BE49-F238E27FC236}">
                  <a16:creationId xmlns:a16="http://schemas.microsoft.com/office/drawing/2014/main" id="{C8FF79DC-95D1-B109-D9CB-0C1F155BBAA1}"/>
                </a:ext>
              </a:extLst>
            </p:cNvPr>
            <p:cNvSpPr/>
            <p:nvPr/>
          </p:nvSpPr>
          <p:spPr>
            <a:xfrm>
              <a:off x="4633575" y="1836850"/>
              <a:ext cx="1473400" cy="1046550"/>
            </a:xfrm>
            <a:custGeom>
              <a:avLst/>
              <a:gdLst/>
              <a:ahLst/>
              <a:cxnLst/>
              <a:rect l="l" t="t" r="r" b="b"/>
              <a:pathLst>
                <a:path w="58936" h="41862" extrusionOk="0">
                  <a:moveTo>
                    <a:pt x="361" y="34587"/>
                  </a:moveTo>
                  <a:lnTo>
                    <a:pt x="5261" y="5774"/>
                  </a:lnTo>
                  <a:lnTo>
                    <a:pt x="5261" y="5774"/>
                  </a:lnTo>
                  <a:lnTo>
                    <a:pt x="5356" y="5205"/>
                  </a:lnTo>
                  <a:lnTo>
                    <a:pt x="5470" y="4654"/>
                  </a:lnTo>
                  <a:lnTo>
                    <a:pt x="5622" y="4103"/>
                  </a:lnTo>
                  <a:lnTo>
                    <a:pt x="5793" y="3590"/>
                  </a:lnTo>
                  <a:lnTo>
                    <a:pt x="5983" y="3077"/>
                  </a:lnTo>
                  <a:lnTo>
                    <a:pt x="6192" y="2603"/>
                  </a:lnTo>
                  <a:lnTo>
                    <a:pt x="6439" y="2166"/>
                  </a:lnTo>
                  <a:lnTo>
                    <a:pt x="6705" y="1748"/>
                  </a:lnTo>
                  <a:lnTo>
                    <a:pt x="6990" y="1368"/>
                  </a:lnTo>
                  <a:lnTo>
                    <a:pt x="7294" y="1026"/>
                  </a:lnTo>
                  <a:lnTo>
                    <a:pt x="7465" y="874"/>
                  </a:lnTo>
                  <a:lnTo>
                    <a:pt x="7636" y="722"/>
                  </a:lnTo>
                  <a:lnTo>
                    <a:pt x="7807" y="589"/>
                  </a:lnTo>
                  <a:lnTo>
                    <a:pt x="7977" y="475"/>
                  </a:lnTo>
                  <a:lnTo>
                    <a:pt x="8167" y="361"/>
                  </a:lnTo>
                  <a:lnTo>
                    <a:pt x="8357" y="266"/>
                  </a:lnTo>
                  <a:lnTo>
                    <a:pt x="8547" y="190"/>
                  </a:lnTo>
                  <a:lnTo>
                    <a:pt x="8756" y="133"/>
                  </a:lnTo>
                  <a:lnTo>
                    <a:pt x="8946" y="76"/>
                  </a:lnTo>
                  <a:lnTo>
                    <a:pt x="9174" y="39"/>
                  </a:lnTo>
                  <a:lnTo>
                    <a:pt x="9383" y="20"/>
                  </a:lnTo>
                  <a:lnTo>
                    <a:pt x="9611" y="1"/>
                  </a:lnTo>
                  <a:lnTo>
                    <a:pt x="54567" y="1"/>
                  </a:lnTo>
                  <a:lnTo>
                    <a:pt x="54567" y="1"/>
                  </a:lnTo>
                  <a:lnTo>
                    <a:pt x="54795" y="20"/>
                  </a:lnTo>
                  <a:lnTo>
                    <a:pt x="55023" y="39"/>
                  </a:lnTo>
                  <a:lnTo>
                    <a:pt x="55232" y="57"/>
                  </a:lnTo>
                  <a:lnTo>
                    <a:pt x="55441" y="95"/>
                  </a:lnTo>
                  <a:lnTo>
                    <a:pt x="55650" y="152"/>
                  </a:lnTo>
                  <a:lnTo>
                    <a:pt x="55859" y="228"/>
                  </a:lnTo>
                  <a:lnTo>
                    <a:pt x="56068" y="304"/>
                  </a:lnTo>
                  <a:lnTo>
                    <a:pt x="56258" y="399"/>
                  </a:lnTo>
                  <a:lnTo>
                    <a:pt x="56448" y="494"/>
                  </a:lnTo>
                  <a:lnTo>
                    <a:pt x="56638" y="608"/>
                  </a:lnTo>
                  <a:lnTo>
                    <a:pt x="56828" y="741"/>
                  </a:lnTo>
                  <a:lnTo>
                    <a:pt x="56998" y="874"/>
                  </a:lnTo>
                  <a:lnTo>
                    <a:pt x="57169" y="1026"/>
                  </a:lnTo>
                  <a:lnTo>
                    <a:pt x="57340" y="1178"/>
                  </a:lnTo>
                  <a:lnTo>
                    <a:pt x="57492" y="1349"/>
                  </a:lnTo>
                  <a:lnTo>
                    <a:pt x="57644" y="1539"/>
                  </a:lnTo>
                  <a:lnTo>
                    <a:pt x="57796" y="1729"/>
                  </a:lnTo>
                  <a:lnTo>
                    <a:pt x="57929" y="1938"/>
                  </a:lnTo>
                  <a:lnTo>
                    <a:pt x="58062" y="2147"/>
                  </a:lnTo>
                  <a:lnTo>
                    <a:pt x="58195" y="2356"/>
                  </a:lnTo>
                  <a:lnTo>
                    <a:pt x="58309" y="2603"/>
                  </a:lnTo>
                  <a:lnTo>
                    <a:pt x="58404" y="2830"/>
                  </a:lnTo>
                  <a:lnTo>
                    <a:pt x="58499" y="3096"/>
                  </a:lnTo>
                  <a:lnTo>
                    <a:pt x="58594" y="3343"/>
                  </a:lnTo>
                  <a:lnTo>
                    <a:pt x="58670" y="3628"/>
                  </a:lnTo>
                  <a:lnTo>
                    <a:pt x="58746" y="3894"/>
                  </a:lnTo>
                  <a:lnTo>
                    <a:pt x="58803" y="4198"/>
                  </a:lnTo>
                  <a:lnTo>
                    <a:pt x="58860" y="4483"/>
                  </a:lnTo>
                  <a:lnTo>
                    <a:pt x="58898" y="4787"/>
                  </a:lnTo>
                  <a:lnTo>
                    <a:pt x="58917" y="5110"/>
                  </a:lnTo>
                  <a:lnTo>
                    <a:pt x="58936" y="5433"/>
                  </a:lnTo>
                  <a:lnTo>
                    <a:pt x="58936" y="5774"/>
                  </a:lnTo>
                  <a:lnTo>
                    <a:pt x="52668" y="34701"/>
                  </a:lnTo>
                  <a:lnTo>
                    <a:pt x="52668" y="34701"/>
                  </a:lnTo>
                  <a:lnTo>
                    <a:pt x="52592" y="35005"/>
                  </a:lnTo>
                  <a:lnTo>
                    <a:pt x="52497" y="35347"/>
                  </a:lnTo>
                  <a:lnTo>
                    <a:pt x="52326" y="35802"/>
                  </a:lnTo>
                  <a:lnTo>
                    <a:pt x="52117" y="36315"/>
                  </a:lnTo>
                  <a:lnTo>
                    <a:pt x="51832" y="36904"/>
                  </a:lnTo>
                  <a:lnTo>
                    <a:pt x="51661" y="37227"/>
                  </a:lnTo>
                  <a:lnTo>
                    <a:pt x="51490" y="37531"/>
                  </a:lnTo>
                  <a:lnTo>
                    <a:pt x="51282" y="37854"/>
                  </a:lnTo>
                  <a:lnTo>
                    <a:pt x="51073" y="38195"/>
                  </a:lnTo>
                  <a:lnTo>
                    <a:pt x="50826" y="38518"/>
                  </a:lnTo>
                  <a:lnTo>
                    <a:pt x="50560" y="38841"/>
                  </a:lnTo>
                  <a:lnTo>
                    <a:pt x="50294" y="39164"/>
                  </a:lnTo>
                  <a:lnTo>
                    <a:pt x="49990" y="39468"/>
                  </a:lnTo>
                  <a:lnTo>
                    <a:pt x="49667" y="39772"/>
                  </a:lnTo>
                  <a:lnTo>
                    <a:pt x="49306" y="40057"/>
                  </a:lnTo>
                  <a:lnTo>
                    <a:pt x="48945" y="40323"/>
                  </a:lnTo>
                  <a:lnTo>
                    <a:pt x="48547" y="40589"/>
                  </a:lnTo>
                  <a:lnTo>
                    <a:pt x="48129" y="40817"/>
                  </a:lnTo>
                  <a:lnTo>
                    <a:pt x="47692" y="41025"/>
                  </a:lnTo>
                  <a:lnTo>
                    <a:pt x="47217" y="41215"/>
                  </a:lnTo>
                  <a:lnTo>
                    <a:pt x="46723" y="41367"/>
                  </a:lnTo>
                  <a:lnTo>
                    <a:pt x="46191" y="41500"/>
                  </a:lnTo>
                  <a:lnTo>
                    <a:pt x="45641" y="41595"/>
                  </a:lnTo>
                  <a:lnTo>
                    <a:pt x="45071" y="41652"/>
                  </a:lnTo>
                  <a:lnTo>
                    <a:pt x="44444" y="41671"/>
                  </a:lnTo>
                  <a:lnTo>
                    <a:pt x="44444" y="41671"/>
                  </a:lnTo>
                  <a:lnTo>
                    <a:pt x="35897" y="41728"/>
                  </a:lnTo>
                  <a:lnTo>
                    <a:pt x="25622" y="41785"/>
                  </a:lnTo>
                  <a:lnTo>
                    <a:pt x="5375" y="41861"/>
                  </a:lnTo>
                  <a:lnTo>
                    <a:pt x="5375" y="41861"/>
                  </a:lnTo>
                  <a:lnTo>
                    <a:pt x="4711" y="41842"/>
                  </a:lnTo>
                  <a:lnTo>
                    <a:pt x="4103" y="41785"/>
                  </a:lnTo>
                  <a:lnTo>
                    <a:pt x="3533" y="41690"/>
                  </a:lnTo>
                  <a:lnTo>
                    <a:pt x="3039" y="41557"/>
                  </a:lnTo>
                  <a:lnTo>
                    <a:pt x="2564" y="41386"/>
                  </a:lnTo>
                  <a:lnTo>
                    <a:pt x="2166" y="41196"/>
                  </a:lnTo>
                  <a:lnTo>
                    <a:pt x="1786" y="40968"/>
                  </a:lnTo>
                  <a:lnTo>
                    <a:pt x="1463" y="40741"/>
                  </a:lnTo>
                  <a:lnTo>
                    <a:pt x="1178" y="40475"/>
                  </a:lnTo>
                  <a:lnTo>
                    <a:pt x="931" y="40190"/>
                  </a:lnTo>
                  <a:lnTo>
                    <a:pt x="703" y="39886"/>
                  </a:lnTo>
                  <a:lnTo>
                    <a:pt x="532" y="39563"/>
                  </a:lnTo>
                  <a:lnTo>
                    <a:pt x="380" y="39240"/>
                  </a:lnTo>
                  <a:lnTo>
                    <a:pt x="266" y="38917"/>
                  </a:lnTo>
                  <a:lnTo>
                    <a:pt x="152" y="38575"/>
                  </a:lnTo>
                  <a:lnTo>
                    <a:pt x="95" y="38233"/>
                  </a:lnTo>
                  <a:lnTo>
                    <a:pt x="38" y="37892"/>
                  </a:lnTo>
                  <a:lnTo>
                    <a:pt x="0" y="37550"/>
                  </a:lnTo>
                  <a:lnTo>
                    <a:pt x="0" y="37227"/>
                  </a:lnTo>
                  <a:lnTo>
                    <a:pt x="0" y="36904"/>
                  </a:lnTo>
                  <a:lnTo>
                    <a:pt x="19" y="36581"/>
                  </a:lnTo>
                  <a:lnTo>
                    <a:pt x="38" y="36277"/>
                  </a:lnTo>
                  <a:lnTo>
                    <a:pt x="114" y="35726"/>
                  </a:lnTo>
                  <a:lnTo>
                    <a:pt x="190" y="35271"/>
                  </a:lnTo>
                  <a:lnTo>
                    <a:pt x="285" y="34910"/>
                  </a:lnTo>
                  <a:lnTo>
                    <a:pt x="361" y="34587"/>
                  </a:lnTo>
                  <a:lnTo>
                    <a:pt x="361" y="345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74;p40">
              <a:extLst>
                <a:ext uri="{FF2B5EF4-FFF2-40B4-BE49-F238E27FC236}">
                  <a16:creationId xmlns:a16="http://schemas.microsoft.com/office/drawing/2014/main" id="{F180AAF8-8199-80AE-A89E-2F5804A96E86}"/>
                </a:ext>
              </a:extLst>
            </p:cNvPr>
            <p:cNvSpPr/>
            <p:nvPr/>
          </p:nvSpPr>
          <p:spPr>
            <a:xfrm>
              <a:off x="4652100" y="2991150"/>
              <a:ext cx="1597325" cy="1783950"/>
            </a:xfrm>
            <a:custGeom>
              <a:avLst/>
              <a:gdLst/>
              <a:ahLst/>
              <a:cxnLst/>
              <a:rect l="l" t="t" r="r" b="b"/>
              <a:pathLst>
                <a:path w="63893" h="71358" extrusionOk="0">
                  <a:moveTo>
                    <a:pt x="63513" y="64083"/>
                  </a:moveTo>
                  <a:lnTo>
                    <a:pt x="53693" y="5755"/>
                  </a:lnTo>
                  <a:lnTo>
                    <a:pt x="53693" y="5755"/>
                  </a:lnTo>
                  <a:lnTo>
                    <a:pt x="53598" y="5186"/>
                  </a:lnTo>
                  <a:lnTo>
                    <a:pt x="53484" y="4635"/>
                  </a:lnTo>
                  <a:lnTo>
                    <a:pt x="53333" y="4103"/>
                  </a:lnTo>
                  <a:lnTo>
                    <a:pt x="53162" y="3571"/>
                  </a:lnTo>
                  <a:lnTo>
                    <a:pt x="52972" y="3077"/>
                  </a:lnTo>
                  <a:lnTo>
                    <a:pt x="52744" y="2603"/>
                  </a:lnTo>
                  <a:lnTo>
                    <a:pt x="52516" y="2147"/>
                  </a:lnTo>
                  <a:lnTo>
                    <a:pt x="52250" y="1729"/>
                  </a:lnTo>
                  <a:lnTo>
                    <a:pt x="51965" y="1349"/>
                  </a:lnTo>
                  <a:lnTo>
                    <a:pt x="51661" y="1026"/>
                  </a:lnTo>
                  <a:lnTo>
                    <a:pt x="51490" y="855"/>
                  </a:lnTo>
                  <a:lnTo>
                    <a:pt x="51319" y="722"/>
                  </a:lnTo>
                  <a:lnTo>
                    <a:pt x="51148" y="589"/>
                  </a:lnTo>
                  <a:lnTo>
                    <a:pt x="50977" y="475"/>
                  </a:lnTo>
                  <a:lnTo>
                    <a:pt x="50787" y="361"/>
                  </a:lnTo>
                  <a:lnTo>
                    <a:pt x="50598" y="266"/>
                  </a:lnTo>
                  <a:lnTo>
                    <a:pt x="50408" y="190"/>
                  </a:lnTo>
                  <a:lnTo>
                    <a:pt x="50199" y="114"/>
                  </a:lnTo>
                  <a:lnTo>
                    <a:pt x="49990" y="58"/>
                  </a:lnTo>
                  <a:lnTo>
                    <a:pt x="49781" y="20"/>
                  </a:lnTo>
                  <a:lnTo>
                    <a:pt x="49572" y="1"/>
                  </a:lnTo>
                  <a:lnTo>
                    <a:pt x="49344" y="1"/>
                  </a:lnTo>
                  <a:lnTo>
                    <a:pt x="4388" y="1"/>
                  </a:lnTo>
                  <a:lnTo>
                    <a:pt x="4388" y="1"/>
                  </a:lnTo>
                  <a:lnTo>
                    <a:pt x="4160" y="1"/>
                  </a:lnTo>
                  <a:lnTo>
                    <a:pt x="3932" y="20"/>
                  </a:lnTo>
                  <a:lnTo>
                    <a:pt x="3723" y="58"/>
                  </a:lnTo>
                  <a:lnTo>
                    <a:pt x="3514" y="96"/>
                  </a:lnTo>
                  <a:lnTo>
                    <a:pt x="3286" y="152"/>
                  </a:lnTo>
                  <a:lnTo>
                    <a:pt x="3096" y="228"/>
                  </a:lnTo>
                  <a:lnTo>
                    <a:pt x="2887" y="304"/>
                  </a:lnTo>
                  <a:lnTo>
                    <a:pt x="2697" y="399"/>
                  </a:lnTo>
                  <a:lnTo>
                    <a:pt x="2488" y="494"/>
                  </a:lnTo>
                  <a:lnTo>
                    <a:pt x="2298" y="608"/>
                  </a:lnTo>
                  <a:lnTo>
                    <a:pt x="2127" y="741"/>
                  </a:lnTo>
                  <a:lnTo>
                    <a:pt x="1937" y="874"/>
                  </a:lnTo>
                  <a:lnTo>
                    <a:pt x="1766" y="1026"/>
                  </a:lnTo>
                  <a:lnTo>
                    <a:pt x="1615" y="1178"/>
                  </a:lnTo>
                  <a:lnTo>
                    <a:pt x="1444" y="1349"/>
                  </a:lnTo>
                  <a:lnTo>
                    <a:pt x="1292" y="1539"/>
                  </a:lnTo>
                  <a:lnTo>
                    <a:pt x="1159" y="1729"/>
                  </a:lnTo>
                  <a:lnTo>
                    <a:pt x="1007" y="1919"/>
                  </a:lnTo>
                  <a:lnTo>
                    <a:pt x="893" y="2128"/>
                  </a:lnTo>
                  <a:lnTo>
                    <a:pt x="760" y="2356"/>
                  </a:lnTo>
                  <a:lnTo>
                    <a:pt x="646" y="2584"/>
                  </a:lnTo>
                  <a:lnTo>
                    <a:pt x="532" y="2830"/>
                  </a:lnTo>
                  <a:lnTo>
                    <a:pt x="437" y="3077"/>
                  </a:lnTo>
                  <a:lnTo>
                    <a:pt x="361" y="3343"/>
                  </a:lnTo>
                  <a:lnTo>
                    <a:pt x="285" y="3609"/>
                  </a:lnTo>
                  <a:lnTo>
                    <a:pt x="209" y="3894"/>
                  </a:lnTo>
                  <a:lnTo>
                    <a:pt x="152" y="4179"/>
                  </a:lnTo>
                  <a:lnTo>
                    <a:pt x="95" y="4483"/>
                  </a:lnTo>
                  <a:lnTo>
                    <a:pt x="57" y="4787"/>
                  </a:lnTo>
                  <a:lnTo>
                    <a:pt x="38" y="5110"/>
                  </a:lnTo>
                  <a:lnTo>
                    <a:pt x="19" y="5433"/>
                  </a:lnTo>
                  <a:lnTo>
                    <a:pt x="0" y="5755"/>
                  </a:lnTo>
                  <a:lnTo>
                    <a:pt x="12706" y="71072"/>
                  </a:lnTo>
                  <a:lnTo>
                    <a:pt x="12706" y="71072"/>
                  </a:lnTo>
                  <a:lnTo>
                    <a:pt x="14568" y="71110"/>
                  </a:lnTo>
                  <a:lnTo>
                    <a:pt x="18423" y="71148"/>
                  </a:lnTo>
                  <a:lnTo>
                    <a:pt x="30332" y="71224"/>
                  </a:lnTo>
                  <a:lnTo>
                    <a:pt x="58499" y="71357"/>
                  </a:lnTo>
                  <a:lnTo>
                    <a:pt x="58499" y="71357"/>
                  </a:lnTo>
                  <a:lnTo>
                    <a:pt x="59163" y="71338"/>
                  </a:lnTo>
                  <a:lnTo>
                    <a:pt x="59790" y="71281"/>
                  </a:lnTo>
                  <a:lnTo>
                    <a:pt x="60341" y="71186"/>
                  </a:lnTo>
                  <a:lnTo>
                    <a:pt x="60854" y="71053"/>
                  </a:lnTo>
                  <a:lnTo>
                    <a:pt x="61310" y="70882"/>
                  </a:lnTo>
                  <a:lnTo>
                    <a:pt x="61727" y="70693"/>
                  </a:lnTo>
                  <a:lnTo>
                    <a:pt x="62088" y="70465"/>
                  </a:lnTo>
                  <a:lnTo>
                    <a:pt x="62411" y="70218"/>
                  </a:lnTo>
                  <a:lnTo>
                    <a:pt x="62715" y="69952"/>
                  </a:lnTo>
                  <a:lnTo>
                    <a:pt x="62962" y="69667"/>
                  </a:lnTo>
                  <a:lnTo>
                    <a:pt x="63171" y="69363"/>
                  </a:lnTo>
                  <a:lnTo>
                    <a:pt x="63361" y="69059"/>
                  </a:lnTo>
                  <a:lnTo>
                    <a:pt x="63513" y="68736"/>
                  </a:lnTo>
                  <a:lnTo>
                    <a:pt x="63627" y="68394"/>
                  </a:lnTo>
                  <a:lnTo>
                    <a:pt x="63722" y="68053"/>
                  </a:lnTo>
                  <a:lnTo>
                    <a:pt x="63798" y="67730"/>
                  </a:lnTo>
                  <a:lnTo>
                    <a:pt x="63836" y="67388"/>
                  </a:lnTo>
                  <a:lnTo>
                    <a:pt x="63874" y="67046"/>
                  </a:lnTo>
                  <a:lnTo>
                    <a:pt x="63893" y="66704"/>
                  </a:lnTo>
                  <a:lnTo>
                    <a:pt x="63893" y="66381"/>
                  </a:lnTo>
                  <a:lnTo>
                    <a:pt x="63874" y="66077"/>
                  </a:lnTo>
                  <a:lnTo>
                    <a:pt x="63855" y="65773"/>
                  </a:lnTo>
                  <a:lnTo>
                    <a:pt x="63779" y="65223"/>
                  </a:lnTo>
                  <a:lnTo>
                    <a:pt x="63684" y="64748"/>
                  </a:lnTo>
                  <a:lnTo>
                    <a:pt x="63608" y="64387"/>
                  </a:lnTo>
                  <a:lnTo>
                    <a:pt x="63513" y="64083"/>
                  </a:lnTo>
                  <a:lnTo>
                    <a:pt x="63513" y="64083"/>
                  </a:lnTo>
                  <a:close/>
                </a:path>
              </a:pathLst>
            </a:custGeom>
            <a:solidFill>
              <a:srgbClr val="4FC2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75;p40">
              <a:extLst>
                <a:ext uri="{FF2B5EF4-FFF2-40B4-BE49-F238E27FC236}">
                  <a16:creationId xmlns:a16="http://schemas.microsoft.com/office/drawing/2014/main" id="{0D1C05A3-2604-D53D-4D68-0226317F26B9}"/>
                </a:ext>
              </a:extLst>
            </p:cNvPr>
            <p:cNvSpPr/>
            <p:nvPr/>
          </p:nvSpPr>
          <p:spPr>
            <a:xfrm>
              <a:off x="3317350" y="851600"/>
              <a:ext cx="2499500" cy="3013250"/>
            </a:xfrm>
            <a:custGeom>
              <a:avLst/>
              <a:gdLst/>
              <a:ahLst/>
              <a:cxnLst/>
              <a:rect l="l" t="t" r="r" b="b"/>
              <a:pathLst>
                <a:path w="99980" h="120530" extrusionOk="0">
                  <a:moveTo>
                    <a:pt x="15594" y="3932"/>
                  </a:moveTo>
                  <a:lnTo>
                    <a:pt x="15594" y="3932"/>
                  </a:lnTo>
                  <a:lnTo>
                    <a:pt x="14568" y="4539"/>
                  </a:lnTo>
                  <a:lnTo>
                    <a:pt x="13581" y="5166"/>
                  </a:lnTo>
                  <a:lnTo>
                    <a:pt x="12631" y="5831"/>
                  </a:lnTo>
                  <a:lnTo>
                    <a:pt x="11719" y="6515"/>
                  </a:lnTo>
                  <a:lnTo>
                    <a:pt x="10846" y="7217"/>
                  </a:lnTo>
                  <a:lnTo>
                    <a:pt x="10010" y="7958"/>
                  </a:lnTo>
                  <a:lnTo>
                    <a:pt x="9212" y="8718"/>
                  </a:lnTo>
                  <a:lnTo>
                    <a:pt x="8434" y="9497"/>
                  </a:lnTo>
                  <a:lnTo>
                    <a:pt x="7712" y="10294"/>
                  </a:lnTo>
                  <a:lnTo>
                    <a:pt x="7028" y="11111"/>
                  </a:lnTo>
                  <a:lnTo>
                    <a:pt x="6363" y="11947"/>
                  </a:lnTo>
                  <a:lnTo>
                    <a:pt x="5737" y="12801"/>
                  </a:lnTo>
                  <a:lnTo>
                    <a:pt x="5167" y="13656"/>
                  </a:lnTo>
                  <a:lnTo>
                    <a:pt x="4597" y="14549"/>
                  </a:lnTo>
                  <a:lnTo>
                    <a:pt x="4084" y="15460"/>
                  </a:lnTo>
                  <a:lnTo>
                    <a:pt x="3590" y="16372"/>
                  </a:lnTo>
                  <a:lnTo>
                    <a:pt x="3154" y="17303"/>
                  </a:lnTo>
                  <a:lnTo>
                    <a:pt x="2717" y="18252"/>
                  </a:lnTo>
                  <a:lnTo>
                    <a:pt x="2337" y="19202"/>
                  </a:lnTo>
                  <a:lnTo>
                    <a:pt x="1976" y="20171"/>
                  </a:lnTo>
                  <a:lnTo>
                    <a:pt x="1653" y="21139"/>
                  </a:lnTo>
                  <a:lnTo>
                    <a:pt x="1349" y="22127"/>
                  </a:lnTo>
                  <a:lnTo>
                    <a:pt x="1083" y="23115"/>
                  </a:lnTo>
                  <a:lnTo>
                    <a:pt x="855" y="24121"/>
                  </a:lnTo>
                  <a:lnTo>
                    <a:pt x="647" y="25128"/>
                  </a:lnTo>
                  <a:lnTo>
                    <a:pt x="476" y="26153"/>
                  </a:lnTo>
                  <a:lnTo>
                    <a:pt x="324" y="27179"/>
                  </a:lnTo>
                  <a:lnTo>
                    <a:pt x="210" y="28186"/>
                  </a:lnTo>
                  <a:lnTo>
                    <a:pt x="115" y="29230"/>
                  </a:lnTo>
                  <a:lnTo>
                    <a:pt x="39" y="30256"/>
                  </a:lnTo>
                  <a:lnTo>
                    <a:pt x="1" y="31282"/>
                  </a:lnTo>
                  <a:lnTo>
                    <a:pt x="1" y="32326"/>
                  </a:lnTo>
                  <a:lnTo>
                    <a:pt x="20" y="33352"/>
                  </a:lnTo>
                  <a:lnTo>
                    <a:pt x="58" y="34377"/>
                  </a:lnTo>
                  <a:lnTo>
                    <a:pt x="115" y="35422"/>
                  </a:lnTo>
                  <a:lnTo>
                    <a:pt x="210" y="36448"/>
                  </a:lnTo>
                  <a:lnTo>
                    <a:pt x="324" y="37473"/>
                  </a:lnTo>
                  <a:lnTo>
                    <a:pt x="476" y="38480"/>
                  </a:lnTo>
                  <a:lnTo>
                    <a:pt x="628" y="39505"/>
                  </a:lnTo>
                  <a:lnTo>
                    <a:pt x="817" y="40512"/>
                  </a:lnTo>
                  <a:lnTo>
                    <a:pt x="1026" y="41519"/>
                  </a:lnTo>
                  <a:lnTo>
                    <a:pt x="1254" y="42506"/>
                  </a:lnTo>
                  <a:lnTo>
                    <a:pt x="1520" y="43494"/>
                  </a:lnTo>
                  <a:lnTo>
                    <a:pt x="1786" y="44463"/>
                  </a:lnTo>
                  <a:lnTo>
                    <a:pt x="2090" y="45431"/>
                  </a:lnTo>
                  <a:lnTo>
                    <a:pt x="2394" y="46381"/>
                  </a:lnTo>
                  <a:lnTo>
                    <a:pt x="2736" y="47331"/>
                  </a:lnTo>
                  <a:lnTo>
                    <a:pt x="3097" y="48261"/>
                  </a:lnTo>
                  <a:lnTo>
                    <a:pt x="3476" y="49173"/>
                  </a:lnTo>
                  <a:lnTo>
                    <a:pt x="3875" y="50085"/>
                  </a:lnTo>
                  <a:lnTo>
                    <a:pt x="4293" y="50958"/>
                  </a:lnTo>
                  <a:lnTo>
                    <a:pt x="4730" y="51832"/>
                  </a:lnTo>
                  <a:lnTo>
                    <a:pt x="5167" y="52687"/>
                  </a:lnTo>
                  <a:lnTo>
                    <a:pt x="5642" y="53522"/>
                  </a:lnTo>
                  <a:lnTo>
                    <a:pt x="6135" y="54339"/>
                  </a:lnTo>
                  <a:lnTo>
                    <a:pt x="6629" y="55137"/>
                  </a:lnTo>
                  <a:lnTo>
                    <a:pt x="7161" y="55896"/>
                  </a:lnTo>
                  <a:lnTo>
                    <a:pt x="7693" y="56656"/>
                  </a:lnTo>
                  <a:lnTo>
                    <a:pt x="8244" y="57397"/>
                  </a:lnTo>
                  <a:lnTo>
                    <a:pt x="8814" y="58100"/>
                  </a:lnTo>
                  <a:lnTo>
                    <a:pt x="9383" y="58783"/>
                  </a:lnTo>
                  <a:lnTo>
                    <a:pt x="9972" y="59448"/>
                  </a:lnTo>
                  <a:lnTo>
                    <a:pt x="10580" y="60075"/>
                  </a:lnTo>
                  <a:lnTo>
                    <a:pt x="11207" y="60683"/>
                  </a:lnTo>
                  <a:lnTo>
                    <a:pt x="11207" y="60683"/>
                  </a:lnTo>
                  <a:lnTo>
                    <a:pt x="11283" y="60835"/>
                  </a:lnTo>
                  <a:lnTo>
                    <a:pt x="11359" y="61006"/>
                  </a:lnTo>
                  <a:lnTo>
                    <a:pt x="11416" y="61177"/>
                  </a:lnTo>
                  <a:lnTo>
                    <a:pt x="11454" y="61347"/>
                  </a:lnTo>
                  <a:lnTo>
                    <a:pt x="11492" y="61537"/>
                  </a:lnTo>
                  <a:lnTo>
                    <a:pt x="11511" y="61727"/>
                  </a:lnTo>
                  <a:lnTo>
                    <a:pt x="11530" y="62145"/>
                  </a:lnTo>
                  <a:lnTo>
                    <a:pt x="11511" y="62582"/>
                  </a:lnTo>
                  <a:lnTo>
                    <a:pt x="11454" y="63057"/>
                  </a:lnTo>
                  <a:lnTo>
                    <a:pt x="11359" y="63551"/>
                  </a:lnTo>
                  <a:lnTo>
                    <a:pt x="11226" y="64082"/>
                  </a:lnTo>
                  <a:lnTo>
                    <a:pt x="11074" y="64633"/>
                  </a:lnTo>
                  <a:lnTo>
                    <a:pt x="10884" y="65203"/>
                  </a:lnTo>
                  <a:lnTo>
                    <a:pt x="10675" y="65811"/>
                  </a:lnTo>
                  <a:lnTo>
                    <a:pt x="10447" y="66438"/>
                  </a:lnTo>
                  <a:lnTo>
                    <a:pt x="9915" y="67748"/>
                  </a:lnTo>
                  <a:lnTo>
                    <a:pt x="9288" y="69154"/>
                  </a:lnTo>
                  <a:lnTo>
                    <a:pt x="8624" y="70635"/>
                  </a:lnTo>
                  <a:lnTo>
                    <a:pt x="7921" y="72192"/>
                  </a:lnTo>
                  <a:lnTo>
                    <a:pt x="7199" y="73807"/>
                  </a:lnTo>
                  <a:lnTo>
                    <a:pt x="6458" y="75497"/>
                  </a:lnTo>
                  <a:lnTo>
                    <a:pt x="5718" y="77226"/>
                  </a:lnTo>
                  <a:lnTo>
                    <a:pt x="5357" y="78118"/>
                  </a:lnTo>
                  <a:lnTo>
                    <a:pt x="5015" y="79011"/>
                  </a:lnTo>
                  <a:lnTo>
                    <a:pt x="4673" y="79904"/>
                  </a:lnTo>
                  <a:lnTo>
                    <a:pt x="4331" y="80815"/>
                  </a:lnTo>
                  <a:lnTo>
                    <a:pt x="4027" y="81746"/>
                  </a:lnTo>
                  <a:lnTo>
                    <a:pt x="3723" y="82677"/>
                  </a:lnTo>
                  <a:lnTo>
                    <a:pt x="3438" y="83607"/>
                  </a:lnTo>
                  <a:lnTo>
                    <a:pt x="3173" y="84538"/>
                  </a:lnTo>
                  <a:lnTo>
                    <a:pt x="2945" y="85488"/>
                  </a:lnTo>
                  <a:lnTo>
                    <a:pt x="2717" y="86437"/>
                  </a:lnTo>
                  <a:lnTo>
                    <a:pt x="2527" y="87387"/>
                  </a:lnTo>
                  <a:lnTo>
                    <a:pt x="2375" y="88337"/>
                  </a:lnTo>
                  <a:lnTo>
                    <a:pt x="2242" y="89305"/>
                  </a:lnTo>
                  <a:lnTo>
                    <a:pt x="2147" y="90255"/>
                  </a:lnTo>
                  <a:lnTo>
                    <a:pt x="2071" y="91204"/>
                  </a:lnTo>
                  <a:lnTo>
                    <a:pt x="2033" y="92173"/>
                  </a:lnTo>
                  <a:lnTo>
                    <a:pt x="2052" y="93123"/>
                  </a:lnTo>
                  <a:lnTo>
                    <a:pt x="2090" y="94072"/>
                  </a:lnTo>
                  <a:lnTo>
                    <a:pt x="2185" y="95022"/>
                  </a:lnTo>
                  <a:lnTo>
                    <a:pt x="2318" y="95972"/>
                  </a:lnTo>
                  <a:lnTo>
                    <a:pt x="2394" y="96428"/>
                  </a:lnTo>
                  <a:lnTo>
                    <a:pt x="2489" y="96902"/>
                  </a:lnTo>
                  <a:lnTo>
                    <a:pt x="2603" y="97377"/>
                  </a:lnTo>
                  <a:lnTo>
                    <a:pt x="2717" y="97833"/>
                  </a:lnTo>
                  <a:lnTo>
                    <a:pt x="2850" y="98308"/>
                  </a:lnTo>
                  <a:lnTo>
                    <a:pt x="3002" y="98764"/>
                  </a:lnTo>
                  <a:lnTo>
                    <a:pt x="3154" y="99220"/>
                  </a:lnTo>
                  <a:lnTo>
                    <a:pt x="3325" y="99675"/>
                  </a:lnTo>
                  <a:lnTo>
                    <a:pt x="3514" y="100131"/>
                  </a:lnTo>
                  <a:lnTo>
                    <a:pt x="3704" y="100587"/>
                  </a:lnTo>
                  <a:lnTo>
                    <a:pt x="3932" y="101043"/>
                  </a:lnTo>
                  <a:lnTo>
                    <a:pt x="4141" y="101499"/>
                  </a:lnTo>
                  <a:lnTo>
                    <a:pt x="4388" y="101936"/>
                  </a:lnTo>
                  <a:lnTo>
                    <a:pt x="4654" y="102372"/>
                  </a:lnTo>
                  <a:lnTo>
                    <a:pt x="4920" y="102828"/>
                  </a:lnTo>
                  <a:lnTo>
                    <a:pt x="5205" y="103265"/>
                  </a:lnTo>
                  <a:lnTo>
                    <a:pt x="5509" y="103702"/>
                  </a:lnTo>
                  <a:lnTo>
                    <a:pt x="5832" y="104120"/>
                  </a:lnTo>
                  <a:lnTo>
                    <a:pt x="6154" y="104557"/>
                  </a:lnTo>
                  <a:lnTo>
                    <a:pt x="6515" y="104974"/>
                  </a:lnTo>
                  <a:lnTo>
                    <a:pt x="6876" y="105411"/>
                  </a:lnTo>
                  <a:lnTo>
                    <a:pt x="7256" y="105829"/>
                  </a:lnTo>
                  <a:lnTo>
                    <a:pt x="7655" y="106247"/>
                  </a:lnTo>
                  <a:lnTo>
                    <a:pt x="8073" y="106646"/>
                  </a:lnTo>
                  <a:lnTo>
                    <a:pt x="8510" y="107064"/>
                  </a:lnTo>
                  <a:lnTo>
                    <a:pt x="8965" y="107462"/>
                  </a:lnTo>
                  <a:lnTo>
                    <a:pt x="9440" y="107861"/>
                  </a:lnTo>
                  <a:lnTo>
                    <a:pt x="9915" y="108260"/>
                  </a:lnTo>
                  <a:lnTo>
                    <a:pt x="10428" y="108659"/>
                  </a:lnTo>
                  <a:lnTo>
                    <a:pt x="10960" y="109039"/>
                  </a:lnTo>
                  <a:lnTo>
                    <a:pt x="11492" y="109419"/>
                  </a:lnTo>
                  <a:lnTo>
                    <a:pt x="12061" y="109799"/>
                  </a:lnTo>
                  <a:lnTo>
                    <a:pt x="12650" y="110178"/>
                  </a:lnTo>
                  <a:lnTo>
                    <a:pt x="13258" y="110558"/>
                  </a:lnTo>
                  <a:lnTo>
                    <a:pt x="13885" y="110919"/>
                  </a:lnTo>
                  <a:lnTo>
                    <a:pt x="14530" y="111280"/>
                  </a:lnTo>
                  <a:lnTo>
                    <a:pt x="14530" y="111280"/>
                  </a:lnTo>
                  <a:lnTo>
                    <a:pt x="15461" y="111679"/>
                  </a:lnTo>
                  <a:lnTo>
                    <a:pt x="16430" y="112097"/>
                  </a:lnTo>
                  <a:lnTo>
                    <a:pt x="17436" y="112496"/>
                  </a:lnTo>
                  <a:lnTo>
                    <a:pt x="18481" y="112895"/>
                  </a:lnTo>
                  <a:lnTo>
                    <a:pt x="19545" y="113293"/>
                  </a:lnTo>
                  <a:lnTo>
                    <a:pt x="20627" y="113673"/>
                  </a:lnTo>
                  <a:lnTo>
                    <a:pt x="21748" y="114053"/>
                  </a:lnTo>
                  <a:lnTo>
                    <a:pt x="22887" y="114433"/>
                  </a:lnTo>
                  <a:lnTo>
                    <a:pt x="24046" y="114794"/>
                  </a:lnTo>
                  <a:lnTo>
                    <a:pt x="25242" y="115155"/>
                  </a:lnTo>
                  <a:lnTo>
                    <a:pt x="26439" y="115516"/>
                  </a:lnTo>
                  <a:lnTo>
                    <a:pt x="27674" y="115857"/>
                  </a:lnTo>
                  <a:lnTo>
                    <a:pt x="28927" y="116199"/>
                  </a:lnTo>
                  <a:lnTo>
                    <a:pt x="30200" y="116522"/>
                  </a:lnTo>
                  <a:lnTo>
                    <a:pt x="31472" y="116845"/>
                  </a:lnTo>
                  <a:lnTo>
                    <a:pt x="32783" y="117149"/>
                  </a:lnTo>
                  <a:lnTo>
                    <a:pt x="34093" y="117453"/>
                  </a:lnTo>
                  <a:lnTo>
                    <a:pt x="35423" y="117738"/>
                  </a:lnTo>
                  <a:lnTo>
                    <a:pt x="36771" y="118004"/>
                  </a:lnTo>
                  <a:lnTo>
                    <a:pt x="38120" y="118270"/>
                  </a:lnTo>
                  <a:lnTo>
                    <a:pt x="39487" y="118535"/>
                  </a:lnTo>
                  <a:lnTo>
                    <a:pt x="40855" y="118763"/>
                  </a:lnTo>
                  <a:lnTo>
                    <a:pt x="42241" y="118991"/>
                  </a:lnTo>
                  <a:lnTo>
                    <a:pt x="43647" y="119200"/>
                  </a:lnTo>
                  <a:lnTo>
                    <a:pt x="45033" y="119409"/>
                  </a:lnTo>
                  <a:lnTo>
                    <a:pt x="46439" y="119580"/>
                  </a:lnTo>
                  <a:lnTo>
                    <a:pt x="47844" y="119751"/>
                  </a:lnTo>
                  <a:lnTo>
                    <a:pt x="49250" y="119903"/>
                  </a:lnTo>
                  <a:lnTo>
                    <a:pt x="50674" y="120055"/>
                  </a:lnTo>
                  <a:lnTo>
                    <a:pt x="52080" y="120169"/>
                  </a:lnTo>
                  <a:lnTo>
                    <a:pt x="53504" y="120264"/>
                  </a:lnTo>
                  <a:lnTo>
                    <a:pt x="54910" y="120359"/>
                  </a:lnTo>
                  <a:lnTo>
                    <a:pt x="56315" y="120435"/>
                  </a:lnTo>
                  <a:lnTo>
                    <a:pt x="57740" y="120473"/>
                  </a:lnTo>
                  <a:lnTo>
                    <a:pt x="59126" y="120511"/>
                  </a:lnTo>
                  <a:lnTo>
                    <a:pt x="60532" y="120530"/>
                  </a:lnTo>
                  <a:lnTo>
                    <a:pt x="61918" y="120511"/>
                  </a:lnTo>
                  <a:lnTo>
                    <a:pt x="63304" y="120492"/>
                  </a:lnTo>
                  <a:lnTo>
                    <a:pt x="64672" y="120454"/>
                  </a:lnTo>
                  <a:lnTo>
                    <a:pt x="66039" y="120378"/>
                  </a:lnTo>
                  <a:lnTo>
                    <a:pt x="67388" y="120283"/>
                  </a:lnTo>
                  <a:lnTo>
                    <a:pt x="68736" y="120188"/>
                  </a:lnTo>
                  <a:lnTo>
                    <a:pt x="70066" y="120055"/>
                  </a:lnTo>
                  <a:lnTo>
                    <a:pt x="71377" y="119903"/>
                  </a:lnTo>
                  <a:lnTo>
                    <a:pt x="72687" y="119713"/>
                  </a:lnTo>
                  <a:lnTo>
                    <a:pt x="73960" y="119523"/>
                  </a:lnTo>
                  <a:lnTo>
                    <a:pt x="75232" y="119295"/>
                  </a:lnTo>
                  <a:lnTo>
                    <a:pt x="76467" y="119029"/>
                  </a:lnTo>
                  <a:lnTo>
                    <a:pt x="77701" y="118763"/>
                  </a:lnTo>
                  <a:lnTo>
                    <a:pt x="78898" y="118459"/>
                  </a:lnTo>
                  <a:lnTo>
                    <a:pt x="80094" y="118137"/>
                  </a:lnTo>
                  <a:lnTo>
                    <a:pt x="81253" y="117776"/>
                  </a:lnTo>
                  <a:lnTo>
                    <a:pt x="82392" y="117396"/>
                  </a:lnTo>
                  <a:lnTo>
                    <a:pt x="83494" y="116997"/>
                  </a:lnTo>
                  <a:lnTo>
                    <a:pt x="84577" y="116560"/>
                  </a:lnTo>
                  <a:lnTo>
                    <a:pt x="85640" y="116104"/>
                  </a:lnTo>
                  <a:lnTo>
                    <a:pt x="86666" y="115611"/>
                  </a:lnTo>
                  <a:lnTo>
                    <a:pt x="87673" y="115079"/>
                  </a:lnTo>
                  <a:lnTo>
                    <a:pt x="88641" y="114528"/>
                  </a:lnTo>
                  <a:lnTo>
                    <a:pt x="89591" y="113958"/>
                  </a:lnTo>
                  <a:lnTo>
                    <a:pt x="90484" y="113350"/>
                  </a:lnTo>
                  <a:lnTo>
                    <a:pt x="91357" y="112705"/>
                  </a:lnTo>
                  <a:lnTo>
                    <a:pt x="91794" y="112363"/>
                  </a:lnTo>
                  <a:lnTo>
                    <a:pt x="92193" y="112040"/>
                  </a:lnTo>
                  <a:lnTo>
                    <a:pt x="92611" y="111679"/>
                  </a:lnTo>
                  <a:lnTo>
                    <a:pt x="93010" y="111337"/>
                  </a:lnTo>
                  <a:lnTo>
                    <a:pt x="93010" y="111337"/>
                  </a:lnTo>
                  <a:lnTo>
                    <a:pt x="93598" y="110748"/>
                  </a:lnTo>
                  <a:lnTo>
                    <a:pt x="94187" y="110141"/>
                  </a:lnTo>
                  <a:lnTo>
                    <a:pt x="94738" y="109514"/>
                  </a:lnTo>
                  <a:lnTo>
                    <a:pt x="95251" y="108849"/>
                  </a:lnTo>
                  <a:lnTo>
                    <a:pt x="95745" y="108165"/>
                  </a:lnTo>
                  <a:lnTo>
                    <a:pt x="96219" y="107462"/>
                  </a:lnTo>
                  <a:lnTo>
                    <a:pt x="96656" y="106722"/>
                  </a:lnTo>
                  <a:lnTo>
                    <a:pt x="97074" y="105981"/>
                  </a:lnTo>
                  <a:lnTo>
                    <a:pt x="97473" y="105202"/>
                  </a:lnTo>
                  <a:lnTo>
                    <a:pt x="97834" y="104405"/>
                  </a:lnTo>
                  <a:lnTo>
                    <a:pt x="98157" y="103588"/>
                  </a:lnTo>
                  <a:lnTo>
                    <a:pt x="98480" y="102752"/>
                  </a:lnTo>
                  <a:lnTo>
                    <a:pt x="98745" y="101898"/>
                  </a:lnTo>
                  <a:lnTo>
                    <a:pt x="99011" y="101024"/>
                  </a:lnTo>
                  <a:lnTo>
                    <a:pt x="99220" y="100131"/>
                  </a:lnTo>
                  <a:lnTo>
                    <a:pt x="99429" y="99220"/>
                  </a:lnTo>
                  <a:lnTo>
                    <a:pt x="99581" y="98308"/>
                  </a:lnTo>
                  <a:lnTo>
                    <a:pt x="99733" y="97358"/>
                  </a:lnTo>
                  <a:lnTo>
                    <a:pt x="99828" y="96409"/>
                  </a:lnTo>
                  <a:lnTo>
                    <a:pt x="99923" y="95440"/>
                  </a:lnTo>
                  <a:lnTo>
                    <a:pt x="99961" y="94471"/>
                  </a:lnTo>
                  <a:lnTo>
                    <a:pt x="99980" y="93484"/>
                  </a:lnTo>
                  <a:lnTo>
                    <a:pt x="99980" y="92477"/>
                  </a:lnTo>
                  <a:lnTo>
                    <a:pt x="99942" y="91470"/>
                  </a:lnTo>
                  <a:lnTo>
                    <a:pt x="99866" y="90445"/>
                  </a:lnTo>
                  <a:lnTo>
                    <a:pt x="99771" y="89419"/>
                  </a:lnTo>
                  <a:lnTo>
                    <a:pt x="99657" y="88375"/>
                  </a:lnTo>
                  <a:lnTo>
                    <a:pt x="99486" y="87330"/>
                  </a:lnTo>
                  <a:lnTo>
                    <a:pt x="99296" y="86285"/>
                  </a:lnTo>
                  <a:lnTo>
                    <a:pt x="99087" y="85222"/>
                  </a:lnTo>
                  <a:lnTo>
                    <a:pt x="98840" y="84158"/>
                  </a:lnTo>
                  <a:lnTo>
                    <a:pt x="98556" y="83094"/>
                  </a:lnTo>
                  <a:lnTo>
                    <a:pt x="98252" y="82012"/>
                  </a:lnTo>
                  <a:lnTo>
                    <a:pt x="97910" y="80948"/>
                  </a:lnTo>
                  <a:lnTo>
                    <a:pt x="97530" y="79866"/>
                  </a:lnTo>
                  <a:lnTo>
                    <a:pt x="97131" y="78783"/>
                  </a:lnTo>
                  <a:lnTo>
                    <a:pt x="96694" y="77719"/>
                  </a:lnTo>
                  <a:lnTo>
                    <a:pt x="96219" y="76637"/>
                  </a:lnTo>
                  <a:lnTo>
                    <a:pt x="95726" y="75554"/>
                  </a:lnTo>
                  <a:lnTo>
                    <a:pt x="95194" y="74491"/>
                  </a:lnTo>
                  <a:lnTo>
                    <a:pt x="94624" y="73427"/>
                  </a:lnTo>
                  <a:lnTo>
                    <a:pt x="94016" y="72344"/>
                  </a:lnTo>
                  <a:lnTo>
                    <a:pt x="93389" y="71281"/>
                  </a:lnTo>
                  <a:lnTo>
                    <a:pt x="92725" y="70236"/>
                  </a:lnTo>
                  <a:lnTo>
                    <a:pt x="92022" y="69173"/>
                  </a:lnTo>
                  <a:lnTo>
                    <a:pt x="91300" y="68128"/>
                  </a:lnTo>
                  <a:lnTo>
                    <a:pt x="90540" y="67083"/>
                  </a:lnTo>
                  <a:lnTo>
                    <a:pt x="89743" y="66058"/>
                  </a:lnTo>
                  <a:lnTo>
                    <a:pt x="88907" y="65032"/>
                  </a:lnTo>
                  <a:lnTo>
                    <a:pt x="88033" y="64025"/>
                  </a:lnTo>
                  <a:lnTo>
                    <a:pt x="87141" y="63019"/>
                  </a:lnTo>
                  <a:lnTo>
                    <a:pt x="86210" y="62031"/>
                  </a:lnTo>
                  <a:lnTo>
                    <a:pt x="85241" y="61044"/>
                  </a:lnTo>
                  <a:lnTo>
                    <a:pt x="84235" y="60075"/>
                  </a:lnTo>
                  <a:lnTo>
                    <a:pt x="83209" y="59125"/>
                  </a:lnTo>
                  <a:lnTo>
                    <a:pt x="82127" y="58195"/>
                  </a:lnTo>
                  <a:lnTo>
                    <a:pt x="81025" y="57264"/>
                  </a:lnTo>
                  <a:lnTo>
                    <a:pt x="79885" y="56352"/>
                  </a:lnTo>
                  <a:lnTo>
                    <a:pt x="78708" y="55460"/>
                  </a:lnTo>
                  <a:lnTo>
                    <a:pt x="77492" y="54586"/>
                  </a:lnTo>
                  <a:lnTo>
                    <a:pt x="76239" y="53731"/>
                  </a:lnTo>
                  <a:lnTo>
                    <a:pt x="74966" y="52896"/>
                  </a:lnTo>
                  <a:lnTo>
                    <a:pt x="73637" y="52060"/>
                  </a:lnTo>
                  <a:lnTo>
                    <a:pt x="72288" y="51262"/>
                  </a:lnTo>
                  <a:lnTo>
                    <a:pt x="72288" y="51262"/>
                  </a:lnTo>
                  <a:lnTo>
                    <a:pt x="72421" y="50445"/>
                  </a:lnTo>
                  <a:lnTo>
                    <a:pt x="72554" y="49629"/>
                  </a:lnTo>
                  <a:lnTo>
                    <a:pt x="72649" y="48831"/>
                  </a:lnTo>
                  <a:lnTo>
                    <a:pt x="72725" y="48014"/>
                  </a:lnTo>
                  <a:lnTo>
                    <a:pt x="72801" y="47198"/>
                  </a:lnTo>
                  <a:lnTo>
                    <a:pt x="72839" y="46381"/>
                  </a:lnTo>
                  <a:lnTo>
                    <a:pt x="72877" y="45583"/>
                  </a:lnTo>
                  <a:lnTo>
                    <a:pt x="72877" y="44767"/>
                  </a:lnTo>
                  <a:lnTo>
                    <a:pt x="72877" y="43969"/>
                  </a:lnTo>
                  <a:lnTo>
                    <a:pt x="72858" y="43171"/>
                  </a:lnTo>
                  <a:lnTo>
                    <a:pt x="72820" y="42373"/>
                  </a:lnTo>
                  <a:lnTo>
                    <a:pt x="72763" y="41576"/>
                  </a:lnTo>
                  <a:lnTo>
                    <a:pt x="72706" y="40778"/>
                  </a:lnTo>
                  <a:lnTo>
                    <a:pt x="72611" y="39999"/>
                  </a:lnTo>
                  <a:lnTo>
                    <a:pt x="72516" y="39202"/>
                  </a:lnTo>
                  <a:lnTo>
                    <a:pt x="72402" y="38423"/>
                  </a:lnTo>
                  <a:lnTo>
                    <a:pt x="72288" y="37663"/>
                  </a:lnTo>
                  <a:lnTo>
                    <a:pt x="72155" y="36884"/>
                  </a:lnTo>
                  <a:lnTo>
                    <a:pt x="72003" y="36125"/>
                  </a:lnTo>
                  <a:lnTo>
                    <a:pt x="71851" y="35365"/>
                  </a:lnTo>
                  <a:lnTo>
                    <a:pt x="71680" y="34605"/>
                  </a:lnTo>
                  <a:lnTo>
                    <a:pt x="71490" y="33865"/>
                  </a:lnTo>
                  <a:lnTo>
                    <a:pt x="71092" y="32383"/>
                  </a:lnTo>
                  <a:lnTo>
                    <a:pt x="70674" y="30940"/>
                  </a:lnTo>
                  <a:lnTo>
                    <a:pt x="70199" y="29515"/>
                  </a:lnTo>
                  <a:lnTo>
                    <a:pt x="69705" y="28129"/>
                  </a:lnTo>
                  <a:lnTo>
                    <a:pt x="69192" y="26761"/>
                  </a:lnTo>
                  <a:lnTo>
                    <a:pt x="68642" y="25451"/>
                  </a:lnTo>
                  <a:lnTo>
                    <a:pt x="68072" y="24159"/>
                  </a:lnTo>
                  <a:lnTo>
                    <a:pt x="67502" y="22925"/>
                  </a:lnTo>
                  <a:lnTo>
                    <a:pt x="66913" y="21728"/>
                  </a:lnTo>
                  <a:lnTo>
                    <a:pt x="66305" y="20569"/>
                  </a:lnTo>
                  <a:lnTo>
                    <a:pt x="65698" y="19449"/>
                  </a:lnTo>
                  <a:lnTo>
                    <a:pt x="65109" y="18385"/>
                  </a:lnTo>
                  <a:lnTo>
                    <a:pt x="64501" y="17379"/>
                  </a:lnTo>
                  <a:lnTo>
                    <a:pt x="63912" y="16429"/>
                  </a:lnTo>
                  <a:lnTo>
                    <a:pt x="63323" y="15517"/>
                  </a:lnTo>
                  <a:lnTo>
                    <a:pt x="62754" y="14663"/>
                  </a:lnTo>
                  <a:lnTo>
                    <a:pt x="62203" y="13884"/>
                  </a:lnTo>
                  <a:lnTo>
                    <a:pt x="61671" y="13162"/>
                  </a:lnTo>
                  <a:lnTo>
                    <a:pt x="61158" y="12497"/>
                  </a:lnTo>
                  <a:lnTo>
                    <a:pt x="60683" y="11890"/>
                  </a:lnTo>
                  <a:lnTo>
                    <a:pt x="60247" y="11358"/>
                  </a:lnTo>
                  <a:lnTo>
                    <a:pt x="60247" y="11358"/>
                  </a:lnTo>
                  <a:lnTo>
                    <a:pt x="59639" y="10693"/>
                  </a:lnTo>
                  <a:lnTo>
                    <a:pt x="59012" y="10028"/>
                  </a:lnTo>
                  <a:lnTo>
                    <a:pt x="58385" y="9402"/>
                  </a:lnTo>
                  <a:lnTo>
                    <a:pt x="57740" y="8794"/>
                  </a:lnTo>
                  <a:lnTo>
                    <a:pt x="57094" y="8205"/>
                  </a:lnTo>
                  <a:lnTo>
                    <a:pt x="56410" y="7654"/>
                  </a:lnTo>
                  <a:lnTo>
                    <a:pt x="55745" y="7122"/>
                  </a:lnTo>
                  <a:lnTo>
                    <a:pt x="55043" y="6610"/>
                  </a:lnTo>
                  <a:lnTo>
                    <a:pt x="54340" y="6116"/>
                  </a:lnTo>
                  <a:lnTo>
                    <a:pt x="53637" y="5641"/>
                  </a:lnTo>
                  <a:lnTo>
                    <a:pt x="52915" y="5185"/>
                  </a:lnTo>
                  <a:lnTo>
                    <a:pt x="52175" y="4748"/>
                  </a:lnTo>
                  <a:lnTo>
                    <a:pt x="51434" y="4349"/>
                  </a:lnTo>
                  <a:lnTo>
                    <a:pt x="50693" y="3970"/>
                  </a:lnTo>
                  <a:lnTo>
                    <a:pt x="49933" y="3590"/>
                  </a:lnTo>
                  <a:lnTo>
                    <a:pt x="49174" y="3248"/>
                  </a:lnTo>
                  <a:lnTo>
                    <a:pt x="48414" y="2925"/>
                  </a:lnTo>
                  <a:lnTo>
                    <a:pt x="47635" y="2602"/>
                  </a:lnTo>
                  <a:lnTo>
                    <a:pt x="46876" y="2317"/>
                  </a:lnTo>
                  <a:lnTo>
                    <a:pt x="46078" y="2051"/>
                  </a:lnTo>
                  <a:lnTo>
                    <a:pt x="45299" y="1804"/>
                  </a:lnTo>
                  <a:lnTo>
                    <a:pt x="44520" y="1557"/>
                  </a:lnTo>
                  <a:lnTo>
                    <a:pt x="43723" y="1349"/>
                  </a:lnTo>
                  <a:lnTo>
                    <a:pt x="42925" y="1140"/>
                  </a:lnTo>
                  <a:lnTo>
                    <a:pt x="42127" y="969"/>
                  </a:lnTo>
                  <a:lnTo>
                    <a:pt x="41330" y="798"/>
                  </a:lnTo>
                  <a:lnTo>
                    <a:pt x="40551" y="646"/>
                  </a:lnTo>
                  <a:lnTo>
                    <a:pt x="39753" y="513"/>
                  </a:lnTo>
                  <a:lnTo>
                    <a:pt x="38955" y="399"/>
                  </a:lnTo>
                  <a:lnTo>
                    <a:pt x="38158" y="304"/>
                  </a:lnTo>
                  <a:lnTo>
                    <a:pt x="37360" y="209"/>
                  </a:lnTo>
                  <a:lnTo>
                    <a:pt x="36562" y="133"/>
                  </a:lnTo>
                  <a:lnTo>
                    <a:pt x="35784" y="76"/>
                  </a:lnTo>
                  <a:lnTo>
                    <a:pt x="34986" y="38"/>
                  </a:lnTo>
                  <a:lnTo>
                    <a:pt x="34207" y="19"/>
                  </a:lnTo>
                  <a:lnTo>
                    <a:pt x="33428" y="0"/>
                  </a:lnTo>
                  <a:lnTo>
                    <a:pt x="32669" y="0"/>
                  </a:lnTo>
                  <a:lnTo>
                    <a:pt x="31890" y="19"/>
                  </a:lnTo>
                  <a:lnTo>
                    <a:pt x="31130" y="38"/>
                  </a:lnTo>
                  <a:lnTo>
                    <a:pt x="30371" y="76"/>
                  </a:lnTo>
                  <a:lnTo>
                    <a:pt x="29630" y="133"/>
                  </a:lnTo>
                  <a:lnTo>
                    <a:pt x="28889" y="190"/>
                  </a:lnTo>
                  <a:lnTo>
                    <a:pt x="28148" y="266"/>
                  </a:lnTo>
                  <a:lnTo>
                    <a:pt x="27427" y="342"/>
                  </a:lnTo>
                  <a:lnTo>
                    <a:pt x="26724" y="437"/>
                  </a:lnTo>
                  <a:lnTo>
                    <a:pt x="26002" y="551"/>
                  </a:lnTo>
                  <a:lnTo>
                    <a:pt x="25318" y="665"/>
                  </a:lnTo>
                  <a:lnTo>
                    <a:pt x="24635" y="798"/>
                  </a:lnTo>
                  <a:lnTo>
                    <a:pt x="23951" y="931"/>
                  </a:lnTo>
                  <a:lnTo>
                    <a:pt x="23305" y="1064"/>
                  </a:lnTo>
                  <a:lnTo>
                    <a:pt x="22640" y="1216"/>
                  </a:lnTo>
                  <a:lnTo>
                    <a:pt x="22014" y="1386"/>
                  </a:lnTo>
                  <a:lnTo>
                    <a:pt x="21387" y="1557"/>
                  </a:lnTo>
                  <a:lnTo>
                    <a:pt x="20779" y="1747"/>
                  </a:lnTo>
                  <a:lnTo>
                    <a:pt x="20190" y="1937"/>
                  </a:lnTo>
                  <a:lnTo>
                    <a:pt x="19621" y="2127"/>
                  </a:lnTo>
                  <a:lnTo>
                    <a:pt x="19051" y="2336"/>
                  </a:lnTo>
                  <a:lnTo>
                    <a:pt x="18500" y="2545"/>
                  </a:lnTo>
                  <a:lnTo>
                    <a:pt x="17968" y="2754"/>
                  </a:lnTo>
                  <a:lnTo>
                    <a:pt x="17455" y="2982"/>
                  </a:lnTo>
                  <a:lnTo>
                    <a:pt x="16962" y="3210"/>
                  </a:lnTo>
                  <a:lnTo>
                    <a:pt x="16487" y="3438"/>
                  </a:lnTo>
                  <a:lnTo>
                    <a:pt x="16031" y="3685"/>
                  </a:lnTo>
                  <a:lnTo>
                    <a:pt x="15594" y="3932"/>
                  </a:lnTo>
                  <a:lnTo>
                    <a:pt x="15594" y="3932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76;p40">
              <a:extLst>
                <a:ext uri="{FF2B5EF4-FFF2-40B4-BE49-F238E27FC236}">
                  <a16:creationId xmlns:a16="http://schemas.microsoft.com/office/drawing/2014/main" id="{5EC366BF-BA62-DF03-17EA-FFCF4F7AD818}"/>
                </a:ext>
              </a:extLst>
            </p:cNvPr>
            <p:cNvSpPr/>
            <p:nvPr/>
          </p:nvSpPr>
          <p:spPr>
            <a:xfrm>
              <a:off x="2437025" y="2558575"/>
              <a:ext cx="1832850" cy="1766375"/>
            </a:xfrm>
            <a:custGeom>
              <a:avLst/>
              <a:gdLst/>
              <a:ahLst/>
              <a:cxnLst/>
              <a:rect l="l" t="t" r="r" b="b"/>
              <a:pathLst>
                <a:path w="73314" h="70655" extrusionOk="0">
                  <a:moveTo>
                    <a:pt x="64805" y="1"/>
                  </a:moveTo>
                  <a:lnTo>
                    <a:pt x="64368" y="39"/>
                  </a:lnTo>
                  <a:lnTo>
                    <a:pt x="63931" y="77"/>
                  </a:lnTo>
                  <a:lnTo>
                    <a:pt x="63494" y="153"/>
                  </a:lnTo>
                  <a:lnTo>
                    <a:pt x="63058" y="229"/>
                  </a:lnTo>
                  <a:lnTo>
                    <a:pt x="62602" y="343"/>
                  </a:lnTo>
                  <a:lnTo>
                    <a:pt x="62165" y="476"/>
                  </a:lnTo>
                  <a:lnTo>
                    <a:pt x="61728" y="647"/>
                  </a:lnTo>
                  <a:lnTo>
                    <a:pt x="61272" y="818"/>
                  </a:lnTo>
                  <a:lnTo>
                    <a:pt x="60835" y="1027"/>
                  </a:lnTo>
                  <a:lnTo>
                    <a:pt x="60398" y="1254"/>
                  </a:lnTo>
                  <a:lnTo>
                    <a:pt x="59962" y="1501"/>
                  </a:lnTo>
                  <a:lnTo>
                    <a:pt x="59525" y="1786"/>
                  </a:lnTo>
                  <a:lnTo>
                    <a:pt x="59088" y="2090"/>
                  </a:lnTo>
                  <a:lnTo>
                    <a:pt x="58670" y="2413"/>
                  </a:lnTo>
                  <a:lnTo>
                    <a:pt x="58252" y="2774"/>
                  </a:lnTo>
                  <a:lnTo>
                    <a:pt x="57834" y="3154"/>
                  </a:lnTo>
                  <a:lnTo>
                    <a:pt x="57436" y="3572"/>
                  </a:lnTo>
                  <a:lnTo>
                    <a:pt x="57037" y="4008"/>
                  </a:lnTo>
                  <a:lnTo>
                    <a:pt x="56638" y="4483"/>
                  </a:lnTo>
                  <a:lnTo>
                    <a:pt x="56258" y="4977"/>
                  </a:lnTo>
                  <a:lnTo>
                    <a:pt x="55878" y="5490"/>
                  </a:lnTo>
                  <a:lnTo>
                    <a:pt x="55517" y="6041"/>
                  </a:lnTo>
                  <a:lnTo>
                    <a:pt x="55213" y="6516"/>
                  </a:lnTo>
                  <a:lnTo>
                    <a:pt x="54910" y="7047"/>
                  </a:lnTo>
                  <a:lnTo>
                    <a:pt x="54606" y="7598"/>
                  </a:lnTo>
                  <a:lnTo>
                    <a:pt x="54302" y="8187"/>
                  </a:lnTo>
                  <a:lnTo>
                    <a:pt x="53998" y="8814"/>
                  </a:lnTo>
                  <a:lnTo>
                    <a:pt x="53675" y="9478"/>
                  </a:lnTo>
                  <a:lnTo>
                    <a:pt x="53029" y="10903"/>
                  </a:lnTo>
                  <a:lnTo>
                    <a:pt x="52383" y="12460"/>
                  </a:lnTo>
                  <a:lnTo>
                    <a:pt x="51719" y="14132"/>
                  </a:lnTo>
                  <a:lnTo>
                    <a:pt x="51035" y="15879"/>
                  </a:lnTo>
                  <a:lnTo>
                    <a:pt x="50351" y="17721"/>
                  </a:lnTo>
                  <a:lnTo>
                    <a:pt x="49667" y="19640"/>
                  </a:lnTo>
                  <a:lnTo>
                    <a:pt x="48965" y="21615"/>
                  </a:lnTo>
                  <a:lnTo>
                    <a:pt x="47559" y="25679"/>
                  </a:lnTo>
                  <a:lnTo>
                    <a:pt x="46135" y="29839"/>
                  </a:lnTo>
                  <a:lnTo>
                    <a:pt x="44710" y="33979"/>
                  </a:lnTo>
                  <a:lnTo>
                    <a:pt x="43989" y="36012"/>
                  </a:lnTo>
                  <a:lnTo>
                    <a:pt x="43267" y="38006"/>
                  </a:lnTo>
                  <a:lnTo>
                    <a:pt x="42545" y="39943"/>
                  </a:lnTo>
                  <a:lnTo>
                    <a:pt x="41842" y="41805"/>
                  </a:lnTo>
                  <a:lnTo>
                    <a:pt x="41140" y="43609"/>
                  </a:lnTo>
                  <a:lnTo>
                    <a:pt x="40437" y="45299"/>
                  </a:lnTo>
                  <a:lnTo>
                    <a:pt x="39734" y="46914"/>
                  </a:lnTo>
                  <a:lnTo>
                    <a:pt x="39392" y="47654"/>
                  </a:lnTo>
                  <a:lnTo>
                    <a:pt x="39050" y="48395"/>
                  </a:lnTo>
                  <a:lnTo>
                    <a:pt x="38708" y="49079"/>
                  </a:lnTo>
                  <a:lnTo>
                    <a:pt x="38367" y="49744"/>
                  </a:lnTo>
                  <a:lnTo>
                    <a:pt x="38025" y="50370"/>
                  </a:lnTo>
                  <a:lnTo>
                    <a:pt x="37683" y="50959"/>
                  </a:lnTo>
                  <a:lnTo>
                    <a:pt x="37360" y="51491"/>
                  </a:lnTo>
                  <a:lnTo>
                    <a:pt x="37037" y="52004"/>
                  </a:lnTo>
                  <a:lnTo>
                    <a:pt x="36695" y="52479"/>
                  </a:lnTo>
                  <a:lnTo>
                    <a:pt x="36372" y="52896"/>
                  </a:lnTo>
                  <a:lnTo>
                    <a:pt x="36049" y="53276"/>
                  </a:lnTo>
                  <a:lnTo>
                    <a:pt x="35727" y="53599"/>
                  </a:lnTo>
                  <a:lnTo>
                    <a:pt x="35423" y="53884"/>
                  </a:lnTo>
                  <a:lnTo>
                    <a:pt x="35100" y="54131"/>
                  </a:lnTo>
                  <a:lnTo>
                    <a:pt x="34796" y="54321"/>
                  </a:lnTo>
                  <a:lnTo>
                    <a:pt x="34644" y="54378"/>
                  </a:lnTo>
                  <a:lnTo>
                    <a:pt x="34492" y="54435"/>
                  </a:lnTo>
                  <a:lnTo>
                    <a:pt x="34340" y="54492"/>
                  </a:lnTo>
                  <a:lnTo>
                    <a:pt x="34188" y="54530"/>
                  </a:lnTo>
                  <a:lnTo>
                    <a:pt x="34036" y="54530"/>
                  </a:lnTo>
                  <a:lnTo>
                    <a:pt x="33903" y="54549"/>
                  </a:lnTo>
                  <a:lnTo>
                    <a:pt x="31947" y="54511"/>
                  </a:lnTo>
                  <a:lnTo>
                    <a:pt x="29991" y="54492"/>
                  </a:lnTo>
                  <a:lnTo>
                    <a:pt x="28034" y="54511"/>
                  </a:lnTo>
                  <a:lnTo>
                    <a:pt x="26116" y="54530"/>
                  </a:lnTo>
                  <a:lnTo>
                    <a:pt x="24236" y="54587"/>
                  </a:lnTo>
                  <a:lnTo>
                    <a:pt x="22431" y="54644"/>
                  </a:lnTo>
                  <a:lnTo>
                    <a:pt x="19070" y="54777"/>
                  </a:lnTo>
                  <a:lnTo>
                    <a:pt x="16202" y="54910"/>
                  </a:lnTo>
                  <a:lnTo>
                    <a:pt x="13980" y="55043"/>
                  </a:lnTo>
                  <a:lnTo>
                    <a:pt x="12004" y="55176"/>
                  </a:lnTo>
                  <a:lnTo>
                    <a:pt x="11586" y="55309"/>
                  </a:lnTo>
                  <a:lnTo>
                    <a:pt x="10466" y="55669"/>
                  </a:lnTo>
                  <a:lnTo>
                    <a:pt x="9706" y="55935"/>
                  </a:lnTo>
                  <a:lnTo>
                    <a:pt x="8851" y="56239"/>
                  </a:lnTo>
                  <a:lnTo>
                    <a:pt x="7921" y="56581"/>
                  </a:lnTo>
                  <a:lnTo>
                    <a:pt x="6933" y="56980"/>
                  </a:lnTo>
                  <a:lnTo>
                    <a:pt x="5927" y="57398"/>
                  </a:lnTo>
                  <a:lnTo>
                    <a:pt x="4901" y="57854"/>
                  </a:lnTo>
                  <a:lnTo>
                    <a:pt x="3932" y="58347"/>
                  </a:lnTo>
                  <a:lnTo>
                    <a:pt x="3438" y="58594"/>
                  </a:lnTo>
                  <a:lnTo>
                    <a:pt x="2983" y="58860"/>
                  </a:lnTo>
                  <a:lnTo>
                    <a:pt x="2546" y="59107"/>
                  </a:lnTo>
                  <a:lnTo>
                    <a:pt x="2128" y="59392"/>
                  </a:lnTo>
                  <a:lnTo>
                    <a:pt x="1729" y="59658"/>
                  </a:lnTo>
                  <a:lnTo>
                    <a:pt x="1368" y="59924"/>
                  </a:lnTo>
                  <a:lnTo>
                    <a:pt x="1026" y="60209"/>
                  </a:lnTo>
                  <a:lnTo>
                    <a:pt x="722" y="60494"/>
                  </a:lnTo>
                  <a:lnTo>
                    <a:pt x="476" y="60779"/>
                  </a:lnTo>
                  <a:lnTo>
                    <a:pt x="248" y="61063"/>
                  </a:lnTo>
                  <a:lnTo>
                    <a:pt x="153" y="61196"/>
                  </a:lnTo>
                  <a:lnTo>
                    <a:pt x="96" y="61348"/>
                  </a:lnTo>
                  <a:lnTo>
                    <a:pt x="39" y="61500"/>
                  </a:lnTo>
                  <a:lnTo>
                    <a:pt x="20" y="61633"/>
                  </a:lnTo>
                  <a:lnTo>
                    <a:pt x="1" y="61785"/>
                  </a:lnTo>
                  <a:lnTo>
                    <a:pt x="20" y="61937"/>
                  </a:lnTo>
                  <a:lnTo>
                    <a:pt x="58" y="62089"/>
                  </a:lnTo>
                  <a:lnTo>
                    <a:pt x="115" y="62241"/>
                  </a:lnTo>
                  <a:lnTo>
                    <a:pt x="191" y="62393"/>
                  </a:lnTo>
                  <a:lnTo>
                    <a:pt x="286" y="62545"/>
                  </a:lnTo>
                  <a:lnTo>
                    <a:pt x="400" y="62697"/>
                  </a:lnTo>
                  <a:lnTo>
                    <a:pt x="532" y="62849"/>
                  </a:lnTo>
                  <a:lnTo>
                    <a:pt x="684" y="63001"/>
                  </a:lnTo>
                  <a:lnTo>
                    <a:pt x="855" y="63153"/>
                  </a:lnTo>
                  <a:lnTo>
                    <a:pt x="1045" y="63324"/>
                  </a:lnTo>
                  <a:lnTo>
                    <a:pt x="1273" y="63476"/>
                  </a:lnTo>
                  <a:lnTo>
                    <a:pt x="1748" y="63779"/>
                  </a:lnTo>
                  <a:lnTo>
                    <a:pt x="2318" y="64102"/>
                  </a:lnTo>
                  <a:lnTo>
                    <a:pt x="2945" y="64406"/>
                  </a:lnTo>
                  <a:lnTo>
                    <a:pt x="3647" y="64729"/>
                  </a:lnTo>
                  <a:lnTo>
                    <a:pt x="4445" y="65052"/>
                  </a:lnTo>
                  <a:lnTo>
                    <a:pt x="5300" y="65356"/>
                  </a:lnTo>
                  <a:lnTo>
                    <a:pt x="6230" y="65679"/>
                  </a:lnTo>
                  <a:lnTo>
                    <a:pt x="7218" y="66002"/>
                  </a:lnTo>
                  <a:lnTo>
                    <a:pt x="8282" y="66306"/>
                  </a:lnTo>
                  <a:lnTo>
                    <a:pt x="9421" y="66628"/>
                  </a:lnTo>
                  <a:lnTo>
                    <a:pt x="10637" y="66932"/>
                  </a:lnTo>
                  <a:lnTo>
                    <a:pt x="11909" y="67236"/>
                  </a:lnTo>
                  <a:lnTo>
                    <a:pt x="13239" y="67540"/>
                  </a:lnTo>
                  <a:lnTo>
                    <a:pt x="14644" y="67844"/>
                  </a:lnTo>
                  <a:lnTo>
                    <a:pt x="16107" y="68129"/>
                  </a:lnTo>
                  <a:lnTo>
                    <a:pt x="17645" y="68433"/>
                  </a:lnTo>
                  <a:lnTo>
                    <a:pt x="19241" y="68718"/>
                  </a:lnTo>
                  <a:lnTo>
                    <a:pt x="20893" y="69003"/>
                  </a:lnTo>
                  <a:lnTo>
                    <a:pt x="22602" y="69287"/>
                  </a:lnTo>
                  <a:lnTo>
                    <a:pt x="24369" y="69553"/>
                  </a:lnTo>
                  <a:lnTo>
                    <a:pt x="26211" y="69819"/>
                  </a:lnTo>
                  <a:lnTo>
                    <a:pt x="28091" y="70085"/>
                  </a:lnTo>
                  <a:lnTo>
                    <a:pt x="30048" y="70332"/>
                  </a:lnTo>
                  <a:lnTo>
                    <a:pt x="32042" y="70579"/>
                  </a:lnTo>
                  <a:lnTo>
                    <a:pt x="32612" y="70636"/>
                  </a:lnTo>
                  <a:lnTo>
                    <a:pt x="33144" y="70655"/>
                  </a:lnTo>
                  <a:lnTo>
                    <a:pt x="33694" y="70655"/>
                  </a:lnTo>
                  <a:lnTo>
                    <a:pt x="34245" y="70636"/>
                  </a:lnTo>
                  <a:lnTo>
                    <a:pt x="34777" y="70598"/>
                  </a:lnTo>
                  <a:lnTo>
                    <a:pt x="35328" y="70541"/>
                  </a:lnTo>
                  <a:lnTo>
                    <a:pt x="35860" y="70465"/>
                  </a:lnTo>
                  <a:lnTo>
                    <a:pt x="36391" y="70351"/>
                  </a:lnTo>
                  <a:lnTo>
                    <a:pt x="36923" y="70237"/>
                  </a:lnTo>
                  <a:lnTo>
                    <a:pt x="37455" y="70085"/>
                  </a:lnTo>
                  <a:lnTo>
                    <a:pt x="37968" y="69914"/>
                  </a:lnTo>
                  <a:lnTo>
                    <a:pt x="38500" y="69743"/>
                  </a:lnTo>
                  <a:lnTo>
                    <a:pt x="39012" y="69534"/>
                  </a:lnTo>
                  <a:lnTo>
                    <a:pt x="39525" y="69306"/>
                  </a:lnTo>
                  <a:lnTo>
                    <a:pt x="40038" y="69079"/>
                  </a:lnTo>
                  <a:lnTo>
                    <a:pt x="40551" y="68813"/>
                  </a:lnTo>
                  <a:lnTo>
                    <a:pt x="41045" y="68547"/>
                  </a:lnTo>
                  <a:lnTo>
                    <a:pt x="41557" y="68243"/>
                  </a:lnTo>
                  <a:lnTo>
                    <a:pt x="42051" y="67939"/>
                  </a:lnTo>
                  <a:lnTo>
                    <a:pt x="42545" y="67616"/>
                  </a:lnTo>
                  <a:lnTo>
                    <a:pt x="43039" y="67274"/>
                  </a:lnTo>
                  <a:lnTo>
                    <a:pt x="43533" y="66913"/>
                  </a:lnTo>
                  <a:lnTo>
                    <a:pt x="44008" y="66552"/>
                  </a:lnTo>
                  <a:lnTo>
                    <a:pt x="44501" y="66154"/>
                  </a:lnTo>
                  <a:lnTo>
                    <a:pt x="44976" y="65755"/>
                  </a:lnTo>
                  <a:lnTo>
                    <a:pt x="45451" y="65337"/>
                  </a:lnTo>
                  <a:lnTo>
                    <a:pt x="45926" y="64900"/>
                  </a:lnTo>
                  <a:lnTo>
                    <a:pt x="46401" y="64463"/>
                  </a:lnTo>
                  <a:lnTo>
                    <a:pt x="46856" y="64007"/>
                  </a:lnTo>
                  <a:lnTo>
                    <a:pt x="47331" y="63533"/>
                  </a:lnTo>
                  <a:lnTo>
                    <a:pt x="48243" y="62545"/>
                  </a:lnTo>
                  <a:lnTo>
                    <a:pt x="49136" y="61519"/>
                  </a:lnTo>
                  <a:lnTo>
                    <a:pt x="50028" y="60456"/>
                  </a:lnTo>
                  <a:lnTo>
                    <a:pt x="50902" y="59335"/>
                  </a:lnTo>
                  <a:lnTo>
                    <a:pt x="51757" y="58177"/>
                  </a:lnTo>
                  <a:lnTo>
                    <a:pt x="52611" y="56999"/>
                  </a:lnTo>
                  <a:lnTo>
                    <a:pt x="53428" y="55764"/>
                  </a:lnTo>
                  <a:lnTo>
                    <a:pt x="54245" y="54530"/>
                  </a:lnTo>
                  <a:lnTo>
                    <a:pt x="55042" y="53238"/>
                  </a:lnTo>
                  <a:lnTo>
                    <a:pt x="55821" y="51928"/>
                  </a:lnTo>
                  <a:lnTo>
                    <a:pt x="56581" y="50617"/>
                  </a:lnTo>
                  <a:lnTo>
                    <a:pt x="57341" y="49269"/>
                  </a:lnTo>
                  <a:lnTo>
                    <a:pt x="58062" y="47901"/>
                  </a:lnTo>
                  <a:lnTo>
                    <a:pt x="58784" y="46534"/>
                  </a:lnTo>
                  <a:lnTo>
                    <a:pt x="59487" y="45147"/>
                  </a:lnTo>
                  <a:lnTo>
                    <a:pt x="60171" y="43742"/>
                  </a:lnTo>
                  <a:lnTo>
                    <a:pt x="60835" y="42355"/>
                  </a:lnTo>
                  <a:lnTo>
                    <a:pt x="61481" y="40950"/>
                  </a:lnTo>
                  <a:lnTo>
                    <a:pt x="62108" y="39544"/>
                  </a:lnTo>
                  <a:lnTo>
                    <a:pt x="62735" y="38158"/>
                  </a:lnTo>
                  <a:lnTo>
                    <a:pt x="63323" y="36771"/>
                  </a:lnTo>
                  <a:lnTo>
                    <a:pt x="63893" y="35385"/>
                  </a:lnTo>
                  <a:lnTo>
                    <a:pt x="64463" y="34017"/>
                  </a:lnTo>
                  <a:lnTo>
                    <a:pt x="65527" y="31320"/>
                  </a:lnTo>
                  <a:lnTo>
                    <a:pt x="66514" y="28718"/>
                  </a:lnTo>
                  <a:lnTo>
                    <a:pt x="67426" y="26230"/>
                  </a:lnTo>
                  <a:lnTo>
                    <a:pt x="68243" y="23875"/>
                  </a:lnTo>
                  <a:lnTo>
                    <a:pt x="69002" y="21653"/>
                  </a:lnTo>
                  <a:lnTo>
                    <a:pt x="69667" y="19621"/>
                  </a:lnTo>
                  <a:lnTo>
                    <a:pt x="70256" y="17778"/>
                  </a:lnTo>
                  <a:lnTo>
                    <a:pt x="70750" y="16145"/>
                  </a:lnTo>
                  <a:lnTo>
                    <a:pt x="71168" y="14777"/>
                  </a:lnTo>
                  <a:lnTo>
                    <a:pt x="71718" y="12840"/>
                  </a:lnTo>
                  <a:lnTo>
                    <a:pt x="71908" y="12156"/>
                  </a:lnTo>
                  <a:lnTo>
                    <a:pt x="72174" y="11682"/>
                  </a:lnTo>
                  <a:lnTo>
                    <a:pt x="72402" y="11226"/>
                  </a:lnTo>
                  <a:lnTo>
                    <a:pt x="72611" y="10770"/>
                  </a:lnTo>
                  <a:lnTo>
                    <a:pt x="72801" y="10314"/>
                  </a:lnTo>
                  <a:lnTo>
                    <a:pt x="72953" y="9858"/>
                  </a:lnTo>
                  <a:lnTo>
                    <a:pt x="73086" y="9402"/>
                  </a:lnTo>
                  <a:lnTo>
                    <a:pt x="73181" y="8966"/>
                  </a:lnTo>
                  <a:lnTo>
                    <a:pt x="73257" y="8529"/>
                  </a:lnTo>
                  <a:lnTo>
                    <a:pt x="73295" y="8092"/>
                  </a:lnTo>
                  <a:lnTo>
                    <a:pt x="73314" y="7674"/>
                  </a:lnTo>
                  <a:lnTo>
                    <a:pt x="73314" y="7256"/>
                  </a:lnTo>
                  <a:lnTo>
                    <a:pt x="73295" y="6838"/>
                  </a:lnTo>
                  <a:lnTo>
                    <a:pt x="73238" y="6440"/>
                  </a:lnTo>
                  <a:lnTo>
                    <a:pt x="73181" y="6041"/>
                  </a:lnTo>
                  <a:lnTo>
                    <a:pt x="73086" y="5661"/>
                  </a:lnTo>
                  <a:lnTo>
                    <a:pt x="72972" y="5281"/>
                  </a:lnTo>
                  <a:lnTo>
                    <a:pt x="72839" y="4920"/>
                  </a:lnTo>
                  <a:lnTo>
                    <a:pt x="72687" y="4559"/>
                  </a:lnTo>
                  <a:lnTo>
                    <a:pt x="72516" y="4198"/>
                  </a:lnTo>
                  <a:lnTo>
                    <a:pt x="72326" y="3875"/>
                  </a:lnTo>
                  <a:lnTo>
                    <a:pt x="72117" y="3534"/>
                  </a:lnTo>
                  <a:lnTo>
                    <a:pt x="71889" y="3230"/>
                  </a:lnTo>
                  <a:lnTo>
                    <a:pt x="71642" y="2926"/>
                  </a:lnTo>
                  <a:lnTo>
                    <a:pt x="71395" y="2641"/>
                  </a:lnTo>
                  <a:lnTo>
                    <a:pt x="71130" y="2356"/>
                  </a:lnTo>
                  <a:lnTo>
                    <a:pt x="70845" y="2090"/>
                  </a:lnTo>
                  <a:lnTo>
                    <a:pt x="70541" y="1843"/>
                  </a:lnTo>
                  <a:lnTo>
                    <a:pt x="70218" y="1596"/>
                  </a:lnTo>
                  <a:lnTo>
                    <a:pt x="69895" y="1387"/>
                  </a:lnTo>
                  <a:lnTo>
                    <a:pt x="69553" y="1178"/>
                  </a:lnTo>
                  <a:lnTo>
                    <a:pt x="69211" y="989"/>
                  </a:lnTo>
                  <a:lnTo>
                    <a:pt x="68850" y="799"/>
                  </a:lnTo>
                  <a:lnTo>
                    <a:pt x="68490" y="647"/>
                  </a:lnTo>
                  <a:lnTo>
                    <a:pt x="68110" y="514"/>
                  </a:lnTo>
                  <a:lnTo>
                    <a:pt x="67711" y="381"/>
                  </a:lnTo>
                  <a:lnTo>
                    <a:pt x="67312" y="267"/>
                  </a:lnTo>
                  <a:lnTo>
                    <a:pt x="66913" y="172"/>
                  </a:lnTo>
                  <a:lnTo>
                    <a:pt x="66495" y="115"/>
                  </a:lnTo>
                  <a:lnTo>
                    <a:pt x="66096" y="58"/>
                  </a:lnTo>
                  <a:lnTo>
                    <a:pt x="65660" y="20"/>
                  </a:lnTo>
                  <a:lnTo>
                    <a:pt x="65242" y="1"/>
                  </a:lnTo>
                  <a:close/>
                </a:path>
              </a:pathLst>
            </a:custGeom>
            <a:solidFill>
              <a:srgbClr val="E4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77;p40">
              <a:extLst>
                <a:ext uri="{FF2B5EF4-FFF2-40B4-BE49-F238E27FC236}">
                  <a16:creationId xmlns:a16="http://schemas.microsoft.com/office/drawing/2014/main" id="{D1C4ED4C-F2CD-B95C-4CE8-7F9B807D93AB}"/>
                </a:ext>
              </a:extLst>
            </p:cNvPr>
            <p:cNvSpPr/>
            <p:nvPr/>
          </p:nvSpPr>
          <p:spPr>
            <a:xfrm>
              <a:off x="3753725" y="2489725"/>
              <a:ext cx="1716050" cy="2177575"/>
            </a:xfrm>
            <a:custGeom>
              <a:avLst/>
              <a:gdLst/>
              <a:ahLst/>
              <a:cxnLst/>
              <a:rect l="l" t="t" r="r" b="b"/>
              <a:pathLst>
                <a:path w="68642" h="87103" extrusionOk="0">
                  <a:moveTo>
                    <a:pt x="5774" y="41387"/>
                  </a:moveTo>
                  <a:lnTo>
                    <a:pt x="5774" y="41387"/>
                  </a:lnTo>
                  <a:lnTo>
                    <a:pt x="5869" y="42013"/>
                  </a:lnTo>
                  <a:lnTo>
                    <a:pt x="5964" y="42640"/>
                  </a:lnTo>
                  <a:lnTo>
                    <a:pt x="6021" y="43286"/>
                  </a:lnTo>
                  <a:lnTo>
                    <a:pt x="6078" y="43932"/>
                  </a:lnTo>
                  <a:lnTo>
                    <a:pt x="6173" y="45261"/>
                  </a:lnTo>
                  <a:lnTo>
                    <a:pt x="6230" y="46648"/>
                  </a:lnTo>
                  <a:lnTo>
                    <a:pt x="6249" y="48053"/>
                  </a:lnTo>
                  <a:lnTo>
                    <a:pt x="6230" y="49497"/>
                  </a:lnTo>
                  <a:lnTo>
                    <a:pt x="6173" y="50978"/>
                  </a:lnTo>
                  <a:lnTo>
                    <a:pt x="6097" y="52479"/>
                  </a:lnTo>
                  <a:lnTo>
                    <a:pt x="5983" y="53998"/>
                  </a:lnTo>
                  <a:lnTo>
                    <a:pt x="5850" y="55555"/>
                  </a:lnTo>
                  <a:lnTo>
                    <a:pt x="5698" y="57113"/>
                  </a:lnTo>
                  <a:lnTo>
                    <a:pt x="5527" y="58670"/>
                  </a:lnTo>
                  <a:lnTo>
                    <a:pt x="5318" y="60266"/>
                  </a:lnTo>
                  <a:lnTo>
                    <a:pt x="5109" y="61842"/>
                  </a:lnTo>
                  <a:lnTo>
                    <a:pt x="4882" y="63419"/>
                  </a:lnTo>
                  <a:lnTo>
                    <a:pt x="4654" y="65014"/>
                  </a:lnTo>
                  <a:lnTo>
                    <a:pt x="4141" y="68148"/>
                  </a:lnTo>
                  <a:lnTo>
                    <a:pt x="3609" y="71244"/>
                  </a:lnTo>
                  <a:lnTo>
                    <a:pt x="2583" y="77151"/>
                  </a:lnTo>
                  <a:lnTo>
                    <a:pt x="2090" y="79924"/>
                  </a:lnTo>
                  <a:lnTo>
                    <a:pt x="1672" y="82526"/>
                  </a:lnTo>
                  <a:lnTo>
                    <a:pt x="1482" y="83741"/>
                  </a:lnTo>
                  <a:lnTo>
                    <a:pt x="1311" y="84919"/>
                  </a:lnTo>
                  <a:lnTo>
                    <a:pt x="1159" y="86039"/>
                  </a:lnTo>
                  <a:lnTo>
                    <a:pt x="1045" y="87103"/>
                  </a:lnTo>
                  <a:lnTo>
                    <a:pt x="51452" y="86096"/>
                  </a:lnTo>
                  <a:lnTo>
                    <a:pt x="51452" y="86096"/>
                  </a:lnTo>
                  <a:lnTo>
                    <a:pt x="51300" y="84691"/>
                  </a:lnTo>
                  <a:lnTo>
                    <a:pt x="51149" y="83342"/>
                  </a:lnTo>
                  <a:lnTo>
                    <a:pt x="51035" y="82032"/>
                  </a:lnTo>
                  <a:lnTo>
                    <a:pt x="50940" y="80759"/>
                  </a:lnTo>
                  <a:lnTo>
                    <a:pt x="50864" y="79525"/>
                  </a:lnTo>
                  <a:lnTo>
                    <a:pt x="50788" y="78347"/>
                  </a:lnTo>
                  <a:lnTo>
                    <a:pt x="50750" y="77208"/>
                  </a:lnTo>
                  <a:lnTo>
                    <a:pt x="50731" y="76144"/>
                  </a:lnTo>
                  <a:lnTo>
                    <a:pt x="50731" y="75137"/>
                  </a:lnTo>
                  <a:lnTo>
                    <a:pt x="50731" y="74188"/>
                  </a:lnTo>
                  <a:lnTo>
                    <a:pt x="50769" y="73295"/>
                  </a:lnTo>
                  <a:lnTo>
                    <a:pt x="50826" y="72478"/>
                  </a:lnTo>
                  <a:lnTo>
                    <a:pt x="50902" y="71738"/>
                  </a:lnTo>
                  <a:lnTo>
                    <a:pt x="50997" y="71073"/>
                  </a:lnTo>
                  <a:lnTo>
                    <a:pt x="51111" y="70484"/>
                  </a:lnTo>
                  <a:lnTo>
                    <a:pt x="51225" y="69990"/>
                  </a:lnTo>
                  <a:lnTo>
                    <a:pt x="51225" y="69990"/>
                  </a:lnTo>
                  <a:lnTo>
                    <a:pt x="52098" y="67863"/>
                  </a:lnTo>
                  <a:lnTo>
                    <a:pt x="53086" y="65451"/>
                  </a:lnTo>
                  <a:lnTo>
                    <a:pt x="55365" y="60057"/>
                  </a:lnTo>
                  <a:lnTo>
                    <a:pt x="57853" y="54226"/>
                  </a:lnTo>
                  <a:lnTo>
                    <a:pt x="60360" y="48433"/>
                  </a:lnTo>
                  <a:lnTo>
                    <a:pt x="62677" y="43134"/>
                  </a:lnTo>
                  <a:lnTo>
                    <a:pt x="64577" y="38766"/>
                  </a:lnTo>
                  <a:lnTo>
                    <a:pt x="66343" y="34739"/>
                  </a:lnTo>
                  <a:lnTo>
                    <a:pt x="66343" y="34739"/>
                  </a:lnTo>
                  <a:lnTo>
                    <a:pt x="66495" y="34264"/>
                  </a:lnTo>
                  <a:lnTo>
                    <a:pt x="66666" y="33714"/>
                  </a:lnTo>
                  <a:lnTo>
                    <a:pt x="66837" y="33087"/>
                  </a:lnTo>
                  <a:lnTo>
                    <a:pt x="66989" y="32403"/>
                  </a:lnTo>
                  <a:lnTo>
                    <a:pt x="67160" y="31643"/>
                  </a:lnTo>
                  <a:lnTo>
                    <a:pt x="67331" y="30827"/>
                  </a:lnTo>
                  <a:lnTo>
                    <a:pt x="67483" y="29953"/>
                  </a:lnTo>
                  <a:lnTo>
                    <a:pt x="67653" y="29041"/>
                  </a:lnTo>
                  <a:lnTo>
                    <a:pt x="67805" y="28092"/>
                  </a:lnTo>
                  <a:lnTo>
                    <a:pt x="67938" y="27104"/>
                  </a:lnTo>
                  <a:lnTo>
                    <a:pt x="68071" y="26097"/>
                  </a:lnTo>
                  <a:lnTo>
                    <a:pt x="68204" y="25053"/>
                  </a:lnTo>
                  <a:lnTo>
                    <a:pt x="68318" y="24008"/>
                  </a:lnTo>
                  <a:lnTo>
                    <a:pt x="68413" y="22944"/>
                  </a:lnTo>
                  <a:lnTo>
                    <a:pt x="68489" y="21862"/>
                  </a:lnTo>
                  <a:lnTo>
                    <a:pt x="68565" y="20779"/>
                  </a:lnTo>
                  <a:lnTo>
                    <a:pt x="68603" y="19716"/>
                  </a:lnTo>
                  <a:lnTo>
                    <a:pt x="68641" y="18652"/>
                  </a:lnTo>
                  <a:lnTo>
                    <a:pt x="68641" y="17607"/>
                  </a:lnTo>
                  <a:lnTo>
                    <a:pt x="68641" y="16582"/>
                  </a:lnTo>
                  <a:lnTo>
                    <a:pt x="68603" y="15594"/>
                  </a:lnTo>
                  <a:lnTo>
                    <a:pt x="68527" y="14626"/>
                  </a:lnTo>
                  <a:lnTo>
                    <a:pt x="68432" y="13714"/>
                  </a:lnTo>
                  <a:lnTo>
                    <a:pt x="68318" y="12821"/>
                  </a:lnTo>
                  <a:lnTo>
                    <a:pt x="68166" y="12004"/>
                  </a:lnTo>
                  <a:lnTo>
                    <a:pt x="67976" y="11226"/>
                  </a:lnTo>
                  <a:lnTo>
                    <a:pt x="67881" y="10865"/>
                  </a:lnTo>
                  <a:lnTo>
                    <a:pt x="67767" y="10504"/>
                  </a:lnTo>
                  <a:lnTo>
                    <a:pt x="67653" y="10181"/>
                  </a:lnTo>
                  <a:lnTo>
                    <a:pt x="67521" y="9858"/>
                  </a:lnTo>
                  <a:lnTo>
                    <a:pt x="67388" y="9573"/>
                  </a:lnTo>
                  <a:lnTo>
                    <a:pt x="67236" y="9288"/>
                  </a:lnTo>
                  <a:lnTo>
                    <a:pt x="67084" y="9023"/>
                  </a:lnTo>
                  <a:lnTo>
                    <a:pt x="66913" y="8795"/>
                  </a:lnTo>
                  <a:lnTo>
                    <a:pt x="66742" y="8567"/>
                  </a:lnTo>
                  <a:lnTo>
                    <a:pt x="66552" y="8377"/>
                  </a:lnTo>
                  <a:lnTo>
                    <a:pt x="66343" y="8206"/>
                  </a:lnTo>
                  <a:lnTo>
                    <a:pt x="66134" y="8054"/>
                  </a:lnTo>
                  <a:lnTo>
                    <a:pt x="66134" y="8054"/>
                  </a:lnTo>
                  <a:lnTo>
                    <a:pt x="65716" y="7769"/>
                  </a:lnTo>
                  <a:lnTo>
                    <a:pt x="65260" y="7503"/>
                  </a:lnTo>
                  <a:lnTo>
                    <a:pt x="64786" y="7237"/>
                  </a:lnTo>
                  <a:lnTo>
                    <a:pt x="64311" y="6990"/>
                  </a:lnTo>
                  <a:lnTo>
                    <a:pt x="63817" y="6743"/>
                  </a:lnTo>
                  <a:lnTo>
                    <a:pt x="63285" y="6497"/>
                  </a:lnTo>
                  <a:lnTo>
                    <a:pt x="62221" y="6022"/>
                  </a:lnTo>
                  <a:lnTo>
                    <a:pt x="61120" y="5585"/>
                  </a:lnTo>
                  <a:lnTo>
                    <a:pt x="59961" y="5167"/>
                  </a:lnTo>
                  <a:lnTo>
                    <a:pt x="58765" y="4768"/>
                  </a:lnTo>
                  <a:lnTo>
                    <a:pt x="57549" y="4407"/>
                  </a:lnTo>
                  <a:lnTo>
                    <a:pt x="56296" y="4065"/>
                  </a:lnTo>
                  <a:lnTo>
                    <a:pt x="55042" y="3724"/>
                  </a:lnTo>
                  <a:lnTo>
                    <a:pt x="53770" y="3420"/>
                  </a:lnTo>
                  <a:lnTo>
                    <a:pt x="52497" y="3135"/>
                  </a:lnTo>
                  <a:lnTo>
                    <a:pt x="51225" y="2869"/>
                  </a:lnTo>
                  <a:lnTo>
                    <a:pt x="49952" y="2622"/>
                  </a:lnTo>
                  <a:lnTo>
                    <a:pt x="48698" y="2394"/>
                  </a:lnTo>
                  <a:lnTo>
                    <a:pt x="47464" y="2185"/>
                  </a:lnTo>
                  <a:lnTo>
                    <a:pt x="46267" y="1995"/>
                  </a:lnTo>
                  <a:lnTo>
                    <a:pt x="45090" y="1824"/>
                  </a:lnTo>
                  <a:lnTo>
                    <a:pt x="42868" y="1520"/>
                  </a:lnTo>
                  <a:lnTo>
                    <a:pt x="40854" y="1273"/>
                  </a:lnTo>
                  <a:lnTo>
                    <a:pt x="39088" y="1103"/>
                  </a:lnTo>
                  <a:lnTo>
                    <a:pt x="37645" y="951"/>
                  </a:lnTo>
                  <a:lnTo>
                    <a:pt x="36543" y="875"/>
                  </a:lnTo>
                  <a:lnTo>
                    <a:pt x="35593" y="799"/>
                  </a:lnTo>
                  <a:lnTo>
                    <a:pt x="29591" y="1"/>
                  </a:lnTo>
                  <a:lnTo>
                    <a:pt x="29591" y="1"/>
                  </a:lnTo>
                  <a:lnTo>
                    <a:pt x="27540" y="305"/>
                  </a:lnTo>
                  <a:lnTo>
                    <a:pt x="25242" y="647"/>
                  </a:lnTo>
                  <a:lnTo>
                    <a:pt x="22355" y="1084"/>
                  </a:lnTo>
                  <a:lnTo>
                    <a:pt x="19050" y="1634"/>
                  </a:lnTo>
                  <a:lnTo>
                    <a:pt x="15499" y="2242"/>
                  </a:lnTo>
                  <a:lnTo>
                    <a:pt x="13713" y="2584"/>
                  </a:lnTo>
                  <a:lnTo>
                    <a:pt x="11909" y="2926"/>
                  </a:lnTo>
                  <a:lnTo>
                    <a:pt x="10162" y="3268"/>
                  </a:lnTo>
                  <a:lnTo>
                    <a:pt x="8471" y="3629"/>
                  </a:lnTo>
                  <a:lnTo>
                    <a:pt x="8471" y="3629"/>
                  </a:lnTo>
                  <a:lnTo>
                    <a:pt x="7977" y="4692"/>
                  </a:lnTo>
                  <a:lnTo>
                    <a:pt x="7465" y="5756"/>
                  </a:lnTo>
                  <a:lnTo>
                    <a:pt x="6401" y="7959"/>
                  </a:lnTo>
                  <a:lnTo>
                    <a:pt x="5299" y="10219"/>
                  </a:lnTo>
                  <a:lnTo>
                    <a:pt x="4749" y="11378"/>
                  </a:lnTo>
                  <a:lnTo>
                    <a:pt x="4217" y="12536"/>
                  </a:lnTo>
                  <a:lnTo>
                    <a:pt x="3685" y="13714"/>
                  </a:lnTo>
                  <a:lnTo>
                    <a:pt x="3172" y="14891"/>
                  </a:lnTo>
                  <a:lnTo>
                    <a:pt x="2678" y="16069"/>
                  </a:lnTo>
                  <a:lnTo>
                    <a:pt x="2223" y="17285"/>
                  </a:lnTo>
                  <a:lnTo>
                    <a:pt x="1786" y="18481"/>
                  </a:lnTo>
                  <a:lnTo>
                    <a:pt x="1387" y="19697"/>
                  </a:lnTo>
                  <a:lnTo>
                    <a:pt x="1045" y="20912"/>
                  </a:lnTo>
                  <a:lnTo>
                    <a:pt x="874" y="21520"/>
                  </a:lnTo>
                  <a:lnTo>
                    <a:pt x="722" y="22128"/>
                  </a:lnTo>
                  <a:lnTo>
                    <a:pt x="589" y="22736"/>
                  </a:lnTo>
                  <a:lnTo>
                    <a:pt x="456" y="23362"/>
                  </a:lnTo>
                  <a:lnTo>
                    <a:pt x="342" y="23970"/>
                  </a:lnTo>
                  <a:lnTo>
                    <a:pt x="247" y="24578"/>
                  </a:lnTo>
                  <a:lnTo>
                    <a:pt x="171" y="25186"/>
                  </a:lnTo>
                  <a:lnTo>
                    <a:pt x="114" y="25812"/>
                  </a:lnTo>
                  <a:lnTo>
                    <a:pt x="57" y="26420"/>
                  </a:lnTo>
                  <a:lnTo>
                    <a:pt x="19" y="27028"/>
                  </a:lnTo>
                  <a:lnTo>
                    <a:pt x="0" y="27636"/>
                  </a:lnTo>
                  <a:lnTo>
                    <a:pt x="19" y="28263"/>
                  </a:lnTo>
                  <a:lnTo>
                    <a:pt x="38" y="28870"/>
                  </a:lnTo>
                  <a:lnTo>
                    <a:pt x="76" y="29478"/>
                  </a:lnTo>
                  <a:lnTo>
                    <a:pt x="133" y="30086"/>
                  </a:lnTo>
                  <a:lnTo>
                    <a:pt x="209" y="30694"/>
                  </a:lnTo>
                  <a:lnTo>
                    <a:pt x="304" y="31301"/>
                  </a:lnTo>
                  <a:lnTo>
                    <a:pt x="437" y="31909"/>
                  </a:lnTo>
                  <a:lnTo>
                    <a:pt x="570" y="32517"/>
                  </a:lnTo>
                  <a:lnTo>
                    <a:pt x="741" y="33125"/>
                  </a:lnTo>
                  <a:lnTo>
                    <a:pt x="931" y="33733"/>
                  </a:lnTo>
                  <a:lnTo>
                    <a:pt x="1140" y="34340"/>
                  </a:lnTo>
                  <a:lnTo>
                    <a:pt x="1387" y="34929"/>
                  </a:lnTo>
                  <a:lnTo>
                    <a:pt x="1653" y="35537"/>
                  </a:lnTo>
                  <a:lnTo>
                    <a:pt x="1938" y="36126"/>
                  </a:lnTo>
                  <a:lnTo>
                    <a:pt x="2242" y="36733"/>
                  </a:lnTo>
                  <a:lnTo>
                    <a:pt x="2583" y="37322"/>
                  </a:lnTo>
                  <a:lnTo>
                    <a:pt x="2963" y="37911"/>
                  </a:lnTo>
                  <a:lnTo>
                    <a:pt x="3362" y="38500"/>
                  </a:lnTo>
                  <a:lnTo>
                    <a:pt x="3780" y="39089"/>
                  </a:lnTo>
                  <a:lnTo>
                    <a:pt x="4236" y="39658"/>
                  </a:lnTo>
                  <a:lnTo>
                    <a:pt x="4711" y="40247"/>
                  </a:lnTo>
                  <a:lnTo>
                    <a:pt x="5242" y="40817"/>
                  </a:lnTo>
                  <a:lnTo>
                    <a:pt x="5774" y="41387"/>
                  </a:lnTo>
                  <a:lnTo>
                    <a:pt x="5774" y="4138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78;p40">
              <a:extLst>
                <a:ext uri="{FF2B5EF4-FFF2-40B4-BE49-F238E27FC236}">
                  <a16:creationId xmlns:a16="http://schemas.microsoft.com/office/drawing/2014/main" id="{DFD4B723-6105-2932-29DA-DBDBEDE2DB3F}"/>
                </a:ext>
              </a:extLst>
            </p:cNvPr>
            <p:cNvSpPr/>
            <p:nvPr/>
          </p:nvSpPr>
          <p:spPr>
            <a:xfrm>
              <a:off x="3959325" y="1941300"/>
              <a:ext cx="1124400" cy="970100"/>
            </a:xfrm>
            <a:custGeom>
              <a:avLst/>
              <a:gdLst/>
              <a:ahLst/>
              <a:cxnLst/>
              <a:rect l="l" t="t" r="r" b="b"/>
              <a:pathLst>
                <a:path w="44976" h="38804" extrusionOk="0">
                  <a:moveTo>
                    <a:pt x="4976" y="1"/>
                  </a:moveTo>
                  <a:lnTo>
                    <a:pt x="5660" y="2280"/>
                  </a:lnTo>
                  <a:lnTo>
                    <a:pt x="6420" y="4825"/>
                  </a:lnTo>
                  <a:lnTo>
                    <a:pt x="7408" y="8016"/>
                  </a:lnTo>
                  <a:lnTo>
                    <a:pt x="8528" y="11606"/>
                  </a:lnTo>
                  <a:lnTo>
                    <a:pt x="9763" y="15423"/>
                  </a:lnTo>
                  <a:lnTo>
                    <a:pt x="10408" y="17342"/>
                  </a:lnTo>
                  <a:lnTo>
                    <a:pt x="11035" y="19241"/>
                  </a:lnTo>
                  <a:lnTo>
                    <a:pt x="11681" y="21083"/>
                  </a:lnTo>
                  <a:lnTo>
                    <a:pt x="12308" y="22831"/>
                  </a:lnTo>
                  <a:lnTo>
                    <a:pt x="12175" y="22888"/>
                  </a:lnTo>
                  <a:lnTo>
                    <a:pt x="11890" y="22964"/>
                  </a:lnTo>
                  <a:lnTo>
                    <a:pt x="10940" y="23191"/>
                  </a:lnTo>
                  <a:lnTo>
                    <a:pt x="7863" y="23856"/>
                  </a:lnTo>
                  <a:lnTo>
                    <a:pt x="5945" y="24255"/>
                  </a:lnTo>
                  <a:lnTo>
                    <a:pt x="3932" y="24711"/>
                  </a:lnTo>
                  <a:lnTo>
                    <a:pt x="1919" y="25186"/>
                  </a:lnTo>
                  <a:lnTo>
                    <a:pt x="931" y="25433"/>
                  </a:lnTo>
                  <a:lnTo>
                    <a:pt x="0" y="25699"/>
                  </a:lnTo>
                  <a:lnTo>
                    <a:pt x="323" y="26135"/>
                  </a:lnTo>
                  <a:lnTo>
                    <a:pt x="646" y="26610"/>
                  </a:lnTo>
                  <a:lnTo>
                    <a:pt x="1292" y="27579"/>
                  </a:lnTo>
                  <a:lnTo>
                    <a:pt x="1919" y="28604"/>
                  </a:lnTo>
                  <a:lnTo>
                    <a:pt x="2564" y="29649"/>
                  </a:lnTo>
                  <a:lnTo>
                    <a:pt x="3248" y="30713"/>
                  </a:lnTo>
                  <a:lnTo>
                    <a:pt x="3590" y="31244"/>
                  </a:lnTo>
                  <a:lnTo>
                    <a:pt x="3970" y="31776"/>
                  </a:lnTo>
                  <a:lnTo>
                    <a:pt x="4350" y="32308"/>
                  </a:lnTo>
                  <a:lnTo>
                    <a:pt x="4749" y="32821"/>
                  </a:lnTo>
                  <a:lnTo>
                    <a:pt x="5147" y="33334"/>
                  </a:lnTo>
                  <a:lnTo>
                    <a:pt x="5584" y="33847"/>
                  </a:lnTo>
                  <a:lnTo>
                    <a:pt x="6040" y="34321"/>
                  </a:lnTo>
                  <a:lnTo>
                    <a:pt x="6534" y="34796"/>
                  </a:lnTo>
                  <a:lnTo>
                    <a:pt x="7028" y="35252"/>
                  </a:lnTo>
                  <a:lnTo>
                    <a:pt x="7560" y="35689"/>
                  </a:lnTo>
                  <a:lnTo>
                    <a:pt x="8129" y="36107"/>
                  </a:lnTo>
                  <a:lnTo>
                    <a:pt x="8718" y="36506"/>
                  </a:lnTo>
                  <a:lnTo>
                    <a:pt x="9345" y="36885"/>
                  </a:lnTo>
                  <a:lnTo>
                    <a:pt x="10010" y="37227"/>
                  </a:lnTo>
                  <a:lnTo>
                    <a:pt x="10693" y="37550"/>
                  </a:lnTo>
                  <a:lnTo>
                    <a:pt x="11434" y="37835"/>
                  </a:lnTo>
                  <a:lnTo>
                    <a:pt x="12213" y="38082"/>
                  </a:lnTo>
                  <a:lnTo>
                    <a:pt x="12612" y="38196"/>
                  </a:lnTo>
                  <a:lnTo>
                    <a:pt x="13030" y="38291"/>
                  </a:lnTo>
                  <a:lnTo>
                    <a:pt x="13447" y="38405"/>
                  </a:lnTo>
                  <a:lnTo>
                    <a:pt x="13884" y="38481"/>
                  </a:lnTo>
                  <a:lnTo>
                    <a:pt x="14340" y="38557"/>
                  </a:lnTo>
                  <a:lnTo>
                    <a:pt x="14796" y="38633"/>
                  </a:lnTo>
                  <a:lnTo>
                    <a:pt x="15271" y="38690"/>
                  </a:lnTo>
                  <a:lnTo>
                    <a:pt x="15746" y="38728"/>
                  </a:lnTo>
                  <a:lnTo>
                    <a:pt x="16239" y="38766"/>
                  </a:lnTo>
                  <a:lnTo>
                    <a:pt x="16752" y="38785"/>
                  </a:lnTo>
                  <a:lnTo>
                    <a:pt x="17417" y="38804"/>
                  </a:lnTo>
                  <a:lnTo>
                    <a:pt x="18063" y="38804"/>
                  </a:lnTo>
                  <a:lnTo>
                    <a:pt x="18727" y="38785"/>
                  </a:lnTo>
                  <a:lnTo>
                    <a:pt x="19373" y="38747"/>
                  </a:lnTo>
                  <a:lnTo>
                    <a:pt x="20038" y="38690"/>
                  </a:lnTo>
                  <a:lnTo>
                    <a:pt x="20684" y="38614"/>
                  </a:lnTo>
                  <a:lnTo>
                    <a:pt x="21329" y="38519"/>
                  </a:lnTo>
                  <a:lnTo>
                    <a:pt x="21975" y="38424"/>
                  </a:lnTo>
                  <a:lnTo>
                    <a:pt x="22621" y="38310"/>
                  </a:lnTo>
                  <a:lnTo>
                    <a:pt x="23267" y="38177"/>
                  </a:lnTo>
                  <a:lnTo>
                    <a:pt x="23913" y="38025"/>
                  </a:lnTo>
                  <a:lnTo>
                    <a:pt x="24558" y="37873"/>
                  </a:lnTo>
                  <a:lnTo>
                    <a:pt x="25185" y="37702"/>
                  </a:lnTo>
                  <a:lnTo>
                    <a:pt x="25812" y="37512"/>
                  </a:lnTo>
                  <a:lnTo>
                    <a:pt x="26439" y="37322"/>
                  </a:lnTo>
                  <a:lnTo>
                    <a:pt x="27065" y="37113"/>
                  </a:lnTo>
                  <a:lnTo>
                    <a:pt x="28281" y="36676"/>
                  </a:lnTo>
                  <a:lnTo>
                    <a:pt x="29496" y="36202"/>
                  </a:lnTo>
                  <a:lnTo>
                    <a:pt x="30674" y="35689"/>
                  </a:lnTo>
                  <a:lnTo>
                    <a:pt x="31833" y="35157"/>
                  </a:lnTo>
                  <a:lnTo>
                    <a:pt x="32953" y="34606"/>
                  </a:lnTo>
                  <a:lnTo>
                    <a:pt x="34036" y="34017"/>
                  </a:lnTo>
                  <a:lnTo>
                    <a:pt x="35099" y="33429"/>
                  </a:lnTo>
                  <a:lnTo>
                    <a:pt x="36106" y="32840"/>
                  </a:lnTo>
                  <a:lnTo>
                    <a:pt x="37075" y="32232"/>
                  </a:lnTo>
                  <a:lnTo>
                    <a:pt x="38005" y="31624"/>
                  </a:lnTo>
                  <a:lnTo>
                    <a:pt x="38898" y="31036"/>
                  </a:lnTo>
                  <a:lnTo>
                    <a:pt x="39734" y="30428"/>
                  </a:lnTo>
                  <a:lnTo>
                    <a:pt x="40512" y="29858"/>
                  </a:lnTo>
                  <a:lnTo>
                    <a:pt x="41253" y="29288"/>
                  </a:lnTo>
                  <a:lnTo>
                    <a:pt x="41918" y="28756"/>
                  </a:lnTo>
                  <a:lnTo>
                    <a:pt x="42526" y="28244"/>
                  </a:lnTo>
                  <a:lnTo>
                    <a:pt x="43076" y="27750"/>
                  </a:lnTo>
                  <a:lnTo>
                    <a:pt x="43570" y="27294"/>
                  </a:lnTo>
                  <a:lnTo>
                    <a:pt x="43988" y="26895"/>
                  </a:lnTo>
                  <a:lnTo>
                    <a:pt x="44330" y="26515"/>
                  </a:lnTo>
                  <a:lnTo>
                    <a:pt x="44615" y="26211"/>
                  </a:lnTo>
                  <a:lnTo>
                    <a:pt x="44805" y="25945"/>
                  </a:lnTo>
                  <a:lnTo>
                    <a:pt x="44938" y="25737"/>
                  </a:lnTo>
                  <a:lnTo>
                    <a:pt x="44957" y="25642"/>
                  </a:lnTo>
                  <a:lnTo>
                    <a:pt x="44976" y="25585"/>
                  </a:lnTo>
                  <a:lnTo>
                    <a:pt x="44957" y="25547"/>
                  </a:lnTo>
                  <a:lnTo>
                    <a:pt x="44862" y="25490"/>
                  </a:lnTo>
                  <a:lnTo>
                    <a:pt x="44748" y="25452"/>
                  </a:lnTo>
                  <a:lnTo>
                    <a:pt x="44577" y="25395"/>
                  </a:lnTo>
                  <a:lnTo>
                    <a:pt x="44102" y="25262"/>
                  </a:lnTo>
                  <a:lnTo>
                    <a:pt x="43494" y="25129"/>
                  </a:lnTo>
                  <a:lnTo>
                    <a:pt x="41918" y="24806"/>
                  </a:lnTo>
                  <a:lnTo>
                    <a:pt x="40057" y="24445"/>
                  </a:lnTo>
                  <a:lnTo>
                    <a:pt x="38100" y="24065"/>
                  </a:lnTo>
                  <a:lnTo>
                    <a:pt x="36239" y="23685"/>
                  </a:lnTo>
                  <a:lnTo>
                    <a:pt x="35422" y="23495"/>
                  </a:lnTo>
                  <a:lnTo>
                    <a:pt x="34682" y="23324"/>
                  </a:lnTo>
                  <a:lnTo>
                    <a:pt x="34074" y="23153"/>
                  </a:lnTo>
                  <a:lnTo>
                    <a:pt x="33599" y="22983"/>
                  </a:lnTo>
                  <a:lnTo>
                    <a:pt x="33067" y="22166"/>
                  </a:lnTo>
                  <a:lnTo>
                    <a:pt x="32535" y="21292"/>
                  </a:lnTo>
                  <a:lnTo>
                    <a:pt x="32023" y="20418"/>
                  </a:lnTo>
                  <a:lnTo>
                    <a:pt x="31529" y="19507"/>
                  </a:lnTo>
                  <a:lnTo>
                    <a:pt x="31035" y="18595"/>
                  </a:lnTo>
                  <a:lnTo>
                    <a:pt x="30541" y="17645"/>
                  </a:lnTo>
                  <a:lnTo>
                    <a:pt x="30085" y="16696"/>
                  </a:lnTo>
                  <a:lnTo>
                    <a:pt x="29629" y="15746"/>
                  </a:lnTo>
                  <a:lnTo>
                    <a:pt x="29193" y="14778"/>
                  </a:lnTo>
                  <a:lnTo>
                    <a:pt x="28756" y="13828"/>
                  </a:lnTo>
                  <a:lnTo>
                    <a:pt x="27939" y="11910"/>
                  </a:lnTo>
                  <a:lnTo>
                    <a:pt x="27179" y="10048"/>
                  </a:lnTo>
                  <a:lnTo>
                    <a:pt x="26496" y="8244"/>
                  </a:lnTo>
                  <a:lnTo>
                    <a:pt x="25869" y="6554"/>
                  </a:lnTo>
                  <a:lnTo>
                    <a:pt x="25318" y="4996"/>
                  </a:lnTo>
                  <a:lnTo>
                    <a:pt x="24843" y="3591"/>
                  </a:lnTo>
                  <a:lnTo>
                    <a:pt x="24444" y="2375"/>
                  </a:lnTo>
                  <a:lnTo>
                    <a:pt x="23913" y="628"/>
                  </a:lnTo>
                  <a:lnTo>
                    <a:pt x="23723" y="1"/>
                  </a:lnTo>
                  <a:close/>
                </a:path>
              </a:pathLst>
            </a:custGeom>
            <a:solidFill>
              <a:srgbClr val="FCCF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79;p40">
              <a:extLst>
                <a:ext uri="{FF2B5EF4-FFF2-40B4-BE49-F238E27FC236}">
                  <a16:creationId xmlns:a16="http://schemas.microsoft.com/office/drawing/2014/main" id="{193A1CBB-BE40-4888-F0C6-355237B6F901}"/>
                </a:ext>
              </a:extLst>
            </p:cNvPr>
            <p:cNvSpPr/>
            <p:nvPr/>
          </p:nvSpPr>
          <p:spPr>
            <a:xfrm>
              <a:off x="3568075" y="1334950"/>
              <a:ext cx="1099700" cy="1085950"/>
            </a:xfrm>
            <a:custGeom>
              <a:avLst/>
              <a:gdLst/>
              <a:ahLst/>
              <a:cxnLst/>
              <a:rect l="l" t="t" r="r" b="b"/>
              <a:pathLst>
                <a:path w="43988" h="43438" extrusionOk="0">
                  <a:moveTo>
                    <a:pt x="42601" y="8092"/>
                  </a:moveTo>
                  <a:lnTo>
                    <a:pt x="42601" y="8092"/>
                  </a:lnTo>
                  <a:lnTo>
                    <a:pt x="42127" y="7940"/>
                  </a:lnTo>
                  <a:lnTo>
                    <a:pt x="41671" y="7845"/>
                  </a:lnTo>
                  <a:lnTo>
                    <a:pt x="41272" y="7769"/>
                  </a:lnTo>
                  <a:lnTo>
                    <a:pt x="40873" y="7750"/>
                  </a:lnTo>
                  <a:lnTo>
                    <a:pt x="40531" y="7731"/>
                  </a:lnTo>
                  <a:lnTo>
                    <a:pt x="40208" y="7769"/>
                  </a:lnTo>
                  <a:lnTo>
                    <a:pt x="39904" y="7807"/>
                  </a:lnTo>
                  <a:lnTo>
                    <a:pt x="39638" y="7902"/>
                  </a:lnTo>
                  <a:lnTo>
                    <a:pt x="39392" y="7997"/>
                  </a:lnTo>
                  <a:lnTo>
                    <a:pt x="39164" y="8111"/>
                  </a:lnTo>
                  <a:lnTo>
                    <a:pt x="38955" y="8244"/>
                  </a:lnTo>
                  <a:lnTo>
                    <a:pt x="38784" y="8396"/>
                  </a:lnTo>
                  <a:lnTo>
                    <a:pt x="38613" y="8567"/>
                  </a:lnTo>
                  <a:lnTo>
                    <a:pt x="38480" y="8738"/>
                  </a:lnTo>
                  <a:lnTo>
                    <a:pt x="38347" y="8928"/>
                  </a:lnTo>
                  <a:lnTo>
                    <a:pt x="38252" y="9137"/>
                  </a:lnTo>
                  <a:lnTo>
                    <a:pt x="38157" y="9326"/>
                  </a:lnTo>
                  <a:lnTo>
                    <a:pt x="38081" y="9535"/>
                  </a:lnTo>
                  <a:lnTo>
                    <a:pt x="38005" y="9725"/>
                  </a:lnTo>
                  <a:lnTo>
                    <a:pt x="37967" y="9934"/>
                  </a:lnTo>
                  <a:lnTo>
                    <a:pt x="37891" y="10314"/>
                  </a:lnTo>
                  <a:lnTo>
                    <a:pt x="37853" y="10675"/>
                  </a:lnTo>
                  <a:lnTo>
                    <a:pt x="37853" y="10979"/>
                  </a:lnTo>
                  <a:lnTo>
                    <a:pt x="37872" y="11226"/>
                  </a:lnTo>
                  <a:lnTo>
                    <a:pt x="37891" y="11378"/>
                  </a:lnTo>
                  <a:lnTo>
                    <a:pt x="37910" y="11416"/>
                  </a:lnTo>
                  <a:lnTo>
                    <a:pt x="37910" y="11416"/>
                  </a:lnTo>
                  <a:lnTo>
                    <a:pt x="35764" y="10998"/>
                  </a:lnTo>
                  <a:lnTo>
                    <a:pt x="33542" y="10523"/>
                  </a:lnTo>
                  <a:lnTo>
                    <a:pt x="31282" y="10029"/>
                  </a:lnTo>
                  <a:lnTo>
                    <a:pt x="28983" y="9478"/>
                  </a:lnTo>
                  <a:lnTo>
                    <a:pt x="26666" y="8890"/>
                  </a:lnTo>
                  <a:lnTo>
                    <a:pt x="24387" y="8244"/>
                  </a:lnTo>
                  <a:lnTo>
                    <a:pt x="23248" y="7921"/>
                  </a:lnTo>
                  <a:lnTo>
                    <a:pt x="22127" y="7579"/>
                  </a:lnTo>
                  <a:lnTo>
                    <a:pt x="21006" y="7237"/>
                  </a:lnTo>
                  <a:lnTo>
                    <a:pt x="19924" y="6876"/>
                  </a:lnTo>
                  <a:lnTo>
                    <a:pt x="18841" y="6515"/>
                  </a:lnTo>
                  <a:lnTo>
                    <a:pt x="17797" y="6136"/>
                  </a:lnTo>
                  <a:lnTo>
                    <a:pt x="16771" y="5756"/>
                  </a:lnTo>
                  <a:lnTo>
                    <a:pt x="15764" y="5357"/>
                  </a:lnTo>
                  <a:lnTo>
                    <a:pt x="14796" y="4958"/>
                  </a:lnTo>
                  <a:lnTo>
                    <a:pt x="13865" y="4540"/>
                  </a:lnTo>
                  <a:lnTo>
                    <a:pt x="12953" y="4122"/>
                  </a:lnTo>
                  <a:lnTo>
                    <a:pt x="12099" y="3705"/>
                  </a:lnTo>
                  <a:lnTo>
                    <a:pt x="11263" y="3268"/>
                  </a:lnTo>
                  <a:lnTo>
                    <a:pt x="10484" y="2831"/>
                  </a:lnTo>
                  <a:lnTo>
                    <a:pt x="9743" y="2375"/>
                  </a:lnTo>
                  <a:lnTo>
                    <a:pt x="9060" y="1919"/>
                  </a:lnTo>
                  <a:lnTo>
                    <a:pt x="8433" y="1444"/>
                  </a:lnTo>
                  <a:lnTo>
                    <a:pt x="7844" y="970"/>
                  </a:lnTo>
                  <a:lnTo>
                    <a:pt x="7312" y="495"/>
                  </a:lnTo>
                  <a:lnTo>
                    <a:pt x="7084" y="248"/>
                  </a:lnTo>
                  <a:lnTo>
                    <a:pt x="6857" y="1"/>
                  </a:lnTo>
                  <a:lnTo>
                    <a:pt x="6857" y="1"/>
                  </a:lnTo>
                  <a:lnTo>
                    <a:pt x="6116" y="343"/>
                  </a:lnTo>
                  <a:lnTo>
                    <a:pt x="5413" y="685"/>
                  </a:lnTo>
                  <a:lnTo>
                    <a:pt x="4786" y="1027"/>
                  </a:lnTo>
                  <a:lnTo>
                    <a:pt x="4198" y="1387"/>
                  </a:lnTo>
                  <a:lnTo>
                    <a:pt x="3666" y="1748"/>
                  </a:lnTo>
                  <a:lnTo>
                    <a:pt x="3153" y="2128"/>
                  </a:lnTo>
                  <a:lnTo>
                    <a:pt x="2697" y="2527"/>
                  </a:lnTo>
                  <a:lnTo>
                    <a:pt x="2279" y="2926"/>
                  </a:lnTo>
                  <a:lnTo>
                    <a:pt x="1918" y="3363"/>
                  </a:lnTo>
                  <a:lnTo>
                    <a:pt x="1557" y="3818"/>
                  </a:lnTo>
                  <a:lnTo>
                    <a:pt x="1254" y="4312"/>
                  </a:lnTo>
                  <a:lnTo>
                    <a:pt x="969" y="4825"/>
                  </a:lnTo>
                  <a:lnTo>
                    <a:pt x="722" y="5376"/>
                  </a:lnTo>
                  <a:lnTo>
                    <a:pt x="475" y="5965"/>
                  </a:lnTo>
                  <a:lnTo>
                    <a:pt x="266" y="6591"/>
                  </a:lnTo>
                  <a:lnTo>
                    <a:pt x="76" y="7256"/>
                  </a:lnTo>
                  <a:lnTo>
                    <a:pt x="76" y="7256"/>
                  </a:lnTo>
                  <a:lnTo>
                    <a:pt x="38" y="7674"/>
                  </a:lnTo>
                  <a:lnTo>
                    <a:pt x="0" y="8092"/>
                  </a:lnTo>
                  <a:lnTo>
                    <a:pt x="0" y="8548"/>
                  </a:lnTo>
                  <a:lnTo>
                    <a:pt x="0" y="9004"/>
                  </a:lnTo>
                  <a:lnTo>
                    <a:pt x="19" y="9497"/>
                  </a:lnTo>
                  <a:lnTo>
                    <a:pt x="38" y="10010"/>
                  </a:lnTo>
                  <a:lnTo>
                    <a:pt x="95" y="10542"/>
                  </a:lnTo>
                  <a:lnTo>
                    <a:pt x="152" y="11093"/>
                  </a:lnTo>
                  <a:lnTo>
                    <a:pt x="304" y="12232"/>
                  </a:lnTo>
                  <a:lnTo>
                    <a:pt x="513" y="13429"/>
                  </a:lnTo>
                  <a:lnTo>
                    <a:pt x="779" y="14701"/>
                  </a:lnTo>
                  <a:lnTo>
                    <a:pt x="1102" y="15993"/>
                  </a:lnTo>
                  <a:lnTo>
                    <a:pt x="1463" y="17342"/>
                  </a:lnTo>
                  <a:lnTo>
                    <a:pt x="1861" y="18728"/>
                  </a:lnTo>
                  <a:lnTo>
                    <a:pt x="2317" y="20133"/>
                  </a:lnTo>
                  <a:lnTo>
                    <a:pt x="2811" y="21539"/>
                  </a:lnTo>
                  <a:lnTo>
                    <a:pt x="3343" y="22982"/>
                  </a:lnTo>
                  <a:lnTo>
                    <a:pt x="3913" y="24426"/>
                  </a:lnTo>
                  <a:lnTo>
                    <a:pt x="4520" y="25850"/>
                  </a:lnTo>
                  <a:lnTo>
                    <a:pt x="5166" y="27275"/>
                  </a:lnTo>
                  <a:lnTo>
                    <a:pt x="5850" y="28699"/>
                  </a:lnTo>
                  <a:lnTo>
                    <a:pt x="6553" y="30086"/>
                  </a:lnTo>
                  <a:lnTo>
                    <a:pt x="7274" y="31434"/>
                  </a:lnTo>
                  <a:lnTo>
                    <a:pt x="8034" y="32764"/>
                  </a:lnTo>
                  <a:lnTo>
                    <a:pt x="8813" y="34036"/>
                  </a:lnTo>
                  <a:lnTo>
                    <a:pt x="9212" y="34644"/>
                  </a:lnTo>
                  <a:lnTo>
                    <a:pt x="9611" y="35252"/>
                  </a:lnTo>
                  <a:lnTo>
                    <a:pt x="10028" y="35841"/>
                  </a:lnTo>
                  <a:lnTo>
                    <a:pt x="10446" y="36430"/>
                  </a:lnTo>
                  <a:lnTo>
                    <a:pt x="10864" y="36980"/>
                  </a:lnTo>
                  <a:lnTo>
                    <a:pt x="11282" y="37531"/>
                  </a:lnTo>
                  <a:lnTo>
                    <a:pt x="11700" y="38044"/>
                  </a:lnTo>
                  <a:lnTo>
                    <a:pt x="12137" y="38557"/>
                  </a:lnTo>
                  <a:lnTo>
                    <a:pt x="12573" y="39032"/>
                  </a:lnTo>
                  <a:lnTo>
                    <a:pt x="13010" y="39506"/>
                  </a:lnTo>
                  <a:lnTo>
                    <a:pt x="13447" y="39943"/>
                  </a:lnTo>
                  <a:lnTo>
                    <a:pt x="13884" y="40361"/>
                  </a:lnTo>
                  <a:lnTo>
                    <a:pt x="14340" y="40760"/>
                  </a:lnTo>
                  <a:lnTo>
                    <a:pt x="14777" y="41140"/>
                  </a:lnTo>
                  <a:lnTo>
                    <a:pt x="15232" y="41482"/>
                  </a:lnTo>
                  <a:lnTo>
                    <a:pt x="15688" y="41805"/>
                  </a:lnTo>
                  <a:lnTo>
                    <a:pt x="16144" y="42089"/>
                  </a:lnTo>
                  <a:lnTo>
                    <a:pt x="16581" y="42355"/>
                  </a:lnTo>
                  <a:lnTo>
                    <a:pt x="17037" y="42602"/>
                  </a:lnTo>
                  <a:lnTo>
                    <a:pt x="17493" y="42811"/>
                  </a:lnTo>
                  <a:lnTo>
                    <a:pt x="17948" y="42982"/>
                  </a:lnTo>
                  <a:lnTo>
                    <a:pt x="18404" y="43134"/>
                  </a:lnTo>
                  <a:lnTo>
                    <a:pt x="18404" y="43134"/>
                  </a:lnTo>
                  <a:lnTo>
                    <a:pt x="18632" y="43210"/>
                  </a:lnTo>
                  <a:lnTo>
                    <a:pt x="18879" y="43267"/>
                  </a:lnTo>
                  <a:lnTo>
                    <a:pt x="19126" y="43324"/>
                  </a:lnTo>
                  <a:lnTo>
                    <a:pt x="19373" y="43362"/>
                  </a:lnTo>
                  <a:lnTo>
                    <a:pt x="19905" y="43419"/>
                  </a:lnTo>
                  <a:lnTo>
                    <a:pt x="20475" y="43438"/>
                  </a:lnTo>
                  <a:lnTo>
                    <a:pt x="21063" y="43400"/>
                  </a:lnTo>
                  <a:lnTo>
                    <a:pt x="21690" y="43324"/>
                  </a:lnTo>
                  <a:lnTo>
                    <a:pt x="22355" y="43210"/>
                  </a:lnTo>
                  <a:lnTo>
                    <a:pt x="23020" y="43077"/>
                  </a:lnTo>
                  <a:lnTo>
                    <a:pt x="23722" y="42887"/>
                  </a:lnTo>
                  <a:lnTo>
                    <a:pt x="24444" y="42659"/>
                  </a:lnTo>
                  <a:lnTo>
                    <a:pt x="25166" y="42393"/>
                  </a:lnTo>
                  <a:lnTo>
                    <a:pt x="25907" y="42108"/>
                  </a:lnTo>
                  <a:lnTo>
                    <a:pt x="26666" y="41767"/>
                  </a:lnTo>
                  <a:lnTo>
                    <a:pt x="27445" y="41406"/>
                  </a:lnTo>
                  <a:lnTo>
                    <a:pt x="28224" y="41007"/>
                  </a:lnTo>
                  <a:lnTo>
                    <a:pt x="29002" y="40570"/>
                  </a:lnTo>
                  <a:lnTo>
                    <a:pt x="29781" y="40114"/>
                  </a:lnTo>
                  <a:lnTo>
                    <a:pt x="30560" y="39620"/>
                  </a:lnTo>
                  <a:lnTo>
                    <a:pt x="31339" y="39108"/>
                  </a:lnTo>
                  <a:lnTo>
                    <a:pt x="32117" y="38557"/>
                  </a:lnTo>
                  <a:lnTo>
                    <a:pt x="32896" y="37968"/>
                  </a:lnTo>
                  <a:lnTo>
                    <a:pt x="33656" y="37360"/>
                  </a:lnTo>
                  <a:lnTo>
                    <a:pt x="34415" y="36714"/>
                  </a:lnTo>
                  <a:lnTo>
                    <a:pt x="35137" y="36069"/>
                  </a:lnTo>
                  <a:lnTo>
                    <a:pt x="35859" y="35385"/>
                  </a:lnTo>
                  <a:lnTo>
                    <a:pt x="36581" y="34663"/>
                  </a:lnTo>
                  <a:lnTo>
                    <a:pt x="37264" y="33922"/>
                  </a:lnTo>
                  <a:lnTo>
                    <a:pt x="37910" y="33182"/>
                  </a:lnTo>
                  <a:lnTo>
                    <a:pt x="38556" y="32384"/>
                  </a:lnTo>
                  <a:lnTo>
                    <a:pt x="39164" y="31586"/>
                  </a:lnTo>
                  <a:lnTo>
                    <a:pt x="39733" y="30770"/>
                  </a:lnTo>
                  <a:lnTo>
                    <a:pt x="40284" y="29934"/>
                  </a:lnTo>
                  <a:lnTo>
                    <a:pt x="40284" y="29934"/>
                  </a:lnTo>
                  <a:lnTo>
                    <a:pt x="40474" y="29592"/>
                  </a:lnTo>
                  <a:lnTo>
                    <a:pt x="40683" y="29193"/>
                  </a:lnTo>
                  <a:lnTo>
                    <a:pt x="40873" y="28699"/>
                  </a:lnTo>
                  <a:lnTo>
                    <a:pt x="41101" y="28168"/>
                  </a:lnTo>
                  <a:lnTo>
                    <a:pt x="41310" y="27560"/>
                  </a:lnTo>
                  <a:lnTo>
                    <a:pt x="41519" y="26914"/>
                  </a:lnTo>
                  <a:lnTo>
                    <a:pt x="41747" y="26211"/>
                  </a:lnTo>
                  <a:lnTo>
                    <a:pt x="41956" y="25452"/>
                  </a:lnTo>
                  <a:lnTo>
                    <a:pt x="42184" y="24673"/>
                  </a:lnTo>
                  <a:lnTo>
                    <a:pt x="42392" y="23856"/>
                  </a:lnTo>
                  <a:lnTo>
                    <a:pt x="42601" y="23001"/>
                  </a:lnTo>
                  <a:lnTo>
                    <a:pt x="42791" y="22147"/>
                  </a:lnTo>
                  <a:lnTo>
                    <a:pt x="42981" y="21254"/>
                  </a:lnTo>
                  <a:lnTo>
                    <a:pt x="43152" y="20361"/>
                  </a:lnTo>
                  <a:lnTo>
                    <a:pt x="43323" y="19450"/>
                  </a:lnTo>
                  <a:lnTo>
                    <a:pt x="43475" y="18557"/>
                  </a:lnTo>
                  <a:lnTo>
                    <a:pt x="43608" y="17645"/>
                  </a:lnTo>
                  <a:lnTo>
                    <a:pt x="43722" y="16753"/>
                  </a:lnTo>
                  <a:lnTo>
                    <a:pt x="43817" y="15879"/>
                  </a:lnTo>
                  <a:lnTo>
                    <a:pt x="43893" y="15005"/>
                  </a:lnTo>
                  <a:lnTo>
                    <a:pt x="43950" y="14170"/>
                  </a:lnTo>
                  <a:lnTo>
                    <a:pt x="43988" y="13372"/>
                  </a:lnTo>
                  <a:lnTo>
                    <a:pt x="43988" y="12593"/>
                  </a:lnTo>
                  <a:lnTo>
                    <a:pt x="43969" y="11872"/>
                  </a:lnTo>
                  <a:lnTo>
                    <a:pt x="43912" y="11188"/>
                  </a:lnTo>
                  <a:lnTo>
                    <a:pt x="43836" y="10542"/>
                  </a:lnTo>
                  <a:lnTo>
                    <a:pt x="43722" y="9972"/>
                  </a:lnTo>
                  <a:lnTo>
                    <a:pt x="43646" y="9706"/>
                  </a:lnTo>
                  <a:lnTo>
                    <a:pt x="43570" y="9440"/>
                  </a:lnTo>
                  <a:lnTo>
                    <a:pt x="43475" y="9213"/>
                  </a:lnTo>
                  <a:lnTo>
                    <a:pt x="43380" y="9004"/>
                  </a:lnTo>
                  <a:lnTo>
                    <a:pt x="43285" y="8795"/>
                  </a:lnTo>
                  <a:lnTo>
                    <a:pt x="43171" y="8605"/>
                  </a:lnTo>
                  <a:lnTo>
                    <a:pt x="43038" y="8453"/>
                  </a:lnTo>
                  <a:lnTo>
                    <a:pt x="42905" y="8301"/>
                  </a:lnTo>
                  <a:lnTo>
                    <a:pt x="42753" y="8187"/>
                  </a:lnTo>
                  <a:lnTo>
                    <a:pt x="42601" y="8092"/>
                  </a:lnTo>
                  <a:lnTo>
                    <a:pt x="42601" y="8092"/>
                  </a:lnTo>
                  <a:close/>
                </a:path>
              </a:pathLst>
            </a:custGeom>
            <a:solidFill>
              <a:srgbClr val="FCCF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80;p40">
              <a:extLst>
                <a:ext uri="{FF2B5EF4-FFF2-40B4-BE49-F238E27FC236}">
                  <a16:creationId xmlns:a16="http://schemas.microsoft.com/office/drawing/2014/main" id="{75A2CD3B-7039-EC02-2756-DB267CB4055B}"/>
                </a:ext>
              </a:extLst>
            </p:cNvPr>
            <p:cNvSpPr/>
            <p:nvPr/>
          </p:nvSpPr>
          <p:spPr>
            <a:xfrm>
              <a:off x="3948400" y="2085175"/>
              <a:ext cx="226525" cy="135350"/>
            </a:xfrm>
            <a:custGeom>
              <a:avLst/>
              <a:gdLst/>
              <a:ahLst/>
              <a:cxnLst/>
              <a:rect l="l" t="t" r="r" b="b"/>
              <a:pathLst>
                <a:path w="9061" h="5414" extrusionOk="0">
                  <a:moveTo>
                    <a:pt x="8566" y="1"/>
                  </a:moveTo>
                  <a:lnTo>
                    <a:pt x="8471" y="20"/>
                  </a:lnTo>
                  <a:lnTo>
                    <a:pt x="8395" y="39"/>
                  </a:lnTo>
                  <a:lnTo>
                    <a:pt x="8319" y="96"/>
                  </a:lnTo>
                  <a:lnTo>
                    <a:pt x="8262" y="153"/>
                  </a:lnTo>
                  <a:lnTo>
                    <a:pt x="8205" y="229"/>
                  </a:lnTo>
                  <a:lnTo>
                    <a:pt x="8167" y="305"/>
                  </a:lnTo>
                  <a:lnTo>
                    <a:pt x="8054" y="666"/>
                  </a:lnTo>
                  <a:lnTo>
                    <a:pt x="7902" y="1007"/>
                  </a:lnTo>
                  <a:lnTo>
                    <a:pt x="7750" y="1311"/>
                  </a:lnTo>
                  <a:lnTo>
                    <a:pt x="7579" y="1596"/>
                  </a:lnTo>
                  <a:lnTo>
                    <a:pt x="7389" y="1881"/>
                  </a:lnTo>
                  <a:lnTo>
                    <a:pt x="7199" y="2128"/>
                  </a:lnTo>
                  <a:lnTo>
                    <a:pt x="6990" y="2375"/>
                  </a:lnTo>
                  <a:lnTo>
                    <a:pt x="6762" y="2584"/>
                  </a:lnTo>
                  <a:lnTo>
                    <a:pt x="6553" y="2793"/>
                  </a:lnTo>
                  <a:lnTo>
                    <a:pt x="6325" y="2983"/>
                  </a:lnTo>
                  <a:lnTo>
                    <a:pt x="6097" y="3154"/>
                  </a:lnTo>
                  <a:lnTo>
                    <a:pt x="5869" y="3306"/>
                  </a:lnTo>
                  <a:lnTo>
                    <a:pt x="5413" y="3591"/>
                  </a:lnTo>
                  <a:lnTo>
                    <a:pt x="4977" y="3799"/>
                  </a:lnTo>
                  <a:lnTo>
                    <a:pt x="4445" y="4027"/>
                  </a:lnTo>
                  <a:lnTo>
                    <a:pt x="3894" y="4198"/>
                  </a:lnTo>
                  <a:lnTo>
                    <a:pt x="3324" y="4350"/>
                  </a:lnTo>
                  <a:lnTo>
                    <a:pt x="2754" y="4445"/>
                  </a:lnTo>
                  <a:lnTo>
                    <a:pt x="2185" y="4502"/>
                  </a:lnTo>
                  <a:lnTo>
                    <a:pt x="1615" y="4521"/>
                  </a:lnTo>
                  <a:lnTo>
                    <a:pt x="1064" y="4483"/>
                  </a:lnTo>
                  <a:lnTo>
                    <a:pt x="798" y="4464"/>
                  </a:lnTo>
                  <a:lnTo>
                    <a:pt x="532" y="4407"/>
                  </a:lnTo>
                  <a:lnTo>
                    <a:pt x="437" y="4407"/>
                  </a:lnTo>
                  <a:lnTo>
                    <a:pt x="361" y="4426"/>
                  </a:lnTo>
                  <a:lnTo>
                    <a:pt x="266" y="4445"/>
                  </a:lnTo>
                  <a:lnTo>
                    <a:pt x="190" y="4483"/>
                  </a:lnTo>
                  <a:lnTo>
                    <a:pt x="133" y="4540"/>
                  </a:lnTo>
                  <a:lnTo>
                    <a:pt x="76" y="4616"/>
                  </a:lnTo>
                  <a:lnTo>
                    <a:pt x="38" y="4692"/>
                  </a:lnTo>
                  <a:lnTo>
                    <a:pt x="0" y="4787"/>
                  </a:lnTo>
                  <a:lnTo>
                    <a:pt x="0" y="4863"/>
                  </a:lnTo>
                  <a:lnTo>
                    <a:pt x="19" y="4958"/>
                  </a:lnTo>
                  <a:lnTo>
                    <a:pt x="38" y="5034"/>
                  </a:lnTo>
                  <a:lnTo>
                    <a:pt x="76" y="5110"/>
                  </a:lnTo>
                  <a:lnTo>
                    <a:pt x="133" y="5186"/>
                  </a:lnTo>
                  <a:lnTo>
                    <a:pt x="209" y="5243"/>
                  </a:lnTo>
                  <a:lnTo>
                    <a:pt x="285" y="5281"/>
                  </a:lnTo>
                  <a:lnTo>
                    <a:pt x="380" y="5300"/>
                  </a:lnTo>
                  <a:lnTo>
                    <a:pt x="684" y="5357"/>
                  </a:lnTo>
                  <a:lnTo>
                    <a:pt x="988" y="5395"/>
                  </a:lnTo>
                  <a:lnTo>
                    <a:pt x="1330" y="5414"/>
                  </a:lnTo>
                  <a:lnTo>
                    <a:pt x="1672" y="5414"/>
                  </a:lnTo>
                  <a:lnTo>
                    <a:pt x="2185" y="5395"/>
                  </a:lnTo>
                  <a:lnTo>
                    <a:pt x="2716" y="5357"/>
                  </a:lnTo>
                  <a:lnTo>
                    <a:pt x="3267" y="5262"/>
                  </a:lnTo>
                  <a:lnTo>
                    <a:pt x="3818" y="5148"/>
                  </a:lnTo>
                  <a:lnTo>
                    <a:pt x="4369" y="4996"/>
                  </a:lnTo>
                  <a:lnTo>
                    <a:pt x="4920" y="4806"/>
                  </a:lnTo>
                  <a:lnTo>
                    <a:pt x="5451" y="4578"/>
                  </a:lnTo>
                  <a:lnTo>
                    <a:pt x="5983" y="4312"/>
                  </a:lnTo>
                  <a:lnTo>
                    <a:pt x="6230" y="4160"/>
                  </a:lnTo>
                  <a:lnTo>
                    <a:pt x="6477" y="3989"/>
                  </a:lnTo>
                  <a:lnTo>
                    <a:pt x="6724" y="3818"/>
                  </a:lnTo>
                  <a:lnTo>
                    <a:pt x="6952" y="3648"/>
                  </a:lnTo>
                  <a:lnTo>
                    <a:pt x="7180" y="3458"/>
                  </a:lnTo>
                  <a:lnTo>
                    <a:pt x="7408" y="3249"/>
                  </a:lnTo>
                  <a:lnTo>
                    <a:pt x="7617" y="3040"/>
                  </a:lnTo>
                  <a:lnTo>
                    <a:pt x="7826" y="2812"/>
                  </a:lnTo>
                  <a:lnTo>
                    <a:pt x="8016" y="2565"/>
                  </a:lnTo>
                  <a:lnTo>
                    <a:pt x="8186" y="2318"/>
                  </a:lnTo>
                  <a:lnTo>
                    <a:pt x="8376" y="2052"/>
                  </a:lnTo>
                  <a:lnTo>
                    <a:pt x="8528" y="1786"/>
                  </a:lnTo>
                  <a:lnTo>
                    <a:pt x="8680" y="1501"/>
                  </a:lnTo>
                  <a:lnTo>
                    <a:pt x="8813" y="1216"/>
                  </a:lnTo>
                  <a:lnTo>
                    <a:pt x="8927" y="894"/>
                  </a:lnTo>
                  <a:lnTo>
                    <a:pt x="9041" y="571"/>
                  </a:lnTo>
                  <a:lnTo>
                    <a:pt x="9060" y="495"/>
                  </a:lnTo>
                  <a:lnTo>
                    <a:pt x="9060" y="400"/>
                  </a:lnTo>
                  <a:lnTo>
                    <a:pt x="9041" y="305"/>
                  </a:lnTo>
                  <a:lnTo>
                    <a:pt x="9003" y="229"/>
                  </a:lnTo>
                  <a:lnTo>
                    <a:pt x="8965" y="153"/>
                  </a:lnTo>
                  <a:lnTo>
                    <a:pt x="8889" y="96"/>
                  </a:lnTo>
                  <a:lnTo>
                    <a:pt x="8832" y="39"/>
                  </a:lnTo>
                  <a:lnTo>
                    <a:pt x="8737" y="20"/>
                  </a:lnTo>
                  <a:lnTo>
                    <a:pt x="86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81;p40">
              <a:extLst>
                <a:ext uri="{FF2B5EF4-FFF2-40B4-BE49-F238E27FC236}">
                  <a16:creationId xmlns:a16="http://schemas.microsoft.com/office/drawing/2014/main" id="{2BDCF846-4648-94AD-7E0B-08B03E94F558}"/>
                </a:ext>
              </a:extLst>
            </p:cNvPr>
            <p:cNvSpPr/>
            <p:nvPr/>
          </p:nvSpPr>
          <p:spPr>
            <a:xfrm>
              <a:off x="3975950" y="1552900"/>
              <a:ext cx="173800" cy="78375"/>
            </a:xfrm>
            <a:custGeom>
              <a:avLst/>
              <a:gdLst/>
              <a:ahLst/>
              <a:cxnLst/>
              <a:rect l="l" t="t" r="r" b="b"/>
              <a:pathLst>
                <a:path w="6952" h="3135" extrusionOk="0">
                  <a:moveTo>
                    <a:pt x="5926" y="1"/>
                  </a:moveTo>
                  <a:lnTo>
                    <a:pt x="5166" y="96"/>
                  </a:lnTo>
                  <a:lnTo>
                    <a:pt x="4444" y="229"/>
                  </a:lnTo>
                  <a:lnTo>
                    <a:pt x="3723" y="362"/>
                  </a:lnTo>
                  <a:lnTo>
                    <a:pt x="3020" y="513"/>
                  </a:lnTo>
                  <a:lnTo>
                    <a:pt x="2355" y="703"/>
                  </a:lnTo>
                  <a:lnTo>
                    <a:pt x="1728" y="893"/>
                  </a:lnTo>
                  <a:lnTo>
                    <a:pt x="1121" y="1121"/>
                  </a:lnTo>
                  <a:lnTo>
                    <a:pt x="551" y="1349"/>
                  </a:lnTo>
                  <a:lnTo>
                    <a:pt x="399" y="1444"/>
                  </a:lnTo>
                  <a:lnTo>
                    <a:pt x="266" y="1558"/>
                  </a:lnTo>
                  <a:lnTo>
                    <a:pt x="152" y="1710"/>
                  </a:lnTo>
                  <a:lnTo>
                    <a:pt x="76" y="1862"/>
                  </a:lnTo>
                  <a:lnTo>
                    <a:pt x="19" y="2033"/>
                  </a:lnTo>
                  <a:lnTo>
                    <a:pt x="0" y="2223"/>
                  </a:lnTo>
                  <a:lnTo>
                    <a:pt x="19" y="2394"/>
                  </a:lnTo>
                  <a:lnTo>
                    <a:pt x="76" y="2584"/>
                  </a:lnTo>
                  <a:lnTo>
                    <a:pt x="152" y="2698"/>
                  </a:lnTo>
                  <a:lnTo>
                    <a:pt x="228" y="2812"/>
                  </a:lnTo>
                  <a:lnTo>
                    <a:pt x="323" y="2907"/>
                  </a:lnTo>
                  <a:lnTo>
                    <a:pt x="437" y="2983"/>
                  </a:lnTo>
                  <a:lnTo>
                    <a:pt x="551" y="3059"/>
                  </a:lnTo>
                  <a:lnTo>
                    <a:pt x="684" y="3097"/>
                  </a:lnTo>
                  <a:lnTo>
                    <a:pt x="798" y="3135"/>
                  </a:lnTo>
                  <a:lnTo>
                    <a:pt x="931" y="3135"/>
                  </a:lnTo>
                  <a:lnTo>
                    <a:pt x="1140" y="3116"/>
                  </a:lnTo>
                  <a:lnTo>
                    <a:pt x="1311" y="3059"/>
                  </a:lnTo>
                  <a:lnTo>
                    <a:pt x="1804" y="2850"/>
                  </a:lnTo>
                  <a:lnTo>
                    <a:pt x="2336" y="2660"/>
                  </a:lnTo>
                  <a:lnTo>
                    <a:pt x="2925" y="2489"/>
                  </a:lnTo>
                  <a:lnTo>
                    <a:pt x="3514" y="2318"/>
                  </a:lnTo>
                  <a:lnTo>
                    <a:pt x="4141" y="2185"/>
                  </a:lnTo>
                  <a:lnTo>
                    <a:pt x="4786" y="2052"/>
                  </a:lnTo>
                  <a:lnTo>
                    <a:pt x="5451" y="1957"/>
                  </a:lnTo>
                  <a:lnTo>
                    <a:pt x="6135" y="1862"/>
                  </a:lnTo>
                  <a:lnTo>
                    <a:pt x="6306" y="1824"/>
                  </a:lnTo>
                  <a:lnTo>
                    <a:pt x="6477" y="1748"/>
                  </a:lnTo>
                  <a:lnTo>
                    <a:pt x="6629" y="1653"/>
                  </a:lnTo>
                  <a:lnTo>
                    <a:pt x="6762" y="1520"/>
                  </a:lnTo>
                  <a:lnTo>
                    <a:pt x="6857" y="1368"/>
                  </a:lnTo>
                  <a:lnTo>
                    <a:pt x="6914" y="1197"/>
                  </a:lnTo>
                  <a:lnTo>
                    <a:pt x="6952" y="1026"/>
                  </a:lnTo>
                  <a:lnTo>
                    <a:pt x="6952" y="836"/>
                  </a:lnTo>
                  <a:lnTo>
                    <a:pt x="6914" y="646"/>
                  </a:lnTo>
                  <a:lnTo>
                    <a:pt x="6838" y="476"/>
                  </a:lnTo>
                  <a:lnTo>
                    <a:pt x="6743" y="324"/>
                  </a:lnTo>
                  <a:lnTo>
                    <a:pt x="6610" y="210"/>
                  </a:lnTo>
                  <a:lnTo>
                    <a:pt x="6458" y="115"/>
                  </a:lnTo>
                  <a:lnTo>
                    <a:pt x="6287" y="39"/>
                  </a:lnTo>
                  <a:lnTo>
                    <a:pt x="611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82;p40">
              <a:extLst>
                <a:ext uri="{FF2B5EF4-FFF2-40B4-BE49-F238E27FC236}">
                  <a16:creationId xmlns:a16="http://schemas.microsoft.com/office/drawing/2014/main" id="{4A1DA164-2F24-F0AC-9238-2743D0F1D4BE}"/>
                </a:ext>
              </a:extLst>
            </p:cNvPr>
            <p:cNvSpPr/>
            <p:nvPr/>
          </p:nvSpPr>
          <p:spPr>
            <a:xfrm>
              <a:off x="3585625" y="1706275"/>
              <a:ext cx="145800" cy="103050"/>
            </a:xfrm>
            <a:custGeom>
              <a:avLst/>
              <a:gdLst/>
              <a:ahLst/>
              <a:cxnLst/>
              <a:rect l="l" t="t" r="r" b="b"/>
              <a:pathLst>
                <a:path w="5832" h="4122" extrusionOk="0">
                  <a:moveTo>
                    <a:pt x="4901" y="0"/>
                  </a:moveTo>
                  <a:lnTo>
                    <a:pt x="4711" y="19"/>
                  </a:lnTo>
                  <a:lnTo>
                    <a:pt x="4540" y="76"/>
                  </a:lnTo>
                  <a:lnTo>
                    <a:pt x="3894" y="342"/>
                  </a:lnTo>
                  <a:lnTo>
                    <a:pt x="3306" y="608"/>
                  </a:lnTo>
                  <a:lnTo>
                    <a:pt x="2755" y="874"/>
                  </a:lnTo>
                  <a:lnTo>
                    <a:pt x="2223" y="1159"/>
                  </a:lnTo>
                  <a:lnTo>
                    <a:pt x="1729" y="1444"/>
                  </a:lnTo>
                  <a:lnTo>
                    <a:pt x="1254" y="1767"/>
                  </a:lnTo>
                  <a:lnTo>
                    <a:pt x="799" y="2109"/>
                  </a:lnTo>
                  <a:lnTo>
                    <a:pt x="324" y="2470"/>
                  </a:lnTo>
                  <a:lnTo>
                    <a:pt x="191" y="2621"/>
                  </a:lnTo>
                  <a:lnTo>
                    <a:pt x="96" y="2773"/>
                  </a:lnTo>
                  <a:lnTo>
                    <a:pt x="39" y="2944"/>
                  </a:lnTo>
                  <a:lnTo>
                    <a:pt x="1" y="3115"/>
                  </a:lnTo>
                  <a:lnTo>
                    <a:pt x="1" y="3286"/>
                  </a:lnTo>
                  <a:lnTo>
                    <a:pt x="39" y="3476"/>
                  </a:lnTo>
                  <a:lnTo>
                    <a:pt x="115" y="3647"/>
                  </a:lnTo>
                  <a:lnTo>
                    <a:pt x="229" y="3799"/>
                  </a:lnTo>
                  <a:lnTo>
                    <a:pt x="286" y="3875"/>
                  </a:lnTo>
                  <a:lnTo>
                    <a:pt x="381" y="3932"/>
                  </a:lnTo>
                  <a:lnTo>
                    <a:pt x="552" y="4046"/>
                  </a:lnTo>
                  <a:lnTo>
                    <a:pt x="742" y="4103"/>
                  </a:lnTo>
                  <a:lnTo>
                    <a:pt x="931" y="4122"/>
                  </a:lnTo>
                  <a:lnTo>
                    <a:pt x="1083" y="4103"/>
                  </a:lnTo>
                  <a:lnTo>
                    <a:pt x="1254" y="4065"/>
                  </a:lnTo>
                  <a:lnTo>
                    <a:pt x="1406" y="4008"/>
                  </a:lnTo>
                  <a:lnTo>
                    <a:pt x="1539" y="3894"/>
                  </a:lnTo>
                  <a:lnTo>
                    <a:pt x="1938" y="3571"/>
                  </a:lnTo>
                  <a:lnTo>
                    <a:pt x="2337" y="3286"/>
                  </a:lnTo>
                  <a:lnTo>
                    <a:pt x="2755" y="3020"/>
                  </a:lnTo>
                  <a:lnTo>
                    <a:pt x="3192" y="2773"/>
                  </a:lnTo>
                  <a:lnTo>
                    <a:pt x="3647" y="2527"/>
                  </a:lnTo>
                  <a:lnTo>
                    <a:pt x="4141" y="2280"/>
                  </a:lnTo>
                  <a:lnTo>
                    <a:pt x="4673" y="2052"/>
                  </a:lnTo>
                  <a:lnTo>
                    <a:pt x="5262" y="1786"/>
                  </a:lnTo>
                  <a:lnTo>
                    <a:pt x="5433" y="1710"/>
                  </a:lnTo>
                  <a:lnTo>
                    <a:pt x="5566" y="1577"/>
                  </a:lnTo>
                  <a:lnTo>
                    <a:pt x="5680" y="1444"/>
                  </a:lnTo>
                  <a:lnTo>
                    <a:pt x="5775" y="1292"/>
                  </a:lnTo>
                  <a:lnTo>
                    <a:pt x="5813" y="1102"/>
                  </a:lnTo>
                  <a:lnTo>
                    <a:pt x="5832" y="931"/>
                  </a:lnTo>
                  <a:lnTo>
                    <a:pt x="5813" y="741"/>
                  </a:lnTo>
                  <a:lnTo>
                    <a:pt x="5756" y="570"/>
                  </a:lnTo>
                  <a:lnTo>
                    <a:pt x="5680" y="399"/>
                  </a:lnTo>
                  <a:lnTo>
                    <a:pt x="5547" y="266"/>
                  </a:lnTo>
                  <a:lnTo>
                    <a:pt x="5414" y="152"/>
                  </a:lnTo>
                  <a:lnTo>
                    <a:pt x="5262" y="57"/>
                  </a:lnTo>
                  <a:lnTo>
                    <a:pt x="5091" y="19"/>
                  </a:lnTo>
                  <a:lnTo>
                    <a:pt x="490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83;p40">
              <a:extLst>
                <a:ext uri="{FF2B5EF4-FFF2-40B4-BE49-F238E27FC236}">
                  <a16:creationId xmlns:a16="http://schemas.microsoft.com/office/drawing/2014/main" id="{93B696B6-D6C2-94BA-AF70-2BE0B4DC9164}"/>
                </a:ext>
              </a:extLst>
            </p:cNvPr>
            <p:cNvSpPr/>
            <p:nvPr/>
          </p:nvSpPr>
          <p:spPr>
            <a:xfrm>
              <a:off x="3800250" y="1692975"/>
              <a:ext cx="231275" cy="449225"/>
            </a:xfrm>
            <a:custGeom>
              <a:avLst/>
              <a:gdLst/>
              <a:ahLst/>
              <a:cxnLst/>
              <a:rect l="l" t="t" r="r" b="b"/>
              <a:pathLst>
                <a:path w="9251" h="17969" extrusionOk="0">
                  <a:moveTo>
                    <a:pt x="343" y="1"/>
                  </a:moveTo>
                  <a:lnTo>
                    <a:pt x="267" y="39"/>
                  </a:lnTo>
                  <a:lnTo>
                    <a:pt x="191" y="77"/>
                  </a:lnTo>
                  <a:lnTo>
                    <a:pt x="115" y="153"/>
                  </a:lnTo>
                  <a:lnTo>
                    <a:pt x="58" y="210"/>
                  </a:lnTo>
                  <a:lnTo>
                    <a:pt x="20" y="305"/>
                  </a:lnTo>
                  <a:lnTo>
                    <a:pt x="1" y="380"/>
                  </a:lnTo>
                  <a:lnTo>
                    <a:pt x="1" y="475"/>
                  </a:lnTo>
                  <a:lnTo>
                    <a:pt x="20" y="551"/>
                  </a:lnTo>
                  <a:lnTo>
                    <a:pt x="58" y="646"/>
                  </a:lnTo>
                  <a:lnTo>
                    <a:pt x="96" y="722"/>
                  </a:lnTo>
                  <a:lnTo>
                    <a:pt x="437" y="1178"/>
                  </a:lnTo>
                  <a:lnTo>
                    <a:pt x="760" y="1653"/>
                  </a:lnTo>
                  <a:lnTo>
                    <a:pt x="1064" y="2109"/>
                  </a:lnTo>
                  <a:lnTo>
                    <a:pt x="1330" y="2584"/>
                  </a:lnTo>
                  <a:lnTo>
                    <a:pt x="1596" y="3040"/>
                  </a:lnTo>
                  <a:lnTo>
                    <a:pt x="1843" y="3495"/>
                  </a:lnTo>
                  <a:lnTo>
                    <a:pt x="2071" y="3970"/>
                  </a:lnTo>
                  <a:lnTo>
                    <a:pt x="2299" y="4426"/>
                  </a:lnTo>
                  <a:lnTo>
                    <a:pt x="2489" y="4882"/>
                  </a:lnTo>
                  <a:lnTo>
                    <a:pt x="2679" y="5338"/>
                  </a:lnTo>
                  <a:lnTo>
                    <a:pt x="2850" y="5794"/>
                  </a:lnTo>
                  <a:lnTo>
                    <a:pt x="3002" y="6230"/>
                  </a:lnTo>
                  <a:lnTo>
                    <a:pt x="3267" y="7123"/>
                  </a:lnTo>
                  <a:lnTo>
                    <a:pt x="3495" y="7997"/>
                  </a:lnTo>
                  <a:lnTo>
                    <a:pt x="3685" y="8851"/>
                  </a:lnTo>
                  <a:lnTo>
                    <a:pt x="3837" y="9687"/>
                  </a:lnTo>
                  <a:lnTo>
                    <a:pt x="3951" y="10504"/>
                  </a:lnTo>
                  <a:lnTo>
                    <a:pt x="4046" y="11282"/>
                  </a:lnTo>
                  <a:lnTo>
                    <a:pt x="4103" y="12042"/>
                  </a:lnTo>
                  <a:lnTo>
                    <a:pt x="4160" y="12764"/>
                  </a:lnTo>
                  <a:lnTo>
                    <a:pt x="4236" y="14112"/>
                  </a:lnTo>
                  <a:lnTo>
                    <a:pt x="4274" y="14910"/>
                  </a:lnTo>
                  <a:lnTo>
                    <a:pt x="4312" y="15613"/>
                  </a:lnTo>
                  <a:lnTo>
                    <a:pt x="4388" y="16240"/>
                  </a:lnTo>
                  <a:lnTo>
                    <a:pt x="4426" y="16525"/>
                  </a:lnTo>
                  <a:lnTo>
                    <a:pt x="4483" y="16771"/>
                  </a:lnTo>
                  <a:lnTo>
                    <a:pt x="4521" y="16904"/>
                  </a:lnTo>
                  <a:lnTo>
                    <a:pt x="4578" y="17037"/>
                  </a:lnTo>
                  <a:lnTo>
                    <a:pt x="4635" y="17151"/>
                  </a:lnTo>
                  <a:lnTo>
                    <a:pt x="4711" y="17265"/>
                  </a:lnTo>
                  <a:lnTo>
                    <a:pt x="4806" y="17379"/>
                  </a:lnTo>
                  <a:lnTo>
                    <a:pt x="4882" y="17474"/>
                  </a:lnTo>
                  <a:lnTo>
                    <a:pt x="4996" y="17569"/>
                  </a:lnTo>
                  <a:lnTo>
                    <a:pt x="5091" y="17645"/>
                  </a:lnTo>
                  <a:lnTo>
                    <a:pt x="5338" y="17778"/>
                  </a:lnTo>
                  <a:lnTo>
                    <a:pt x="5604" y="17892"/>
                  </a:lnTo>
                  <a:lnTo>
                    <a:pt x="5888" y="17949"/>
                  </a:lnTo>
                  <a:lnTo>
                    <a:pt x="6192" y="17968"/>
                  </a:lnTo>
                  <a:lnTo>
                    <a:pt x="6382" y="17968"/>
                  </a:lnTo>
                  <a:lnTo>
                    <a:pt x="6572" y="17949"/>
                  </a:lnTo>
                  <a:lnTo>
                    <a:pt x="6838" y="17892"/>
                  </a:lnTo>
                  <a:lnTo>
                    <a:pt x="7104" y="17797"/>
                  </a:lnTo>
                  <a:lnTo>
                    <a:pt x="7370" y="17702"/>
                  </a:lnTo>
                  <a:lnTo>
                    <a:pt x="7617" y="17550"/>
                  </a:lnTo>
                  <a:lnTo>
                    <a:pt x="7864" y="17398"/>
                  </a:lnTo>
                  <a:lnTo>
                    <a:pt x="8092" y="17189"/>
                  </a:lnTo>
                  <a:lnTo>
                    <a:pt x="8301" y="16980"/>
                  </a:lnTo>
                  <a:lnTo>
                    <a:pt x="8510" y="16733"/>
                  </a:lnTo>
                  <a:lnTo>
                    <a:pt x="8680" y="16449"/>
                  </a:lnTo>
                  <a:lnTo>
                    <a:pt x="8851" y="16145"/>
                  </a:lnTo>
                  <a:lnTo>
                    <a:pt x="8984" y="15803"/>
                  </a:lnTo>
                  <a:lnTo>
                    <a:pt x="9079" y="15442"/>
                  </a:lnTo>
                  <a:lnTo>
                    <a:pt x="9174" y="15062"/>
                  </a:lnTo>
                  <a:lnTo>
                    <a:pt x="9231" y="14644"/>
                  </a:lnTo>
                  <a:lnTo>
                    <a:pt x="9250" y="14188"/>
                  </a:lnTo>
                  <a:lnTo>
                    <a:pt x="9231" y="13714"/>
                  </a:lnTo>
                  <a:lnTo>
                    <a:pt x="9212" y="13619"/>
                  </a:lnTo>
                  <a:lnTo>
                    <a:pt x="9193" y="13543"/>
                  </a:lnTo>
                  <a:lnTo>
                    <a:pt x="9136" y="13467"/>
                  </a:lnTo>
                  <a:lnTo>
                    <a:pt x="9079" y="13391"/>
                  </a:lnTo>
                  <a:lnTo>
                    <a:pt x="9003" y="13353"/>
                  </a:lnTo>
                  <a:lnTo>
                    <a:pt x="8927" y="13315"/>
                  </a:lnTo>
                  <a:lnTo>
                    <a:pt x="8832" y="13296"/>
                  </a:lnTo>
                  <a:lnTo>
                    <a:pt x="8756" y="13277"/>
                  </a:lnTo>
                  <a:lnTo>
                    <a:pt x="8661" y="13296"/>
                  </a:lnTo>
                  <a:lnTo>
                    <a:pt x="8567" y="13334"/>
                  </a:lnTo>
                  <a:lnTo>
                    <a:pt x="8491" y="13372"/>
                  </a:lnTo>
                  <a:lnTo>
                    <a:pt x="8434" y="13429"/>
                  </a:lnTo>
                  <a:lnTo>
                    <a:pt x="8377" y="13505"/>
                  </a:lnTo>
                  <a:lnTo>
                    <a:pt x="8339" y="13581"/>
                  </a:lnTo>
                  <a:lnTo>
                    <a:pt x="8320" y="13676"/>
                  </a:lnTo>
                  <a:lnTo>
                    <a:pt x="8320" y="13771"/>
                  </a:lnTo>
                  <a:lnTo>
                    <a:pt x="8339" y="14131"/>
                  </a:lnTo>
                  <a:lnTo>
                    <a:pt x="8320" y="14492"/>
                  </a:lnTo>
                  <a:lnTo>
                    <a:pt x="8282" y="14815"/>
                  </a:lnTo>
                  <a:lnTo>
                    <a:pt x="8225" y="15119"/>
                  </a:lnTo>
                  <a:lnTo>
                    <a:pt x="8149" y="15404"/>
                  </a:lnTo>
                  <a:lnTo>
                    <a:pt x="8054" y="15651"/>
                  </a:lnTo>
                  <a:lnTo>
                    <a:pt x="7940" y="15898"/>
                  </a:lnTo>
                  <a:lnTo>
                    <a:pt x="7807" y="16107"/>
                  </a:lnTo>
                  <a:lnTo>
                    <a:pt x="7674" y="16297"/>
                  </a:lnTo>
                  <a:lnTo>
                    <a:pt x="7522" y="16468"/>
                  </a:lnTo>
                  <a:lnTo>
                    <a:pt x="7351" y="16620"/>
                  </a:lnTo>
                  <a:lnTo>
                    <a:pt x="7180" y="16752"/>
                  </a:lnTo>
                  <a:lnTo>
                    <a:pt x="7009" y="16847"/>
                  </a:lnTo>
                  <a:lnTo>
                    <a:pt x="6819" y="16942"/>
                  </a:lnTo>
                  <a:lnTo>
                    <a:pt x="6629" y="16999"/>
                  </a:lnTo>
                  <a:lnTo>
                    <a:pt x="6439" y="17037"/>
                  </a:lnTo>
                  <a:lnTo>
                    <a:pt x="6268" y="17056"/>
                  </a:lnTo>
                  <a:lnTo>
                    <a:pt x="6097" y="17056"/>
                  </a:lnTo>
                  <a:lnTo>
                    <a:pt x="5945" y="17018"/>
                  </a:lnTo>
                  <a:lnTo>
                    <a:pt x="5794" y="16980"/>
                  </a:lnTo>
                  <a:lnTo>
                    <a:pt x="5642" y="16904"/>
                  </a:lnTo>
                  <a:lnTo>
                    <a:pt x="5528" y="16809"/>
                  </a:lnTo>
                  <a:lnTo>
                    <a:pt x="5433" y="16695"/>
                  </a:lnTo>
                  <a:lnTo>
                    <a:pt x="5376" y="16544"/>
                  </a:lnTo>
                  <a:lnTo>
                    <a:pt x="5319" y="16316"/>
                  </a:lnTo>
                  <a:lnTo>
                    <a:pt x="5281" y="16069"/>
                  </a:lnTo>
                  <a:lnTo>
                    <a:pt x="5224" y="15480"/>
                  </a:lnTo>
                  <a:lnTo>
                    <a:pt x="5186" y="14815"/>
                  </a:lnTo>
                  <a:lnTo>
                    <a:pt x="5148" y="14074"/>
                  </a:lnTo>
                  <a:lnTo>
                    <a:pt x="5072" y="12745"/>
                  </a:lnTo>
                  <a:lnTo>
                    <a:pt x="5015" y="12004"/>
                  </a:lnTo>
                  <a:lnTo>
                    <a:pt x="4958" y="11244"/>
                  </a:lnTo>
                  <a:lnTo>
                    <a:pt x="4863" y="10428"/>
                  </a:lnTo>
                  <a:lnTo>
                    <a:pt x="4730" y="9592"/>
                  </a:lnTo>
                  <a:lnTo>
                    <a:pt x="4578" y="8718"/>
                  </a:lnTo>
                  <a:lnTo>
                    <a:pt x="4388" y="7826"/>
                  </a:lnTo>
                  <a:lnTo>
                    <a:pt x="4141" y="6914"/>
                  </a:lnTo>
                  <a:lnTo>
                    <a:pt x="3856" y="5964"/>
                  </a:lnTo>
                  <a:lnTo>
                    <a:pt x="3704" y="5490"/>
                  </a:lnTo>
                  <a:lnTo>
                    <a:pt x="3514" y="5015"/>
                  </a:lnTo>
                  <a:lnTo>
                    <a:pt x="3324" y="4540"/>
                  </a:lnTo>
                  <a:lnTo>
                    <a:pt x="3116" y="4065"/>
                  </a:lnTo>
                  <a:lnTo>
                    <a:pt x="2907" y="3571"/>
                  </a:lnTo>
                  <a:lnTo>
                    <a:pt x="2660" y="3096"/>
                  </a:lnTo>
                  <a:lnTo>
                    <a:pt x="2394" y="2603"/>
                  </a:lnTo>
                  <a:lnTo>
                    <a:pt x="2128" y="2109"/>
                  </a:lnTo>
                  <a:lnTo>
                    <a:pt x="1824" y="1634"/>
                  </a:lnTo>
                  <a:lnTo>
                    <a:pt x="1520" y="1140"/>
                  </a:lnTo>
                  <a:lnTo>
                    <a:pt x="1178" y="665"/>
                  </a:lnTo>
                  <a:lnTo>
                    <a:pt x="817" y="172"/>
                  </a:lnTo>
                  <a:lnTo>
                    <a:pt x="760" y="96"/>
                  </a:lnTo>
                  <a:lnTo>
                    <a:pt x="684" y="58"/>
                  </a:lnTo>
                  <a:lnTo>
                    <a:pt x="608" y="20"/>
                  </a:lnTo>
                  <a:lnTo>
                    <a:pt x="532" y="1"/>
                  </a:lnTo>
                  <a:close/>
                </a:path>
              </a:pathLst>
            </a:custGeom>
            <a:solidFill>
              <a:srgbClr val="D89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84;p40">
              <a:extLst>
                <a:ext uri="{FF2B5EF4-FFF2-40B4-BE49-F238E27FC236}">
                  <a16:creationId xmlns:a16="http://schemas.microsoft.com/office/drawing/2014/main" id="{33B33713-2892-C71C-C0C0-106DAEAAD0D8}"/>
                </a:ext>
              </a:extLst>
            </p:cNvPr>
            <p:cNvSpPr/>
            <p:nvPr/>
          </p:nvSpPr>
          <p:spPr>
            <a:xfrm>
              <a:off x="3673475" y="4172050"/>
              <a:ext cx="682825" cy="283000"/>
            </a:xfrm>
            <a:custGeom>
              <a:avLst/>
              <a:gdLst/>
              <a:ahLst/>
              <a:cxnLst/>
              <a:rect l="l" t="t" r="r" b="b"/>
              <a:pathLst>
                <a:path w="27313" h="11320" extrusionOk="0">
                  <a:moveTo>
                    <a:pt x="23552" y="0"/>
                  </a:moveTo>
                  <a:lnTo>
                    <a:pt x="22355" y="38"/>
                  </a:lnTo>
                  <a:lnTo>
                    <a:pt x="20779" y="95"/>
                  </a:lnTo>
                  <a:lnTo>
                    <a:pt x="18918" y="209"/>
                  </a:lnTo>
                  <a:lnTo>
                    <a:pt x="16828" y="342"/>
                  </a:lnTo>
                  <a:lnTo>
                    <a:pt x="15727" y="456"/>
                  </a:lnTo>
                  <a:lnTo>
                    <a:pt x="14606" y="570"/>
                  </a:lnTo>
                  <a:lnTo>
                    <a:pt x="13467" y="684"/>
                  </a:lnTo>
                  <a:lnTo>
                    <a:pt x="12308" y="836"/>
                  </a:lnTo>
                  <a:lnTo>
                    <a:pt x="11149" y="1007"/>
                  </a:lnTo>
                  <a:lnTo>
                    <a:pt x="10010" y="1197"/>
                  </a:lnTo>
                  <a:lnTo>
                    <a:pt x="8889" y="1406"/>
                  </a:lnTo>
                  <a:lnTo>
                    <a:pt x="7788" y="1634"/>
                  </a:lnTo>
                  <a:lnTo>
                    <a:pt x="6724" y="1899"/>
                  </a:lnTo>
                  <a:lnTo>
                    <a:pt x="5717" y="2184"/>
                  </a:lnTo>
                  <a:lnTo>
                    <a:pt x="4749" y="2507"/>
                  </a:lnTo>
                  <a:lnTo>
                    <a:pt x="4293" y="2659"/>
                  </a:lnTo>
                  <a:lnTo>
                    <a:pt x="3856" y="2849"/>
                  </a:lnTo>
                  <a:lnTo>
                    <a:pt x="3419" y="3020"/>
                  </a:lnTo>
                  <a:lnTo>
                    <a:pt x="3020" y="3210"/>
                  </a:lnTo>
                  <a:lnTo>
                    <a:pt x="2641" y="3400"/>
                  </a:lnTo>
                  <a:lnTo>
                    <a:pt x="2280" y="3609"/>
                  </a:lnTo>
                  <a:lnTo>
                    <a:pt x="1938" y="3818"/>
                  </a:lnTo>
                  <a:lnTo>
                    <a:pt x="1615" y="4046"/>
                  </a:lnTo>
                  <a:lnTo>
                    <a:pt x="1330" y="4274"/>
                  </a:lnTo>
                  <a:lnTo>
                    <a:pt x="1064" y="4521"/>
                  </a:lnTo>
                  <a:lnTo>
                    <a:pt x="817" y="4767"/>
                  </a:lnTo>
                  <a:lnTo>
                    <a:pt x="608" y="5014"/>
                  </a:lnTo>
                  <a:lnTo>
                    <a:pt x="437" y="5280"/>
                  </a:lnTo>
                  <a:lnTo>
                    <a:pt x="285" y="5546"/>
                  </a:lnTo>
                  <a:lnTo>
                    <a:pt x="152" y="5831"/>
                  </a:lnTo>
                  <a:lnTo>
                    <a:pt x="76" y="6135"/>
                  </a:lnTo>
                  <a:lnTo>
                    <a:pt x="20" y="6420"/>
                  </a:lnTo>
                  <a:lnTo>
                    <a:pt x="1" y="6743"/>
                  </a:lnTo>
                  <a:lnTo>
                    <a:pt x="20" y="7047"/>
                  </a:lnTo>
                  <a:lnTo>
                    <a:pt x="76" y="7350"/>
                  </a:lnTo>
                  <a:lnTo>
                    <a:pt x="171" y="7635"/>
                  </a:lnTo>
                  <a:lnTo>
                    <a:pt x="304" y="7901"/>
                  </a:lnTo>
                  <a:lnTo>
                    <a:pt x="475" y="8148"/>
                  </a:lnTo>
                  <a:lnTo>
                    <a:pt x="684" y="8395"/>
                  </a:lnTo>
                  <a:lnTo>
                    <a:pt x="912" y="8623"/>
                  </a:lnTo>
                  <a:lnTo>
                    <a:pt x="1178" y="8851"/>
                  </a:lnTo>
                  <a:lnTo>
                    <a:pt x="1463" y="9060"/>
                  </a:lnTo>
                  <a:lnTo>
                    <a:pt x="1786" y="9250"/>
                  </a:lnTo>
                  <a:lnTo>
                    <a:pt x="2147" y="9440"/>
                  </a:lnTo>
                  <a:lnTo>
                    <a:pt x="2527" y="9611"/>
                  </a:lnTo>
                  <a:lnTo>
                    <a:pt x="2925" y="9782"/>
                  </a:lnTo>
                  <a:lnTo>
                    <a:pt x="3343" y="9934"/>
                  </a:lnTo>
                  <a:lnTo>
                    <a:pt x="3799" y="10085"/>
                  </a:lnTo>
                  <a:lnTo>
                    <a:pt x="4274" y="10218"/>
                  </a:lnTo>
                  <a:lnTo>
                    <a:pt x="4768" y="10351"/>
                  </a:lnTo>
                  <a:lnTo>
                    <a:pt x="5262" y="10465"/>
                  </a:lnTo>
                  <a:lnTo>
                    <a:pt x="5793" y="10560"/>
                  </a:lnTo>
                  <a:lnTo>
                    <a:pt x="6344" y="10674"/>
                  </a:lnTo>
                  <a:lnTo>
                    <a:pt x="7465" y="10845"/>
                  </a:lnTo>
                  <a:lnTo>
                    <a:pt x="8642" y="10978"/>
                  </a:lnTo>
                  <a:lnTo>
                    <a:pt x="9858" y="11092"/>
                  </a:lnTo>
                  <a:lnTo>
                    <a:pt x="11111" y="11187"/>
                  </a:lnTo>
                  <a:lnTo>
                    <a:pt x="12384" y="11244"/>
                  </a:lnTo>
                  <a:lnTo>
                    <a:pt x="13656" y="11301"/>
                  </a:lnTo>
                  <a:lnTo>
                    <a:pt x="14929" y="11320"/>
                  </a:lnTo>
                  <a:lnTo>
                    <a:pt x="16202" y="11320"/>
                  </a:lnTo>
                  <a:lnTo>
                    <a:pt x="17455" y="11301"/>
                  </a:lnTo>
                  <a:lnTo>
                    <a:pt x="18671" y="11282"/>
                  </a:lnTo>
                  <a:lnTo>
                    <a:pt x="20988" y="11206"/>
                  </a:lnTo>
                  <a:lnTo>
                    <a:pt x="23039" y="11111"/>
                  </a:lnTo>
                  <a:lnTo>
                    <a:pt x="24786" y="10997"/>
                  </a:lnTo>
                  <a:lnTo>
                    <a:pt x="26135" y="10883"/>
                  </a:lnTo>
                  <a:lnTo>
                    <a:pt x="27312" y="10788"/>
                  </a:lnTo>
                  <a:lnTo>
                    <a:pt x="24615" y="0"/>
                  </a:lnTo>
                  <a:close/>
                </a:path>
              </a:pathLst>
            </a:custGeom>
            <a:solidFill>
              <a:srgbClr val="FCCF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85;p40">
              <a:extLst>
                <a:ext uri="{FF2B5EF4-FFF2-40B4-BE49-F238E27FC236}">
                  <a16:creationId xmlns:a16="http://schemas.microsoft.com/office/drawing/2014/main" id="{799FBFC9-7952-1C3E-06CF-3A39E01E40E9}"/>
                </a:ext>
              </a:extLst>
            </p:cNvPr>
            <p:cNvSpPr/>
            <p:nvPr/>
          </p:nvSpPr>
          <p:spPr>
            <a:xfrm>
              <a:off x="4104625" y="1719575"/>
              <a:ext cx="115400" cy="115400"/>
            </a:xfrm>
            <a:custGeom>
              <a:avLst/>
              <a:gdLst/>
              <a:ahLst/>
              <a:cxnLst/>
              <a:rect l="l" t="t" r="r" b="b"/>
              <a:pathLst>
                <a:path w="4616" h="4616" extrusionOk="0">
                  <a:moveTo>
                    <a:pt x="2317" y="0"/>
                  </a:moveTo>
                  <a:lnTo>
                    <a:pt x="2070" y="19"/>
                  </a:lnTo>
                  <a:lnTo>
                    <a:pt x="1843" y="57"/>
                  </a:lnTo>
                  <a:lnTo>
                    <a:pt x="1634" y="114"/>
                  </a:lnTo>
                  <a:lnTo>
                    <a:pt x="1406" y="190"/>
                  </a:lnTo>
                  <a:lnTo>
                    <a:pt x="1216" y="285"/>
                  </a:lnTo>
                  <a:lnTo>
                    <a:pt x="1026" y="399"/>
                  </a:lnTo>
                  <a:lnTo>
                    <a:pt x="836" y="532"/>
                  </a:lnTo>
                  <a:lnTo>
                    <a:pt x="684" y="684"/>
                  </a:lnTo>
                  <a:lnTo>
                    <a:pt x="532" y="836"/>
                  </a:lnTo>
                  <a:lnTo>
                    <a:pt x="399" y="1026"/>
                  </a:lnTo>
                  <a:lnTo>
                    <a:pt x="285" y="1216"/>
                  </a:lnTo>
                  <a:lnTo>
                    <a:pt x="190" y="1406"/>
                  </a:lnTo>
                  <a:lnTo>
                    <a:pt x="114" y="1615"/>
                  </a:lnTo>
                  <a:lnTo>
                    <a:pt x="57" y="1843"/>
                  </a:lnTo>
                  <a:lnTo>
                    <a:pt x="19" y="2070"/>
                  </a:lnTo>
                  <a:lnTo>
                    <a:pt x="0" y="2298"/>
                  </a:lnTo>
                  <a:lnTo>
                    <a:pt x="19" y="2545"/>
                  </a:lnTo>
                  <a:lnTo>
                    <a:pt x="57" y="2773"/>
                  </a:lnTo>
                  <a:lnTo>
                    <a:pt x="114" y="3001"/>
                  </a:lnTo>
                  <a:lnTo>
                    <a:pt x="190" y="3210"/>
                  </a:lnTo>
                  <a:lnTo>
                    <a:pt x="285" y="3400"/>
                  </a:lnTo>
                  <a:lnTo>
                    <a:pt x="399" y="3590"/>
                  </a:lnTo>
                  <a:lnTo>
                    <a:pt x="532" y="3780"/>
                  </a:lnTo>
                  <a:lnTo>
                    <a:pt x="684" y="3932"/>
                  </a:lnTo>
                  <a:lnTo>
                    <a:pt x="836" y="4084"/>
                  </a:lnTo>
                  <a:lnTo>
                    <a:pt x="1026" y="4217"/>
                  </a:lnTo>
                  <a:lnTo>
                    <a:pt x="1216" y="4331"/>
                  </a:lnTo>
                  <a:lnTo>
                    <a:pt x="1406" y="4426"/>
                  </a:lnTo>
                  <a:lnTo>
                    <a:pt x="1634" y="4502"/>
                  </a:lnTo>
                  <a:lnTo>
                    <a:pt x="1843" y="4559"/>
                  </a:lnTo>
                  <a:lnTo>
                    <a:pt x="2070" y="4597"/>
                  </a:lnTo>
                  <a:lnTo>
                    <a:pt x="2317" y="4616"/>
                  </a:lnTo>
                  <a:lnTo>
                    <a:pt x="2545" y="4597"/>
                  </a:lnTo>
                  <a:lnTo>
                    <a:pt x="2773" y="4559"/>
                  </a:lnTo>
                  <a:lnTo>
                    <a:pt x="3001" y="4502"/>
                  </a:lnTo>
                  <a:lnTo>
                    <a:pt x="3210" y="4426"/>
                  </a:lnTo>
                  <a:lnTo>
                    <a:pt x="3400" y="4331"/>
                  </a:lnTo>
                  <a:lnTo>
                    <a:pt x="3590" y="4217"/>
                  </a:lnTo>
                  <a:lnTo>
                    <a:pt x="3780" y="4084"/>
                  </a:lnTo>
                  <a:lnTo>
                    <a:pt x="3932" y="3932"/>
                  </a:lnTo>
                  <a:lnTo>
                    <a:pt x="4084" y="3780"/>
                  </a:lnTo>
                  <a:lnTo>
                    <a:pt x="4217" y="3590"/>
                  </a:lnTo>
                  <a:lnTo>
                    <a:pt x="4331" y="3400"/>
                  </a:lnTo>
                  <a:lnTo>
                    <a:pt x="4426" y="3210"/>
                  </a:lnTo>
                  <a:lnTo>
                    <a:pt x="4502" y="3001"/>
                  </a:lnTo>
                  <a:lnTo>
                    <a:pt x="4559" y="2773"/>
                  </a:lnTo>
                  <a:lnTo>
                    <a:pt x="4596" y="2545"/>
                  </a:lnTo>
                  <a:lnTo>
                    <a:pt x="4615" y="2298"/>
                  </a:lnTo>
                  <a:lnTo>
                    <a:pt x="4596" y="2070"/>
                  </a:lnTo>
                  <a:lnTo>
                    <a:pt x="4559" y="1843"/>
                  </a:lnTo>
                  <a:lnTo>
                    <a:pt x="4502" y="1615"/>
                  </a:lnTo>
                  <a:lnTo>
                    <a:pt x="4426" y="1406"/>
                  </a:lnTo>
                  <a:lnTo>
                    <a:pt x="4331" y="1216"/>
                  </a:lnTo>
                  <a:lnTo>
                    <a:pt x="4217" y="1026"/>
                  </a:lnTo>
                  <a:lnTo>
                    <a:pt x="4084" y="836"/>
                  </a:lnTo>
                  <a:lnTo>
                    <a:pt x="3932" y="684"/>
                  </a:lnTo>
                  <a:lnTo>
                    <a:pt x="3780" y="532"/>
                  </a:lnTo>
                  <a:lnTo>
                    <a:pt x="3590" y="399"/>
                  </a:lnTo>
                  <a:lnTo>
                    <a:pt x="3400" y="285"/>
                  </a:lnTo>
                  <a:lnTo>
                    <a:pt x="3210" y="190"/>
                  </a:lnTo>
                  <a:lnTo>
                    <a:pt x="3001" y="114"/>
                  </a:lnTo>
                  <a:lnTo>
                    <a:pt x="2773" y="57"/>
                  </a:lnTo>
                  <a:lnTo>
                    <a:pt x="2545" y="19"/>
                  </a:lnTo>
                  <a:lnTo>
                    <a:pt x="23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86;p40">
              <a:extLst>
                <a:ext uri="{FF2B5EF4-FFF2-40B4-BE49-F238E27FC236}">
                  <a16:creationId xmlns:a16="http://schemas.microsoft.com/office/drawing/2014/main" id="{DFC5C901-BC71-57FE-2B49-412FE0C2FC09}"/>
                </a:ext>
              </a:extLst>
            </p:cNvPr>
            <p:cNvSpPr/>
            <p:nvPr/>
          </p:nvSpPr>
          <p:spPr>
            <a:xfrm>
              <a:off x="3684400" y="1873400"/>
              <a:ext cx="106850" cy="106875"/>
            </a:xfrm>
            <a:custGeom>
              <a:avLst/>
              <a:gdLst/>
              <a:ahLst/>
              <a:cxnLst/>
              <a:rect l="l" t="t" r="r" b="b"/>
              <a:pathLst>
                <a:path w="4274" h="4275" extrusionOk="0">
                  <a:moveTo>
                    <a:pt x="2128" y="1"/>
                  </a:moveTo>
                  <a:lnTo>
                    <a:pt x="1919" y="20"/>
                  </a:lnTo>
                  <a:lnTo>
                    <a:pt x="1710" y="39"/>
                  </a:lnTo>
                  <a:lnTo>
                    <a:pt x="1501" y="96"/>
                  </a:lnTo>
                  <a:lnTo>
                    <a:pt x="1311" y="172"/>
                  </a:lnTo>
                  <a:lnTo>
                    <a:pt x="1121" y="267"/>
                  </a:lnTo>
                  <a:lnTo>
                    <a:pt x="931" y="362"/>
                  </a:lnTo>
                  <a:lnTo>
                    <a:pt x="779" y="495"/>
                  </a:lnTo>
                  <a:lnTo>
                    <a:pt x="627" y="628"/>
                  </a:lnTo>
                  <a:lnTo>
                    <a:pt x="475" y="780"/>
                  </a:lnTo>
                  <a:lnTo>
                    <a:pt x="361" y="951"/>
                  </a:lnTo>
                  <a:lnTo>
                    <a:pt x="247" y="1122"/>
                  </a:lnTo>
                  <a:lnTo>
                    <a:pt x="171" y="1311"/>
                  </a:lnTo>
                  <a:lnTo>
                    <a:pt x="95" y="1501"/>
                  </a:lnTo>
                  <a:lnTo>
                    <a:pt x="38" y="1710"/>
                  </a:lnTo>
                  <a:lnTo>
                    <a:pt x="0" y="1919"/>
                  </a:lnTo>
                  <a:lnTo>
                    <a:pt x="0" y="2147"/>
                  </a:lnTo>
                  <a:lnTo>
                    <a:pt x="0" y="2356"/>
                  </a:lnTo>
                  <a:lnTo>
                    <a:pt x="38" y="2565"/>
                  </a:lnTo>
                  <a:lnTo>
                    <a:pt x="95" y="2774"/>
                  </a:lnTo>
                  <a:lnTo>
                    <a:pt x="171" y="2983"/>
                  </a:lnTo>
                  <a:lnTo>
                    <a:pt x="247" y="3154"/>
                  </a:lnTo>
                  <a:lnTo>
                    <a:pt x="361" y="3344"/>
                  </a:lnTo>
                  <a:lnTo>
                    <a:pt x="475" y="3496"/>
                  </a:lnTo>
                  <a:lnTo>
                    <a:pt x="627" y="3648"/>
                  </a:lnTo>
                  <a:lnTo>
                    <a:pt x="779" y="3800"/>
                  </a:lnTo>
                  <a:lnTo>
                    <a:pt x="931" y="3914"/>
                  </a:lnTo>
                  <a:lnTo>
                    <a:pt x="1121" y="4027"/>
                  </a:lnTo>
                  <a:lnTo>
                    <a:pt x="1311" y="4122"/>
                  </a:lnTo>
                  <a:lnTo>
                    <a:pt x="1501" y="4179"/>
                  </a:lnTo>
                  <a:lnTo>
                    <a:pt x="1710" y="4236"/>
                  </a:lnTo>
                  <a:lnTo>
                    <a:pt x="1919" y="4274"/>
                  </a:lnTo>
                  <a:lnTo>
                    <a:pt x="2355" y="4274"/>
                  </a:lnTo>
                  <a:lnTo>
                    <a:pt x="2564" y="4236"/>
                  </a:lnTo>
                  <a:lnTo>
                    <a:pt x="2773" y="4179"/>
                  </a:lnTo>
                  <a:lnTo>
                    <a:pt x="2963" y="4122"/>
                  </a:lnTo>
                  <a:lnTo>
                    <a:pt x="3153" y="4027"/>
                  </a:lnTo>
                  <a:lnTo>
                    <a:pt x="3324" y="3914"/>
                  </a:lnTo>
                  <a:lnTo>
                    <a:pt x="3495" y="3800"/>
                  </a:lnTo>
                  <a:lnTo>
                    <a:pt x="3647" y="3648"/>
                  </a:lnTo>
                  <a:lnTo>
                    <a:pt x="3780" y="3496"/>
                  </a:lnTo>
                  <a:lnTo>
                    <a:pt x="3913" y="3344"/>
                  </a:lnTo>
                  <a:lnTo>
                    <a:pt x="4008" y="3154"/>
                  </a:lnTo>
                  <a:lnTo>
                    <a:pt x="4103" y="2983"/>
                  </a:lnTo>
                  <a:lnTo>
                    <a:pt x="4179" y="2774"/>
                  </a:lnTo>
                  <a:lnTo>
                    <a:pt x="4236" y="2565"/>
                  </a:lnTo>
                  <a:lnTo>
                    <a:pt x="4255" y="2356"/>
                  </a:lnTo>
                  <a:lnTo>
                    <a:pt x="4274" y="2147"/>
                  </a:lnTo>
                  <a:lnTo>
                    <a:pt x="4255" y="1919"/>
                  </a:lnTo>
                  <a:lnTo>
                    <a:pt x="4236" y="1710"/>
                  </a:lnTo>
                  <a:lnTo>
                    <a:pt x="4179" y="1501"/>
                  </a:lnTo>
                  <a:lnTo>
                    <a:pt x="4103" y="1311"/>
                  </a:lnTo>
                  <a:lnTo>
                    <a:pt x="4008" y="1122"/>
                  </a:lnTo>
                  <a:lnTo>
                    <a:pt x="3913" y="951"/>
                  </a:lnTo>
                  <a:lnTo>
                    <a:pt x="3780" y="780"/>
                  </a:lnTo>
                  <a:lnTo>
                    <a:pt x="3647" y="628"/>
                  </a:lnTo>
                  <a:lnTo>
                    <a:pt x="3495" y="495"/>
                  </a:lnTo>
                  <a:lnTo>
                    <a:pt x="3324" y="362"/>
                  </a:lnTo>
                  <a:lnTo>
                    <a:pt x="3153" y="267"/>
                  </a:lnTo>
                  <a:lnTo>
                    <a:pt x="2963" y="172"/>
                  </a:lnTo>
                  <a:lnTo>
                    <a:pt x="2773" y="96"/>
                  </a:lnTo>
                  <a:lnTo>
                    <a:pt x="2564" y="39"/>
                  </a:lnTo>
                  <a:lnTo>
                    <a:pt x="2355" y="20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87;p40">
              <a:extLst>
                <a:ext uri="{FF2B5EF4-FFF2-40B4-BE49-F238E27FC236}">
                  <a16:creationId xmlns:a16="http://schemas.microsoft.com/office/drawing/2014/main" id="{F871BFEE-498B-322A-87E8-9EB0D82CFA8E}"/>
                </a:ext>
              </a:extLst>
            </p:cNvPr>
            <p:cNvSpPr/>
            <p:nvPr/>
          </p:nvSpPr>
          <p:spPr>
            <a:xfrm>
              <a:off x="4345350" y="2706725"/>
              <a:ext cx="1531825" cy="1880350"/>
            </a:xfrm>
            <a:custGeom>
              <a:avLst/>
              <a:gdLst/>
              <a:ahLst/>
              <a:cxnLst/>
              <a:rect l="l" t="t" r="r" b="b"/>
              <a:pathLst>
                <a:path w="61273" h="75214" extrusionOk="0">
                  <a:moveTo>
                    <a:pt x="40361" y="1"/>
                  </a:moveTo>
                  <a:lnTo>
                    <a:pt x="39981" y="20"/>
                  </a:lnTo>
                  <a:lnTo>
                    <a:pt x="39601" y="58"/>
                  </a:lnTo>
                  <a:lnTo>
                    <a:pt x="39221" y="134"/>
                  </a:lnTo>
                  <a:lnTo>
                    <a:pt x="38860" y="229"/>
                  </a:lnTo>
                  <a:lnTo>
                    <a:pt x="38499" y="343"/>
                  </a:lnTo>
                  <a:lnTo>
                    <a:pt x="38120" y="476"/>
                  </a:lnTo>
                  <a:lnTo>
                    <a:pt x="37778" y="627"/>
                  </a:lnTo>
                  <a:lnTo>
                    <a:pt x="37417" y="798"/>
                  </a:lnTo>
                  <a:lnTo>
                    <a:pt x="37056" y="1007"/>
                  </a:lnTo>
                  <a:lnTo>
                    <a:pt x="36714" y="1216"/>
                  </a:lnTo>
                  <a:lnTo>
                    <a:pt x="36391" y="1444"/>
                  </a:lnTo>
                  <a:lnTo>
                    <a:pt x="36049" y="1710"/>
                  </a:lnTo>
                  <a:lnTo>
                    <a:pt x="35727" y="1976"/>
                  </a:lnTo>
                  <a:lnTo>
                    <a:pt x="35423" y="2261"/>
                  </a:lnTo>
                  <a:lnTo>
                    <a:pt x="35119" y="2565"/>
                  </a:lnTo>
                  <a:lnTo>
                    <a:pt x="34815" y="2888"/>
                  </a:lnTo>
                  <a:lnTo>
                    <a:pt x="34530" y="3230"/>
                  </a:lnTo>
                  <a:lnTo>
                    <a:pt x="34264" y="3590"/>
                  </a:lnTo>
                  <a:lnTo>
                    <a:pt x="33998" y="3970"/>
                  </a:lnTo>
                  <a:lnTo>
                    <a:pt x="33751" y="4350"/>
                  </a:lnTo>
                  <a:lnTo>
                    <a:pt x="33523" y="4749"/>
                  </a:lnTo>
                  <a:lnTo>
                    <a:pt x="33295" y="5148"/>
                  </a:lnTo>
                  <a:lnTo>
                    <a:pt x="33086" y="5585"/>
                  </a:lnTo>
                  <a:lnTo>
                    <a:pt x="32897" y="6022"/>
                  </a:lnTo>
                  <a:lnTo>
                    <a:pt x="32707" y="6458"/>
                  </a:lnTo>
                  <a:lnTo>
                    <a:pt x="32555" y="6914"/>
                  </a:lnTo>
                  <a:lnTo>
                    <a:pt x="32403" y="7389"/>
                  </a:lnTo>
                  <a:lnTo>
                    <a:pt x="32270" y="7864"/>
                  </a:lnTo>
                  <a:lnTo>
                    <a:pt x="32175" y="8358"/>
                  </a:lnTo>
                  <a:lnTo>
                    <a:pt x="32080" y="8851"/>
                  </a:lnTo>
                  <a:lnTo>
                    <a:pt x="32004" y="9364"/>
                  </a:lnTo>
                  <a:lnTo>
                    <a:pt x="31947" y="9877"/>
                  </a:lnTo>
                  <a:lnTo>
                    <a:pt x="31909" y="10409"/>
                  </a:lnTo>
                  <a:lnTo>
                    <a:pt x="31909" y="10941"/>
                  </a:lnTo>
                  <a:lnTo>
                    <a:pt x="31909" y="11473"/>
                  </a:lnTo>
                  <a:lnTo>
                    <a:pt x="31947" y="12004"/>
                  </a:lnTo>
                  <a:lnTo>
                    <a:pt x="32004" y="12555"/>
                  </a:lnTo>
                  <a:lnTo>
                    <a:pt x="32080" y="13106"/>
                  </a:lnTo>
                  <a:lnTo>
                    <a:pt x="32175" y="13657"/>
                  </a:lnTo>
                  <a:lnTo>
                    <a:pt x="32308" y="14226"/>
                  </a:lnTo>
                  <a:lnTo>
                    <a:pt x="32460" y="14777"/>
                  </a:lnTo>
                  <a:lnTo>
                    <a:pt x="32631" y="15347"/>
                  </a:lnTo>
                  <a:lnTo>
                    <a:pt x="32840" y="15917"/>
                  </a:lnTo>
                  <a:lnTo>
                    <a:pt x="33067" y="16487"/>
                  </a:lnTo>
                  <a:lnTo>
                    <a:pt x="33333" y="17056"/>
                  </a:lnTo>
                  <a:lnTo>
                    <a:pt x="33618" y="17607"/>
                  </a:lnTo>
                  <a:lnTo>
                    <a:pt x="33922" y="18177"/>
                  </a:lnTo>
                  <a:lnTo>
                    <a:pt x="34283" y="18747"/>
                  </a:lnTo>
                  <a:lnTo>
                    <a:pt x="34834" y="19696"/>
                  </a:lnTo>
                  <a:lnTo>
                    <a:pt x="35404" y="20703"/>
                  </a:lnTo>
                  <a:lnTo>
                    <a:pt x="35973" y="21767"/>
                  </a:lnTo>
                  <a:lnTo>
                    <a:pt x="36543" y="22868"/>
                  </a:lnTo>
                  <a:lnTo>
                    <a:pt x="37113" y="24008"/>
                  </a:lnTo>
                  <a:lnTo>
                    <a:pt x="37664" y="25185"/>
                  </a:lnTo>
                  <a:lnTo>
                    <a:pt x="38196" y="26382"/>
                  </a:lnTo>
                  <a:lnTo>
                    <a:pt x="38746" y="27617"/>
                  </a:lnTo>
                  <a:lnTo>
                    <a:pt x="39259" y="28889"/>
                  </a:lnTo>
                  <a:lnTo>
                    <a:pt x="39772" y="30162"/>
                  </a:lnTo>
                  <a:lnTo>
                    <a:pt x="40266" y="31453"/>
                  </a:lnTo>
                  <a:lnTo>
                    <a:pt x="40760" y="32764"/>
                  </a:lnTo>
                  <a:lnTo>
                    <a:pt x="41215" y="34055"/>
                  </a:lnTo>
                  <a:lnTo>
                    <a:pt x="41652" y="35366"/>
                  </a:lnTo>
                  <a:lnTo>
                    <a:pt x="42070" y="36676"/>
                  </a:lnTo>
                  <a:lnTo>
                    <a:pt x="42450" y="37968"/>
                  </a:lnTo>
                  <a:lnTo>
                    <a:pt x="42830" y="39259"/>
                  </a:lnTo>
                  <a:lnTo>
                    <a:pt x="43172" y="40532"/>
                  </a:lnTo>
                  <a:lnTo>
                    <a:pt x="43476" y="41785"/>
                  </a:lnTo>
                  <a:lnTo>
                    <a:pt x="43742" y="43001"/>
                  </a:lnTo>
                  <a:lnTo>
                    <a:pt x="43988" y="44197"/>
                  </a:lnTo>
                  <a:lnTo>
                    <a:pt x="44197" y="45356"/>
                  </a:lnTo>
                  <a:lnTo>
                    <a:pt x="44368" y="46477"/>
                  </a:lnTo>
                  <a:lnTo>
                    <a:pt x="44520" y="47540"/>
                  </a:lnTo>
                  <a:lnTo>
                    <a:pt x="44615" y="48566"/>
                  </a:lnTo>
                  <a:lnTo>
                    <a:pt x="44653" y="49554"/>
                  </a:lnTo>
                  <a:lnTo>
                    <a:pt x="44672" y="50465"/>
                  </a:lnTo>
                  <a:lnTo>
                    <a:pt x="44653" y="50902"/>
                  </a:lnTo>
                  <a:lnTo>
                    <a:pt x="44634" y="51320"/>
                  </a:lnTo>
                  <a:lnTo>
                    <a:pt x="44596" y="51738"/>
                  </a:lnTo>
                  <a:lnTo>
                    <a:pt x="44539" y="52118"/>
                  </a:lnTo>
                  <a:lnTo>
                    <a:pt x="44482" y="52497"/>
                  </a:lnTo>
                  <a:lnTo>
                    <a:pt x="44406" y="52839"/>
                  </a:lnTo>
                  <a:lnTo>
                    <a:pt x="44330" y="53181"/>
                  </a:lnTo>
                  <a:lnTo>
                    <a:pt x="44235" y="53485"/>
                  </a:lnTo>
                  <a:lnTo>
                    <a:pt x="44121" y="53789"/>
                  </a:lnTo>
                  <a:lnTo>
                    <a:pt x="43988" y="54055"/>
                  </a:lnTo>
                  <a:lnTo>
                    <a:pt x="43875" y="54283"/>
                  </a:lnTo>
                  <a:lnTo>
                    <a:pt x="43742" y="54492"/>
                  </a:lnTo>
                  <a:lnTo>
                    <a:pt x="43609" y="54682"/>
                  </a:lnTo>
                  <a:lnTo>
                    <a:pt x="43457" y="54891"/>
                  </a:lnTo>
                  <a:lnTo>
                    <a:pt x="43286" y="55080"/>
                  </a:lnTo>
                  <a:lnTo>
                    <a:pt x="43115" y="55270"/>
                  </a:lnTo>
                  <a:lnTo>
                    <a:pt x="42735" y="55631"/>
                  </a:lnTo>
                  <a:lnTo>
                    <a:pt x="42317" y="55973"/>
                  </a:lnTo>
                  <a:lnTo>
                    <a:pt x="41842" y="56296"/>
                  </a:lnTo>
                  <a:lnTo>
                    <a:pt x="41329" y="56600"/>
                  </a:lnTo>
                  <a:lnTo>
                    <a:pt x="40798" y="56885"/>
                  </a:lnTo>
                  <a:lnTo>
                    <a:pt x="40209" y="57170"/>
                  </a:lnTo>
                  <a:lnTo>
                    <a:pt x="39582" y="57417"/>
                  </a:lnTo>
                  <a:lnTo>
                    <a:pt x="38936" y="57645"/>
                  </a:lnTo>
                  <a:lnTo>
                    <a:pt x="38253" y="57872"/>
                  </a:lnTo>
                  <a:lnTo>
                    <a:pt x="37550" y="58081"/>
                  </a:lnTo>
                  <a:lnTo>
                    <a:pt x="36809" y="58252"/>
                  </a:lnTo>
                  <a:lnTo>
                    <a:pt x="36030" y="58442"/>
                  </a:lnTo>
                  <a:lnTo>
                    <a:pt x="35252" y="58594"/>
                  </a:lnTo>
                  <a:lnTo>
                    <a:pt x="34435" y="58746"/>
                  </a:lnTo>
                  <a:lnTo>
                    <a:pt x="33580" y="58879"/>
                  </a:lnTo>
                  <a:lnTo>
                    <a:pt x="32726" y="58993"/>
                  </a:lnTo>
                  <a:lnTo>
                    <a:pt x="31852" y="59088"/>
                  </a:lnTo>
                  <a:lnTo>
                    <a:pt x="30959" y="59183"/>
                  </a:lnTo>
                  <a:lnTo>
                    <a:pt x="30048" y="59278"/>
                  </a:lnTo>
                  <a:lnTo>
                    <a:pt x="29136" y="59335"/>
                  </a:lnTo>
                  <a:lnTo>
                    <a:pt x="28205" y="59392"/>
                  </a:lnTo>
                  <a:lnTo>
                    <a:pt x="26306" y="59487"/>
                  </a:lnTo>
                  <a:lnTo>
                    <a:pt x="24388" y="59544"/>
                  </a:lnTo>
                  <a:lnTo>
                    <a:pt x="20513" y="59544"/>
                  </a:lnTo>
                  <a:lnTo>
                    <a:pt x="18595" y="59506"/>
                  </a:lnTo>
                  <a:lnTo>
                    <a:pt x="16696" y="59430"/>
                  </a:lnTo>
                  <a:lnTo>
                    <a:pt x="14834" y="59354"/>
                  </a:lnTo>
                  <a:lnTo>
                    <a:pt x="13049" y="59240"/>
                  </a:lnTo>
                  <a:lnTo>
                    <a:pt x="11301" y="59126"/>
                  </a:lnTo>
                  <a:lnTo>
                    <a:pt x="9649" y="59012"/>
                  </a:lnTo>
                  <a:lnTo>
                    <a:pt x="8092" y="58879"/>
                  </a:lnTo>
                  <a:lnTo>
                    <a:pt x="6648" y="58746"/>
                  </a:lnTo>
                  <a:lnTo>
                    <a:pt x="4122" y="58499"/>
                  </a:lnTo>
                  <a:lnTo>
                    <a:pt x="2185" y="58290"/>
                  </a:lnTo>
                  <a:lnTo>
                    <a:pt x="494" y="58081"/>
                  </a:lnTo>
                  <a:lnTo>
                    <a:pt x="456" y="58518"/>
                  </a:lnTo>
                  <a:lnTo>
                    <a:pt x="324" y="59715"/>
                  </a:lnTo>
                  <a:lnTo>
                    <a:pt x="248" y="60531"/>
                  </a:lnTo>
                  <a:lnTo>
                    <a:pt x="172" y="61462"/>
                  </a:lnTo>
                  <a:lnTo>
                    <a:pt x="96" y="62488"/>
                  </a:lnTo>
                  <a:lnTo>
                    <a:pt x="39" y="63570"/>
                  </a:lnTo>
                  <a:lnTo>
                    <a:pt x="1" y="64691"/>
                  </a:lnTo>
                  <a:lnTo>
                    <a:pt x="1" y="65831"/>
                  </a:lnTo>
                  <a:lnTo>
                    <a:pt x="39" y="66951"/>
                  </a:lnTo>
                  <a:lnTo>
                    <a:pt x="77" y="67483"/>
                  </a:lnTo>
                  <a:lnTo>
                    <a:pt x="115" y="68034"/>
                  </a:lnTo>
                  <a:lnTo>
                    <a:pt x="172" y="68547"/>
                  </a:lnTo>
                  <a:lnTo>
                    <a:pt x="229" y="69040"/>
                  </a:lnTo>
                  <a:lnTo>
                    <a:pt x="324" y="69534"/>
                  </a:lnTo>
                  <a:lnTo>
                    <a:pt x="418" y="69990"/>
                  </a:lnTo>
                  <a:lnTo>
                    <a:pt x="532" y="70408"/>
                  </a:lnTo>
                  <a:lnTo>
                    <a:pt x="665" y="70807"/>
                  </a:lnTo>
                  <a:lnTo>
                    <a:pt x="798" y="71168"/>
                  </a:lnTo>
                  <a:lnTo>
                    <a:pt x="969" y="71490"/>
                  </a:lnTo>
                  <a:lnTo>
                    <a:pt x="1083" y="71642"/>
                  </a:lnTo>
                  <a:lnTo>
                    <a:pt x="1254" y="71794"/>
                  </a:lnTo>
                  <a:lnTo>
                    <a:pt x="1501" y="71965"/>
                  </a:lnTo>
                  <a:lnTo>
                    <a:pt x="1786" y="72117"/>
                  </a:lnTo>
                  <a:lnTo>
                    <a:pt x="2128" y="72288"/>
                  </a:lnTo>
                  <a:lnTo>
                    <a:pt x="2527" y="72459"/>
                  </a:lnTo>
                  <a:lnTo>
                    <a:pt x="2964" y="72630"/>
                  </a:lnTo>
                  <a:lnTo>
                    <a:pt x="3457" y="72801"/>
                  </a:lnTo>
                  <a:lnTo>
                    <a:pt x="4008" y="72953"/>
                  </a:lnTo>
                  <a:lnTo>
                    <a:pt x="4597" y="73124"/>
                  </a:lnTo>
                  <a:lnTo>
                    <a:pt x="5224" y="73295"/>
                  </a:lnTo>
                  <a:lnTo>
                    <a:pt x="5907" y="73447"/>
                  </a:lnTo>
                  <a:lnTo>
                    <a:pt x="6610" y="73618"/>
                  </a:lnTo>
                  <a:lnTo>
                    <a:pt x="7370" y="73770"/>
                  </a:lnTo>
                  <a:lnTo>
                    <a:pt x="8168" y="73922"/>
                  </a:lnTo>
                  <a:lnTo>
                    <a:pt x="8984" y="74054"/>
                  </a:lnTo>
                  <a:lnTo>
                    <a:pt x="10751" y="74339"/>
                  </a:lnTo>
                  <a:lnTo>
                    <a:pt x="11662" y="74453"/>
                  </a:lnTo>
                  <a:lnTo>
                    <a:pt x="12612" y="74586"/>
                  </a:lnTo>
                  <a:lnTo>
                    <a:pt x="13600" y="74700"/>
                  </a:lnTo>
                  <a:lnTo>
                    <a:pt x="14606" y="74795"/>
                  </a:lnTo>
                  <a:lnTo>
                    <a:pt x="15632" y="74890"/>
                  </a:lnTo>
                  <a:lnTo>
                    <a:pt x="16677" y="74966"/>
                  </a:lnTo>
                  <a:lnTo>
                    <a:pt x="17759" y="75042"/>
                  </a:lnTo>
                  <a:lnTo>
                    <a:pt x="18842" y="75099"/>
                  </a:lnTo>
                  <a:lnTo>
                    <a:pt x="19962" y="75137"/>
                  </a:lnTo>
                  <a:lnTo>
                    <a:pt x="21083" y="75175"/>
                  </a:lnTo>
                  <a:lnTo>
                    <a:pt x="22222" y="75194"/>
                  </a:lnTo>
                  <a:lnTo>
                    <a:pt x="23362" y="75213"/>
                  </a:lnTo>
                  <a:lnTo>
                    <a:pt x="24521" y="75194"/>
                  </a:lnTo>
                  <a:lnTo>
                    <a:pt x="25698" y="75175"/>
                  </a:lnTo>
                  <a:lnTo>
                    <a:pt x="26876" y="75137"/>
                  </a:lnTo>
                  <a:lnTo>
                    <a:pt x="28053" y="75080"/>
                  </a:lnTo>
                  <a:lnTo>
                    <a:pt x="29231" y="75004"/>
                  </a:lnTo>
                  <a:lnTo>
                    <a:pt x="30427" y="74928"/>
                  </a:lnTo>
                  <a:lnTo>
                    <a:pt x="31624" y="74814"/>
                  </a:lnTo>
                  <a:lnTo>
                    <a:pt x="32802" y="74681"/>
                  </a:lnTo>
                  <a:lnTo>
                    <a:pt x="33979" y="74529"/>
                  </a:lnTo>
                  <a:lnTo>
                    <a:pt x="35157" y="74377"/>
                  </a:lnTo>
                  <a:lnTo>
                    <a:pt x="36334" y="74187"/>
                  </a:lnTo>
                  <a:lnTo>
                    <a:pt x="37493" y="73979"/>
                  </a:lnTo>
                  <a:lnTo>
                    <a:pt x="38651" y="73732"/>
                  </a:lnTo>
                  <a:lnTo>
                    <a:pt x="39791" y="73485"/>
                  </a:lnTo>
                  <a:lnTo>
                    <a:pt x="40931" y="73200"/>
                  </a:lnTo>
                  <a:lnTo>
                    <a:pt x="42051" y="72896"/>
                  </a:lnTo>
                  <a:lnTo>
                    <a:pt x="43153" y="72573"/>
                  </a:lnTo>
                  <a:lnTo>
                    <a:pt x="44235" y="72212"/>
                  </a:lnTo>
                  <a:lnTo>
                    <a:pt x="45299" y="71832"/>
                  </a:lnTo>
                  <a:lnTo>
                    <a:pt x="46325" y="71433"/>
                  </a:lnTo>
                  <a:lnTo>
                    <a:pt x="47350" y="70997"/>
                  </a:lnTo>
                  <a:lnTo>
                    <a:pt x="48338" y="70541"/>
                  </a:lnTo>
                  <a:lnTo>
                    <a:pt x="49307" y="70047"/>
                  </a:lnTo>
                  <a:lnTo>
                    <a:pt x="50237" y="69515"/>
                  </a:lnTo>
                  <a:lnTo>
                    <a:pt x="51149" y="68964"/>
                  </a:lnTo>
                  <a:lnTo>
                    <a:pt x="52023" y="68395"/>
                  </a:lnTo>
                  <a:lnTo>
                    <a:pt x="52459" y="68091"/>
                  </a:lnTo>
                  <a:lnTo>
                    <a:pt x="52877" y="67768"/>
                  </a:lnTo>
                  <a:lnTo>
                    <a:pt x="53276" y="67464"/>
                  </a:lnTo>
                  <a:lnTo>
                    <a:pt x="53675" y="67141"/>
                  </a:lnTo>
                  <a:lnTo>
                    <a:pt x="54074" y="66799"/>
                  </a:lnTo>
                  <a:lnTo>
                    <a:pt x="54454" y="66457"/>
                  </a:lnTo>
                  <a:lnTo>
                    <a:pt x="54833" y="66096"/>
                  </a:lnTo>
                  <a:lnTo>
                    <a:pt x="55194" y="65755"/>
                  </a:lnTo>
                  <a:lnTo>
                    <a:pt x="55536" y="65375"/>
                  </a:lnTo>
                  <a:lnTo>
                    <a:pt x="55878" y="64995"/>
                  </a:lnTo>
                  <a:lnTo>
                    <a:pt x="56220" y="64615"/>
                  </a:lnTo>
                  <a:lnTo>
                    <a:pt x="56543" y="64216"/>
                  </a:lnTo>
                  <a:lnTo>
                    <a:pt x="56847" y="63817"/>
                  </a:lnTo>
                  <a:lnTo>
                    <a:pt x="57151" y="63418"/>
                  </a:lnTo>
                  <a:lnTo>
                    <a:pt x="57436" y="62982"/>
                  </a:lnTo>
                  <a:lnTo>
                    <a:pt x="57720" y="62564"/>
                  </a:lnTo>
                  <a:lnTo>
                    <a:pt x="58005" y="62089"/>
                  </a:lnTo>
                  <a:lnTo>
                    <a:pt x="58271" y="61595"/>
                  </a:lnTo>
                  <a:lnTo>
                    <a:pt x="58518" y="61101"/>
                  </a:lnTo>
                  <a:lnTo>
                    <a:pt x="58765" y="60607"/>
                  </a:lnTo>
                  <a:lnTo>
                    <a:pt x="59012" y="60095"/>
                  </a:lnTo>
                  <a:lnTo>
                    <a:pt x="59221" y="59601"/>
                  </a:lnTo>
                  <a:lnTo>
                    <a:pt x="59430" y="59069"/>
                  </a:lnTo>
                  <a:lnTo>
                    <a:pt x="59620" y="58556"/>
                  </a:lnTo>
                  <a:lnTo>
                    <a:pt x="59810" y="58024"/>
                  </a:lnTo>
                  <a:lnTo>
                    <a:pt x="59981" y="57493"/>
                  </a:lnTo>
                  <a:lnTo>
                    <a:pt x="60152" y="56961"/>
                  </a:lnTo>
                  <a:lnTo>
                    <a:pt x="60284" y="56410"/>
                  </a:lnTo>
                  <a:lnTo>
                    <a:pt x="60436" y="55878"/>
                  </a:lnTo>
                  <a:lnTo>
                    <a:pt x="60550" y="55327"/>
                  </a:lnTo>
                  <a:lnTo>
                    <a:pt x="60664" y="54758"/>
                  </a:lnTo>
                  <a:lnTo>
                    <a:pt x="60778" y="54207"/>
                  </a:lnTo>
                  <a:lnTo>
                    <a:pt x="60949" y="53067"/>
                  </a:lnTo>
                  <a:lnTo>
                    <a:pt x="61082" y="51909"/>
                  </a:lnTo>
                  <a:lnTo>
                    <a:pt x="61177" y="50750"/>
                  </a:lnTo>
                  <a:lnTo>
                    <a:pt x="61253" y="49572"/>
                  </a:lnTo>
                  <a:lnTo>
                    <a:pt x="61272" y="48395"/>
                  </a:lnTo>
                  <a:lnTo>
                    <a:pt x="61253" y="47198"/>
                  </a:lnTo>
                  <a:lnTo>
                    <a:pt x="61196" y="45983"/>
                  </a:lnTo>
                  <a:lnTo>
                    <a:pt x="61120" y="44767"/>
                  </a:lnTo>
                  <a:lnTo>
                    <a:pt x="61006" y="43552"/>
                  </a:lnTo>
                  <a:lnTo>
                    <a:pt x="60873" y="42317"/>
                  </a:lnTo>
                  <a:lnTo>
                    <a:pt x="60702" y="41102"/>
                  </a:lnTo>
                  <a:lnTo>
                    <a:pt x="60493" y="39867"/>
                  </a:lnTo>
                  <a:lnTo>
                    <a:pt x="60284" y="38633"/>
                  </a:lnTo>
                  <a:lnTo>
                    <a:pt x="60038" y="37398"/>
                  </a:lnTo>
                  <a:lnTo>
                    <a:pt x="59753" y="36163"/>
                  </a:lnTo>
                  <a:lnTo>
                    <a:pt x="59468" y="34948"/>
                  </a:lnTo>
                  <a:lnTo>
                    <a:pt x="59145" y="33713"/>
                  </a:lnTo>
                  <a:lnTo>
                    <a:pt x="58822" y="32498"/>
                  </a:lnTo>
                  <a:lnTo>
                    <a:pt x="58480" y="31282"/>
                  </a:lnTo>
                  <a:lnTo>
                    <a:pt x="58100" y="30086"/>
                  </a:lnTo>
                  <a:lnTo>
                    <a:pt x="57720" y="28889"/>
                  </a:lnTo>
                  <a:lnTo>
                    <a:pt x="57341" y="27712"/>
                  </a:lnTo>
                  <a:lnTo>
                    <a:pt x="56923" y="26534"/>
                  </a:lnTo>
                  <a:lnTo>
                    <a:pt x="56505" y="25394"/>
                  </a:lnTo>
                  <a:lnTo>
                    <a:pt x="56087" y="24236"/>
                  </a:lnTo>
                  <a:lnTo>
                    <a:pt x="55650" y="23115"/>
                  </a:lnTo>
                  <a:lnTo>
                    <a:pt x="55213" y="22014"/>
                  </a:lnTo>
                  <a:lnTo>
                    <a:pt x="54777" y="20931"/>
                  </a:lnTo>
                  <a:lnTo>
                    <a:pt x="53884" y="18804"/>
                  </a:lnTo>
                  <a:lnTo>
                    <a:pt x="52972" y="16791"/>
                  </a:lnTo>
                  <a:lnTo>
                    <a:pt x="52098" y="14853"/>
                  </a:lnTo>
                  <a:lnTo>
                    <a:pt x="51225" y="13049"/>
                  </a:lnTo>
                  <a:lnTo>
                    <a:pt x="50370" y="11359"/>
                  </a:lnTo>
                  <a:lnTo>
                    <a:pt x="49572" y="9801"/>
                  </a:lnTo>
                  <a:lnTo>
                    <a:pt x="48832" y="8396"/>
                  </a:lnTo>
                  <a:lnTo>
                    <a:pt x="48148" y="7123"/>
                  </a:lnTo>
                  <a:lnTo>
                    <a:pt x="47540" y="6041"/>
                  </a:lnTo>
                  <a:lnTo>
                    <a:pt x="47008" y="5110"/>
                  </a:lnTo>
                  <a:lnTo>
                    <a:pt x="46268" y="3856"/>
                  </a:lnTo>
                  <a:lnTo>
                    <a:pt x="46002" y="3400"/>
                  </a:lnTo>
                  <a:lnTo>
                    <a:pt x="45698" y="2964"/>
                  </a:lnTo>
                  <a:lnTo>
                    <a:pt x="45375" y="2565"/>
                  </a:lnTo>
                  <a:lnTo>
                    <a:pt x="45052" y="2185"/>
                  </a:lnTo>
                  <a:lnTo>
                    <a:pt x="44710" y="1843"/>
                  </a:lnTo>
                  <a:lnTo>
                    <a:pt x="44368" y="1539"/>
                  </a:lnTo>
                  <a:lnTo>
                    <a:pt x="44026" y="1254"/>
                  </a:lnTo>
                  <a:lnTo>
                    <a:pt x="43685" y="1007"/>
                  </a:lnTo>
                  <a:lnTo>
                    <a:pt x="43324" y="779"/>
                  </a:lnTo>
                  <a:lnTo>
                    <a:pt x="42963" y="590"/>
                  </a:lnTo>
                  <a:lnTo>
                    <a:pt x="42602" y="419"/>
                  </a:lnTo>
                  <a:lnTo>
                    <a:pt x="42222" y="286"/>
                  </a:lnTo>
                  <a:lnTo>
                    <a:pt x="41861" y="172"/>
                  </a:lnTo>
                  <a:lnTo>
                    <a:pt x="41481" y="96"/>
                  </a:lnTo>
                  <a:lnTo>
                    <a:pt x="41102" y="39"/>
                  </a:lnTo>
                  <a:lnTo>
                    <a:pt x="40722" y="1"/>
                  </a:lnTo>
                  <a:close/>
                </a:path>
              </a:pathLst>
            </a:custGeom>
            <a:solidFill>
              <a:srgbClr val="E4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988;p40">
              <a:extLst>
                <a:ext uri="{FF2B5EF4-FFF2-40B4-BE49-F238E27FC236}">
                  <a16:creationId xmlns:a16="http://schemas.microsoft.com/office/drawing/2014/main" id="{73E035D7-B9AD-428F-9086-B7EBF803CAFA}"/>
                </a:ext>
              </a:extLst>
            </p:cNvPr>
            <p:cNvSpPr/>
            <p:nvPr/>
          </p:nvSpPr>
          <p:spPr>
            <a:xfrm>
              <a:off x="2670175" y="4358650"/>
              <a:ext cx="2019450" cy="138675"/>
            </a:xfrm>
            <a:custGeom>
              <a:avLst/>
              <a:gdLst/>
              <a:ahLst/>
              <a:cxnLst/>
              <a:rect l="l" t="t" r="r" b="b"/>
              <a:pathLst>
                <a:path w="80778" h="5547" extrusionOk="0">
                  <a:moveTo>
                    <a:pt x="1406" y="0"/>
                  </a:moveTo>
                  <a:lnTo>
                    <a:pt x="1216" y="19"/>
                  </a:lnTo>
                  <a:lnTo>
                    <a:pt x="1064" y="57"/>
                  </a:lnTo>
                  <a:lnTo>
                    <a:pt x="912" y="133"/>
                  </a:lnTo>
                  <a:lnTo>
                    <a:pt x="779" y="247"/>
                  </a:lnTo>
                  <a:lnTo>
                    <a:pt x="646" y="361"/>
                  </a:lnTo>
                  <a:lnTo>
                    <a:pt x="532" y="513"/>
                  </a:lnTo>
                  <a:lnTo>
                    <a:pt x="418" y="684"/>
                  </a:lnTo>
                  <a:lnTo>
                    <a:pt x="323" y="874"/>
                  </a:lnTo>
                  <a:lnTo>
                    <a:pt x="247" y="1064"/>
                  </a:lnTo>
                  <a:lnTo>
                    <a:pt x="190" y="1292"/>
                  </a:lnTo>
                  <a:lnTo>
                    <a:pt x="133" y="1520"/>
                  </a:lnTo>
                  <a:lnTo>
                    <a:pt x="76" y="1748"/>
                  </a:lnTo>
                  <a:lnTo>
                    <a:pt x="38" y="1995"/>
                  </a:lnTo>
                  <a:lnTo>
                    <a:pt x="19" y="2261"/>
                  </a:lnTo>
                  <a:lnTo>
                    <a:pt x="0" y="2773"/>
                  </a:lnTo>
                  <a:lnTo>
                    <a:pt x="38" y="3286"/>
                  </a:lnTo>
                  <a:lnTo>
                    <a:pt x="57" y="3533"/>
                  </a:lnTo>
                  <a:lnTo>
                    <a:pt x="114" y="3780"/>
                  </a:lnTo>
                  <a:lnTo>
                    <a:pt x="152" y="4027"/>
                  </a:lnTo>
                  <a:lnTo>
                    <a:pt x="228" y="4255"/>
                  </a:lnTo>
                  <a:lnTo>
                    <a:pt x="285" y="4464"/>
                  </a:lnTo>
                  <a:lnTo>
                    <a:pt x="380" y="4673"/>
                  </a:lnTo>
                  <a:lnTo>
                    <a:pt x="475" y="4863"/>
                  </a:lnTo>
                  <a:lnTo>
                    <a:pt x="570" y="5034"/>
                  </a:lnTo>
                  <a:lnTo>
                    <a:pt x="684" y="5186"/>
                  </a:lnTo>
                  <a:lnTo>
                    <a:pt x="798" y="5299"/>
                  </a:lnTo>
                  <a:lnTo>
                    <a:pt x="931" y="5394"/>
                  </a:lnTo>
                  <a:lnTo>
                    <a:pt x="1083" y="5470"/>
                  </a:lnTo>
                  <a:lnTo>
                    <a:pt x="1235" y="5527"/>
                  </a:lnTo>
                  <a:lnTo>
                    <a:pt x="1406" y="5546"/>
                  </a:lnTo>
                  <a:lnTo>
                    <a:pt x="79524" y="5546"/>
                  </a:lnTo>
                  <a:lnTo>
                    <a:pt x="79638" y="5527"/>
                  </a:lnTo>
                  <a:lnTo>
                    <a:pt x="79771" y="5470"/>
                  </a:lnTo>
                  <a:lnTo>
                    <a:pt x="79885" y="5394"/>
                  </a:lnTo>
                  <a:lnTo>
                    <a:pt x="79980" y="5299"/>
                  </a:lnTo>
                  <a:lnTo>
                    <a:pt x="80094" y="5186"/>
                  </a:lnTo>
                  <a:lnTo>
                    <a:pt x="80189" y="5034"/>
                  </a:lnTo>
                  <a:lnTo>
                    <a:pt x="80284" y="4863"/>
                  </a:lnTo>
                  <a:lnTo>
                    <a:pt x="80360" y="4673"/>
                  </a:lnTo>
                  <a:lnTo>
                    <a:pt x="80455" y="4464"/>
                  </a:lnTo>
                  <a:lnTo>
                    <a:pt x="80512" y="4255"/>
                  </a:lnTo>
                  <a:lnTo>
                    <a:pt x="80645" y="3780"/>
                  </a:lnTo>
                  <a:lnTo>
                    <a:pt x="80721" y="3286"/>
                  </a:lnTo>
                  <a:lnTo>
                    <a:pt x="80778" y="2773"/>
                  </a:lnTo>
                  <a:lnTo>
                    <a:pt x="80778" y="2261"/>
                  </a:lnTo>
                  <a:lnTo>
                    <a:pt x="80740" y="1748"/>
                  </a:lnTo>
                  <a:lnTo>
                    <a:pt x="80721" y="1520"/>
                  </a:lnTo>
                  <a:lnTo>
                    <a:pt x="80664" y="1292"/>
                  </a:lnTo>
                  <a:lnTo>
                    <a:pt x="80607" y="1064"/>
                  </a:lnTo>
                  <a:lnTo>
                    <a:pt x="80550" y="874"/>
                  </a:lnTo>
                  <a:lnTo>
                    <a:pt x="80474" y="684"/>
                  </a:lnTo>
                  <a:lnTo>
                    <a:pt x="80379" y="513"/>
                  </a:lnTo>
                  <a:lnTo>
                    <a:pt x="80265" y="361"/>
                  </a:lnTo>
                  <a:lnTo>
                    <a:pt x="80151" y="247"/>
                  </a:lnTo>
                  <a:lnTo>
                    <a:pt x="80018" y="133"/>
                  </a:lnTo>
                  <a:lnTo>
                    <a:pt x="79866" y="57"/>
                  </a:lnTo>
                  <a:lnTo>
                    <a:pt x="79695" y="19"/>
                  </a:lnTo>
                  <a:lnTo>
                    <a:pt x="79524" y="0"/>
                  </a:lnTo>
                  <a:close/>
                </a:path>
              </a:pathLst>
            </a:custGeom>
            <a:solidFill>
              <a:srgbClr val="878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89;p40">
              <a:extLst>
                <a:ext uri="{FF2B5EF4-FFF2-40B4-BE49-F238E27FC236}">
                  <a16:creationId xmlns:a16="http://schemas.microsoft.com/office/drawing/2014/main" id="{9BD3092B-04DE-A4A2-EF7E-04C878496990}"/>
                </a:ext>
              </a:extLst>
            </p:cNvPr>
            <p:cNvSpPr/>
            <p:nvPr/>
          </p:nvSpPr>
          <p:spPr>
            <a:xfrm>
              <a:off x="650725" y="2817375"/>
              <a:ext cx="2790100" cy="1704175"/>
            </a:xfrm>
            <a:custGeom>
              <a:avLst/>
              <a:gdLst/>
              <a:ahLst/>
              <a:cxnLst/>
              <a:rect l="l" t="t" r="r" b="b"/>
              <a:pathLst>
                <a:path w="111604" h="68167" extrusionOk="0">
                  <a:moveTo>
                    <a:pt x="111604" y="66020"/>
                  </a:moveTo>
                  <a:lnTo>
                    <a:pt x="98765" y="8604"/>
                  </a:lnTo>
                  <a:lnTo>
                    <a:pt x="98765" y="8604"/>
                  </a:lnTo>
                  <a:lnTo>
                    <a:pt x="98689" y="8129"/>
                  </a:lnTo>
                  <a:lnTo>
                    <a:pt x="98594" y="7673"/>
                  </a:lnTo>
                  <a:lnTo>
                    <a:pt x="98480" y="7217"/>
                  </a:lnTo>
                  <a:lnTo>
                    <a:pt x="98366" y="6781"/>
                  </a:lnTo>
                  <a:lnTo>
                    <a:pt x="98233" y="6363"/>
                  </a:lnTo>
                  <a:lnTo>
                    <a:pt x="98081" y="5945"/>
                  </a:lnTo>
                  <a:lnTo>
                    <a:pt x="97929" y="5527"/>
                  </a:lnTo>
                  <a:lnTo>
                    <a:pt x="97777" y="5128"/>
                  </a:lnTo>
                  <a:lnTo>
                    <a:pt x="97606" y="4748"/>
                  </a:lnTo>
                  <a:lnTo>
                    <a:pt x="97435" y="4368"/>
                  </a:lnTo>
                  <a:lnTo>
                    <a:pt x="97245" y="4008"/>
                  </a:lnTo>
                  <a:lnTo>
                    <a:pt x="97036" y="3666"/>
                  </a:lnTo>
                  <a:lnTo>
                    <a:pt x="96827" y="3324"/>
                  </a:lnTo>
                  <a:lnTo>
                    <a:pt x="96618" y="3001"/>
                  </a:lnTo>
                  <a:lnTo>
                    <a:pt x="96391" y="2697"/>
                  </a:lnTo>
                  <a:lnTo>
                    <a:pt x="96144" y="2412"/>
                  </a:lnTo>
                  <a:lnTo>
                    <a:pt x="95897" y="2127"/>
                  </a:lnTo>
                  <a:lnTo>
                    <a:pt x="95631" y="1861"/>
                  </a:lnTo>
                  <a:lnTo>
                    <a:pt x="95365" y="1615"/>
                  </a:lnTo>
                  <a:lnTo>
                    <a:pt x="95080" y="1387"/>
                  </a:lnTo>
                  <a:lnTo>
                    <a:pt x="94795" y="1178"/>
                  </a:lnTo>
                  <a:lnTo>
                    <a:pt x="94491" y="969"/>
                  </a:lnTo>
                  <a:lnTo>
                    <a:pt x="94187" y="798"/>
                  </a:lnTo>
                  <a:lnTo>
                    <a:pt x="93864" y="627"/>
                  </a:lnTo>
                  <a:lnTo>
                    <a:pt x="93542" y="494"/>
                  </a:lnTo>
                  <a:lnTo>
                    <a:pt x="93200" y="361"/>
                  </a:lnTo>
                  <a:lnTo>
                    <a:pt x="92858" y="247"/>
                  </a:lnTo>
                  <a:lnTo>
                    <a:pt x="92497" y="152"/>
                  </a:lnTo>
                  <a:lnTo>
                    <a:pt x="92117" y="95"/>
                  </a:lnTo>
                  <a:lnTo>
                    <a:pt x="91737" y="38"/>
                  </a:lnTo>
                  <a:lnTo>
                    <a:pt x="91357" y="0"/>
                  </a:lnTo>
                  <a:lnTo>
                    <a:pt x="90959" y="0"/>
                  </a:lnTo>
                  <a:lnTo>
                    <a:pt x="12289" y="0"/>
                  </a:lnTo>
                  <a:lnTo>
                    <a:pt x="12289" y="0"/>
                  </a:lnTo>
                  <a:lnTo>
                    <a:pt x="11796" y="0"/>
                  </a:lnTo>
                  <a:lnTo>
                    <a:pt x="11283" y="38"/>
                  </a:lnTo>
                  <a:lnTo>
                    <a:pt x="10770" y="95"/>
                  </a:lnTo>
                  <a:lnTo>
                    <a:pt x="10238" y="152"/>
                  </a:lnTo>
                  <a:lnTo>
                    <a:pt x="9725" y="247"/>
                  </a:lnTo>
                  <a:lnTo>
                    <a:pt x="9194" y="361"/>
                  </a:lnTo>
                  <a:lnTo>
                    <a:pt x="8662" y="494"/>
                  </a:lnTo>
                  <a:lnTo>
                    <a:pt x="8130" y="627"/>
                  </a:lnTo>
                  <a:lnTo>
                    <a:pt x="7617" y="798"/>
                  </a:lnTo>
                  <a:lnTo>
                    <a:pt x="7085" y="969"/>
                  </a:lnTo>
                  <a:lnTo>
                    <a:pt x="6573" y="1178"/>
                  </a:lnTo>
                  <a:lnTo>
                    <a:pt x="6079" y="1387"/>
                  </a:lnTo>
                  <a:lnTo>
                    <a:pt x="5585" y="1615"/>
                  </a:lnTo>
                  <a:lnTo>
                    <a:pt x="5091" y="1861"/>
                  </a:lnTo>
                  <a:lnTo>
                    <a:pt x="4616" y="2108"/>
                  </a:lnTo>
                  <a:lnTo>
                    <a:pt x="4160" y="2393"/>
                  </a:lnTo>
                  <a:lnTo>
                    <a:pt x="3705" y="2678"/>
                  </a:lnTo>
                  <a:lnTo>
                    <a:pt x="3287" y="2982"/>
                  </a:lnTo>
                  <a:lnTo>
                    <a:pt x="2869" y="3286"/>
                  </a:lnTo>
                  <a:lnTo>
                    <a:pt x="2489" y="3609"/>
                  </a:lnTo>
                  <a:lnTo>
                    <a:pt x="2128" y="3951"/>
                  </a:lnTo>
                  <a:lnTo>
                    <a:pt x="1786" y="4293"/>
                  </a:lnTo>
                  <a:lnTo>
                    <a:pt x="1463" y="4653"/>
                  </a:lnTo>
                  <a:lnTo>
                    <a:pt x="1179" y="5033"/>
                  </a:lnTo>
                  <a:lnTo>
                    <a:pt x="913" y="5413"/>
                  </a:lnTo>
                  <a:lnTo>
                    <a:pt x="666" y="5812"/>
                  </a:lnTo>
                  <a:lnTo>
                    <a:pt x="476" y="6211"/>
                  </a:lnTo>
                  <a:lnTo>
                    <a:pt x="305" y="6610"/>
                  </a:lnTo>
                  <a:lnTo>
                    <a:pt x="172" y="7028"/>
                  </a:lnTo>
                  <a:lnTo>
                    <a:pt x="77" y="7464"/>
                  </a:lnTo>
                  <a:lnTo>
                    <a:pt x="20" y="7882"/>
                  </a:lnTo>
                  <a:lnTo>
                    <a:pt x="1" y="8338"/>
                  </a:lnTo>
                  <a:lnTo>
                    <a:pt x="16202" y="62107"/>
                  </a:lnTo>
                  <a:lnTo>
                    <a:pt x="16202" y="62107"/>
                  </a:lnTo>
                  <a:lnTo>
                    <a:pt x="16221" y="62202"/>
                  </a:lnTo>
                  <a:lnTo>
                    <a:pt x="16278" y="62316"/>
                  </a:lnTo>
                  <a:lnTo>
                    <a:pt x="16354" y="62430"/>
                  </a:lnTo>
                  <a:lnTo>
                    <a:pt x="16468" y="62544"/>
                  </a:lnTo>
                  <a:lnTo>
                    <a:pt x="16620" y="62658"/>
                  </a:lnTo>
                  <a:lnTo>
                    <a:pt x="16810" y="62753"/>
                  </a:lnTo>
                  <a:lnTo>
                    <a:pt x="17019" y="62867"/>
                  </a:lnTo>
                  <a:lnTo>
                    <a:pt x="17266" y="62981"/>
                  </a:lnTo>
                  <a:lnTo>
                    <a:pt x="17854" y="63190"/>
                  </a:lnTo>
                  <a:lnTo>
                    <a:pt x="18557" y="63399"/>
                  </a:lnTo>
                  <a:lnTo>
                    <a:pt x="19374" y="63608"/>
                  </a:lnTo>
                  <a:lnTo>
                    <a:pt x="20304" y="63817"/>
                  </a:lnTo>
                  <a:lnTo>
                    <a:pt x="21330" y="64026"/>
                  </a:lnTo>
                  <a:lnTo>
                    <a:pt x="22451" y="64234"/>
                  </a:lnTo>
                  <a:lnTo>
                    <a:pt x="23685" y="64424"/>
                  </a:lnTo>
                  <a:lnTo>
                    <a:pt x="24996" y="64633"/>
                  </a:lnTo>
                  <a:lnTo>
                    <a:pt x="26401" y="64823"/>
                  </a:lnTo>
                  <a:lnTo>
                    <a:pt x="27902" y="65013"/>
                  </a:lnTo>
                  <a:lnTo>
                    <a:pt x="29459" y="65203"/>
                  </a:lnTo>
                  <a:lnTo>
                    <a:pt x="31112" y="65374"/>
                  </a:lnTo>
                  <a:lnTo>
                    <a:pt x="34587" y="65735"/>
                  </a:lnTo>
                  <a:lnTo>
                    <a:pt x="38329" y="66058"/>
                  </a:lnTo>
                  <a:lnTo>
                    <a:pt x="42260" y="66381"/>
                  </a:lnTo>
                  <a:lnTo>
                    <a:pt x="46382" y="66666"/>
                  </a:lnTo>
                  <a:lnTo>
                    <a:pt x="50636" y="66950"/>
                  </a:lnTo>
                  <a:lnTo>
                    <a:pt x="55005" y="67197"/>
                  </a:lnTo>
                  <a:lnTo>
                    <a:pt x="59430" y="67425"/>
                  </a:lnTo>
                  <a:lnTo>
                    <a:pt x="63893" y="67615"/>
                  </a:lnTo>
                  <a:lnTo>
                    <a:pt x="68357" y="67786"/>
                  </a:lnTo>
                  <a:lnTo>
                    <a:pt x="72801" y="67919"/>
                  </a:lnTo>
                  <a:lnTo>
                    <a:pt x="77151" y="68033"/>
                  </a:lnTo>
                  <a:lnTo>
                    <a:pt x="81424" y="68109"/>
                  </a:lnTo>
                  <a:lnTo>
                    <a:pt x="85527" y="68166"/>
                  </a:lnTo>
                  <a:lnTo>
                    <a:pt x="89477" y="68166"/>
                  </a:lnTo>
                  <a:lnTo>
                    <a:pt x="93200" y="68147"/>
                  </a:lnTo>
                  <a:lnTo>
                    <a:pt x="96694" y="68071"/>
                  </a:lnTo>
                  <a:lnTo>
                    <a:pt x="98328" y="68033"/>
                  </a:lnTo>
                  <a:lnTo>
                    <a:pt x="99904" y="67976"/>
                  </a:lnTo>
                  <a:lnTo>
                    <a:pt x="101386" y="67900"/>
                  </a:lnTo>
                  <a:lnTo>
                    <a:pt x="102791" y="67824"/>
                  </a:lnTo>
                  <a:lnTo>
                    <a:pt x="104121" y="67748"/>
                  </a:lnTo>
                  <a:lnTo>
                    <a:pt x="105336" y="67634"/>
                  </a:lnTo>
                  <a:lnTo>
                    <a:pt x="106476" y="67539"/>
                  </a:lnTo>
                  <a:lnTo>
                    <a:pt x="107501" y="67406"/>
                  </a:lnTo>
                  <a:lnTo>
                    <a:pt x="108432" y="67273"/>
                  </a:lnTo>
                  <a:lnTo>
                    <a:pt x="109249" y="67140"/>
                  </a:lnTo>
                  <a:lnTo>
                    <a:pt x="109952" y="66988"/>
                  </a:lnTo>
                  <a:lnTo>
                    <a:pt x="110521" y="66818"/>
                  </a:lnTo>
                  <a:lnTo>
                    <a:pt x="110768" y="66723"/>
                  </a:lnTo>
                  <a:lnTo>
                    <a:pt x="110996" y="66628"/>
                  </a:lnTo>
                  <a:lnTo>
                    <a:pt x="111167" y="66533"/>
                  </a:lnTo>
                  <a:lnTo>
                    <a:pt x="111319" y="66438"/>
                  </a:lnTo>
                  <a:lnTo>
                    <a:pt x="111452" y="66343"/>
                  </a:lnTo>
                  <a:lnTo>
                    <a:pt x="111528" y="66248"/>
                  </a:lnTo>
                  <a:lnTo>
                    <a:pt x="111585" y="66134"/>
                  </a:lnTo>
                  <a:lnTo>
                    <a:pt x="111604" y="66020"/>
                  </a:lnTo>
                  <a:lnTo>
                    <a:pt x="111604" y="66020"/>
                  </a:lnTo>
                  <a:close/>
                </a:path>
              </a:pathLst>
            </a:custGeom>
            <a:solidFill>
              <a:srgbClr val="878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90;p40">
              <a:extLst>
                <a:ext uri="{FF2B5EF4-FFF2-40B4-BE49-F238E27FC236}">
                  <a16:creationId xmlns:a16="http://schemas.microsoft.com/office/drawing/2014/main" id="{04F820D4-D498-4B50-EC09-7A44F629B7DF}"/>
                </a:ext>
              </a:extLst>
            </p:cNvPr>
            <p:cNvSpPr/>
            <p:nvPr/>
          </p:nvSpPr>
          <p:spPr>
            <a:xfrm>
              <a:off x="641725" y="2865325"/>
              <a:ext cx="2723625" cy="1668550"/>
            </a:xfrm>
            <a:custGeom>
              <a:avLst/>
              <a:gdLst/>
              <a:ahLst/>
              <a:cxnLst/>
              <a:rect l="l" t="t" r="r" b="b"/>
              <a:pathLst>
                <a:path w="108945" h="66742" extrusionOk="0">
                  <a:moveTo>
                    <a:pt x="108944" y="64007"/>
                  </a:moveTo>
                  <a:lnTo>
                    <a:pt x="96523" y="8604"/>
                  </a:lnTo>
                  <a:lnTo>
                    <a:pt x="96523" y="8604"/>
                  </a:lnTo>
                  <a:lnTo>
                    <a:pt x="96447" y="8186"/>
                  </a:lnTo>
                  <a:lnTo>
                    <a:pt x="96352" y="7750"/>
                  </a:lnTo>
                  <a:lnTo>
                    <a:pt x="96257" y="7332"/>
                  </a:lnTo>
                  <a:lnTo>
                    <a:pt x="96143" y="6933"/>
                  </a:lnTo>
                  <a:lnTo>
                    <a:pt x="96010" y="6515"/>
                  </a:lnTo>
                  <a:lnTo>
                    <a:pt x="95877" y="6116"/>
                  </a:lnTo>
                  <a:lnTo>
                    <a:pt x="95725" y="5717"/>
                  </a:lnTo>
                  <a:lnTo>
                    <a:pt x="95573" y="5337"/>
                  </a:lnTo>
                  <a:lnTo>
                    <a:pt x="95402" y="4958"/>
                  </a:lnTo>
                  <a:lnTo>
                    <a:pt x="95212" y="4597"/>
                  </a:lnTo>
                  <a:lnTo>
                    <a:pt x="95022" y="4236"/>
                  </a:lnTo>
                  <a:lnTo>
                    <a:pt x="94832" y="3875"/>
                  </a:lnTo>
                  <a:lnTo>
                    <a:pt x="94623" y="3533"/>
                  </a:lnTo>
                  <a:lnTo>
                    <a:pt x="94395" y="3210"/>
                  </a:lnTo>
                  <a:lnTo>
                    <a:pt x="94167" y="2887"/>
                  </a:lnTo>
                  <a:lnTo>
                    <a:pt x="93921" y="2583"/>
                  </a:lnTo>
                  <a:lnTo>
                    <a:pt x="93674" y="2299"/>
                  </a:lnTo>
                  <a:lnTo>
                    <a:pt x="93408" y="2033"/>
                  </a:lnTo>
                  <a:lnTo>
                    <a:pt x="93142" y="1767"/>
                  </a:lnTo>
                  <a:lnTo>
                    <a:pt x="92857" y="1520"/>
                  </a:lnTo>
                  <a:lnTo>
                    <a:pt x="92572" y="1292"/>
                  </a:lnTo>
                  <a:lnTo>
                    <a:pt x="92268" y="1064"/>
                  </a:lnTo>
                  <a:lnTo>
                    <a:pt x="91964" y="874"/>
                  </a:lnTo>
                  <a:lnTo>
                    <a:pt x="91641" y="703"/>
                  </a:lnTo>
                  <a:lnTo>
                    <a:pt x="91300" y="532"/>
                  </a:lnTo>
                  <a:lnTo>
                    <a:pt x="90958" y="399"/>
                  </a:lnTo>
                  <a:lnTo>
                    <a:pt x="90616" y="266"/>
                  </a:lnTo>
                  <a:lnTo>
                    <a:pt x="90255" y="171"/>
                  </a:lnTo>
                  <a:lnTo>
                    <a:pt x="89875" y="95"/>
                  </a:lnTo>
                  <a:lnTo>
                    <a:pt x="89495" y="38"/>
                  </a:lnTo>
                  <a:lnTo>
                    <a:pt x="89115" y="0"/>
                  </a:lnTo>
                  <a:lnTo>
                    <a:pt x="88716" y="0"/>
                  </a:lnTo>
                  <a:lnTo>
                    <a:pt x="7863" y="0"/>
                  </a:lnTo>
                  <a:lnTo>
                    <a:pt x="7863" y="0"/>
                  </a:lnTo>
                  <a:lnTo>
                    <a:pt x="7464" y="0"/>
                  </a:lnTo>
                  <a:lnTo>
                    <a:pt x="7065" y="38"/>
                  </a:lnTo>
                  <a:lnTo>
                    <a:pt x="6686" y="76"/>
                  </a:lnTo>
                  <a:lnTo>
                    <a:pt x="6306" y="133"/>
                  </a:lnTo>
                  <a:lnTo>
                    <a:pt x="5926" y="228"/>
                  </a:lnTo>
                  <a:lnTo>
                    <a:pt x="5546" y="323"/>
                  </a:lnTo>
                  <a:lnTo>
                    <a:pt x="5185" y="437"/>
                  </a:lnTo>
                  <a:lnTo>
                    <a:pt x="4824" y="589"/>
                  </a:lnTo>
                  <a:lnTo>
                    <a:pt x="4482" y="741"/>
                  </a:lnTo>
                  <a:lnTo>
                    <a:pt x="4141" y="912"/>
                  </a:lnTo>
                  <a:lnTo>
                    <a:pt x="3818" y="1102"/>
                  </a:lnTo>
                  <a:lnTo>
                    <a:pt x="3495" y="1292"/>
                  </a:lnTo>
                  <a:lnTo>
                    <a:pt x="3191" y="1520"/>
                  </a:lnTo>
                  <a:lnTo>
                    <a:pt x="2887" y="1767"/>
                  </a:lnTo>
                  <a:lnTo>
                    <a:pt x="2602" y="2014"/>
                  </a:lnTo>
                  <a:lnTo>
                    <a:pt x="2336" y="2280"/>
                  </a:lnTo>
                  <a:lnTo>
                    <a:pt x="2070" y="2564"/>
                  </a:lnTo>
                  <a:lnTo>
                    <a:pt x="1823" y="2868"/>
                  </a:lnTo>
                  <a:lnTo>
                    <a:pt x="1595" y="3191"/>
                  </a:lnTo>
                  <a:lnTo>
                    <a:pt x="1368" y="3514"/>
                  </a:lnTo>
                  <a:lnTo>
                    <a:pt x="1159" y="3856"/>
                  </a:lnTo>
                  <a:lnTo>
                    <a:pt x="969" y="4217"/>
                  </a:lnTo>
                  <a:lnTo>
                    <a:pt x="798" y="4597"/>
                  </a:lnTo>
                  <a:lnTo>
                    <a:pt x="627" y="4996"/>
                  </a:lnTo>
                  <a:lnTo>
                    <a:pt x="494" y="5394"/>
                  </a:lnTo>
                  <a:lnTo>
                    <a:pt x="361" y="5812"/>
                  </a:lnTo>
                  <a:lnTo>
                    <a:pt x="266" y="6249"/>
                  </a:lnTo>
                  <a:lnTo>
                    <a:pt x="171" y="6686"/>
                  </a:lnTo>
                  <a:lnTo>
                    <a:pt x="95" y="7142"/>
                  </a:lnTo>
                  <a:lnTo>
                    <a:pt x="57" y="7617"/>
                  </a:lnTo>
                  <a:lnTo>
                    <a:pt x="19" y="8110"/>
                  </a:lnTo>
                  <a:lnTo>
                    <a:pt x="0" y="8604"/>
                  </a:lnTo>
                  <a:lnTo>
                    <a:pt x="13960" y="62089"/>
                  </a:lnTo>
                  <a:lnTo>
                    <a:pt x="13960" y="62089"/>
                  </a:lnTo>
                  <a:lnTo>
                    <a:pt x="13979" y="62203"/>
                  </a:lnTo>
                  <a:lnTo>
                    <a:pt x="14017" y="62316"/>
                  </a:lnTo>
                  <a:lnTo>
                    <a:pt x="14112" y="62430"/>
                  </a:lnTo>
                  <a:lnTo>
                    <a:pt x="14226" y="62525"/>
                  </a:lnTo>
                  <a:lnTo>
                    <a:pt x="14378" y="62639"/>
                  </a:lnTo>
                  <a:lnTo>
                    <a:pt x="14568" y="62734"/>
                  </a:lnTo>
                  <a:lnTo>
                    <a:pt x="14777" y="62848"/>
                  </a:lnTo>
                  <a:lnTo>
                    <a:pt x="15024" y="62943"/>
                  </a:lnTo>
                  <a:lnTo>
                    <a:pt x="15612" y="63152"/>
                  </a:lnTo>
                  <a:lnTo>
                    <a:pt x="16296" y="63342"/>
                  </a:lnTo>
                  <a:lnTo>
                    <a:pt x="17113" y="63551"/>
                  </a:lnTo>
                  <a:lnTo>
                    <a:pt x="18043" y="63741"/>
                  </a:lnTo>
                  <a:lnTo>
                    <a:pt x="19069" y="63912"/>
                  </a:lnTo>
                  <a:lnTo>
                    <a:pt x="20190" y="64102"/>
                  </a:lnTo>
                  <a:lnTo>
                    <a:pt x="21405" y="64273"/>
                  </a:lnTo>
                  <a:lnTo>
                    <a:pt x="22716" y="64444"/>
                  </a:lnTo>
                  <a:lnTo>
                    <a:pt x="24121" y="64596"/>
                  </a:lnTo>
                  <a:lnTo>
                    <a:pt x="25603" y="64767"/>
                  </a:lnTo>
                  <a:lnTo>
                    <a:pt x="27160" y="64919"/>
                  </a:lnTo>
                  <a:lnTo>
                    <a:pt x="28793" y="65051"/>
                  </a:lnTo>
                  <a:lnTo>
                    <a:pt x="32269" y="65336"/>
                  </a:lnTo>
                  <a:lnTo>
                    <a:pt x="35992" y="65583"/>
                  </a:lnTo>
                  <a:lnTo>
                    <a:pt x="39904" y="65830"/>
                  </a:lnTo>
                  <a:lnTo>
                    <a:pt x="44007" y="66039"/>
                  </a:lnTo>
                  <a:lnTo>
                    <a:pt x="48242" y="66210"/>
                  </a:lnTo>
                  <a:lnTo>
                    <a:pt x="52592" y="66362"/>
                  </a:lnTo>
                  <a:lnTo>
                    <a:pt x="56998" y="66495"/>
                  </a:lnTo>
                  <a:lnTo>
                    <a:pt x="61442" y="66609"/>
                  </a:lnTo>
                  <a:lnTo>
                    <a:pt x="65887" y="66685"/>
                  </a:lnTo>
                  <a:lnTo>
                    <a:pt x="70312" y="66723"/>
                  </a:lnTo>
                  <a:lnTo>
                    <a:pt x="74643" y="66742"/>
                  </a:lnTo>
                  <a:lnTo>
                    <a:pt x="78878" y="66742"/>
                  </a:lnTo>
                  <a:lnTo>
                    <a:pt x="82981" y="66685"/>
                  </a:lnTo>
                  <a:lnTo>
                    <a:pt x="86912" y="66628"/>
                  </a:lnTo>
                  <a:lnTo>
                    <a:pt x="90635" y="66514"/>
                  </a:lnTo>
                  <a:lnTo>
                    <a:pt x="94091" y="66381"/>
                  </a:lnTo>
                  <a:lnTo>
                    <a:pt x="95725" y="66286"/>
                  </a:lnTo>
                  <a:lnTo>
                    <a:pt x="97301" y="66210"/>
                  </a:lnTo>
                  <a:lnTo>
                    <a:pt x="98783" y="66096"/>
                  </a:lnTo>
                  <a:lnTo>
                    <a:pt x="100169" y="66001"/>
                  </a:lnTo>
                  <a:lnTo>
                    <a:pt x="101480" y="65887"/>
                  </a:lnTo>
                  <a:lnTo>
                    <a:pt x="102714" y="65754"/>
                  </a:lnTo>
                  <a:lnTo>
                    <a:pt x="103835" y="65621"/>
                  </a:lnTo>
                  <a:lnTo>
                    <a:pt x="104861" y="65488"/>
                  </a:lnTo>
                  <a:lnTo>
                    <a:pt x="105772" y="65336"/>
                  </a:lnTo>
                  <a:lnTo>
                    <a:pt x="106589" y="65165"/>
                  </a:lnTo>
                  <a:lnTo>
                    <a:pt x="107292" y="64994"/>
                  </a:lnTo>
                  <a:lnTo>
                    <a:pt x="107880" y="64824"/>
                  </a:lnTo>
                  <a:lnTo>
                    <a:pt x="108127" y="64729"/>
                  </a:lnTo>
                  <a:lnTo>
                    <a:pt x="108336" y="64634"/>
                  </a:lnTo>
                  <a:lnTo>
                    <a:pt x="108507" y="64539"/>
                  </a:lnTo>
                  <a:lnTo>
                    <a:pt x="108659" y="64444"/>
                  </a:lnTo>
                  <a:lnTo>
                    <a:pt x="108792" y="64330"/>
                  </a:lnTo>
                  <a:lnTo>
                    <a:pt x="108868" y="64235"/>
                  </a:lnTo>
                  <a:lnTo>
                    <a:pt x="108925" y="64121"/>
                  </a:lnTo>
                  <a:lnTo>
                    <a:pt x="108944" y="64007"/>
                  </a:lnTo>
                  <a:lnTo>
                    <a:pt x="108944" y="6400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91;p40">
              <a:extLst>
                <a:ext uri="{FF2B5EF4-FFF2-40B4-BE49-F238E27FC236}">
                  <a16:creationId xmlns:a16="http://schemas.microsoft.com/office/drawing/2014/main" id="{836F919A-9D57-842F-7581-02BF2617E5BD}"/>
                </a:ext>
              </a:extLst>
            </p:cNvPr>
            <p:cNvSpPr/>
            <p:nvPr/>
          </p:nvSpPr>
          <p:spPr>
            <a:xfrm>
              <a:off x="238125" y="4430350"/>
              <a:ext cx="7143750" cy="433050"/>
            </a:xfrm>
            <a:custGeom>
              <a:avLst/>
              <a:gdLst/>
              <a:ahLst/>
              <a:cxnLst/>
              <a:rect l="l" t="t" r="r" b="b"/>
              <a:pathLst>
                <a:path w="285750" h="17322" extrusionOk="0">
                  <a:moveTo>
                    <a:pt x="7920" y="0"/>
                  </a:moveTo>
                  <a:lnTo>
                    <a:pt x="7502" y="38"/>
                  </a:lnTo>
                  <a:lnTo>
                    <a:pt x="7084" y="95"/>
                  </a:lnTo>
                  <a:lnTo>
                    <a:pt x="6667" y="171"/>
                  </a:lnTo>
                  <a:lnTo>
                    <a:pt x="6268" y="266"/>
                  </a:lnTo>
                  <a:lnTo>
                    <a:pt x="5869" y="380"/>
                  </a:lnTo>
                  <a:lnTo>
                    <a:pt x="5489" y="513"/>
                  </a:lnTo>
                  <a:lnTo>
                    <a:pt x="5109" y="665"/>
                  </a:lnTo>
                  <a:lnTo>
                    <a:pt x="4729" y="817"/>
                  </a:lnTo>
                  <a:lnTo>
                    <a:pt x="4368" y="1007"/>
                  </a:lnTo>
                  <a:lnTo>
                    <a:pt x="4027" y="1216"/>
                  </a:lnTo>
                  <a:lnTo>
                    <a:pt x="3685" y="1425"/>
                  </a:lnTo>
                  <a:lnTo>
                    <a:pt x="3362" y="1653"/>
                  </a:lnTo>
                  <a:lnTo>
                    <a:pt x="3039" y="1900"/>
                  </a:lnTo>
                  <a:lnTo>
                    <a:pt x="2735" y="2166"/>
                  </a:lnTo>
                  <a:lnTo>
                    <a:pt x="2450" y="2450"/>
                  </a:lnTo>
                  <a:lnTo>
                    <a:pt x="2184" y="2735"/>
                  </a:lnTo>
                  <a:lnTo>
                    <a:pt x="1918" y="3039"/>
                  </a:lnTo>
                  <a:lnTo>
                    <a:pt x="1671" y="3362"/>
                  </a:lnTo>
                  <a:lnTo>
                    <a:pt x="1424" y="3685"/>
                  </a:lnTo>
                  <a:lnTo>
                    <a:pt x="1216" y="4027"/>
                  </a:lnTo>
                  <a:lnTo>
                    <a:pt x="1007" y="4369"/>
                  </a:lnTo>
                  <a:lnTo>
                    <a:pt x="836" y="4730"/>
                  </a:lnTo>
                  <a:lnTo>
                    <a:pt x="665" y="5109"/>
                  </a:lnTo>
                  <a:lnTo>
                    <a:pt x="513" y="5470"/>
                  </a:lnTo>
                  <a:lnTo>
                    <a:pt x="380" y="5869"/>
                  </a:lnTo>
                  <a:lnTo>
                    <a:pt x="266" y="6268"/>
                  </a:lnTo>
                  <a:lnTo>
                    <a:pt x="171" y="6667"/>
                  </a:lnTo>
                  <a:lnTo>
                    <a:pt x="95" y="7066"/>
                  </a:lnTo>
                  <a:lnTo>
                    <a:pt x="38" y="7484"/>
                  </a:lnTo>
                  <a:lnTo>
                    <a:pt x="19" y="7920"/>
                  </a:lnTo>
                  <a:lnTo>
                    <a:pt x="0" y="8338"/>
                  </a:lnTo>
                  <a:lnTo>
                    <a:pt x="0" y="8984"/>
                  </a:lnTo>
                  <a:lnTo>
                    <a:pt x="19" y="9402"/>
                  </a:lnTo>
                  <a:lnTo>
                    <a:pt x="38" y="9820"/>
                  </a:lnTo>
                  <a:lnTo>
                    <a:pt x="95" y="10238"/>
                  </a:lnTo>
                  <a:lnTo>
                    <a:pt x="171" y="10655"/>
                  </a:lnTo>
                  <a:lnTo>
                    <a:pt x="266" y="11054"/>
                  </a:lnTo>
                  <a:lnTo>
                    <a:pt x="380" y="11453"/>
                  </a:lnTo>
                  <a:lnTo>
                    <a:pt x="513" y="11833"/>
                  </a:lnTo>
                  <a:lnTo>
                    <a:pt x="665" y="12213"/>
                  </a:lnTo>
                  <a:lnTo>
                    <a:pt x="836" y="12593"/>
                  </a:lnTo>
                  <a:lnTo>
                    <a:pt x="1007" y="12935"/>
                  </a:lnTo>
                  <a:lnTo>
                    <a:pt x="1216" y="13295"/>
                  </a:lnTo>
                  <a:lnTo>
                    <a:pt x="1424" y="13637"/>
                  </a:lnTo>
                  <a:lnTo>
                    <a:pt x="1671" y="13960"/>
                  </a:lnTo>
                  <a:lnTo>
                    <a:pt x="1918" y="14283"/>
                  </a:lnTo>
                  <a:lnTo>
                    <a:pt x="2184" y="14568"/>
                  </a:lnTo>
                  <a:lnTo>
                    <a:pt x="2450" y="14872"/>
                  </a:lnTo>
                  <a:lnTo>
                    <a:pt x="2735" y="15138"/>
                  </a:lnTo>
                  <a:lnTo>
                    <a:pt x="3039" y="15404"/>
                  </a:lnTo>
                  <a:lnTo>
                    <a:pt x="3362" y="15651"/>
                  </a:lnTo>
                  <a:lnTo>
                    <a:pt x="3685" y="15879"/>
                  </a:lnTo>
                  <a:lnTo>
                    <a:pt x="4027" y="16106"/>
                  </a:lnTo>
                  <a:lnTo>
                    <a:pt x="4368" y="16315"/>
                  </a:lnTo>
                  <a:lnTo>
                    <a:pt x="4729" y="16486"/>
                  </a:lnTo>
                  <a:lnTo>
                    <a:pt x="5109" y="16657"/>
                  </a:lnTo>
                  <a:lnTo>
                    <a:pt x="5489" y="16809"/>
                  </a:lnTo>
                  <a:lnTo>
                    <a:pt x="5869" y="16942"/>
                  </a:lnTo>
                  <a:lnTo>
                    <a:pt x="6268" y="17056"/>
                  </a:lnTo>
                  <a:lnTo>
                    <a:pt x="6667" y="17151"/>
                  </a:lnTo>
                  <a:lnTo>
                    <a:pt x="7084" y="17227"/>
                  </a:lnTo>
                  <a:lnTo>
                    <a:pt x="7502" y="17265"/>
                  </a:lnTo>
                  <a:lnTo>
                    <a:pt x="7920" y="17303"/>
                  </a:lnTo>
                  <a:lnTo>
                    <a:pt x="8338" y="17322"/>
                  </a:lnTo>
                  <a:lnTo>
                    <a:pt x="277393" y="17322"/>
                  </a:lnTo>
                  <a:lnTo>
                    <a:pt x="277830" y="17303"/>
                  </a:lnTo>
                  <a:lnTo>
                    <a:pt x="278248" y="17265"/>
                  </a:lnTo>
                  <a:lnTo>
                    <a:pt x="278666" y="17227"/>
                  </a:lnTo>
                  <a:lnTo>
                    <a:pt x="279083" y="17151"/>
                  </a:lnTo>
                  <a:lnTo>
                    <a:pt x="279482" y="17056"/>
                  </a:lnTo>
                  <a:lnTo>
                    <a:pt x="279881" y="16942"/>
                  </a:lnTo>
                  <a:lnTo>
                    <a:pt x="280261" y="16809"/>
                  </a:lnTo>
                  <a:lnTo>
                    <a:pt x="280641" y="16657"/>
                  </a:lnTo>
                  <a:lnTo>
                    <a:pt x="281002" y="16486"/>
                  </a:lnTo>
                  <a:lnTo>
                    <a:pt x="281363" y="16315"/>
                  </a:lnTo>
                  <a:lnTo>
                    <a:pt x="281723" y="16106"/>
                  </a:lnTo>
                  <a:lnTo>
                    <a:pt x="282065" y="15879"/>
                  </a:lnTo>
                  <a:lnTo>
                    <a:pt x="282388" y="15651"/>
                  </a:lnTo>
                  <a:lnTo>
                    <a:pt x="282692" y="15404"/>
                  </a:lnTo>
                  <a:lnTo>
                    <a:pt x="282996" y="15138"/>
                  </a:lnTo>
                  <a:lnTo>
                    <a:pt x="283300" y="14872"/>
                  </a:lnTo>
                  <a:lnTo>
                    <a:pt x="283566" y="14568"/>
                  </a:lnTo>
                  <a:lnTo>
                    <a:pt x="283832" y="14283"/>
                  </a:lnTo>
                  <a:lnTo>
                    <a:pt x="284079" y="13960"/>
                  </a:lnTo>
                  <a:lnTo>
                    <a:pt x="284307" y="13637"/>
                  </a:lnTo>
                  <a:lnTo>
                    <a:pt x="284534" y="13295"/>
                  </a:lnTo>
                  <a:lnTo>
                    <a:pt x="284724" y="12935"/>
                  </a:lnTo>
                  <a:lnTo>
                    <a:pt x="284914" y="12593"/>
                  </a:lnTo>
                  <a:lnTo>
                    <a:pt x="285085" y="12213"/>
                  </a:lnTo>
                  <a:lnTo>
                    <a:pt x="285237" y="11833"/>
                  </a:lnTo>
                  <a:lnTo>
                    <a:pt x="285370" y="11453"/>
                  </a:lnTo>
                  <a:lnTo>
                    <a:pt x="285484" y="11054"/>
                  </a:lnTo>
                  <a:lnTo>
                    <a:pt x="285579" y="10655"/>
                  </a:lnTo>
                  <a:lnTo>
                    <a:pt x="285655" y="10238"/>
                  </a:lnTo>
                  <a:lnTo>
                    <a:pt x="285693" y="9820"/>
                  </a:lnTo>
                  <a:lnTo>
                    <a:pt x="285731" y="9402"/>
                  </a:lnTo>
                  <a:lnTo>
                    <a:pt x="285750" y="8984"/>
                  </a:lnTo>
                  <a:lnTo>
                    <a:pt x="285750" y="8338"/>
                  </a:lnTo>
                  <a:lnTo>
                    <a:pt x="285731" y="7920"/>
                  </a:lnTo>
                  <a:lnTo>
                    <a:pt x="285693" y="7484"/>
                  </a:lnTo>
                  <a:lnTo>
                    <a:pt x="285655" y="7066"/>
                  </a:lnTo>
                  <a:lnTo>
                    <a:pt x="285579" y="6667"/>
                  </a:lnTo>
                  <a:lnTo>
                    <a:pt x="285484" y="6268"/>
                  </a:lnTo>
                  <a:lnTo>
                    <a:pt x="285370" y="5869"/>
                  </a:lnTo>
                  <a:lnTo>
                    <a:pt x="285237" y="5470"/>
                  </a:lnTo>
                  <a:lnTo>
                    <a:pt x="285085" y="5109"/>
                  </a:lnTo>
                  <a:lnTo>
                    <a:pt x="284914" y="4730"/>
                  </a:lnTo>
                  <a:lnTo>
                    <a:pt x="284724" y="4369"/>
                  </a:lnTo>
                  <a:lnTo>
                    <a:pt x="284534" y="4027"/>
                  </a:lnTo>
                  <a:lnTo>
                    <a:pt x="284307" y="3685"/>
                  </a:lnTo>
                  <a:lnTo>
                    <a:pt x="284079" y="3362"/>
                  </a:lnTo>
                  <a:lnTo>
                    <a:pt x="283832" y="3039"/>
                  </a:lnTo>
                  <a:lnTo>
                    <a:pt x="283566" y="2735"/>
                  </a:lnTo>
                  <a:lnTo>
                    <a:pt x="283300" y="2450"/>
                  </a:lnTo>
                  <a:lnTo>
                    <a:pt x="282996" y="2166"/>
                  </a:lnTo>
                  <a:lnTo>
                    <a:pt x="282692" y="1900"/>
                  </a:lnTo>
                  <a:lnTo>
                    <a:pt x="282388" y="1653"/>
                  </a:lnTo>
                  <a:lnTo>
                    <a:pt x="282065" y="1425"/>
                  </a:lnTo>
                  <a:lnTo>
                    <a:pt x="281723" y="1216"/>
                  </a:lnTo>
                  <a:lnTo>
                    <a:pt x="281363" y="1007"/>
                  </a:lnTo>
                  <a:lnTo>
                    <a:pt x="281002" y="817"/>
                  </a:lnTo>
                  <a:lnTo>
                    <a:pt x="280641" y="665"/>
                  </a:lnTo>
                  <a:lnTo>
                    <a:pt x="280261" y="513"/>
                  </a:lnTo>
                  <a:lnTo>
                    <a:pt x="279881" y="380"/>
                  </a:lnTo>
                  <a:lnTo>
                    <a:pt x="279482" y="266"/>
                  </a:lnTo>
                  <a:lnTo>
                    <a:pt x="279083" y="171"/>
                  </a:lnTo>
                  <a:lnTo>
                    <a:pt x="278666" y="95"/>
                  </a:lnTo>
                  <a:lnTo>
                    <a:pt x="278248" y="38"/>
                  </a:lnTo>
                  <a:lnTo>
                    <a:pt x="2778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992;p40">
              <a:extLst>
                <a:ext uri="{FF2B5EF4-FFF2-40B4-BE49-F238E27FC236}">
                  <a16:creationId xmlns:a16="http://schemas.microsoft.com/office/drawing/2014/main" id="{8678EB8B-288E-0107-1335-A8D5DA18F242}"/>
                </a:ext>
              </a:extLst>
            </p:cNvPr>
            <p:cNvSpPr/>
            <p:nvPr/>
          </p:nvSpPr>
          <p:spPr>
            <a:xfrm>
              <a:off x="3294100" y="2265625"/>
              <a:ext cx="361350" cy="1027075"/>
            </a:xfrm>
            <a:custGeom>
              <a:avLst/>
              <a:gdLst/>
              <a:ahLst/>
              <a:cxnLst/>
              <a:rect l="l" t="t" r="r" b="b"/>
              <a:pathLst>
                <a:path w="14454" h="41083" extrusionOk="0">
                  <a:moveTo>
                    <a:pt x="13941" y="0"/>
                  </a:moveTo>
                  <a:lnTo>
                    <a:pt x="13846" y="19"/>
                  </a:lnTo>
                  <a:lnTo>
                    <a:pt x="13770" y="57"/>
                  </a:lnTo>
                  <a:lnTo>
                    <a:pt x="13694" y="95"/>
                  </a:lnTo>
                  <a:lnTo>
                    <a:pt x="13637" y="171"/>
                  </a:lnTo>
                  <a:lnTo>
                    <a:pt x="13580" y="247"/>
                  </a:lnTo>
                  <a:lnTo>
                    <a:pt x="13542" y="323"/>
                  </a:lnTo>
                  <a:lnTo>
                    <a:pt x="13523" y="418"/>
                  </a:lnTo>
                  <a:lnTo>
                    <a:pt x="13428" y="969"/>
                  </a:lnTo>
                  <a:lnTo>
                    <a:pt x="13295" y="1539"/>
                  </a:lnTo>
                  <a:lnTo>
                    <a:pt x="13124" y="2127"/>
                  </a:lnTo>
                  <a:lnTo>
                    <a:pt x="12934" y="2735"/>
                  </a:lnTo>
                  <a:lnTo>
                    <a:pt x="12687" y="3362"/>
                  </a:lnTo>
                  <a:lnTo>
                    <a:pt x="12441" y="3989"/>
                  </a:lnTo>
                  <a:lnTo>
                    <a:pt x="12137" y="4635"/>
                  </a:lnTo>
                  <a:lnTo>
                    <a:pt x="11833" y="5299"/>
                  </a:lnTo>
                  <a:lnTo>
                    <a:pt x="11491" y="5983"/>
                  </a:lnTo>
                  <a:lnTo>
                    <a:pt x="11130" y="6686"/>
                  </a:lnTo>
                  <a:lnTo>
                    <a:pt x="10351" y="8110"/>
                  </a:lnTo>
                  <a:lnTo>
                    <a:pt x="9516" y="9592"/>
                  </a:lnTo>
                  <a:lnTo>
                    <a:pt x="8642" y="11130"/>
                  </a:lnTo>
                  <a:lnTo>
                    <a:pt x="7768" y="12650"/>
                  </a:lnTo>
                  <a:lnTo>
                    <a:pt x="6876" y="14226"/>
                  </a:lnTo>
                  <a:lnTo>
                    <a:pt x="5983" y="15840"/>
                  </a:lnTo>
                  <a:lnTo>
                    <a:pt x="5109" y="17493"/>
                  </a:lnTo>
                  <a:lnTo>
                    <a:pt x="4691" y="18328"/>
                  </a:lnTo>
                  <a:lnTo>
                    <a:pt x="4274" y="19183"/>
                  </a:lnTo>
                  <a:lnTo>
                    <a:pt x="3856" y="20057"/>
                  </a:lnTo>
                  <a:lnTo>
                    <a:pt x="3457" y="20931"/>
                  </a:lnTo>
                  <a:lnTo>
                    <a:pt x="3077" y="21804"/>
                  </a:lnTo>
                  <a:lnTo>
                    <a:pt x="2697" y="22716"/>
                  </a:lnTo>
                  <a:lnTo>
                    <a:pt x="2355" y="23628"/>
                  </a:lnTo>
                  <a:lnTo>
                    <a:pt x="2013" y="24539"/>
                  </a:lnTo>
                  <a:lnTo>
                    <a:pt x="1709" y="25470"/>
                  </a:lnTo>
                  <a:lnTo>
                    <a:pt x="1406" y="26419"/>
                  </a:lnTo>
                  <a:lnTo>
                    <a:pt x="1140" y="27369"/>
                  </a:lnTo>
                  <a:lnTo>
                    <a:pt x="893" y="28338"/>
                  </a:lnTo>
                  <a:lnTo>
                    <a:pt x="665" y="29306"/>
                  </a:lnTo>
                  <a:lnTo>
                    <a:pt x="475" y="30294"/>
                  </a:lnTo>
                  <a:lnTo>
                    <a:pt x="323" y="31282"/>
                  </a:lnTo>
                  <a:lnTo>
                    <a:pt x="190" y="32288"/>
                  </a:lnTo>
                  <a:lnTo>
                    <a:pt x="95" y="33295"/>
                  </a:lnTo>
                  <a:lnTo>
                    <a:pt x="19" y="34321"/>
                  </a:lnTo>
                  <a:lnTo>
                    <a:pt x="0" y="35365"/>
                  </a:lnTo>
                  <a:lnTo>
                    <a:pt x="0" y="36410"/>
                  </a:lnTo>
                  <a:lnTo>
                    <a:pt x="57" y="37473"/>
                  </a:lnTo>
                  <a:lnTo>
                    <a:pt x="152" y="38537"/>
                  </a:lnTo>
                  <a:lnTo>
                    <a:pt x="285" y="39620"/>
                  </a:lnTo>
                  <a:lnTo>
                    <a:pt x="456" y="40702"/>
                  </a:lnTo>
                  <a:lnTo>
                    <a:pt x="494" y="40778"/>
                  </a:lnTo>
                  <a:lnTo>
                    <a:pt x="532" y="40854"/>
                  </a:lnTo>
                  <a:lnTo>
                    <a:pt x="570" y="40911"/>
                  </a:lnTo>
                  <a:lnTo>
                    <a:pt x="627" y="40968"/>
                  </a:lnTo>
                  <a:lnTo>
                    <a:pt x="684" y="41025"/>
                  </a:lnTo>
                  <a:lnTo>
                    <a:pt x="760" y="41044"/>
                  </a:lnTo>
                  <a:lnTo>
                    <a:pt x="836" y="41082"/>
                  </a:lnTo>
                  <a:lnTo>
                    <a:pt x="1007" y="41082"/>
                  </a:lnTo>
                  <a:lnTo>
                    <a:pt x="1102" y="41044"/>
                  </a:lnTo>
                  <a:lnTo>
                    <a:pt x="1178" y="41006"/>
                  </a:lnTo>
                  <a:lnTo>
                    <a:pt x="1254" y="40949"/>
                  </a:lnTo>
                  <a:lnTo>
                    <a:pt x="1311" y="40873"/>
                  </a:lnTo>
                  <a:lnTo>
                    <a:pt x="1349" y="40797"/>
                  </a:lnTo>
                  <a:lnTo>
                    <a:pt x="1387" y="40721"/>
                  </a:lnTo>
                  <a:lnTo>
                    <a:pt x="1387" y="40626"/>
                  </a:lnTo>
                  <a:lnTo>
                    <a:pt x="1387" y="40531"/>
                  </a:lnTo>
                  <a:lnTo>
                    <a:pt x="1216" y="39468"/>
                  </a:lnTo>
                  <a:lnTo>
                    <a:pt x="1083" y="38423"/>
                  </a:lnTo>
                  <a:lnTo>
                    <a:pt x="988" y="37378"/>
                  </a:lnTo>
                  <a:lnTo>
                    <a:pt x="950" y="36353"/>
                  </a:lnTo>
                  <a:lnTo>
                    <a:pt x="931" y="35346"/>
                  </a:lnTo>
                  <a:lnTo>
                    <a:pt x="969" y="34340"/>
                  </a:lnTo>
                  <a:lnTo>
                    <a:pt x="1026" y="33333"/>
                  </a:lnTo>
                  <a:lnTo>
                    <a:pt x="1121" y="32345"/>
                  </a:lnTo>
                  <a:lnTo>
                    <a:pt x="1254" y="31358"/>
                  </a:lnTo>
                  <a:lnTo>
                    <a:pt x="1425" y="30389"/>
                  </a:lnTo>
                  <a:lnTo>
                    <a:pt x="1614" y="29420"/>
                  </a:lnTo>
                  <a:lnTo>
                    <a:pt x="1823" y="28471"/>
                  </a:lnTo>
                  <a:lnTo>
                    <a:pt x="2070" y="27540"/>
                  </a:lnTo>
                  <a:lnTo>
                    <a:pt x="2336" y="26609"/>
                  </a:lnTo>
                  <a:lnTo>
                    <a:pt x="2621" y="25679"/>
                  </a:lnTo>
                  <a:lnTo>
                    <a:pt x="2925" y="24767"/>
                  </a:lnTo>
                  <a:lnTo>
                    <a:pt x="3267" y="23855"/>
                  </a:lnTo>
                  <a:lnTo>
                    <a:pt x="3609" y="22982"/>
                  </a:lnTo>
                  <a:lnTo>
                    <a:pt x="3970" y="22089"/>
                  </a:lnTo>
                  <a:lnTo>
                    <a:pt x="4349" y="21215"/>
                  </a:lnTo>
                  <a:lnTo>
                    <a:pt x="4748" y="20361"/>
                  </a:lnTo>
                  <a:lnTo>
                    <a:pt x="5147" y="19506"/>
                  </a:lnTo>
                  <a:lnTo>
                    <a:pt x="5565" y="18670"/>
                  </a:lnTo>
                  <a:lnTo>
                    <a:pt x="5983" y="17835"/>
                  </a:lnTo>
                  <a:lnTo>
                    <a:pt x="6838" y="16220"/>
                  </a:lnTo>
                  <a:lnTo>
                    <a:pt x="7711" y="14644"/>
                  </a:lnTo>
                  <a:lnTo>
                    <a:pt x="8585" y="13105"/>
                  </a:lnTo>
                  <a:lnTo>
                    <a:pt x="9440" y="11605"/>
                  </a:lnTo>
                  <a:lnTo>
                    <a:pt x="10351" y="10029"/>
                  </a:lnTo>
                  <a:lnTo>
                    <a:pt x="11206" y="8509"/>
                  </a:lnTo>
                  <a:lnTo>
                    <a:pt x="12004" y="7047"/>
                  </a:lnTo>
                  <a:lnTo>
                    <a:pt x="12365" y="6344"/>
                  </a:lnTo>
                  <a:lnTo>
                    <a:pt x="12706" y="5641"/>
                  </a:lnTo>
                  <a:lnTo>
                    <a:pt x="13029" y="4957"/>
                  </a:lnTo>
                  <a:lnTo>
                    <a:pt x="13333" y="4293"/>
                  </a:lnTo>
                  <a:lnTo>
                    <a:pt x="13599" y="3628"/>
                  </a:lnTo>
                  <a:lnTo>
                    <a:pt x="13827" y="2982"/>
                  </a:lnTo>
                  <a:lnTo>
                    <a:pt x="14036" y="2355"/>
                  </a:lnTo>
                  <a:lnTo>
                    <a:pt x="14207" y="1729"/>
                  </a:lnTo>
                  <a:lnTo>
                    <a:pt x="14340" y="1121"/>
                  </a:lnTo>
                  <a:lnTo>
                    <a:pt x="14435" y="532"/>
                  </a:lnTo>
                  <a:lnTo>
                    <a:pt x="14454" y="437"/>
                  </a:lnTo>
                  <a:lnTo>
                    <a:pt x="14435" y="361"/>
                  </a:lnTo>
                  <a:lnTo>
                    <a:pt x="14397" y="266"/>
                  </a:lnTo>
                  <a:lnTo>
                    <a:pt x="14359" y="190"/>
                  </a:lnTo>
                  <a:lnTo>
                    <a:pt x="14283" y="133"/>
                  </a:lnTo>
                  <a:lnTo>
                    <a:pt x="14207" y="76"/>
                  </a:lnTo>
                  <a:lnTo>
                    <a:pt x="14131" y="38"/>
                  </a:lnTo>
                  <a:lnTo>
                    <a:pt x="14036" y="19"/>
                  </a:lnTo>
                  <a:lnTo>
                    <a:pt x="1394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993;p40">
              <a:extLst>
                <a:ext uri="{FF2B5EF4-FFF2-40B4-BE49-F238E27FC236}">
                  <a16:creationId xmlns:a16="http://schemas.microsoft.com/office/drawing/2014/main" id="{FC9F737A-3620-C04E-E1E9-DDE04E9E1DAD}"/>
                </a:ext>
              </a:extLst>
            </p:cNvPr>
            <p:cNvSpPr/>
            <p:nvPr/>
          </p:nvSpPr>
          <p:spPr>
            <a:xfrm>
              <a:off x="5081800" y="2063350"/>
              <a:ext cx="812925" cy="1177575"/>
            </a:xfrm>
            <a:custGeom>
              <a:avLst/>
              <a:gdLst/>
              <a:ahLst/>
              <a:cxnLst/>
              <a:rect l="l" t="t" r="r" b="b"/>
              <a:pathLst>
                <a:path w="32517" h="47103" extrusionOk="0">
                  <a:moveTo>
                    <a:pt x="457" y="0"/>
                  </a:moveTo>
                  <a:lnTo>
                    <a:pt x="362" y="19"/>
                  </a:lnTo>
                  <a:lnTo>
                    <a:pt x="267" y="38"/>
                  </a:lnTo>
                  <a:lnTo>
                    <a:pt x="191" y="76"/>
                  </a:lnTo>
                  <a:lnTo>
                    <a:pt x="115" y="152"/>
                  </a:lnTo>
                  <a:lnTo>
                    <a:pt x="58" y="228"/>
                  </a:lnTo>
                  <a:lnTo>
                    <a:pt x="20" y="304"/>
                  </a:lnTo>
                  <a:lnTo>
                    <a:pt x="1" y="380"/>
                  </a:lnTo>
                  <a:lnTo>
                    <a:pt x="1" y="475"/>
                  </a:lnTo>
                  <a:lnTo>
                    <a:pt x="1" y="570"/>
                  </a:lnTo>
                  <a:lnTo>
                    <a:pt x="39" y="646"/>
                  </a:lnTo>
                  <a:lnTo>
                    <a:pt x="77" y="741"/>
                  </a:lnTo>
                  <a:lnTo>
                    <a:pt x="343" y="1102"/>
                  </a:lnTo>
                  <a:lnTo>
                    <a:pt x="647" y="1444"/>
                  </a:lnTo>
                  <a:lnTo>
                    <a:pt x="969" y="1805"/>
                  </a:lnTo>
                  <a:lnTo>
                    <a:pt x="1330" y="2165"/>
                  </a:lnTo>
                  <a:lnTo>
                    <a:pt x="1710" y="2526"/>
                  </a:lnTo>
                  <a:lnTo>
                    <a:pt x="2128" y="2887"/>
                  </a:lnTo>
                  <a:lnTo>
                    <a:pt x="2565" y="3267"/>
                  </a:lnTo>
                  <a:lnTo>
                    <a:pt x="3040" y="3628"/>
                  </a:lnTo>
                  <a:lnTo>
                    <a:pt x="4046" y="4388"/>
                  </a:lnTo>
                  <a:lnTo>
                    <a:pt x="5129" y="5185"/>
                  </a:lnTo>
                  <a:lnTo>
                    <a:pt x="6306" y="6002"/>
                  </a:lnTo>
                  <a:lnTo>
                    <a:pt x="7579" y="6876"/>
                  </a:lnTo>
                  <a:lnTo>
                    <a:pt x="9459" y="8167"/>
                  </a:lnTo>
                  <a:lnTo>
                    <a:pt x="11416" y="9554"/>
                  </a:lnTo>
                  <a:lnTo>
                    <a:pt x="12422" y="10275"/>
                  </a:lnTo>
                  <a:lnTo>
                    <a:pt x="13448" y="11035"/>
                  </a:lnTo>
                  <a:lnTo>
                    <a:pt x="14473" y="11833"/>
                  </a:lnTo>
                  <a:lnTo>
                    <a:pt x="15499" y="12650"/>
                  </a:lnTo>
                  <a:lnTo>
                    <a:pt x="16525" y="13504"/>
                  </a:lnTo>
                  <a:lnTo>
                    <a:pt x="17550" y="14397"/>
                  </a:lnTo>
                  <a:lnTo>
                    <a:pt x="18557" y="15328"/>
                  </a:lnTo>
                  <a:lnTo>
                    <a:pt x="19564" y="16315"/>
                  </a:lnTo>
                  <a:lnTo>
                    <a:pt x="20551" y="17322"/>
                  </a:lnTo>
                  <a:lnTo>
                    <a:pt x="21520" y="18366"/>
                  </a:lnTo>
                  <a:lnTo>
                    <a:pt x="21995" y="18917"/>
                  </a:lnTo>
                  <a:lnTo>
                    <a:pt x="22470" y="19468"/>
                  </a:lnTo>
                  <a:lnTo>
                    <a:pt x="22944" y="20038"/>
                  </a:lnTo>
                  <a:lnTo>
                    <a:pt x="23400" y="20608"/>
                  </a:lnTo>
                  <a:lnTo>
                    <a:pt x="23837" y="21196"/>
                  </a:lnTo>
                  <a:lnTo>
                    <a:pt x="24293" y="21804"/>
                  </a:lnTo>
                  <a:lnTo>
                    <a:pt x="24711" y="22412"/>
                  </a:lnTo>
                  <a:lnTo>
                    <a:pt x="25148" y="23039"/>
                  </a:lnTo>
                  <a:lnTo>
                    <a:pt x="25565" y="23684"/>
                  </a:lnTo>
                  <a:lnTo>
                    <a:pt x="25964" y="24330"/>
                  </a:lnTo>
                  <a:lnTo>
                    <a:pt x="26363" y="25014"/>
                  </a:lnTo>
                  <a:lnTo>
                    <a:pt x="26743" y="25679"/>
                  </a:lnTo>
                  <a:lnTo>
                    <a:pt x="27123" y="26381"/>
                  </a:lnTo>
                  <a:lnTo>
                    <a:pt x="27484" y="27084"/>
                  </a:lnTo>
                  <a:lnTo>
                    <a:pt x="27826" y="27806"/>
                  </a:lnTo>
                  <a:lnTo>
                    <a:pt x="28167" y="28547"/>
                  </a:lnTo>
                  <a:lnTo>
                    <a:pt x="28490" y="29287"/>
                  </a:lnTo>
                  <a:lnTo>
                    <a:pt x="28794" y="30066"/>
                  </a:lnTo>
                  <a:lnTo>
                    <a:pt x="29098" y="30845"/>
                  </a:lnTo>
                  <a:lnTo>
                    <a:pt x="29383" y="31643"/>
                  </a:lnTo>
                  <a:lnTo>
                    <a:pt x="29649" y="32440"/>
                  </a:lnTo>
                  <a:lnTo>
                    <a:pt x="29896" y="33276"/>
                  </a:lnTo>
                  <a:lnTo>
                    <a:pt x="30143" y="34112"/>
                  </a:lnTo>
                  <a:lnTo>
                    <a:pt x="30352" y="34985"/>
                  </a:lnTo>
                  <a:lnTo>
                    <a:pt x="30561" y="35859"/>
                  </a:lnTo>
                  <a:lnTo>
                    <a:pt x="30751" y="36752"/>
                  </a:lnTo>
                  <a:lnTo>
                    <a:pt x="30921" y="37663"/>
                  </a:lnTo>
                  <a:lnTo>
                    <a:pt x="31073" y="38575"/>
                  </a:lnTo>
                  <a:lnTo>
                    <a:pt x="31206" y="39525"/>
                  </a:lnTo>
                  <a:lnTo>
                    <a:pt x="31320" y="40493"/>
                  </a:lnTo>
                  <a:lnTo>
                    <a:pt x="31415" y="41462"/>
                  </a:lnTo>
                  <a:lnTo>
                    <a:pt x="31472" y="42450"/>
                  </a:lnTo>
                  <a:lnTo>
                    <a:pt x="31529" y="43475"/>
                  </a:lnTo>
                  <a:lnTo>
                    <a:pt x="31567" y="44501"/>
                  </a:lnTo>
                  <a:lnTo>
                    <a:pt x="31586" y="45564"/>
                  </a:lnTo>
                  <a:lnTo>
                    <a:pt x="31567" y="46628"/>
                  </a:lnTo>
                  <a:lnTo>
                    <a:pt x="31567" y="46723"/>
                  </a:lnTo>
                  <a:lnTo>
                    <a:pt x="31605" y="46799"/>
                  </a:lnTo>
                  <a:lnTo>
                    <a:pt x="31643" y="46894"/>
                  </a:lnTo>
                  <a:lnTo>
                    <a:pt x="31700" y="46951"/>
                  </a:lnTo>
                  <a:lnTo>
                    <a:pt x="31757" y="47008"/>
                  </a:lnTo>
                  <a:lnTo>
                    <a:pt x="31852" y="47065"/>
                  </a:lnTo>
                  <a:lnTo>
                    <a:pt x="31928" y="47084"/>
                  </a:lnTo>
                  <a:lnTo>
                    <a:pt x="32023" y="47103"/>
                  </a:lnTo>
                  <a:lnTo>
                    <a:pt x="32042" y="47103"/>
                  </a:lnTo>
                  <a:lnTo>
                    <a:pt x="32118" y="47084"/>
                  </a:lnTo>
                  <a:lnTo>
                    <a:pt x="32213" y="47065"/>
                  </a:lnTo>
                  <a:lnTo>
                    <a:pt x="32289" y="47027"/>
                  </a:lnTo>
                  <a:lnTo>
                    <a:pt x="32365" y="46970"/>
                  </a:lnTo>
                  <a:lnTo>
                    <a:pt x="32422" y="46894"/>
                  </a:lnTo>
                  <a:lnTo>
                    <a:pt x="32460" y="46818"/>
                  </a:lnTo>
                  <a:lnTo>
                    <a:pt x="32498" y="46742"/>
                  </a:lnTo>
                  <a:lnTo>
                    <a:pt x="32498" y="46647"/>
                  </a:lnTo>
                  <a:lnTo>
                    <a:pt x="32517" y="45678"/>
                  </a:lnTo>
                  <a:lnTo>
                    <a:pt x="32498" y="44710"/>
                  </a:lnTo>
                  <a:lnTo>
                    <a:pt x="32479" y="43760"/>
                  </a:lnTo>
                  <a:lnTo>
                    <a:pt x="32441" y="42829"/>
                  </a:lnTo>
                  <a:lnTo>
                    <a:pt x="32384" y="41899"/>
                  </a:lnTo>
                  <a:lnTo>
                    <a:pt x="32308" y="40987"/>
                  </a:lnTo>
                  <a:lnTo>
                    <a:pt x="32213" y="40075"/>
                  </a:lnTo>
                  <a:lnTo>
                    <a:pt x="32099" y="39164"/>
                  </a:lnTo>
                  <a:lnTo>
                    <a:pt x="31966" y="38271"/>
                  </a:lnTo>
                  <a:lnTo>
                    <a:pt x="31833" y="37397"/>
                  </a:lnTo>
                  <a:lnTo>
                    <a:pt x="31662" y="36505"/>
                  </a:lnTo>
                  <a:lnTo>
                    <a:pt x="31491" y="35650"/>
                  </a:lnTo>
                  <a:lnTo>
                    <a:pt x="31282" y="34795"/>
                  </a:lnTo>
                  <a:lnTo>
                    <a:pt x="31073" y="33941"/>
                  </a:lnTo>
                  <a:lnTo>
                    <a:pt x="30826" y="33105"/>
                  </a:lnTo>
                  <a:lnTo>
                    <a:pt x="30580" y="32269"/>
                  </a:lnTo>
                  <a:lnTo>
                    <a:pt x="30314" y="31453"/>
                  </a:lnTo>
                  <a:lnTo>
                    <a:pt x="30029" y="30636"/>
                  </a:lnTo>
                  <a:lnTo>
                    <a:pt x="29725" y="29819"/>
                  </a:lnTo>
                  <a:lnTo>
                    <a:pt x="29402" y="29022"/>
                  </a:lnTo>
                  <a:lnTo>
                    <a:pt x="29060" y="28243"/>
                  </a:lnTo>
                  <a:lnTo>
                    <a:pt x="28699" y="27445"/>
                  </a:lnTo>
                  <a:lnTo>
                    <a:pt x="28319" y="26685"/>
                  </a:lnTo>
                  <a:lnTo>
                    <a:pt x="27940" y="25907"/>
                  </a:lnTo>
                  <a:lnTo>
                    <a:pt x="27522" y="25147"/>
                  </a:lnTo>
                  <a:lnTo>
                    <a:pt x="27085" y="24406"/>
                  </a:lnTo>
                  <a:lnTo>
                    <a:pt x="26648" y="23646"/>
                  </a:lnTo>
                  <a:lnTo>
                    <a:pt x="26173" y="22925"/>
                  </a:lnTo>
                  <a:lnTo>
                    <a:pt x="25698" y="22184"/>
                  </a:lnTo>
                  <a:lnTo>
                    <a:pt x="25186" y="21462"/>
                  </a:lnTo>
                  <a:lnTo>
                    <a:pt x="24673" y="20760"/>
                  </a:lnTo>
                  <a:lnTo>
                    <a:pt x="24122" y="20038"/>
                  </a:lnTo>
                  <a:lnTo>
                    <a:pt x="23666" y="19449"/>
                  </a:lnTo>
                  <a:lnTo>
                    <a:pt x="23191" y="18879"/>
                  </a:lnTo>
                  <a:lnTo>
                    <a:pt x="22716" y="18309"/>
                  </a:lnTo>
                  <a:lnTo>
                    <a:pt x="22223" y="17759"/>
                  </a:lnTo>
                  <a:lnTo>
                    <a:pt x="21729" y="17208"/>
                  </a:lnTo>
                  <a:lnTo>
                    <a:pt x="21235" y="16695"/>
                  </a:lnTo>
                  <a:lnTo>
                    <a:pt x="20247" y="15650"/>
                  </a:lnTo>
                  <a:lnTo>
                    <a:pt x="19222" y="14682"/>
                  </a:lnTo>
                  <a:lnTo>
                    <a:pt x="18196" y="13732"/>
                  </a:lnTo>
                  <a:lnTo>
                    <a:pt x="17152" y="12820"/>
                  </a:lnTo>
                  <a:lnTo>
                    <a:pt x="16126" y="11947"/>
                  </a:lnTo>
                  <a:lnTo>
                    <a:pt x="15081" y="11130"/>
                  </a:lnTo>
                  <a:lnTo>
                    <a:pt x="14037" y="10313"/>
                  </a:lnTo>
                  <a:lnTo>
                    <a:pt x="13011" y="9554"/>
                  </a:lnTo>
                  <a:lnTo>
                    <a:pt x="12004" y="8813"/>
                  </a:lnTo>
                  <a:lnTo>
                    <a:pt x="10998" y="8091"/>
                  </a:lnTo>
                  <a:lnTo>
                    <a:pt x="10010" y="7407"/>
                  </a:lnTo>
                  <a:lnTo>
                    <a:pt x="8092" y="6097"/>
                  </a:lnTo>
                  <a:lnTo>
                    <a:pt x="6876" y="5261"/>
                  </a:lnTo>
                  <a:lnTo>
                    <a:pt x="5718" y="4445"/>
                  </a:lnTo>
                  <a:lnTo>
                    <a:pt x="4654" y="3685"/>
                  </a:lnTo>
                  <a:lnTo>
                    <a:pt x="3666" y="2944"/>
                  </a:lnTo>
                  <a:lnTo>
                    <a:pt x="3211" y="2583"/>
                  </a:lnTo>
                  <a:lnTo>
                    <a:pt x="2793" y="2241"/>
                  </a:lnTo>
                  <a:lnTo>
                    <a:pt x="2394" y="1899"/>
                  </a:lnTo>
                  <a:lnTo>
                    <a:pt x="2033" y="1539"/>
                  </a:lnTo>
                  <a:lnTo>
                    <a:pt x="1691" y="1216"/>
                  </a:lnTo>
                  <a:lnTo>
                    <a:pt x="1368" y="874"/>
                  </a:lnTo>
                  <a:lnTo>
                    <a:pt x="1083" y="532"/>
                  </a:lnTo>
                  <a:lnTo>
                    <a:pt x="837" y="209"/>
                  </a:lnTo>
                  <a:lnTo>
                    <a:pt x="780" y="133"/>
                  </a:lnTo>
                  <a:lnTo>
                    <a:pt x="704" y="76"/>
                  </a:lnTo>
                  <a:lnTo>
                    <a:pt x="628" y="38"/>
                  </a:lnTo>
                  <a:lnTo>
                    <a:pt x="55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11687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31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Analysis and discussion </a:t>
            </a:r>
            <a:endParaRPr dirty="0"/>
          </a:p>
        </p:txBody>
      </p:sp>
      <p:grpSp>
        <p:nvGrpSpPr>
          <p:cNvPr id="1561" name="Google Shape;1561;p31"/>
          <p:cNvGrpSpPr/>
          <p:nvPr/>
        </p:nvGrpSpPr>
        <p:grpSpPr>
          <a:xfrm>
            <a:off x="609600" y="1174767"/>
            <a:ext cx="5486621" cy="6034460"/>
            <a:chOff x="457200" y="881075"/>
            <a:chExt cx="4114966" cy="4525845"/>
          </a:xfrm>
        </p:grpSpPr>
        <p:sp>
          <p:nvSpPr>
            <p:cNvPr id="1562" name="Google Shape;1562;p31"/>
            <p:cNvSpPr/>
            <p:nvPr/>
          </p:nvSpPr>
          <p:spPr>
            <a:xfrm>
              <a:off x="3935878" y="3679822"/>
              <a:ext cx="636159" cy="135780"/>
            </a:xfrm>
            <a:custGeom>
              <a:avLst/>
              <a:gdLst/>
              <a:ahLst/>
              <a:cxnLst/>
              <a:rect l="l" t="t" r="r" b="b"/>
              <a:pathLst>
                <a:path w="23918" h="5105" extrusionOk="0">
                  <a:moveTo>
                    <a:pt x="1" y="1"/>
                  </a:moveTo>
                  <a:lnTo>
                    <a:pt x="1" y="5104"/>
                  </a:lnTo>
                  <a:lnTo>
                    <a:pt x="23918" y="5104"/>
                  </a:lnTo>
                  <a:lnTo>
                    <a:pt x="239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3" name="Google Shape;1563;p31"/>
            <p:cNvSpPr/>
            <p:nvPr/>
          </p:nvSpPr>
          <p:spPr>
            <a:xfrm>
              <a:off x="532650" y="3590986"/>
              <a:ext cx="306057" cy="306057"/>
            </a:xfrm>
            <a:custGeom>
              <a:avLst/>
              <a:gdLst/>
              <a:ahLst/>
              <a:cxnLst/>
              <a:rect l="l" t="t" r="r" b="b"/>
              <a:pathLst>
                <a:path w="11507" h="11507" extrusionOk="0">
                  <a:moveTo>
                    <a:pt x="5475" y="0"/>
                  </a:moveTo>
                  <a:lnTo>
                    <a:pt x="5173" y="23"/>
                  </a:lnTo>
                  <a:lnTo>
                    <a:pt x="4895" y="70"/>
                  </a:lnTo>
                  <a:lnTo>
                    <a:pt x="4593" y="116"/>
                  </a:lnTo>
                  <a:lnTo>
                    <a:pt x="4315" y="186"/>
                  </a:lnTo>
                  <a:lnTo>
                    <a:pt x="4060" y="255"/>
                  </a:lnTo>
                  <a:lnTo>
                    <a:pt x="3781" y="348"/>
                  </a:lnTo>
                  <a:lnTo>
                    <a:pt x="3526" y="441"/>
                  </a:lnTo>
                  <a:lnTo>
                    <a:pt x="3016" y="696"/>
                  </a:lnTo>
                  <a:lnTo>
                    <a:pt x="2552" y="975"/>
                  </a:lnTo>
                  <a:lnTo>
                    <a:pt x="2111" y="1323"/>
                  </a:lnTo>
                  <a:lnTo>
                    <a:pt x="1693" y="1694"/>
                  </a:lnTo>
                  <a:lnTo>
                    <a:pt x="1322" y="2088"/>
                  </a:lnTo>
                  <a:lnTo>
                    <a:pt x="998" y="2529"/>
                  </a:lnTo>
                  <a:lnTo>
                    <a:pt x="696" y="3016"/>
                  </a:lnTo>
                  <a:lnTo>
                    <a:pt x="464" y="3503"/>
                  </a:lnTo>
                  <a:lnTo>
                    <a:pt x="371" y="3782"/>
                  </a:lnTo>
                  <a:lnTo>
                    <a:pt x="278" y="4037"/>
                  </a:lnTo>
                  <a:lnTo>
                    <a:pt x="186" y="4315"/>
                  </a:lnTo>
                  <a:lnTo>
                    <a:pt x="139" y="4593"/>
                  </a:lnTo>
                  <a:lnTo>
                    <a:pt x="70" y="4872"/>
                  </a:lnTo>
                  <a:lnTo>
                    <a:pt x="46" y="5150"/>
                  </a:lnTo>
                  <a:lnTo>
                    <a:pt x="23" y="5452"/>
                  </a:lnTo>
                  <a:lnTo>
                    <a:pt x="0" y="5753"/>
                  </a:lnTo>
                  <a:lnTo>
                    <a:pt x="23" y="6055"/>
                  </a:lnTo>
                  <a:lnTo>
                    <a:pt x="46" y="6333"/>
                  </a:lnTo>
                  <a:lnTo>
                    <a:pt x="70" y="6635"/>
                  </a:lnTo>
                  <a:lnTo>
                    <a:pt x="139" y="6913"/>
                  </a:lnTo>
                  <a:lnTo>
                    <a:pt x="186" y="7192"/>
                  </a:lnTo>
                  <a:lnTo>
                    <a:pt x="278" y="7470"/>
                  </a:lnTo>
                  <a:lnTo>
                    <a:pt x="371" y="7725"/>
                  </a:lnTo>
                  <a:lnTo>
                    <a:pt x="464" y="7980"/>
                  </a:lnTo>
                  <a:lnTo>
                    <a:pt x="696" y="8491"/>
                  </a:lnTo>
                  <a:lnTo>
                    <a:pt x="998" y="8955"/>
                  </a:lnTo>
                  <a:lnTo>
                    <a:pt x="1322" y="9396"/>
                  </a:lnTo>
                  <a:lnTo>
                    <a:pt x="1693" y="9813"/>
                  </a:lnTo>
                  <a:lnTo>
                    <a:pt x="2111" y="10184"/>
                  </a:lnTo>
                  <a:lnTo>
                    <a:pt x="2552" y="10509"/>
                  </a:lnTo>
                  <a:lnTo>
                    <a:pt x="3016" y="10811"/>
                  </a:lnTo>
                  <a:lnTo>
                    <a:pt x="3526" y="11043"/>
                  </a:lnTo>
                  <a:lnTo>
                    <a:pt x="3781" y="11159"/>
                  </a:lnTo>
                  <a:lnTo>
                    <a:pt x="4060" y="11228"/>
                  </a:lnTo>
                  <a:lnTo>
                    <a:pt x="4315" y="11321"/>
                  </a:lnTo>
                  <a:lnTo>
                    <a:pt x="4593" y="11391"/>
                  </a:lnTo>
                  <a:lnTo>
                    <a:pt x="4895" y="11437"/>
                  </a:lnTo>
                  <a:lnTo>
                    <a:pt x="5173" y="11460"/>
                  </a:lnTo>
                  <a:lnTo>
                    <a:pt x="5475" y="11483"/>
                  </a:lnTo>
                  <a:lnTo>
                    <a:pt x="5753" y="11507"/>
                  </a:lnTo>
                  <a:lnTo>
                    <a:pt x="6055" y="11483"/>
                  </a:lnTo>
                  <a:lnTo>
                    <a:pt x="6356" y="11460"/>
                  </a:lnTo>
                  <a:lnTo>
                    <a:pt x="6635" y="11437"/>
                  </a:lnTo>
                  <a:lnTo>
                    <a:pt x="6913" y="11391"/>
                  </a:lnTo>
                  <a:lnTo>
                    <a:pt x="7191" y="11321"/>
                  </a:lnTo>
                  <a:lnTo>
                    <a:pt x="7470" y="11228"/>
                  </a:lnTo>
                  <a:lnTo>
                    <a:pt x="7725" y="11159"/>
                  </a:lnTo>
                  <a:lnTo>
                    <a:pt x="8003" y="11043"/>
                  </a:lnTo>
                  <a:lnTo>
                    <a:pt x="8491" y="10811"/>
                  </a:lnTo>
                  <a:lnTo>
                    <a:pt x="8978" y="10509"/>
                  </a:lnTo>
                  <a:lnTo>
                    <a:pt x="9419" y="10184"/>
                  </a:lnTo>
                  <a:lnTo>
                    <a:pt x="9836" y="9813"/>
                  </a:lnTo>
                  <a:lnTo>
                    <a:pt x="10207" y="9396"/>
                  </a:lnTo>
                  <a:lnTo>
                    <a:pt x="10532" y="8955"/>
                  </a:lnTo>
                  <a:lnTo>
                    <a:pt x="10810" y="8491"/>
                  </a:lnTo>
                  <a:lnTo>
                    <a:pt x="11066" y="7980"/>
                  </a:lnTo>
                  <a:lnTo>
                    <a:pt x="11158" y="7725"/>
                  </a:lnTo>
                  <a:lnTo>
                    <a:pt x="11251" y="7470"/>
                  </a:lnTo>
                  <a:lnTo>
                    <a:pt x="11321" y="7192"/>
                  </a:lnTo>
                  <a:lnTo>
                    <a:pt x="11390" y="6913"/>
                  </a:lnTo>
                  <a:lnTo>
                    <a:pt x="11437" y="6635"/>
                  </a:lnTo>
                  <a:lnTo>
                    <a:pt x="11483" y="6333"/>
                  </a:lnTo>
                  <a:lnTo>
                    <a:pt x="11506" y="6055"/>
                  </a:lnTo>
                  <a:lnTo>
                    <a:pt x="11506" y="5753"/>
                  </a:lnTo>
                  <a:lnTo>
                    <a:pt x="11506" y="5452"/>
                  </a:lnTo>
                  <a:lnTo>
                    <a:pt x="11483" y="5150"/>
                  </a:lnTo>
                  <a:lnTo>
                    <a:pt x="11437" y="4872"/>
                  </a:lnTo>
                  <a:lnTo>
                    <a:pt x="11390" y="4593"/>
                  </a:lnTo>
                  <a:lnTo>
                    <a:pt x="11321" y="4315"/>
                  </a:lnTo>
                  <a:lnTo>
                    <a:pt x="11251" y="4037"/>
                  </a:lnTo>
                  <a:lnTo>
                    <a:pt x="11158" y="3782"/>
                  </a:lnTo>
                  <a:lnTo>
                    <a:pt x="11066" y="3503"/>
                  </a:lnTo>
                  <a:lnTo>
                    <a:pt x="10810" y="3016"/>
                  </a:lnTo>
                  <a:lnTo>
                    <a:pt x="10532" y="2529"/>
                  </a:lnTo>
                  <a:lnTo>
                    <a:pt x="10207" y="2088"/>
                  </a:lnTo>
                  <a:lnTo>
                    <a:pt x="9836" y="1694"/>
                  </a:lnTo>
                  <a:lnTo>
                    <a:pt x="9419" y="1323"/>
                  </a:lnTo>
                  <a:lnTo>
                    <a:pt x="8978" y="975"/>
                  </a:lnTo>
                  <a:lnTo>
                    <a:pt x="8491" y="696"/>
                  </a:lnTo>
                  <a:lnTo>
                    <a:pt x="8003" y="441"/>
                  </a:lnTo>
                  <a:lnTo>
                    <a:pt x="7725" y="348"/>
                  </a:lnTo>
                  <a:lnTo>
                    <a:pt x="7470" y="255"/>
                  </a:lnTo>
                  <a:lnTo>
                    <a:pt x="7191" y="186"/>
                  </a:lnTo>
                  <a:lnTo>
                    <a:pt x="6913" y="116"/>
                  </a:lnTo>
                  <a:lnTo>
                    <a:pt x="6635" y="70"/>
                  </a:lnTo>
                  <a:lnTo>
                    <a:pt x="6356" y="23"/>
                  </a:lnTo>
                  <a:lnTo>
                    <a:pt x="60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4" name="Google Shape;1564;p31"/>
            <p:cNvSpPr/>
            <p:nvPr/>
          </p:nvSpPr>
          <p:spPr>
            <a:xfrm>
              <a:off x="1006511" y="3622451"/>
              <a:ext cx="1211835" cy="94421"/>
            </a:xfrm>
            <a:custGeom>
              <a:avLst/>
              <a:gdLst/>
              <a:ahLst/>
              <a:cxnLst/>
              <a:rect l="l" t="t" r="r" b="b"/>
              <a:pathLst>
                <a:path w="45562" h="3550" extrusionOk="0">
                  <a:moveTo>
                    <a:pt x="0" y="0"/>
                  </a:moveTo>
                  <a:lnTo>
                    <a:pt x="0" y="3550"/>
                  </a:lnTo>
                  <a:lnTo>
                    <a:pt x="45562" y="3550"/>
                  </a:lnTo>
                  <a:lnTo>
                    <a:pt x="4556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5" name="Google Shape;1565;p31"/>
            <p:cNvSpPr/>
            <p:nvPr/>
          </p:nvSpPr>
          <p:spPr>
            <a:xfrm>
              <a:off x="1006511" y="3822357"/>
              <a:ext cx="671321" cy="95059"/>
            </a:xfrm>
            <a:custGeom>
              <a:avLst/>
              <a:gdLst/>
              <a:ahLst/>
              <a:cxnLst/>
              <a:rect l="l" t="t" r="r" b="b"/>
              <a:pathLst>
                <a:path w="25240" h="3574" extrusionOk="0">
                  <a:moveTo>
                    <a:pt x="0" y="1"/>
                  </a:moveTo>
                  <a:lnTo>
                    <a:pt x="0" y="3573"/>
                  </a:lnTo>
                  <a:lnTo>
                    <a:pt x="25240" y="3573"/>
                  </a:lnTo>
                  <a:lnTo>
                    <a:pt x="25240" y="1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6" name="Google Shape;1566;p31"/>
            <p:cNvSpPr/>
            <p:nvPr/>
          </p:nvSpPr>
          <p:spPr>
            <a:xfrm>
              <a:off x="457200" y="977688"/>
              <a:ext cx="4114966" cy="2453548"/>
            </a:xfrm>
            <a:custGeom>
              <a:avLst/>
              <a:gdLst/>
              <a:ahLst/>
              <a:cxnLst/>
              <a:rect l="l" t="t" r="r" b="b"/>
              <a:pathLst>
                <a:path w="147147" h="91193" extrusionOk="0">
                  <a:moveTo>
                    <a:pt x="0" y="0"/>
                  </a:moveTo>
                  <a:lnTo>
                    <a:pt x="0" y="91192"/>
                  </a:lnTo>
                  <a:lnTo>
                    <a:pt x="147147" y="91192"/>
                  </a:lnTo>
                  <a:lnTo>
                    <a:pt x="147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7" name="Google Shape;1567;p31"/>
            <p:cNvSpPr/>
            <p:nvPr/>
          </p:nvSpPr>
          <p:spPr>
            <a:xfrm>
              <a:off x="457200" y="881075"/>
              <a:ext cx="4114966" cy="2550212"/>
            </a:xfrm>
            <a:custGeom>
              <a:avLst/>
              <a:gdLst/>
              <a:ahLst/>
              <a:cxnLst/>
              <a:rect l="l" t="t" r="r" b="b"/>
              <a:pathLst>
                <a:path w="147147" h="91193" fill="none" extrusionOk="0">
                  <a:moveTo>
                    <a:pt x="147147" y="91192"/>
                  </a:moveTo>
                  <a:lnTo>
                    <a:pt x="0" y="91192"/>
                  </a:lnTo>
                  <a:lnTo>
                    <a:pt x="0" y="0"/>
                  </a:lnTo>
                  <a:lnTo>
                    <a:pt x="147147" y="0"/>
                  </a:lnTo>
                  <a:lnTo>
                    <a:pt x="147147" y="911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8" name="Google Shape;1568;p31"/>
            <p:cNvSpPr/>
            <p:nvPr/>
          </p:nvSpPr>
          <p:spPr>
            <a:xfrm>
              <a:off x="457200" y="3201519"/>
              <a:ext cx="4114966" cy="36998"/>
            </a:xfrm>
            <a:custGeom>
              <a:avLst/>
              <a:gdLst/>
              <a:ahLst/>
              <a:cxnLst/>
              <a:rect l="l" t="t" r="r" b="b"/>
              <a:pathLst>
                <a:path w="147147" h="1323" extrusionOk="0">
                  <a:moveTo>
                    <a:pt x="0" y="0"/>
                  </a:moveTo>
                  <a:lnTo>
                    <a:pt x="0" y="1323"/>
                  </a:lnTo>
                  <a:lnTo>
                    <a:pt x="147147" y="1323"/>
                  </a:lnTo>
                  <a:lnTo>
                    <a:pt x="14714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9" name="Google Shape;1569;p31"/>
            <p:cNvSpPr/>
            <p:nvPr/>
          </p:nvSpPr>
          <p:spPr>
            <a:xfrm>
              <a:off x="457200" y="3201519"/>
              <a:ext cx="1836601" cy="36998"/>
            </a:xfrm>
            <a:custGeom>
              <a:avLst/>
              <a:gdLst/>
              <a:ahLst/>
              <a:cxnLst/>
              <a:rect l="l" t="t" r="r" b="b"/>
              <a:pathLst>
                <a:path w="65675" h="1323" extrusionOk="0">
                  <a:moveTo>
                    <a:pt x="0" y="0"/>
                  </a:moveTo>
                  <a:lnTo>
                    <a:pt x="0" y="1323"/>
                  </a:lnTo>
                  <a:lnTo>
                    <a:pt x="65675" y="1323"/>
                  </a:lnTo>
                  <a:lnTo>
                    <a:pt x="656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0" name="Google Shape;1570;p31"/>
            <p:cNvSpPr/>
            <p:nvPr/>
          </p:nvSpPr>
          <p:spPr>
            <a:xfrm>
              <a:off x="457200" y="3201519"/>
              <a:ext cx="665623" cy="36998"/>
            </a:xfrm>
            <a:custGeom>
              <a:avLst/>
              <a:gdLst/>
              <a:ahLst/>
              <a:cxnLst/>
              <a:rect l="l" t="t" r="r" b="b"/>
              <a:pathLst>
                <a:path w="23802" h="1323" extrusionOk="0">
                  <a:moveTo>
                    <a:pt x="0" y="0"/>
                  </a:moveTo>
                  <a:lnTo>
                    <a:pt x="0" y="1323"/>
                  </a:lnTo>
                  <a:lnTo>
                    <a:pt x="23802" y="1323"/>
                  </a:lnTo>
                  <a:lnTo>
                    <a:pt x="2380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1" name="Google Shape;1571;p31"/>
            <p:cNvSpPr/>
            <p:nvPr/>
          </p:nvSpPr>
          <p:spPr>
            <a:xfrm>
              <a:off x="1071542" y="3172325"/>
              <a:ext cx="94745" cy="94745"/>
            </a:xfrm>
            <a:custGeom>
              <a:avLst/>
              <a:gdLst/>
              <a:ahLst/>
              <a:cxnLst/>
              <a:rect l="l" t="t" r="r" b="b"/>
              <a:pathLst>
                <a:path w="3388" h="3388" extrusionOk="0">
                  <a:moveTo>
                    <a:pt x="1694" y="0"/>
                  </a:moveTo>
                  <a:lnTo>
                    <a:pt x="1508" y="24"/>
                  </a:lnTo>
                  <a:lnTo>
                    <a:pt x="1346" y="47"/>
                  </a:lnTo>
                  <a:lnTo>
                    <a:pt x="1183" y="93"/>
                  </a:lnTo>
                  <a:lnTo>
                    <a:pt x="1044" y="139"/>
                  </a:lnTo>
                  <a:lnTo>
                    <a:pt x="882" y="209"/>
                  </a:lnTo>
                  <a:lnTo>
                    <a:pt x="742" y="302"/>
                  </a:lnTo>
                  <a:lnTo>
                    <a:pt x="626" y="395"/>
                  </a:lnTo>
                  <a:lnTo>
                    <a:pt x="487" y="511"/>
                  </a:lnTo>
                  <a:lnTo>
                    <a:pt x="394" y="627"/>
                  </a:lnTo>
                  <a:lnTo>
                    <a:pt x="278" y="766"/>
                  </a:lnTo>
                  <a:lnTo>
                    <a:pt x="209" y="905"/>
                  </a:lnTo>
                  <a:lnTo>
                    <a:pt x="139" y="1044"/>
                  </a:lnTo>
                  <a:lnTo>
                    <a:pt x="70" y="1207"/>
                  </a:lnTo>
                  <a:lnTo>
                    <a:pt x="46" y="1369"/>
                  </a:lnTo>
                  <a:lnTo>
                    <a:pt x="0" y="1531"/>
                  </a:lnTo>
                  <a:lnTo>
                    <a:pt x="0" y="1694"/>
                  </a:lnTo>
                  <a:lnTo>
                    <a:pt x="0" y="1879"/>
                  </a:lnTo>
                  <a:lnTo>
                    <a:pt x="46" y="2042"/>
                  </a:lnTo>
                  <a:lnTo>
                    <a:pt x="70" y="2204"/>
                  </a:lnTo>
                  <a:lnTo>
                    <a:pt x="139" y="2367"/>
                  </a:lnTo>
                  <a:lnTo>
                    <a:pt x="209" y="2506"/>
                  </a:lnTo>
                  <a:lnTo>
                    <a:pt x="278" y="2645"/>
                  </a:lnTo>
                  <a:lnTo>
                    <a:pt x="394" y="2784"/>
                  </a:lnTo>
                  <a:lnTo>
                    <a:pt x="487" y="2900"/>
                  </a:lnTo>
                  <a:lnTo>
                    <a:pt x="626" y="3016"/>
                  </a:lnTo>
                  <a:lnTo>
                    <a:pt x="742" y="3109"/>
                  </a:lnTo>
                  <a:lnTo>
                    <a:pt x="882" y="3202"/>
                  </a:lnTo>
                  <a:lnTo>
                    <a:pt x="1044" y="3271"/>
                  </a:lnTo>
                  <a:lnTo>
                    <a:pt x="1183" y="3318"/>
                  </a:lnTo>
                  <a:lnTo>
                    <a:pt x="1346" y="3364"/>
                  </a:lnTo>
                  <a:lnTo>
                    <a:pt x="1508" y="3387"/>
                  </a:lnTo>
                  <a:lnTo>
                    <a:pt x="1856" y="3387"/>
                  </a:lnTo>
                  <a:lnTo>
                    <a:pt x="2042" y="3364"/>
                  </a:lnTo>
                  <a:lnTo>
                    <a:pt x="2204" y="3318"/>
                  </a:lnTo>
                  <a:lnTo>
                    <a:pt x="2343" y="3271"/>
                  </a:lnTo>
                  <a:lnTo>
                    <a:pt x="2505" y="3202"/>
                  </a:lnTo>
                  <a:lnTo>
                    <a:pt x="2645" y="3109"/>
                  </a:lnTo>
                  <a:lnTo>
                    <a:pt x="2761" y="3016"/>
                  </a:lnTo>
                  <a:lnTo>
                    <a:pt x="2900" y="2900"/>
                  </a:lnTo>
                  <a:lnTo>
                    <a:pt x="2993" y="2784"/>
                  </a:lnTo>
                  <a:lnTo>
                    <a:pt x="3085" y="2645"/>
                  </a:lnTo>
                  <a:lnTo>
                    <a:pt x="3178" y="2506"/>
                  </a:lnTo>
                  <a:lnTo>
                    <a:pt x="3248" y="2367"/>
                  </a:lnTo>
                  <a:lnTo>
                    <a:pt x="3317" y="2204"/>
                  </a:lnTo>
                  <a:lnTo>
                    <a:pt x="3341" y="2042"/>
                  </a:lnTo>
                  <a:lnTo>
                    <a:pt x="3364" y="1879"/>
                  </a:lnTo>
                  <a:lnTo>
                    <a:pt x="3387" y="1694"/>
                  </a:lnTo>
                  <a:lnTo>
                    <a:pt x="3364" y="1531"/>
                  </a:lnTo>
                  <a:lnTo>
                    <a:pt x="3341" y="1369"/>
                  </a:lnTo>
                  <a:lnTo>
                    <a:pt x="3317" y="1207"/>
                  </a:lnTo>
                  <a:lnTo>
                    <a:pt x="3248" y="1044"/>
                  </a:lnTo>
                  <a:lnTo>
                    <a:pt x="3178" y="905"/>
                  </a:lnTo>
                  <a:lnTo>
                    <a:pt x="3085" y="766"/>
                  </a:lnTo>
                  <a:lnTo>
                    <a:pt x="2993" y="627"/>
                  </a:lnTo>
                  <a:lnTo>
                    <a:pt x="2900" y="511"/>
                  </a:lnTo>
                  <a:lnTo>
                    <a:pt x="2761" y="395"/>
                  </a:lnTo>
                  <a:lnTo>
                    <a:pt x="2645" y="302"/>
                  </a:lnTo>
                  <a:lnTo>
                    <a:pt x="2505" y="209"/>
                  </a:lnTo>
                  <a:lnTo>
                    <a:pt x="2343" y="139"/>
                  </a:lnTo>
                  <a:lnTo>
                    <a:pt x="2204" y="93"/>
                  </a:lnTo>
                  <a:lnTo>
                    <a:pt x="2042" y="47"/>
                  </a:lnTo>
                  <a:lnTo>
                    <a:pt x="1856" y="24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2" name="Google Shape;1572;p31"/>
            <p:cNvSpPr/>
            <p:nvPr/>
          </p:nvSpPr>
          <p:spPr>
            <a:xfrm>
              <a:off x="1100065" y="3201519"/>
              <a:ext cx="37669" cy="36998"/>
            </a:xfrm>
            <a:custGeom>
              <a:avLst/>
              <a:gdLst/>
              <a:ahLst/>
              <a:cxnLst/>
              <a:rect l="l" t="t" r="r" b="b"/>
              <a:pathLst>
                <a:path w="1347" h="1323" extrusionOk="0">
                  <a:moveTo>
                    <a:pt x="534" y="0"/>
                  </a:moveTo>
                  <a:lnTo>
                    <a:pt x="418" y="47"/>
                  </a:lnTo>
                  <a:lnTo>
                    <a:pt x="302" y="116"/>
                  </a:lnTo>
                  <a:lnTo>
                    <a:pt x="210" y="186"/>
                  </a:lnTo>
                  <a:lnTo>
                    <a:pt x="117" y="279"/>
                  </a:lnTo>
                  <a:lnTo>
                    <a:pt x="47" y="395"/>
                  </a:lnTo>
                  <a:lnTo>
                    <a:pt x="24" y="534"/>
                  </a:lnTo>
                  <a:lnTo>
                    <a:pt x="1" y="650"/>
                  </a:lnTo>
                  <a:lnTo>
                    <a:pt x="24" y="789"/>
                  </a:lnTo>
                  <a:lnTo>
                    <a:pt x="47" y="928"/>
                  </a:lnTo>
                  <a:lnTo>
                    <a:pt x="117" y="1021"/>
                  </a:lnTo>
                  <a:lnTo>
                    <a:pt x="210" y="1137"/>
                  </a:lnTo>
                  <a:lnTo>
                    <a:pt x="302" y="1207"/>
                  </a:lnTo>
                  <a:lnTo>
                    <a:pt x="418" y="1276"/>
                  </a:lnTo>
                  <a:lnTo>
                    <a:pt x="534" y="1323"/>
                  </a:lnTo>
                  <a:lnTo>
                    <a:pt x="813" y="1323"/>
                  </a:lnTo>
                  <a:lnTo>
                    <a:pt x="929" y="1276"/>
                  </a:lnTo>
                  <a:lnTo>
                    <a:pt x="1045" y="1207"/>
                  </a:lnTo>
                  <a:lnTo>
                    <a:pt x="1138" y="1137"/>
                  </a:lnTo>
                  <a:lnTo>
                    <a:pt x="1230" y="1021"/>
                  </a:lnTo>
                  <a:lnTo>
                    <a:pt x="1277" y="928"/>
                  </a:lnTo>
                  <a:lnTo>
                    <a:pt x="1323" y="789"/>
                  </a:lnTo>
                  <a:lnTo>
                    <a:pt x="1346" y="650"/>
                  </a:lnTo>
                  <a:lnTo>
                    <a:pt x="1323" y="534"/>
                  </a:lnTo>
                  <a:lnTo>
                    <a:pt x="1277" y="395"/>
                  </a:lnTo>
                  <a:lnTo>
                    <a:pt x="1230" y="279"/>
                  </a:lnTo>
                  <a:lnTo>
                    <a:pt x="1138" y="186"/>
                  </a:lnTo>
                  <a:lnTo>
                    <a:pt x="1045" y="116"/>
                  </a:lnTo>
                  <a:lnTo>
                    <a:pt x="929" y="47"/>
                  </a:lnTo>
                  <a:lnTo>
                    <a:pt x="8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73" name="Google Shape;1573;p31"/>
            <p:cNvGrpSpPr/>
            <p:nvPr/>
          </p:nvGrpSpPr>
          <p:grpSpPr>
            <a:xfrm>
              <a:off x="4018249" y="3738037"/>
              <a:ext cx="471406" cy="1668883"/>
              <a:chOff x="3847687" y="3716845"/>
              <a:chExt cx="734277" cy="2599505"/>
            </a:xfrm>
          </p:grpSpPr>
          <p:sp>
            <p:nvSpPr>
              <p:cNvPr id="1574" name="Google Shape;1574;p31"/>
              <p:cNvSpPr/>
              <p:nvPr/>
            </p:nvSpPr>
            <p:spPr>
              <a:xfrm>
                <a:off x="3847687" y="3716845"/>
                <a:ext cx="733665" cy="1467916"/>
              </a:xfrm>
              <a:custGeom>
                <a:avLst/>
                <a:gdLst/>
                <a:ahLst/>
                <a:cxnLst/>
                <a:rect l="l" t="t" r="r" b="b"/>
                <a:pathLst>
                  <a:path w="27584" h="55190" extrusionOk="0">
                    <a:moveTo>
                      <a:pt x="5707" y="1"/>
                    </a:moveTo>
                    <a:lnTo>
                      <a:pt x="5452" y="24"/>
                    </a:lnTo>
                    <a:lnTo>
                      <a:pt x="5197" y="47"/>
                    </a:lnTo>
                    <a:lnTo>
                      <a:pt x="4942" y="117"/>
                    </a:lnTo>
                    <a:lnTo>
                      <a:pt x="4687" y="186"/>
                    </a:lnTo>
                    <a:lnTo>
                      <a:pt x="4431" y="256"/>
                    </a:lnTo>
                    <a:lnTo>
                      <a:pt x="4199" y="372"/>
                    </a:lnTo>
                    <a:lnTo>
                      <a:pt x="3967" y="488"/>
                    </a:lnTo>
                    <a:lnTo>
                      <a:pt x="3735" y="627"/>
                    </a:lnTo>
                    <a:lnTo>
                      <a:pt x="3527" y="789"/>
                    </a:lnTo>
                    <a:lnTo>
                      <a:pt x="3318" y="952"/>
                    </a:lnTo>
                    <a:lnTo>
                      <a:pt x="3132" y="1137"/>
                    </a:lnTo>
                    <a:lnTo>
                      <a:pt x="2970" y="1346"/>
                    </a:lnTo>
                    <a:lnTo>
                      <a:pt x="2808" y="1555"/>
                    </a:lnTo>
                    <a:lnTo>
                      <a:pt x="2668" y="1764"/>
                    </a:lnTo>
                    <a:lnTo>
                      <a:pt x="2529" y="1996"/>
                    </a:lnTo>
                    <a:lnTo>
                      <a:pt x="2436" y="2251"/>
                    </a:lnTo>
                    <a:lnTo>
                      <a:pt x="2344" y="2506"/>
                    </a:lnTo>
                    <a:lnTo>
                      <a:pt x="2297" y="2784"/>
                    </a:lnTo>
                    <a:lnTo>
                      <a:pt x="2251" y="3063"/>
                    </a:lnTo>
                    <a:lnTo>
                      <a:pt x="2251" y="3364"/>
                    </a:lnTo>
                    <a:lnTo>
                      <a:pt x="2251" y="26377"/>
                    </a:lnTo>
                    <a:lnTo>
                      <a:pt x="1880" y="27560"/>
                    </a:lnTo>
                    <a:lnTo>
                      <a:pt x="1555" y="28743"/>
                    </a:lnTo>
                    <a:lnTo>
                      <a:pt x="1276" y="29950"/>
                    </a:lnTo>
                    <a:lnTo>
                      <a:pt x="1021" y="31179"/>
                    </a:lnTo>
                    <a:lnTo>
                      <a:pt x="812" y="32385"/>
                    </a:lnTo>
                    <a:lnTo>
                      <a:pt x="650" y="33615"/>
                    </a:lnTo>
                    <a:lnTo>
                      <a:pt x="511" y="34844"/>
                    </a:lnTo>
                    <a:lnTo>
                      <a:pt x="395" y="36074"/>
                    </a:lnTo>
                    <a:lnTo>
                      <a:pt x="302" y="37164"/>
                    </a:lnTo>
                    <a:lnTo>
                      <a:pt x="186" y="38324"/>
                    </a:lnTo>
                    <a:lnTo>
                      <a:pt x="70" y="39577"/>
                    </a:lnTo>
                    <a:lnTo>
                      <a:pt x="24" y="40203"/>
                    </a:lnTo>
                    <a:lnTo>
                      <a:pt x="1" y="40830"/>
                    </a:lnTo>
                    <a:lnTo>
                      <a:pt x="1" y="41456"/>
                    </a:lnTo>
                    <a:lnTo>
                      <a:pt x="1" y="42082"/>
                    </a:lnTo>
                    <a:lnTo>
                      <a:pt x="47" y="42686"/>
                    </a:lnTo>
                    <a:lnTo>
                      <a:pt x="117" y="43289"/>
                    </a:lnTo>
                    <a:lnTo>
                      <a:pt x="233" y="43845"/>
                    </a:lnTo>
                    <a:lnTo>
                      <a:pt x="372" y="44402"/>
                    </a:lnTo>
                    <a:lnTo>
                      <a:pt x="557" y="44936"/>
                    </a:lnTo>
                    <a:lnTo>
                      <a:pt x="650" y="45168"/>
                    </a:lnTo>
                    <a:lnTo>
                      <a:pt x="766" y="45423"/>
                    </a:lnTo>
                    <a:lnTo>
                      <a:pt x="998" y="45794"/>
                    </a:lnTo>
                    <a:lnTo>
                      <a:pt x="1253" y="46142"/>
                    </a:lnTo>
                    <a:lnTo>
                      <a:pt x="1555" y="46467"/>
                    </a:lnTo>
                    <a:lnTo>
                      <a:pt x="1856" y="46768"/>
                    </a:lnTo>
                    <a:lnTo>
                      <a:pt x="2181" y="47070"/>
                    </a:lnTo>
                    <a:lnTo>
                      <a:pt x="2529" y="47372"/>
                    </a:lnTo>
                    <a:lnTo>
                      <a:pt x="3225" y="47952"/>
                    </a:lnTo>
                    <a:lnTo>
                      <a:pt x="3573" y="48253"/>
                    </a:lnTo>
                    <a:lnTo>
                      <a:pt x="3921" y="48555"/>
                    </a:lnTo>
                    <a:lnTo>
                      <a:pt x="4223" y="48856"/>
                    </a:lnTo>
                    <a:lnTo>
                      <a:pt x="4501" y="49181"/>
                    </a:lnTo>
                    <a:lnTo>
                      <a:pt x="4756" y="49529"/>
                    </a:lnTo>
                    <a:lnTo>
                      <a:pt x="4988" y="49900"/>
                    </a:lnTo>
                    <a:lnTo>
                      <a:pt x="5151" y="50295"/>
                    </a:lnTo>
                    <a:lnTo>
                      <a:pt x="5220" y="50503"/>
                    </a:lnTo>
                    <a:lnTo>
                      <a:pt x="5267" y="50712"/>
                    </a:lnTo>
                    <a:lnTo>
                      <a:pt x="6102" y="55189"/>
                    </a:lnTo>
                    <a:lnTo>
                      <a:pt x="23013" y="54447"/>
                    </a:lnTo>
                    <a:lnTo>
                      <a:pt x="23013" y="52754"/>
                    </a:lnTo>
                    <a:lnTo>
                      <a:pt x="23036" y="51942"/>
                    </a:lnTo>
                    <a:lnTo>
                      <a:pt x="23083" y="51570"/>
                    </a:lnTo>
                    <a:lnTo>
                      <a:pt x="23129" y="51176"/>
                    </a:lnTo>
                    <a:lnTo>
                      <a:pt x="23199" y="50805"/>
                    </a:lnTo>
                    <a:lnTo>
                      <a:pt x="23292" y="50434"/>
                    </a:lnTo>
                    <a:lnTo>
                      <a:pt x="23408" y="50063"/>
                    </a:lnTo>
                    <a:lnTo>
                      <a:pt x="23547" y="49715"/>
                    </a:lnTo>
                    <a:lnTo>
                      <a:pt x="23732" y="49343"/>
                    </a:lnTo>
                    <a:lnTo>
                      <a:pt x="23941" y="48972"/>
                    </a:lnTo>
                    <a:lnTo>
                      <a:pt x="24173" y="48624"/>
                    </a:lnTo>
                    <a:lnTo>
                      <a:pt x="24475" y="48253"/>
                    </a:lnTo>
                    <a:lnTo>
                      <a:pt x="25147" y="47511"/>
                    </a:lnTo>
                    <a:lnTo>
                      <a:pt x="25820" y="46745"/>
                    </a:lnTo>
                    <a:lnTo>
                      <a:pt x="26145" y="46351"/>
                    </a:lnTo>
                    <a:lnTo>
                      <a:pt x="26447" y="45956"/>
                    </a:lnTo>
                    <a:lnTo>
                      <a:pt x="26725" y="45539"/>
                    </a:lnTo>
                    <a:lnTo>
                      <a:pt x="26980" y="45098"/>
                    </a:lnTo>
                    <a:lnTo>
                      <a:pt x="27096" y="44820"/>
                    </a:lnTo>
                    <a:lnTo>
                      <a:pt x="27189" y="44565"/>
                    </a:lnTo>
                    <a:lnTo>
                      <a:pt x="27351" y="44008"/>
                    </a:lnTo>
                    <a:lnTo>
                      <a:pt x="27467" y="43451"/>
                    </a:lnTo>
                    <a:lnTo>
                      <a:pt x="27537" y="42871"/>
                    </a:lnTo>
                    <a:lnTo>
                      <a:pt x="27583" y="42291"/>
                    </a:lnTo>
                    <a:lnTo>
                      <a:pt x="27583" y="41711"/>
                    </a:lnTo>
                    <a:lnTo>
                      <a:pt x="27583" y="40551"/>
                    </a:lnTo>
                    <a:lnTo>
                      <a:pt x="27328" y="26655"/>
                    </a:lnTo>
                    <a:lnTo>
                      <a:pt x="27328" y="26238"/>
                    </a:lnTo>
                    <a:lnTo>
                      <a:pt x="27282" y="25797"/>
                    </a:lnTo>
                    <a:lnTo>
                      <a:pt x="27235" y="25588"/>
                    </a:lnTo>
                    <a:lnTo>
                      <a:pt x="27189" y="25380"/>
                    </a:lnTo>
                    <a:lnTo>
                      <a:pt x="27096" y="25194"/>
                    </a:lnTo>
                    <a:lnTo>
                      <a:pt x="27003" y="25008"/>
                    </a:lnTo>
                    <a:lnTo>
                      <a:pt x="26864" y="24823"/>
                    </a:lnTo>
                    <a:lnTo>
                      <a:pt x="26679" y="24660"/>
                    </a:lnTo>
                    <a:lnTo>
                      <a:pt x="26493" y="24521"/>
                    </a:lnTo>
                    <a:lnTo>
                      <a:pt x="26284" y="24405"/>
                    </a:lnTo>
                    <a:lnTo>
                      <a:pt x="26052" y="24336"/>
                    </a:lnTo>
                    <a:lnTo>
                      <a:pt x="25797" y="24266"/>
                    </a:lnTo>
                    <a:lnTo>
                      <a:pt x="25542" y="24220"/>
                    </a:lnTo>
                    <a:lnTo>
                      <a:pt x="25287" y="24196"/>
                    </a:lnTo>
                    <a:lnTo>
                      <a:pt x="24753" y="24196"/>
                    </a:lnTo>
                    <a:lnTo>
                      <a:pt x="24220" y="24220"/>
                    </a:lnTo>
                    <a:lnTo>
                      <a:pt x="23709" y="24243"/>
                    </a:lnTo>
                    <a:lnTo>
                      <a:pt x="23152" y="24243"/>
                    </a:lnTo>
                    <a:lnTo>
                      <a:pt x="23060" y="24220"/>
                    </a:lnTo>
                    <a:lnTo>
                      <a:pt x="22897" y="24150"/>
                    </a:lnTo>
                    <a:lnTo>
                      <a:pt x="22735" y="24011"/>
                    </a:lnTo>
                    <a:lnTo>
                      <a:pt x="22619" y="23849"/>
                    </a:lnTo>
                    <a:lnTo>
                      <a:pt x="22526" y="23663"/>
                    </a:lnTo>
                    <a:lnTo>
                      <a:pt x="22433" y="23477"/>
                    </a:lnTo>
                    <a:lnTo>
                      <a:pt x="22387" y="23269"/>
                    </a:lnTo>
                    <a:lnTo>
                      <a:pt x="22364" y="23060"/>
                    </a:lnTo>
                    <a:lnTo>
                      <a:pt x="22364" y="22364"/>
                    </a:lnTo>
                    <a:lnTo>
                      <a:pt x="22364" y="21969"/>
                    </a:lnTo>
                    <a:lnTo>
                      <a:pt x="22340" y="21575"/>
                    </a:lnTo>
                    <a:lnTo>
                      <a:pt x="22271" y="21204"/>
                    </a:lnTo>
                    <a:lnTo>
                      <a:pt x="22201" y="20833"/>
                    </a:lnTo>
                    <a:lnTo>
                      <a:pt x="22132" y="20670"/>
                    </a:lnTo>
                    <a:lnTo>
                      <a:pt x="22062" y="20508"/>
                    </a:lnTo>
                    <a:lnTo>
                      <a:pt x="21969" y="20346"/>
                    </a:lnTo>
                    <a:lnTo>
                      <a:pt x="21876" y="20206"/>
                    </a:lnTo>
                    <a:lnTo>
                      <a:pt x="21784" y="20114"/>
                    </a:lnTo>
                    <a:lnTo>
                      <a:pt x="21668" y="20021"/>
                    </a:lnTo>
                    <a:lnTo>
                      <a:pt x="21413" y="19835"/>
                    </a:lnTo>
                    <a:lnTo>
                      <a:pt x="21111" y="19719"/>
                    </a:lnTo>
                    <a:lnTo>
                      <a:pt x="20809" y="19626"/>
                    </a:lnTo>
                    <a:lnTo>
                      <a:pt x="20461" y="19557"/>
                    </a:lnTo>
                    <a:lnTo>
                      <a:pt x="20090" y="19510"/>
                    </a:lnTo>
                    <a:lnTo>
                      <a:pt x="19719" y="19487"/>
                    </a:lnTo>
                    <a:lnTo>
                      <a:pt x="19325" y="19487"/>
                    </a:lnTo>
                    <a:lnTo>
                      <a:pt x="18536" y="19510"/>
                    </a:lnTo>
                    <a:lnTo>
                      <a:pt x="17770" y="19580"/>
                    </a:lnTo>
                    <a:lnTo>
                      <a:pt x="17051" y="19650"/>
                    </a:lnTo>
                    <a:lnTo>
                      <a:pt x="16448" y="19673"/>
                    </a:lnTo>
                    <a:lnTo>
                      <a:pt x="16263" y="19673"/>
                    </a:lnTo>
                    <a:lnTo>
                      <a:pt x="16077" y="19650"/>
                    </a:lnTo>
                    <a:lnTo>
                      <a:pt x="15915" y="19603"/>
                    </a:lnTo>
                    <a:lnTo>
                      <a:pt x="15775" y="19557"/>
                    </a:lnTo>
                    <a:lnTo>
                      <a:pt x="15636" y="19487"/>
                    </a:lnTo>
                    <a:lnTo>
                      <a:pt x="15520" y="19394"/>
                    </a:lnTo>
                    <a:lnTo>
                      <a:pt x="15427" y="19302"/>
                    </a:lnTo>
                    <a:lnTo>
                      <a:pt x="15358" y="19186"/>
                    </a:lnTo>
                    <a:lnTo>
                      <a:pt x="15288" y="19070"/>
                    </a:lnTo>
                    <a:lnTo>
                      <a:pt x="15242" y="18954"/>
                    </a:lnTo>
                    <a:lnTo>
                      <a:pt x="15149" y="18652"/>
                    </a:lnTo>
                    <a:lnTo>
                      <a:pt x="15103" y="18351"/>
                    </a:lnTo>
                    <a:lnTo>
                      <a:pt x="15079" y="18003"/>
                    </a:lnTo>
                    <a:lnTo>
                      <a:pt x="15079" y="17307"/>
                    </a:lnTo>
                    <a:lnTo>
                      <a:pt x="15079" y="16611"/>
                    </a:lnTo>
                    <a:lnTo>
                      <a:pt x="15056" y="16286"/>
                    </a:lnTo>
                    <a:lnTo>
                      <a:pt x="14987" y="15984"/>
                    </a:lnTo>
                    <a:lnTo>
                      <a:pt x="14894" y="15706"/>
                    </a:lnTo>
                    <a:lnTo>
                      <a:pt x="14847" y="15590"/>
                    </a:lnTo>
                    <a:lnTo>
                      <a:pt x="14755" y="15474"/>
                    </a:lnTo>
                    <a:lnTo>
                      <a:pt x="14662" y="15358"/>
                    </a:lnTo>
                    <a:lnTo>
                      <a:pt x="14569" y="15265"/>
                    </a:lnTo>
                    <a:lnTo>
                      <a:pt x="14314" y="15103"/>
                    </a:lnTo>
                    <a:lnTo>
                      <a:pt x="14035" y="14964"/>
                    </a:lnTo>
                    <a:lnTo>
                      <a:pt x="13734" y="14871"/>
                    </a:lnTo>
                    <a:lnTo>
                      <a:pt x="13386" y="14801"/>
                    </a:lnTo>
                    <a:lnTo>
                      <a:pt x="13038" y="14755"/>
                    </a:lnTo>
                    <a:lnTo>
                      <a:pt x="12644" y="14732"/>
                    </a:lnTo>
                    <a:lnTo>
                      <a:pt x="12272" y="14732"/>
                    </a:lnTo>
                    <a:lnTo>
                      <a:pt x="11507" y="14755"/>
                    </a:lnTo>
                    <a:lnTo>
                      <a:pt x="10741" y="14801"/>
                    </a:lnTo>
                    <a:lnTo>
                      <a:pt x="10069" y="14848"/>
                    </a:lnTo>
                    <a:lnTo>
                      <a:pt x="9489" y="14871"/>
                    </a:lnTo>
                    <a:lnTo>
                      <a:pt x="9373" y="14871"/>
                    </a:lnTo>
                    <a:lnTo>
                      <a:pt x="9280" y="14848"/>
                    </a:lnTo>
                    <a:lnTo>
                      <a:pt x="9210" y="14801"/>
                    </a:lnTo>
                    <a:lnTo>
                      <a:pt x="9117" y="14732"/>
                    </a:lnTo>
                    <a:lnTo>
                      <a:pt x="9071" y="14662"/>
                    </a:lnTo>
                    <a:lnTo>
                      <a:pt x="9025" y="14569"/>
                    </a:lnTo>
                    <a:lnTo>
                      <a:pt x="8978" y="14476"/>
                    </a:lnTo>
                    <a:lnTo>
                      <a:pt x="8978" y="14384"/>
                    </a:lnTo>
                    <a:lnTo>
                      <a:pt x="8955" y="9350"/>
                    </a:lnTo>
                    <a:lnTo>
                      <a:pt x="8978" y="6844"/>
                    </a:lnTo>
                    <a:lnTo>
                      <a:pt x="9025" y="4339"/>
                    </a:lnTo>
                    <a:lnTo>
                      <a:pt x="9025" y="3968"/>
                    </a:lnTo>
                    <a:lnTo>
                      <a:pt x="9001" y="3596"/>
                    </a:lnTo>
                    <a:lnTo>
                      <a:pt x="8978" y="3225"/>
                    </a:lnTo>
                    <a:lnTo>
                      <a:pt x="8932" y="2854"/>
                    </a:lnTo>
                    <a:lnTo>
                      <a:pt x="8839" y="2506"/>
                    </a:lnTo>
                    <a:lnTo>
                      <a:pt x="8746" y="2135"/>
                    </a:lnTo>
                    <a:lnTo>
                      <a:pt x="8607" y="1810"/>
                    </a:lnTo>
                    <a:lnTo>
                      <a:pt x="8421" y="1485"/>
                    </a:lnTo>
                    <a:lnTo>
                      <a:pt x="8259" y="1230"/>
                    </a:lnTo>
                    <a:lnTo>
                      <a:pt x="8074" y="998"/>
                    </a:lnTo>
                    <a:lnTo>
                      <a:pt x="7865" y="813"/>
                    </a:lnTo>
                    <a:lnTo>
                      <a:pt x="7656" y="627"/>
                    </a:lnTo>
                    <a:lnTo>
                      <a:pt x="7447" y="465"/>
                    </a:lnTo>
                    <a:lnTo>
                      <a:pt x="7215" y="349"/>
                    </a:lnTo>
                    <a:lnTo>
                      <a:pt x="6983" y="233"/>
                    </a:lnTo>
                    <a:lnTo>
                      <a:pt x="6728" y="140"/>
                    </a:lnTo>
                    <a:lnTo>
                      <a:pt x="6473" y="70"/>
                    </a:lnTo>
                    <a:lnTo>
                      <a:pt x="6218" y="24"/>
                    </a:lnTo>
                    <a:lnTo>
                      <a:pt x="5962" y="1"/>
                    </a:lnTo>
                    <a:close/>
                  </a:path>
                </a:pathLst>
              </a:custGeom>
              <a:solidFill>
                <a:srgbClr val="FFD7B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>
                <a:off x="4086479" y="4106179"/>
                <a:ext cx="45056" cy="236345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8886" extrusionOk="0">
                    <a:moveTo>
                      <a:pt x="0" y="1"/>
                    </a:moveTo>
                    <a:lnTo>
                      <a:pt x="0" y="8329"/>
                    </a:lnTo>
                    <a:lnTo>
                      <a:pt x="0" y="8445"/>
                    </a:lnTo>
                    <a:lnTo>
                      <a:pt x="47" y="8538"/>
                    </a:lnTo>
                    <a:lnTo>
                      <a:pt x="93" y="8631"/>
                    </a:lnTo>
                    <a:lnTo>
                      <a:pt x="163" y="8723"/>
                    </a:lnTo>
                    <a:lnTo>
                      <a:pt x="255" y="8793"/>
                    </a:lnTo>
                    <a:lnTo>
                      <a:pt x="348" y="8839"/>
                    </a:lnTo>
                    <a:lnTo>
                      <a:pt x="441" y="8886"/>
                    </a:lnTo>
                    <a:lnTo>
                      <a:pt x="1253" y="8886"/>
                    </a:lnTo>
                    <a:lnTo>
                      <a:pt x="1346" y="8839"/>
                    </a:lnTo>
                    <a:lnTo>
                      <a:pt x="1439" y="8793"/>
                    </a:lnTo>
                    <a:lnTo>
                      <a:pt x="1531" y="8723"/>
                    </a:lnTo>
                    <a:lnTo>
                      <a:pt x="1601" y="8631"/>
                    </a:lnTo>
                    <a:lnTo>
                      <a:pt x="1647" y="8538"/>
                    </a:lnTo>
                    <a:lnTo>
                      <a:pt x="1694" y="8445"/>
                    </a:lnTo>
                    <a:lnTo>
                      <a:pt x="1694" y="8329"/>
                    </a:lnTo>
                    <a:lnTo>
                      <a:pt x="1694" y="233"/>
                    </a:lnTo>
                    <a:lnTo>
                      <a:pt x="511" y="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4B89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>
                <a:off x="4262315" y="4232677"/>
                <a:ext cx="45083" cy="23634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8886" extrusionOk="0">
                    <a:moveTo>
                      <a:pt x="1" y="0"/>
                    </a:moveTo>
                    <a:lnTo>
                      <a:pt x="1" y="8398"/>
                    </a:lnTo>
                    <a:lnTo>
                      <a:pt x="24" y="8491"/>
                    </a:lnTo>
                    <a:lnTo>
                      <a:pt x="47" y="8584"/>
                    </a:lnTo>
                    <a:lnTo>
                      <a:pt x="94" y="8677"/>
                    </a:lnTo>
                    <a:lnTo>
                      <a:pt x="140" y="8746"/>
                    </a:lnTo>
                    <a:lnTo>
                      <a:pt x="233" y="8816"/>
                    </a:lnTo>
                    <a:lnTo>
                      <a:pt x="302" y="8862"/>
                    </a:lnTo>
                    <a:lnTo>
                      <a:pt x="395" y="8885"/>
                    </a:lnTo>
                    <a:lnTo>
                      <a:pt x="1300" y="8885"/>
                    </a:lnTo>
                    <a:lnTo>
                      <a:pt x="1393" y="8862"/>
                    </a:lnTo>
                    <a:lnTo>
                      <a:pt x="1485" y="8816"/>
                    </a:lnTo>
                    <a:lnTo>
                      <a:pt x="1555" y="8746"/>
                    </a:lnTo>
                    <a:lnTo>
                      <a:pt x="1625" y="8677"/>
                    </a:lnTo>
                    <a:lnTo>
                      <a:pt x="1671" y="8584"/>
                    </a:lnTo>
                    <a:lnTo>
                      <a:pt x="1694" y="8491"/>
                    </a:lnTo>
                    <a:lnTo>
                      <a:pt x="1694" y="8398"/>
                    </a:lnTo>
                    <a:lnTo>
                      <a:pt x="1694" y="232"/>
                    </a:lnTo>
                    <a:lnTo>
                      <a:pt x="697" y="27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4B89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>
                <a:off x="4435704" y="4285127"/>
                <a:ext cx="45056" cy="306057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11507" extrusionOk="0">
                    <a:moveTo>
                      <a:pt x="116" y="0"/>
                    </a:moveTo>
                    <a:lnTo>
                      <a:pt x="0" y="882"/>
                    </a:lnTo>
                    <a:lnTo>
                      <a:pt x="0" y="11043"/>
                    </a:lnTo>
                    <a:lnTo>
                      <a:pt x="0" y="11135"/>
                    </a:lnTo>
                    <a:lnTo>
                      <a:pt x="24" y="11228"/>
                    </a:lnTo>
                    <a:lnTo>
                      <a:pt x="70" y="11298"/>
                    </a:lnTo>
                    <a:lnTo>
                      <a:pt x="140" y="11367"/>
                    </a:lnTo>
                    <a:lnTo>
                      <a:pt x="209" y="11414"/>
                    </a:lnTo>
                    <a:lnTo>
                      <a:pt x="279" y="11460"/>
                    </a:lnTo>
                    <a:lnTo>
                      <a:pt x="372" y="11483"/>
                    </a:lnTo>
                    <a:lnTo>
                      <a:pt x="464" y="11507"/>
                    </a:lnTo>
                    <a:lnTo>
                      <a:pt x="1230" y="11507"/>
                    </a:lnTo>
                    <a:lnTo>
                      <a:pt x="1323" y="11483"/>
                    </a:lnTo>
                    <a:lnTo>
                      <a:pt x="1416" y="11460"/>
                    </a:lnTo>
                    <a:lnTo>
                      <a:pt x="1485" y="11414"/>
                    </a:lnTo>
                    <a:lnTo>
                      <a:pt x="1555" y="11367"/>
                    </a:lnTo>
                    <a:lnTo>
                      <a:pt x="1624" y="11298"/>
                    </a:lnTo>
                    <a:lnTo>
                      <a:pt x="1648" y="11228"/>
                    </a:lnTo>
                    <a:lnTo>
                      <a:pt x="1694" y="11135"/>
                    </a:lnTo>
                    <a:lnTo>
                      <a:pt x="1694" y="11043"/>
                    </a:lnTo>
                    <a:lnTo>
                      <a:pt x="1694" y="2854"/>
                    </a:lnTo>
                    <a:lnTo>
                      <a:pt x="1044" y="2854"/>
                    </a:lnTo>
                    <a:lnTo>
                      <a:pt x="928" y="2830"/>
                    </a:lnTo>
                    <a:lnTo>
                      <a:pt x="789" y="2807"/>
                    </a:lnTo>
                    <a:lnTo>
                      <a:pt x="696" y="2761"/>
                    </a:lnTo>
                    <a:lnTo>
                      <a:pt x="580" y="2691"/>
                    </a:lnTo>
                    <a:lnTo>
                      <a:pt x="488" y="2598"/>
                    </a:lnTo>
                    <a:lnTo>
                      <a:pt x="418" y="2506"/>
                    </a:lnTo>
                    <a:lnTo>
                      <a:pt x="348" y="2390"/>
                    </a:lnTo>
                    <a:lnTo>
                      <a:pt x="325" y="227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rgbClr val="F4B89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>
                <a:off x="3853857" y="5345143"/>
                <a:ext cx="728107" cy="971208"/>
              </a:xfrm>
              <a:custGeom>
                <a:avLst/>
                <a:gdLst/>
                <a:ahLst/>
                <a:cxnLst/>
                <a:rect l="l" t="t" r="r" b="b"/>
                <a:pathLst>
                  <a:path w="27375" h="36515" extrusionOk="0">
                    <a:moveTo>
                      <a:pt x="24567" y="1"/>
                    </a:moveTo>
                    <a:lnTo>
                      <a:pt x="2483" y="47"/>
                    </a:lnTo>
                    <a:lnTo>
                      <a:pt x="2251" y="47"/>
                    </a:lnTo>
                    <a:lnTo>
                      <a:pt x="2042" y="94"/>
                    </a:lnTo>
                    <a:lnTo>
                      <a:pt x="1833" y="140"/>
                    </a:lnTo>
                    <a:lnTo>
                      <a:pt x="1648" y="210"/>
                    </a:lnTo>
                    <a:lnTo>
                      <a:pt x="1439" y="303"/>
                    </a:lnTo>
                    <a:lnTo>
                      <a:pt x="1276" y="418"/>
                    </a:lnTo>
                    <a:lnTo>
                      <a:pt x="1091" y="558"/>
                    </a:lnTo>
                    <a:lnTo>
                      <a:pt x="952" y="697"/>
                    </a:lnTo>
                    <a:lnTo>
                      <a:pt x="812" y="859"/>
                    </a:lnTo>
                    <a:lnTo>
                      <a:pt x="673" y="1022"/>
                    </a:lnTo>
                    <a:lnTo>
                      <a:pt x="580" y="1207"/>
                    </a:lnTo>
                    <a:lnTo>
                      <a:pt x="488" y="1393"/>
                    </a:lnTo>
                    <a:lnTo>
                      <a:pt x="418" y="1602"/>
                    </a:lnTo>
                    <a:lnTo>
                      <a:pt x="348" y="1810"/>
                    </a:lnTo>
                    <a:lnTo>
                      <a:pt x="325" y="2019"/>
                    </a:lnTo>
                    <a:lnTo>
                      <a:pt x="325" y="2251"/>
                    </a:lnTo>
                    <a:lnTo>
                      <a:pt x="1" y="36515"/>
                    </a:lnTo>
                    <a:lnTo>
                      <a:pt x="27374" y="36515"/>
                    </a:lnTo>
                    <a:lnTo>
                      <a:pt x="26771" y="1834"/>
                    </a:lnTo>
                    <a:lnTo>
                      <a:pt x="26748" y="1625"/>
                    </a:lnTo>
                    <a:lnTo>
                      <a:pt x="26725" y="1416"/>
                    </a:lnTo>
                    <a:lnTo>
                      <a:pt x="26655" y="1207"/>
                    </a:lnTo>
                    <a:lnTo>
                      <a:pt x="26586" y="1045"/>
                    </a:lnTo>
                    <a:lnTo>
                      <a:pt x="26493" y="882"/>
                    </a:lnTo>
                    <a:lnTo>
                      <a:pt x="26377" y="720"/>
                    </a:lnTo>
                    <a:lnTo>
                      <a:pt x="26261" y="581"/>
                    </a:lnTo>
                    <a:lnTo>
                      <a:pt x="26122" y="465"/>
                    </a:lnTo>
                    <a:lnTo>
                      <a:pt x="25959" y="349"/>
                    </a:lnTo>
                    <a:lnTo>
                      <a:pt x="25797" y="256"/>
                    </a:lnTo>
                    <a:lnTo>
                      <a:pt x="25611" y="187"/>
                    </a:lnTo>
                    <a:lnTo>
                      <a:pt x="25426" y="117"/>
                    </a:lnTo>
                    <a:lnTo>
                      <a:pt x="25217" y="71"/>
                    </a:lnTo>
                    <a:lnTo>
                      <a:pt x="25008" y="24"/>
                    </a:lnTo>
                    <a:lnTo>
                      <a:pt x="2479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>
                <a:off x="3962455" y="5164998"/>
                <a:ext cx="526338" cy="196848"/>
              </a:xfrm>
              <a:custGeom>
                <a:avLst/>
                <a:gdLst/>
                <a:ahLst/>
                <a:cxnLst/>
                <a:rect l="l" t="t" r="r" b="b"/>
                <a:pathLst>
                  <a:path w="19789" h="7401" extrusionOk="0">
                    <a:moveTo>
                      <a:pt x="18721" y="0"/>
                    </a:moveTo>
                    <a:lnTo>
                      <a:pt x="1044" y="23"/>
                    </a:lnTo>
                    <a:lnTo>
                      <a:pt x="836" y="46"/>
                    </a:lnTo>
                    <a:lnTo>
                      <a:pt x="650" y="116"/>
                    </a:lnTo>
                    <a:lnTo>
                      <a:pt x="464" y="209"/>
                    </a:lnTo>
                    <a:lnTo>
                      <a:pt x="302" y="348"/>
                    </a:lnTo>
                    <a:lnTo>
                      <a:pt x="186" y="487"/>
                    </a:lnTo>
                    <a:lnTo>
                      <a:pt x="93" y="673"/>
                    </a:lnTo>
                    <a:lnTo>
                      <a:pt x="24" y="882"/>
                    </a:lnTo>
                    <a:lnTo>
                      <a:pt x="0" y="1090"/>
                    </a:lnTo>
                    <a:lnTo>
                      <a:pt x="24" y="7400"/>
                    </a:lnTo>
                    <a:lnTo>
                      <a:pt x="19789" y="7354"/>
                    </a:lnTo>
                    <a:lnTo>
                      <a:pt x="19789" y="1021"/>
                    </a:lnTo>
                    <a:lnTo>
                      <a:pt x="19765" y="812"/>
                    </a:lnTo>
                    <a:lnTo>
                      <a:pt x="19696" y="626"/>
                    </a:lnTo>
                    <a:lnTo>
                      <a:pt x="19603" y="441"/>
                    </a:lnTo>
                    <a:lnTo>
                      <a:pt x="19464" y="302"/>
                    </a:lnTo>
                    <a:lnTo>
                      <a:pt x="19325" y="162"/>
                    </a:lnTo>
                    <a:lnTo>
                      <a:pt x="19139" y="70"/>
                    </a:lnTo>
                    <a:lnTo>
                      <a:pt x="18953" y="0"/>
                    </a:lnTo>
                    <a:close/>
                  </a:path>
                </a:pathLst>
              </a:custGeom>
              <a:solidFill>
                <a:srgbClr val="DF483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0" name="Google Shape;1580;p31"/>
              <p:cNvSpPr/>
              <p:nvPr/>
            </p:nvSpPr>
            <p:spPr>
              <a:xfrm>
                <a:off x="3963067" y="5302587"/>
                <a:ext cx="525726" cy="42583"/>
              </a:xfrm>
              <a:custGeom>
                <a:avLst/>
                <a:gdLst/>
                <a:ahLst/>
                <a:cxnLst/>
                <a:rect l="l" t="t" r="r" b="b"/>
                <a:pathLst>
                  <a:path w="19766" h="1601" extrusionOk="0">
                    <a:moveTo>
                      <a:pt x="19766" y="0"/>
                    </a:moveTo>
                    <a:lnTo>
                      <a:pt x="1" y="70"/>
                    </a:lnTo>
                    <a:lnTo>
                      <a:pt x="1" y="1601"/>
                    </a:lnTo>
                    <a:lnTo>
                      <a:pt x="19766" y="1555"/>
                    </a:lnTo>
                    <a:lnTo>
                      <a:pt x="197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581" name="Google Shape;1581;p31"/>
          <p:cNvGrpSpPr/>
          <p:nvPr/>
        </p:nvGrpSpPr>
        <p:grpSpPr>
          <a:xfrm>
            <a:off x="6451451" y="1303451"/>
            <a:ext cx="2045200" cy="1428800"/>
            <a:chOff x="4838588" y="977588"/>
            <a:chExt cx="1533900" cy="1071600"/>
          </a:xfrm>
        </p:grpSpPr>
        <p:sp>
          <p:nvSpPr>
            <p:cNvPr id="1582" name="Google Shape;1582;p31"/>
            <p:cNvSpPr/>
            <p:nvPr/>
          </p:nvSpPr>
          <p:spPr>
            <a:xfrm>
              <a:off x="4838588" y="977588"/>
              <a:ext cx="1533900" cy="10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83" name="Google Shape;1583;p31"/>
            <p:cNvGrpSpPr/>
            <p:nvPr/>
          </p:nvGrpSpPr>
          <p:grpSpPr>
            <a:xfrm>
              <a:off x="5311976" y="1219820"/>
              <a:ext cx="587133" cy="587133"/>
              <a:chOff x="6405075" y="2810250"/>
              <a:chExt cx="879600" cy="879600"/>
            </a:xfrm>
          </p:grpSpPr>
          <p:sp>
            <p:nvSpPr>
              <p:cNvPr id="1584" name="Google Shape;1584;p31"/>
              <p:cNvSpPr/>
              <p:nvPr/>
            </p:nvSpPr>
            <p:spPr>
              <a:xfrm>
                <a:off x="6405075" y="2810250"/>
                <a:ext cx="879600" cy="879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5" name="Google Shape;1585;p31"/>
              <p:cNvSpPr/>
              <p:nvPr/>
            </p:nvSpPr>
            <p:spPr>
              <a:xfrm rot="5400000">
                <a:off x="6692100" y="3056100"/>
                <a:ext cx="448200" cy="387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587" name="Google Shape;1587;p31"/>
          <p:cNvSpPr txBox="1"/>
          <p:nvPr/>
        </p:nvSpPr>
        <p:spPr>
          <a:xfrm>
            <a:off x="8659175" y="1239163"/>
            <a:ext cx="2559757" cy="1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Greedy</a:t>
            </a:r>
          </a:p>
          <a:p>
            <a:endParaRPr lang="en"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90%</a:t>
            </a:r>
            <a:endParaRPr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590" name="Google Shape;1590;p31"/>
          <p:cNvGrpSpPr/>
          <p:nvPr/>
        </p:nvGrpSpPr>
        <p:grpSpPr>
          <a:xfrm>
            <a:off x="6451451" y="3091933"/>
            <a:ext cx="2045200" cy="1428800"/>
            <a:chOff x="4838588" y="2318950"/>
            <a:chExt cx="1533900" cy="1071600"/>
          </a:xfrm>
        </p:grpSpPr>
        <p:sp>
          <p:nvSpPr>
            <p:cNvPr id="1591" name="Google Shape;1591;p31"/>
            <p:cNvSpPr/>
            <p:nvPr/>
          </p:nvSpPr>
          <p:spPr>
            <a:xfrm>
              <a:off x="4838588" y="2318950"/>
              <a:ext cx="1533900" cy="10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92" name="Google Shape;1592;p31"/>
            <p:cNvGrpSpPr/>
            <p:nvPr/>
          </p:nvGrpSpPr>
          <p:grpSpPr>
            <a:xfrm>
              <a:off x="5311976" y="2561182"/>
              <a:ext cx="587133" cy="587133"/>
              <a:chOff x="6405075" y="2810250"/>
              <a:chExt cx="879600" cy="879600"/>
            </a:xfrm>
          </p:grpSpPr>
          <p:sp>
            <p:nvSpPr>
              <p:cNvPr id="1593" name="Google Shape;1593;p31"/>
              <p:cNvSpPr/>
              <p:nvPr/>
            </p:nvSpPr>
            <p:spPr>
              <a:xfrm>
                <a:off x="6405075" y="2810250"/>
                <a:ext cx="879600" cy="879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4" name="Google Shape;1594;p31"/>
              <p:cNvSpPr/>
              <p:nvPr/>
            </p:nvSpPr>
            <p:spPr>
              <a:xfrm rot="5400000">
                <a:off x="6692100" y="3056100"/>
                <a:ext cx="448200" cy="387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596" name="Google Shape;1596;p31"/>
          <p:cNvSpPr txBox="1"/>
          <p:nvPr/>
        </p:nvSpPr>
        <p:spPr>
          <a:xfrm>
            <a:off x="8594276" y="2974955"/>
            <a:ext cx="2689553" cy="1662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Divide and conquer</a:t>
            </a:r>
          </a:p>
          <a:p>
            <a:endParaRPr lang="en"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90%</a:t>
            </a:r>
          </a:p>
          <a:p>
            <a:endParaRPr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599" name="Google Shape;1599;p31"/>
          <p:cNvGrpSpPr/>
          <p:nvPr/>
        </p:nvGrpSpPr>
        <p:grpSpPr>
          <a:xfrm>
            <a:off x="6451451" y="4880417"/>
            <a:ext cx="2045200" cy="1428800"/>
            <a:chOff x="4838588" y="3660313"/>
            <a:chExt cx="1533900" cy="1071600"/>
          </a:xfrm>
        </p:grpSpPr>
        <p:sp>
          <p:nvSpPr>
            <p:cNvPr id="1600" name="Google Shape;1600;p31"/>
            <p:cNvSpPr/>
            <p:nvPr/>
          </p:nvSpPr>
          <p:spPr>
            <a:xfrm>
              <a:off x="4838588" y="3660313"/>
              <a:ext cx="1533900" cy="10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601" name="Google Shape;1601;p31"/>
            <p:cNvGrpSpPr/>
            <p:nvPr/>
          </p:nvGrpSpPr>
          <p:grpSpPr>
            <a:xfrm>
              <a:off x="5311976" y="3902545"/>
              <a:ext cx="587133" cy="587133"/>
              <a:chOff x="6405075" y="2810250"/>
              <a:chExt cx="879600" cy="879600"/>
            </a:xfrm>
          </p:grpSpPr>
          <p:sp>
            <p:nvSpPr>
              <p:cNvPr id="1602" name="Google Shape;1602;p31"/>
              <p:cNvSpPr/>
              <p:nvPr/>
            </p:nvSpPr>
            <p:spPr>
              <a:xfrm>
                <a:off x="6405075" y="2810250"/>
                <a:ext cx="879600" cy="879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 rot="5400000">
                <a:off x="6692100" y="3056100"/>
                <a:ext cx="448200" cy="3879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605" name="Google Shape;1605;p31"/>
          <p:cNvSpPr txBox="1"/>
          <p:nvPr/>
        </p:nvSpPr>
        <p:spPr>
          <a:xfrm>
            <a:off x="8594276" y="4834050"/>
            <a:ext cx="2821591" cy="118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Most commonly used</a:t>
            </a:r>
          </a:p>
          <a:p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</a:p>
          <a:p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80%</a:t>
            </a:r>
            <a:endParaRPr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1608" name="Google Shape;1608;p31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4683" t="10975" b="16723"/>
          <a:stretch/>
        </p:blipFill>
        <p:spPr>
          <a:xfrm>
            <a:off x="973067" y="1609234"/>
            <a:ext cx="4759700" cy="236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71AA32-F7D1-4416-96DB-71C579D64152}"/>
              </a:ext>
            </a:extLst>
          </p:cNvPr>
          <p:cNvSpPr txBox="1"/>
          <p:nvPr/>
        </p:nvSpPr>
        <p:spPr>
          <a:xfrm>
            <a:off x="1106397" y="5724947"/>
            <a:ext cx="3702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Episode Accuracy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3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Analysis and discussion </a:t>
            </a:r>
            <a:endParaRPr b="1" dirty="0"/>
          </a:p>
        </p:txBody>
      </p:sp>
      <p:grpSp>
        <p:nvGrpSpPr>
          <p:cNvPr id="882" name="Google Shape;882;p23"/>
          <p:cNvGrpSpPr/>
          <p:nvPr/>
        </p:nvGrpSpPr>
        <p:grpSpPr>
          <a:xfrm>
            <a:off x="5681784" y="1350433"/>
            <a:ext cx="5900600" cy="1325600"/>
            <a:chOff x="4211488" y="1012825"/>
            <a:chExt cx="4425450" cy="994200"/>
          </a:xfrm>
        </p:grpSpPr>
        <p:cxnSp>
          <p:nvCxnSpPr>
            <p:cNvPr id="883" name="Google Shape;883;p23"/>
            <p:cNvCxnSpPr>
              <a:stCxn id="884" idx="1"/>
              <a:endCxn id="885" idx="6"/>
            </p:cNvCxnSpPr>
            <p:nvPr/>
          </p:nvCxnSpPr>
          <p:spPr>
            <a:xfrm rot="10800000">
              <a:off x="4832650" y="1507400"/>
              <a:ext cx="409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86" name="Google Shape;886;p23"/>
            <p:cNvSpPr/>
            <p:nvPr/>
          </p:nvSpPr>
          <p:spPr>
            <a:xfrm>
              <a:off x="5956738" y="1012825"/>
              <a:ext cx="2680200" cy="994200"/>
            </a:xfrm>
            <a:prstGeom prst="roundRect">
              <a:avLst>
                <a:gd name="adj" fmla="val 31716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4" name="Google Shape;884;p23"/>
            <p:cNvSpPr/>
            <p:nvPr/>
          </p:nvSpPr>
          <p:spPr>
            <a:xfrm>
              <a:off x="5241850" y="1321700"/>
              <a:ext cx="1513200" cy="3714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80 %</a:t>
              </a:r>
              <a:endParaRPr sz="2400" dirty="0">
                <a:solidFill>
                  <a:schemeClr val="lt1"/>
                </a:solidFill>
              </a:endParaRPr>
            </a:p>
          </p:txBody>
        </p:sp>
        <p:sp>
          <p:nvSpPr>
            <p:cNvPr id="888" name="Google Shape;888;p23"/>
            <p:cNvSpPr txBox="1"/>
            <p:nvPr/>
          </p:nvSpPr>
          <p:spPr>
            <a:xfrm>
              <a:off x="6993557" y="1343924"/>
              <a:ext cx="114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Greedy</a:t>
              </a:r>
            </a:p>
          </p:txBody>
        </p:sp>
        <p:sp>
          <p:nvSpPr>
            <p:cNvPr id="885" name="Google Shape;885;p23"/>
            <p:cNvSpPr/>
            <p:nvPr/>
          </p:nvSpPr>
          <p:spPr>
            <a:xfrm>
              <a:off x="4211488" y="1196750"/>
              <a:ext cx="621300" cy="621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2400">
                <a:solidFill>
                  <a:schemeClr val="lt1"/>
                </a:solidFill>
              </a:endParaRPr>
            </a:p>
          </p:txBody>
        </p:sp>
      </p:grpSp>
      <p:grpSp>
        <p:nvGrpSpPr>
          <p:cNvPr id="890" name="Google Shape;890;p23"/>
          <p:cNvGrpSpPr/>
          <p:nvPr/>
        </p:nvGrpSpPr>
        <p:grpSpPr>
          <a:xfrm>
            <a:off x="5681784" y="3166967"/>
            <a:ext cx="5900600" cy="1325600"/>
            <a:chOff x="4211488" y="2236975"/>
            <a:chExt cx="4425450" cy="994200"/>
          </a:xfrm>
        </p:grpSpPr>
        <p:cxnSp>
          <p:nvCxnSpPr>
            <p:cNvPr id="891" name="Google Shape;891;p23"/>
            <p:cNvCxnSpPr>
              <a:stCxn id="892" idx="1"/>
              <a:endCxn id="893" idx="6"/>
            </p:cNvCxnSpPr>
            <p:nvPr/>
          </p:nvCxnSpPr>
          <p:spPr>
            <a:xfrm rot="10800000">
              <a:off x="4832650" y="2731550"/>
              <a:ext cx="409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94" name="Google Shape;894;p23"/>
            <p:cNvSpPr/>
            <p:nvPr/>
          </p:nvSpPr>
          <p:spPr>
            <a:xfrm>
              <a:off x="5956738" y="2236975"/>
              <a:ext cx="2680200" cy="994200"/>
            </a:xfrm>
            <a:prstGeom prst="roundRect">
              <a:avLst>
                <a:gd name="adj" fmla="val 31716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2" name="Google Shape;892;p23"/>
            <p:cNvSpPr/>
            <p:nvPr/>
          </p:nvSpPr>
          <p:spPr>
            <a:xfrm>
              <a:off x="5241850" y="2545850"/>
              <a:ext cx="1513200" cy="3714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90 %</a:t>
              </a:r>
              <a:endParaRPr sz="2400" dirty="0">
                <a:solidFill>
                  <a:schemeClr val="lt1"/>
                </a:solidFill>
              </a:endParaRPr>
            </a:p>
          </p:txBody>
        </p:sp>
        <p:sp>
          <p:nvSpPr>
            <p:cNvPr id="896" name="Google Shape;896;p23"/>
            <p:cNvSpPr txBox="1"/>
            <p:nvPr/>
          </p:nvSpPr>
          <p:spPr>
            <a:xfrm>
              <a:off x="6755050" y="2547709"/>
              <a:ext cx="114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Divide and conquer</a:t>
              </a:r>
            </a:p>
          </p:txBody>
        </p:sp>
        <p:sp>
          <p:nvSpPr>
            <p:cNvPr id="893" name="Google Shape;893;p23"/>
            <p:cNvSpPr/>
            <p:nvPr/>
          </p:nvSpPr>
          <p:spPr>
            <a:xfrm>
              <a:off x="4211488" y="2420900"/>
              <a:ext cx="621300" cy="621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2400">
                <a:solidFill>
                  <a:schemeClr val="lt1"/>
                </a:solidFill>
              </a:endParaRPr>
            </a:p>
          </p:txBody>
        </p:sp>
      </p:grpSp>
      <p:grpSp>
        <p:nvGrpSpPr>
          <p:cNvPr id="898" name="Google Shape;898;p23"/>
          <p:cNvGrpSpPr/>
          <p:nvPr/>
        </p:nvGrpSpPr>
        <p:grpSpPr>
          <a:xfrm>
            <a:off x="5681784" y="4983500"/>
            <a:ext cx="5900600" cy="1325600"/>
            <a:chOff x="4211488" y="3737625"/>
            <a:chExt cx="4425450" cy="994200"/>
          </a:xfrm>
        </p:grpSpPr>
        <p:cxnSp>
          <p:nvCxnSpPr>
            <p:cNvPr id="899" name="Google Shape;899;p23"/>
            <p:cNvCxnSpPr>
              <a:stCxn id="900" idx="1"/>
              <a:endCxn id="901" idx="6"/>
            </p:cNvCxnSpPr>
            <p:nvPr/>
          </p:nvCxnSpPr>
          <p:spPr>
            <a:xfrm rot="10800000">
              <a:off x="4832650" y="4232200"/>
              <a:ext cx="409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02" name="Google Shape;902;p23"/>
            <p:cNvSpPr/>
            <p:nvPr/>
          </p:nvSpPr>
          <p:spPr>
            <a:xfrm>
              <a:off x="5956738" y="3737625"/>
              <a:ext cx="2680200" cy="994200"/>
            </a:xfrm>
            <a:prstGeom prst="roundRect">
              <a:avLst>
                <a:gd name="adj" fmla="val 31716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0" name="Google Shape;900;p23"/>
            <p:cNvSpPr/>
            <p:nvPr/>
          </p:nvSpPr>
          <p:spPr>
            <a:xfrm>
              <a:off x="5241850" y="4046500"/>
              <a:ext cx="1513200" cy="371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60%</a:t>
              </a:r>
              <a:endParaRPr sz="2400" dirty="0">
                <a:solidFill>
                  <a:schemeClr val="lt1"/>
                </a:solidFill>
              </a:endParaRPr>
            </a:p>
          </p:txBody>
        </p:sp>
        <p:sp>
          <p:nvSpPr>
            <p:cNvPr id="904" name="Google Shape;904;p23"/>
            <p:cNvSpPr txBox="1"/>
            <p:nvPr/>
          </p:nvSpPr>
          <p:spPr>
            <a:xfrm>
              <a:off x="6739000" y="4035085"/>
              <a:ext cx="114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Most commonly used</a:t>
              </a:r>
            </a:p>
          </p:txBody>
        </p:sp>
        <p:sp>
          <p:nvSpPr>
            <p:cNvPr id="901" name="Google Shape;901;p23"/>
            <p:cNvSpPr/>
            <p:nvPr/>
          </p:nvSpPr>
          <p:spPr>
            <a:xfrm>
              <a:off x="4211488" y="3921550"/>
              <a:ext cx="621300" cy="62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2400">
                <a:solidFill>
                  <a:schemeClr val="lt1"/>
                </a:solidFill>
              </a:endParaRPr>
            </a:p>
          </p:txBody>
        </p:sp>
      </p:grpSp>
      <p:grpSp>
        <p:nvGrpSpPr>
          <p:cNvPr id="906" name="Google Shape;906;p23"/>
          <p:cNvGrpSpPr/>
          <p:nvPr/>
        </p:nvGrpSpPr>
        <p:grpSpPr>
          <a:xfrm>
            <a:off x="609600" y="1098481"/>
            <a:ext cx="4160884" cy="4958652"/>
            <a:chOff x="457200" y="1012824"/>
            <a:chExt cx="3120663" cy="3718989"/>
          </a:xfrm>
        </p:grpSpPr>
        <p:sp>
          <p:nvSpPr>
            <p:cNvPr id="907" name="Google Shape;907;p23"/>
            <p:cNvSpPr/>
            <p:nvPr/>
          </p:nvSpPr>
          <p:spPr>
            <a:xfrm>
              <a:off x="457200" y="1012824"/>
              <a:ext cx="3120663" cy="3718989"/>
            </a:xfrm>
            <a:custGeom>
              <a:avLst/>
              <a:gdLst/>
              <a:ahLst/>
              <a:cxnLst/>
              <a:rect l="l" t="t" r="r" b="b"/>
              <a:pathLst>
                <a:path w="175812" h="209550" extrusionOk="0">
                  <a:moveTo>
                    <a:pt x="151046" y="101293"/>
                  </a:moveTo>
                  <a:lnTo>
                    <a:pt x="151548" y="101333"/>
                  </a:lnTo>
                  <a:lnTo>
                    <a:pt x="152049" y="101393"/>
                  </a:lnTo>
                  <a:lnTo>
                    <a:pt x="152551" y="101494"/>
                  </a:lnTo>
                  <a:lnTo>
                    <a:pt x="153033" y="101594"/>
                  </a:lnTo>
                  <a:lnTo>
                    <a:pt x="153494" y="101734"/>
                  </a:lnTo>
                  <a:lnTo>
                    <a:pt x="153956" y="101895"/>
                  </a:lnTo>
                  <a:lnTo>
                    <a:pt x="154418" y="102076"/>
                  </a:lnTo>
                  <a:lnTo>
                    <a:pt x="154859" y="102276"/>
                  </a:lnTo>
                  <a:lnTo>
                    <a:pt x="155281" y="102497"/>
                  </a:lnTo>
                  <a:lnTo>
                    <a:pt x="155702" y="102738"/>
                  </a:lnTo>
                  <a:lnTo>
                    <a:pt x="156103" y="102999"/>
                  </a:lnTo>
                  <a:lnTo>
                    <a:pt x="156505" y="103260"/>
                  </a:lnTo>
                  <a:lnTo>
                    <a:pt x="156886" y="103561"/>
                  </a:lnTo>
                  <a:lnTo>
                    <a:pt x="157247" y="103882"/>
                  </a:lnTo>
                  <a:lnTo>
                    <a:pt x="157589" y="104203"/>
                  </a:lnTo>
                  <a:lnTo>
                    <a:pt x="157910" y="104564"/>
                  </a:lnTo>
                  <a:lnTo>
                    <a:pt x="158231" y="104926"/>
                  </a:lnTo>
                  <a:lnTo>
                    <a:pt x="158532" y="105287"/>
                  </a:lnTo>
                  <a:lnTo>
                    <a:pt x="158813" y="105688"/>
                  </a:lnTo>
                  <a:lnTo>
                    <a:pt x="159074" y="106090"/>
                  </a:lnTo>
                  <a:lnTo>
                    <a:pt x="159315" y="106511"/>
                  </a:lnTo>
                  <a:lnTo>
                    <a:pt x="159515" y="106933"/>
                  </a:lnTo>
                  <a:lnTo>
                    <a:pt x="159716" y="107374"/>
                  </a:lnTo>
                  <a:lnTo>
                    <a:pt x="159897" y="107836"/>
                  </a:lnTo>
                  <a:lnTo>
                    <a:pt x="160057" y="108297"/>
                  </a:lnTo>
                  <a:lnTo>
                    <a:pt x="160198" y="108759"/>
                  </a:lnTo>
                  <a:lnTo>
                    <a:pt x="160298" y="109241"/>
                  </a:lnTo>
                  <a:lnTo>
                    <a:pt x="160398" y="109742"/>
                  </a:lnTo>
                  <a:lnTo>
                    <a:pt x="160459" y="110244"/>
                  </a:lnTo>
                  <a:lnTo>
                    <a:pt x="160499" y="110746"/>
                  </a:lnTo>
                  <a:lnTo>
                    <a:pt x="160499" y="111268"/>
                  </a:lnTo>
                  <a:lnTo>
                    <a:pt x="160499" y="111769"/>
                  </a:lnTo>
                  <a:lnTo>
                    <a:pt x="160459" y="112271"/>
                  </a:lnTo>
                  <a:lnTo>
                    <a:pt x="160398" y="112773"/>
                  </a:lnTo>
                  <a:lnTo>
                    <a:pt x="160298" y="113275"/>
                  </a:lnTo>
                  <a:lnTo>
                    <a:pt x="160198" y="113756"/>
                  </a:lnTo>
                  <a:lnTo>
                    <a:pt x="160057" y="114218"/>
                  </a:lnTo>
                  <a:lnTo>
                    <a:pt x="159897" y="114680"/>
                  </a:lnTo>
                  <a:lnTo>
                    <a:pt x="159716" y="115141"/>
                  </a:lnTo>
                  <a:lnTo>
                    <a:pt x="159515" y="115583"/>
                  </a:lnTo>
                  <a:lnTo>
                    <a:pt x="159315" y="116004"/>
                  </a:lnTo>
                  <a:lnTo>
                    <a:pt x="159074" y="116426"/>
                  </a:lnTo>
                  <a:lnTo>
                    <a:pt x="158813" y="116827"/>
                  </a:lnTo>
                  <a:lnTo>
                    <a:pt x="158532" y="117228"/>
                  </a:lnTo>
                  <a:lnTo>
                    <a:pt x="158231" y="117610"/>
                  </a:lnTo>
                  <a:lnTo>
                    <a:pt x="157910" y="117971"/>
                  </a:lnTo>
                  <a:lnTo>
                    <a:pt x="157589" y="118312"/>
                  </a:lnTo>
                  <a:lnTo>
                    <a:pt x="157247" y="118633"/>
                  </a:lnTo>
                  <a:lnTo>
                    <a:pt x="156886" y="118954"/>
                  </a:lnTo>
                  <a:lnTo>
                    <a:pt x="156505" y="119255"/>
                  </a:lnTo>
                  <a:lnTo>
                    <a:pt x="156103" y="119516"/>
                  </a:lnTo>
                  <a:lnTo>
                    <a:pt x="155702" y="119777"/>
                  </a:lnTo>
                  <a:lnTo>
                    <a:pt x="155281" y="120018"/>
                  </a:lnTo>
                  <a:lnTo>
                    <a:pt x="154859" y="120239"/>
                  </a:lnTo>
                  <a:lnTo>
                    <a:pt x="154418" y="120440"/>
                  </a:lnTo>
                  <a:lnTo>
                    <a:pt x="153956" y="120620"/>
                  </a:lnTo>
                  <a:lnTo>
                    <a:pt x="153494" y="120781"/>
                  </a:lnTo>
                  <a:lnTo>
                    <a:pt x="153033" y="120921"/>
                  </a:lnTo>
                  <a:lnTo>
                    <a:pt x="152551" y="121022"/>
                  </a:lnTo>
                  <a:lnTo>
                    <a:pt x="152049" y="121122"/>
                  </a:lnTo>
                  <a:lnTo>
                    <a:pt x="151548" y="121182"/>
                  </a:lnTo>
                  <a:lnTo>
                    <a:pt x="151046" y="121222"/>
                  </a:lnTo>
                  <a:lnTo>
                    <a:pt x="150022" y="121222"/>
                  </a:lnTo>
                  <a:lnTo>
                    <a:pt x="149520" y="121182"/>
                  </a:lnTo>
                  <a:lnTo>
                    <a:pt x="149019" y="121122"/>
                  </a:lnTo>
                  <a:lnTo>
                    <a:pt x="148537" y="121022"/>
                  </a:lnTo>
                  <a:lnTo>
                    <a:pt x="148055" y="120921"/>
                  </a:lnTo>
                  <a:lnTo>
                    <a:pt x="147574" y="120781"/>
                  </a:lnTo>
                  <a:lnTo>
                    <a:pt x="147112" y="120620"/>
                  </a:lnTo>
                  <a:lnTo>
                    <a:pt x="146650" y="120440"/>
                  </a:lnTo>
                  <a:lnTo>
                    <a:pt x="146209" y="120239"/>
                  </a:lnTo>
                  <a:lnTo>
                    <a:pt x="145787" y="120018"/>
                  </a:lnTo>
                  <a:lnTo>
                    <a:pt x="145366" y="119777"/>
                  </a:lnTo>
                  <a:lnTo>
                    <a:pt x="144965" y="119516"/>
                  </a:lnTo>
                  <a:lnTo>
                    <a:pt x="144563" y="119255"/>
                  </a:lnTo>
                  <a:lnTo>
                    <a:pt x="144202" y="118954"/>
                  </a:lnTo>
                  <a:lnTo>
                    <a:pt x="143841" y="118633"/>
                  </a:lnTo>
                  <a:lnTo>
                    <a:pt x="143479" y="118312"/>
                  </a:lnTo>
                  <a:lnTo>
                    <a:pt x="143158" y="117971"/>
                  </a:lnTo>
                  <a:lnTo>
                    <a:pt x="142837" y="117610"/>
                  </a:lnTo>
                  <a:lnTo>
                    <a:pt x="142556" y="117228"/>
                  </a:lnTo>
                  <a:lnTo>
                    <a:pt x="142275" y="116827"/>
                  </a:lnTo>
                  <a:lnTo>
                    <a:pt x="142014" y="116426"/>
                  </a:lnTo>
                  <a:lnTo>
                    <a:pt x="141774" y="116004"/>
                  </a:lnTo>
                  <a:lnTo>
                    <a:pt x="141553" y="115583"/>
                  </a:lnTo>
                  <a:lnTo>
                    <a:pt x="141352" y="115141"/>
                  </a:lnTo>
                  <a:lnTo>
                    <a:pt x="141171" y="114680"/>
                  </a:lnTo>
                  <a:lnTo>
                    <a:pt x="141011" y="114218"/>
                  </a:lnTo>
                  <a:lnTo>
                    <a:pt x="140890" y="113756"/>
                  </a:lnTo>
                  <a:lnTo>
                    <a:pt x="140770" y="113275"/>
                  </a:lnTo>
                  <a:lnTo>
                    <a:pt x="140690" y="112773"/>
                  </a:lnTo>
                  <a:lnTo>
                    <a:pt x="140609" y="112271"/>
                  </a:lnTo>
                  <a:lnTo>
                    <a:pt x="140589" y="111769"/>
                  </a:lnTo>
                  <a:lnTo>
                    <a:pt x="140569" y="111268"/>
                  </a:lnTo>
                  <a:lnTo>
                    <a:pt x="140589" y="110746"/>
                  </a:lnTo>
                  <a:lnTo>
                    <a:pt x="140609" y="110244"/>
                  </a:lnTo>
                  <a:lnTo>
                    <a:pt x="140690" y="109742"/>
                  </a:lnTo>
                  <a:lnTo>
                    <a:pt x="140770" y="109241"/>
                  </a:lnTo>
                  <a:lnTo>
                    <a:pt x="140890" y="108759"/>
                  </a:lnTo>
                  <a:lnTo>
                    <a:pt x="141011" y="108297"/>
                  </a:lnTo>
                  <a:lnTo>
                    <a:pt x="141171" y="107836"/>
                  </a:lnTo>
                  <a:lnTo>
                    <a:pt x="141352" y="107374"/>
                  </a:lnTo>
                  <a:lnTo>
                    <a:pt x="141553" y="106933"/>
                  </a:lnTo>
                  <a:lnTo>
                    <a:pt x="141774" y="106511"/>
                  </a:lnTo>
                  <a:lnTo>
                    <a:pt x="142014" y="106090"/>
                  </a:lnTo>
                  <a:lnTo>
                    <a:pt x="142275" y="105688"/>
                  </a:lnTo>
                  <a:lnTo>
                    <a:pt x="142556" y="105287"/>
                  </a:lnTo>
                  <a:lnTo>
                    <a:pt x="142837" y="104926"/>
                  </a:lnTo>
                  <a:lnTo>
                    <a:pt x="143158" y="104564"/>
                  </a:lnTo>
                  <a:lnTo>
                    <a:pt x="143479" y="104203"/>
                  </a:lnTo>
                  <a:lnTo>
                    <a:pt x="143841" y="103882"/>
                  </a:lnTo>
                  <a:lnTo>
                    <a:pt x="144202" y="103561"/>
                  </a:lnTo>
                  <a:lnTo>
                    <a:pt x="144563" y="103260"/>
                  </a:lnTo>
                  <a:lnTo>
                    <a:pt x="144965" y="102999"/>
                  </a:lnTo>
                  <a:lnTo>
                    <a:pt x="145366" y="102738"/>
                  </a:lnTo>
                  <a:lnTo>
                    <a:pt x="145787" y="102497"/>
                  </a:lnTo>
                  <a:lnTo>
                    <a:pt x="146209" y="102276"/>
                  </a:lnTo>
                  <a:lnTo>
                    <a:pt x="146650" y="102076"/>
                  </a:lnTo>
                  <a:lnTo>
                    <a:pt x="147112" y="101895"/>
                  </a:lnTo>
                  <a:lnTo>
                    <a:pt x="147574" y="101734"/>
                  </a:lnTo>
                  <a:lnTo>
                    <a:pt x="148055" y="101594"/>
                  </a:lnTo>
                  <a:lnTo>
                    <a:pt x="148537" y="101494"/>
                  </a:lnTo>
                  <a:lnTo>
                    <a:pt x="149019" y="101393"/>
                  </a:lnTo>
                  <a:lnTo>
                    <a:pt x="149520" y="101333"/>
                  </a:lnTo>
                  <a:lnTo>
                    <a:pt x="150022" y="101293"/>
                  </a:lnTo>
                  <a:close/>
                  <a:moveTo>
                    <a:pt x="150544" y="139907"/>
                  </a:moveTo>
                  <a:lnTo>
                    <a:pt x="151046" y="139927"/>
                  </a:lnTo>
                  <a:lnTo>
                    <a:pt x="151548" y="139968"/>
                  </a:lnTo>
                  <a:lnTo>
                    <a:pt x="152049" y="140028"/>
                  </a:lnTo>
                  <a:lnTo>
                    <a:pt x="152551" y="140108"/>
                  </a:lnTo>
                  <a:lnTo>
                    <a:pt x="153033" y="140229"/>
                  </a:lnTo>
                  <a:lnTo>
                    <a:pt x="153494" y="140349"/>
                  </a:lnTo>
                  <a:lnTo>
                    <a:pt x="153956" y="140509"/>
                  </a:lnTo>
                  <a:lnTo>
                    <a:pt x="154418" y="140690"/>
                  </a:lnTo>
                  <a:lnTo>
                    <a:pt x="154859" y="140891"/>
                  </a:lnTo>
                  <a:lnTo>
                    <a:pt x="155281" y="141112"/>
                  </a:lnTo>
                  <a:lnTo>
                    <a:pt x="155702" y="141352"/>
                  </a:lnTo>
                  <a:lnTo>
                    <a:pt x="156103" y="141613"/>
                  </a:lnTo>
                  <a:lnTo>
                    <a:pt x="156505" y="141894"/>
                  </a:lnTo>
                  <a:lnTo>
                    <a:pt x="156886" y="142175"/>
                  </a:lnTo>
                  <a:lnTo>
                    <a:pt x="157247" y="142496"/>
                  </a:lnTo>
                  <a:lnTo>
                    <a:pt x="157589" y="142818"/>
                  </a:lnTo>
                  <a:lnTo>
                    <a:pt x="157910" y="143179"/>
                  </a:lnTo>
                  <a:lnTo>
                    <a:pt x="158231" y="143540"/>
                  </a:lnTo>
                  <a:lnTo>
                    <a:pt x="158532" y="143921"/>
                  </a:lnTo>
                  <a:lnTo>
                    <a:pt x="158813" y="144303"/>
                  </a:lnTo>
                  <a:lnTo>
                    <a:pt x="159074" y="144704"/>
                  </a:lnTo>
                  <a:lnTo>
                    <a:pt x="159315" y="145126"/>
                  </a:lnTo>
                  <a:lnTo>
                    <a:pt x="159515" y="145547"/>
                  </a:lnTo>
                  <a:lnTo>
                    <a:pt x="159716" y="145989"/>
                  </a:lnTo>
                  <a:lnTo>
                    <a:pt x="159897" y="146450"/>
                  </a:lnTo>
                  <a:lnTo>
                    <a:pt x="160057" y="146912"/>
                  </a:lnTo>
                  <a:lnTo>
                    <a:pt x="160198" y="147393"/>
                  </a:lnTo>
                  <a:lnTo>
                    <a:pt x="160298" y="147875"/>
                  </a:lnTo>
                  <a:lnTo>
                    <a:pt x="160398" y="148357"/>
                  </a:lnTo>
                  <a:lnTo>
                    <a:pt x="160459" y="148859"/>
                  </a:lnTo>
                  <a:lnTo>
                    <a:pt x="160499" y="149360"/>
                  </a:lnTo>
                  <a:lnTo>
                    <a:pt x="160499" y="149882"/>
                  </a:lnTo>
                  <a:lnTo>
                    <a:pt x="160499" y="150384"/>
                  </a:lnTo>
                  <a:lnTo>
                    <a:pt x="160459" y="150906"/>
                  </a:lnTo>
                  <a:lnTo>
                    <a:pt x="160398" y="151387"/>
                  </a:lnTo>
                  <a:lnTo>
                    <a:pt x="160298" y="151889"/>
                  </a:lnTo>
                  <a:lnTo>
                    <a:pt x="160198" y="152371"/>
                  </a:lnTo>
                  <a:lnTo>
                    <a:pt x="160057" y="152832"/>
                  </a:lnTo>
                  <a:lnTo>
                    <a:pt x="159897" y="153314"/>
                  </a:lnTo>
                  <a:lnTo>
                    <a:pt x="159716" y="153756"/>
                  </a:lnTo>
                  <a:lnTo>
                    <a:pt x="159515" y="154197"/>
                  </a:lnTo>
                  <a:lnTo>
                    <a:pt x="159315" y="154639"/>
                  </a:lnTo>
                  <a:lnTo>
                    <a:pt x="159074" y="155040"/>
                  </a:lnTo>
                  <a:lnTo>
                    <a:pt x="158813" y="155462"/>
                  </a:lnTo>
                  <a:lnTo>
                    <a:pt x="158532" y="155843"/>
                  </a:lnTo>
                  <a:lnTo>
                    <a:pt x="158231" y="156224"/>
                  </a:lnTo>
                  <a:lnTo>
                    <a:pt x="157910" y="156585"/>
                  </a:lnTo>
                  <a:lnTo>
                    <a:pt x="157589" y="156927"/>
                  </a:lnTo>
                  <a:lnTo>
                    <a:pt x="157247" y="157248"/>
                  </a:lnTo>
                  <a:lnTo>
                    <a:pt x="156886" y="157569"/>
                  </a:lnTo>
                  <a:lnTo>
                    <a:pt x="156505" y="157870"/>
                  </a:lnTo>
                  <a:lnTo>
                    <a:pt x="156103" y="158151"/>
                  </a:lnTo>
                  <a:lnTo>
                    <a:pt x="155702" y="158412"/>
                  </a:lnTo>
                  <a:lnTo>
                    <a:pt x="155281" y="158653"/>
                  </a:lnTo>
                  <a:lnTo>
                    <a:pt x="154859" y="158873"/>
                  </a:lnTo>
                  <a:lnTo>
                    <a:pt x="154418" y="159074"/>
                  </a:lnTo>
                  <a:lnTo>
                    <a:pt x="153956" y="159235"/>
                  </a:lnTo>
                  <a:lnTo>
                    <a:pt x="153494" y="159395"/>
                  </a:lnTo>
                  <a:lnTo>
                    <a:pt x="153033" y="159536"/>
                  </a:lnTo>
                  <a:lnTo>
                    <a:pt x="152551" y="159636"/>
                  </a:lnTo>
                  <a:lnTo>
                    <a:pt x="152049" y="159736"/>
                  </a:lnTo>
                  <a:lnTo>
                    <a:pt x="151548" y="159797"/>
                  </a:lnTo>
                  <a:lnTo>
                    <a:pt x="151046" y="159837"/>
                  </a:lnTo>
                  <a:lnTo>
                    <a:pt x="150544" y="159857"/>
                  </a:lnTo>
                  <a:lnTo>
                    <a:pt x="150022" y="159837"/>
                  </a:lnTo>
                  <a:lnTo>
                    <a:pt x="149520" y="159797"/>
                  </a:lnTo>
                  <a:lnTo>
                    <a:pt x="149019" y="159736"/>
                  </a:lnTo>
                  <a:lnTo>
                    <a:pt x="148537" y="159636"/>
                  </a:lnTo>
                  <a:lnTo>
                    <a:pt x="148055" y="159536"/>
                  </a:lnTo>
                  <a:lnTo>
                    <a:pt x="147574" y="159395"/>
                  </a:lnTo>
                  <a:lnTo>
                    <a:pt x="147112" y="159235"/>
                  </a:lnTo>
                  <a:lnTo>
                    <a:pt x="146650" y="159074"/>
                  </a:lnTo>
                  <a:lnTo>
                    <a:pt x="146209" y="158873"/>
                  </a:lnTo>
                  <a:lnTo>
                    <a:pt x="145787" y="158653"/>
                  </a:lnTo>
                  <a:lnTo>
                    <a:pt x="145366" y="158412"/>
                  </a:lnTo>
                  <a:lnTo>
                    <a:pt x="144965" y="158151"/>
                  </a:lnTo>
                  <a:lnTo>
                    <a:pt x="144563" y="157870"/>
                  </a:lnTo>
                  <a:lnTo>
                    <a:pt x="144202" y="157569"/>
                  </a:lnTo>
                  <a:lnTo>
                    <a:pt x="143841" y="157248"/>
                  </a:lnTo>
                  <a:lnTo>
                    <a:pt x="143479" y="156927"/>
                  </a:lnTo>
                  <a:lnTo>
                    <a:pt x="143158" y="156585"/>
                  </a:lnTo>
                  <a:lnTo>
                    <a:pt x="142837" y="156224"/>
                  </a:lnTo>
                  <a:lnTo>
                    <a:pt x="142556" y="155843"/>
                  </a:lnTo>
                  <a:lnTo>
                    <a:pt x="142275" y="155462"/>
                  </a:lnTo>
                  <a:lnTo>
                    <a:pt x="142014" y="155040"/>
                  </a:lnTo>
                  <a:lnTo>
                    <a:pt x="141774" y="154639"/>
                  </a:lnTo>
                  <a:lnTo>
                    <a:pt x="141553" y="154197"/>
                  </a:lnTo>
                  <a:lnTo>
                    <a:pt x="141352" y="153756"/>
                  </a:lnTo>
                  <a:lnTo>
                    <a:pt x="141171" y="153314"/>
                  </a:lnTo>
                  <a:lnTo>
                    <a:pt x="141011" y="152832"/>
                  </a:lnTo>
                  <a:lnTo>
                    <a:pt x="140890" y="152371"/>
                  </a:lnTo>
                  <a:lnTo>
                    <a:pt x="140770" y="151889"/>
                  </a:lnTo>
                  <a:lnTo>
                    <a:pt x="140690" y="151387"/>
                  </a:lnTo>
                  <a:lnTo>
                    <a:pt x="140609" y="150906"/>
                  </a:lnTo>
                  <a:lnTo>
                    <a:pt x="140589" y="150384"/>
                  </a:lnTo>
                  <a:lnTo>
                    <a:pt x="140569" y="149882"/>
                  </a:lnTo>
                  <a:lnTo>
                    <a:pt x="140589" y="149360"/>
                  </a:lnTo>
                  <a:lnTo>
                    <a:pt x="140609" y="148859"/>
                  </a:lnTo>
                  <a:lnTo>
                    <a:pt x="140690" y="148357"/>
                  </a:lnTo>
                  <a:lnTo>
                    <a:pt x="140770" y="147875"/>
                  </a:lnTo>
                  <a:lnTo>
                    <a:pt x="140890" y="147393"/>
                  </a:lnTo>
                  <a:lnTo>
                    <a:pt x="141011" y="146912"/>
                  </a:lnTo>
                  <a:lnTo>
                    <a:pt x="141171" y="146450"/>
                  </a:lnTo>
                  <a:lnTo>
                    <a:pt x="141352" y="145989"/>
                  </a:lnTo>
                  <a:lnTo>
                    <a:pt x="141553" y="145547"/>
                  </a:lnTo>
                  <a:lnTo>
                    <a:pt x="141774" y="145126"/>
                  </a:lnTo>
                  <a:lnTo>
                    <a:pt x="142014" y="144704"/>
                  </a:lnTo>
                  <a:lnTo>
                    <a:pt x="142275" y="144303"/>
                  </a:lnTo>
                  <a:lnTo>
                    <a:pt x="142556" y="143921"/>
                  </a:lnTo>
                  <a:lnTo>
                    <a:pt x="142837" y="143540"/>
                  </a:lnTo>
                  <a:lnTo>
                    <a:pt x="143158" y="143179"/>
                  </a:lnTo>
                  <a:lnTo>
                    <a:pt x="143479" y="142818"/>
                  </a:lnTo>
                  <a:lnTo>
                    <a:pt x="143841" y="142496"/>
                  </a:lnTo>
                  <a:lnTo>
                    <a:pt x="144202" y="142175"/>
                  </a:lnTo>
                  <a:lnTo>
                    <a:pt x="144563" y="141894"/>
                  </a:lnTo>
                  <a:lnTo>
                    <a:pt x="144965" y="141613"/>
                  </a:lnTo>
                  <a:lnTo>
                    <a:pt x="145366" y="141352"/>
                  </a:lnTo>
                  <a:lnTo>
                    <a:pt x="145787" y="141112"/>
                  </a:lnTo>
                  <a:lnTo>
                    <a:pt x="146209" y="140891"/>
                  </a:lnTo>
                  <a:lnTo>
                    <a:pt x="146650" y="140690"/>
                  </a:lnTo>
                  <a:lnTo>
                    <a:pt x="147112" y="140509"/>
                  </a:lnTo>
                  <a:lnTo>
                    <a:pt x="147574" y="140349"/>
                  </a:lnTo>
                  <a:lnTo>
                    <a:pt x="148055" y="140229"/>
                  </a:lnTo>
                  <a:lnTo>
                    <a:pt x="148537" y="140108"/>
                  </a:lnTo>
                  <a:lnTo>
                    <a:pt x="149019" y="140028"/>
                  </a:lnTo>
                  <a:lnTo>
                    <a:pt x="149520" y="139968"/>
                  </a:lnTo>
                  <a:lnTo>
                    <a:pt x="150022" y="139927"/>
                  </a:lnTo>
                  <a:lnTo>
                    <a:pt x="150544" y="139907"/>
                  </a:lnTo>
                  <a:close/>
                  <a:moveTo>
                    <a:pt x="124614" y="92041"/>
                  </a:moveTo>
                  <a:lnTo>
                    <a:pt x="125055" y="92081"/>
                  </a:lnTo>
                  <a:lnTo>
                    <a:pt x="125477" y="92141"/>
                  </a:lnTo>
                  <a:lnTo>
                    <a:pt x="125878" y="92201"/>
                  </a:lnTo>
                  <a:lnTo>
                    <a:pt x="126300" y="92302"/>
                  </a:lnTo>
                  <a:lnTo>
                    <a:pt x="126681" y="92422"/>
                  </a:lnTo>
                  <a:lnTo>
                    <a:pt x="127082" y="92542"/>
                  </a:lnTo>
                  <a:lnTo>
                    <a:pt x="127464" y="92703"/>
                  </a:lnTo>
                  <a:lnTo>
                    <a:pt x="127845" y="92864"/>
                  </a:lnTo>
                  <a:lnTo>
                    <a:pt x="128206" y="93044"/>
                  </a:lnTo>
                  <a:lnTo>
                    <a:pt x="128547" y="93245"/>
                  </a:lnTo>
                  <a:lnTo>
                    <a:pt x="128889" y="93466"/>
                  </a:lnTo>
                  <a:lnTo>
                    <a:pt x="129230" y="93706"/>
                  </a:lnTo>
                  <a:lnTo>
                    <a:pt x="129551" y="93967"/>
                  </a:lnTo>
                  <a:lnTo>
                    <a:pt x="129852" y="94228"/>
                  </a:lnTo>
                  <a:lnTo>
                    <a:pt x="130133" y="94509"/>
                  </a:lnTo>
                  <a:lnTo>
                    <a:pt x="130414" y="94790"/>
                  </a:lnTo>
                  <a:lnTo>
                    <a:pt x="130695" y="95091"/>
                  </a:lnTo>
                  <a:lnTo>
                    <a:pt x="130936" y="95412"/>
                  </a:lnTo>
                  <a:lnTo>
                    <a:pt x="131177" y="95754"/>
                  </a:lnTo>
                  <a:lnTo>
                    <a:pt x="131397" y="96095"/>
                  </a:lnTo>
                  <a:lnTo>
                    <a:pt x="131598" y="96436"/>
                  </a:lnTo>
                  <a:lnTo>
                    <a:pt x="131779" y="96817"/>
                  </a:lnTo>
                  <a:lnTo>
                    <a:pt x="131939" y="97179"/>
                  </a:lnTo>
                  <a:lnTo>
                    <a:pt x="132100" y="97560"/>
                  </a:lnTo>
                  <a:lnTo>
                    <a:pt x="132240" y="97961"/>
                  </a:lnTo>
                  <a:lnTo>
                    <a:pt x="132341" y="98363"/>
                  </a:lnTo>
                  <a:lnTo>
                    <a:pt x="132441" y="98764"/>
                  </a:lnTo>
                  <a:lnTo>
                    <a:pt x="132521" y="99186"/>
                  </a:lnTo>
                  <a:lnTo>
                    <a:pt x="132561" y="99607"/>
                  </a:lnTo>
                  <a:lnTo>
                    <a:pt x="132602" y="100028"/>
                  </a:lnTo>
                  <a:lnTo>
                    <a:pt x="132602" y="100470"/>
                  </a:lnTo>
                  <a:lnTo>
                    <a:pt x="132602" y="166380"/>
                  </a:lnTo>
                  <a:lnTo>
                    <a:pt x="132602" y="166821"/>
                  </a:lnTo>
                  <a:lnTo>
                    <a:pt x="132561" y="167243"/>
                  </a:lnTo>
                  <a:lnTo>
                    <a:pt x="132521" y="167664"/>
                  </a:lnTo>
                  <a:lnTo>
                    <a:pt x="132441" y="168086"/>
                  </a:lnTo>
                  <a:lnTo>
                    <a:pt x="132341" y="168487"/>
                  </a:lnTo>
                  <a:lnTo>
                    <a:pt x="132240" y="168888"/>
                  </a:lnTo>
                  <a:lnTo>
                    <a:pt x="132100" y="169290"/>
                  </a:lnTo>
                  <a:lnTo>
                    <a:pt x="131939" y="169671"/>
                  </a:lnTo>
                  <a:lnTo>
                    <a:pt x="131779" y="170032"/>
                  </a:lnTo>
                  <a:lnTo>
                    <a:pt x="131598" y="170414"/>
                  </a:lnTo>
                  <a:lnTo>
                    <a:pt x="131397" y="170755"/>
                  </a:lnTo>
                  <a:lnTo>
                    <a:pt x="131177" y="171096"/>
                  </a:lnTo>
                  <a:lnTo>
                    <a:pt x="130936" y="171437"/>
                  </a:lnTo>
                  <a:lnTo>
                    <a:pt x="130695" y="171738"/>
                  </a:lnTo>
                  <a:lnTo>
                    <a:pt x="130414" y="172059"/>
                  </a:lnTo>
                  <a:lnTo>
                    <a:pt x="130133" y="172340"/>
                  </a:lnTo>
                  <a:lnTo>
                    <a:pt x="129852" y="172621"/>
                  </a:lnTo>
                  <a:lnTo>
                    <a:pt x="129551" y="172882"/>
                  </a:lnTo>
                  <a:lnTo>
                    <a:pt x="129230" y="173143"/>
                  </a:lnTo>
                  <a:lnTo>
                    <a:pt x="128889" y="173384"/>
                  </a:lnTo>
                  <a:lnTo>
                    <a:pt x="128547" y="173585"/>
                  </a:lnTo>
                  <a:lnTo>
                    <a:pt x="128206" y="173805"/>
                  </a:lnTo>
                  <a:lnTo>
                    <a:pt x="127845" y="173986"/>
                  </a:lnTo>
                  <a:lnTo>
                    <a:pt x="127464" y="174147"/>
                  </a:lnTo>
                  <a:lnTo>
                    <a:pt x="127082" y="174307"/>
                  </a:lnTo>
                  <a:lnTo>
                    <a:pt x="126681" y="174428"/>
                  </a:lnTo>
                  <a:lnTo>
                    <a:pt x="126300" y="174548"/>
                  </a:lnTo>
                  <a:lnTo>
                    <a:pt x="125878" y="174648"/>
                  </a:lnTo>
                  <a:lnTo>
                    <a:pt x="125477" y="174709"/>
                  </a:lnTo>
                  <a:lnTo>
                    <a:pt x="125055" y="174769"/>
                  </a:lnTo>
                  <a:lnTo>
                    <a:pt x="124614" y="174809"/>
                  </a:lnTo>
                  <a:lnTo>
                    <a:pt x="28760" y="174809"/>
                  </a:lnTo>
                  <a:lnTo>
                    <a:pt x="28319" y="174769"/>
                  </a:lnTo>
                  <a:lnTo>
                    <a:pt x="27897" y="174709"/>
                  </a:lnTo>
                  <a:lnTo>
                    <a:pt x="27496" y="174648"/>
                  </a:lnTo>
                  <a:lnTo>
                    <a:pt x="27074" y="174548"/>
                  </a:lnTo>
                  <a:lnTo>
                    <a:pt x="26693" y="174428"/>
                  </a:lnTo>
                  <a:lnTo>
                    <a:pt x="26292" y="174307"/>
                  </a:lnTo>
                  <a:lnTo>
                    <a:pt x="25910" y="174147"/>
                  </a:lnTo>
                  <a:lnTo>
                    <a:pt x="25529" y="173986"/>
                  </a:lnTo>
                  <a:lnTo>
                    <a:pt x="25168" y="173805"/>
                  </a:lnTo>
                  <a:lnTo>
                    <a:pt x="24826" y="173585"/>
                  </a:lnTo>
                  <a:lnTo>
                    <a:pt x="24485" y="173384"/>
                  </a:lnTo>
                  <a:lnTo>
                    <a:pt x="24144" y="173143"/>
                  </a:lnTo>
                  <a:lnTo>
                    <a:pt x="23823" y="172882"/>
                  </a:lnTo>
                  <a:lnTo>
                    <a:pt x="23522" y="172621"/>
                  </a:lnTo>
                  <a:lnTo>
                    <a:pt x="23241" y="172340"/>
                  </a:lnTo>
                  <a:lnTo>
                    <a:pt x="22960" y="172059"/>
                  </a:lnTo>
                  <a:lnTo>
                    <a:pt x="22679" y="171738"/>
                  </a:lnTo>
                  <a:lnTo>
                    <a:pt x="22438" y="171437"/>
                  </a:lnTo>
                  <a:lnTo>
                    <a:pt x="22197" y="171096"/>
                  </a:lnTo>
                  <a:lnTo>
                    <a:pt x="21977" y="170755"/>
                  </a:lnTo>
                  <a:lnTo>
                    <a:pt x="21776" y="170414"/>
                  </a:lnTo>
                  <a:lnTo>
                    <a:pt x="21595" y="170032"/>
                  </a:lnTo>
                  <a:lnTo>
                    <a:pt x="21435" y="169671"/>
                  </a:lnTo>
                  <a:lnTo>
                    <a:pt x="21274" y="169290"/>
                  </a:lnTo>
                  <a:lnTo>
                    <a:pt x="21134" y="168888"/>
                  </a:lnTo>
                  <a:lnTo>
                    <a:pt x="21033" y="168487"/>
                  </a:lnTo>
                  <a:lnTo>
                    <a:pt x="20933" y="168086"/>
                  </a:lnTo>
                  <a:lnTo>
                    <a:pt x="20853" y="167664"/>
                  </a:lnTo>
                  <a:lnTo>
                    <a:pt x="20812" y="167243"/>
                  </a:lnTo>
                  <a:lnTo>
                    <a:pt x="20772" y="166821"/>
                  </a:lnTo>
                  <a:lnTo>
                    <a:pt x="20772" y="166380"/>
                  </a:lnTo>
                  <a:lnTo>
                    <a:pt x="20772" y="100470"/>
                  </a:lnTo>
                  <a:lnTo>
                    <a:pt x="20772" y="100028"/>
                  </a:lnTo>
                  <a:lnTo>
                    <a:pt x="20812" y="99607"/>
                  </a:lnTo>
                  <a:lnTo>
                    <a:pt x="20853" y="99186"/>
                  </a:lnTo>
                  <a:lnTo>
                    <a:pt x="20933" y="98764"/>
                  </a:lnTo>
                  <a:lnTo>
                    <a:pt x="21033" y="98363"/>
                  </a:lnTo>
                  <a:lnTo>
                    <a:pt x="21134" y="97961"/>
                  </a:lnTo>
                  <a:lnTo>
                    <a:pt x="21274" y="97560"/>
                  </a:lnTo>
                  <a:lnTo>
                    <a:pt x="21435" y="97179"/>
                  </a:lnTo>
                  <a:lnTo>
                    <a:pt x="21595" y="96817"/>
                  </a:lnTo>
                  <a:lnTo>
                    <a:pt x="21776" y="96436"/>
                  </a:lnTo>
                  <a:lnTo>
                    <a:pt x="21977" y="96095"/>
                  </a:lnTo>
                  <a:lnTo>
                    <a:pt x="22197" y="95754"/>
                  </a:lnTo>
                  <a:lnTo>
                    <a:pt x="22438" y="95412"/>
                  </a:lnTo>
                  <a:lnTo>
                    <a:pt x="22679" y="95091"/>
                  </a:lnTo>
                  <a:lnTo>
                    <a:pt x="22960" y="94790"/>
                  </a:lnTo>
                  <a:lnTo>
                    <a:pt x="23241" y="94509"/>
                  </a:lnTo>
                  <a:lnTo>
                    <a:pt x="23522" y="94228"/>
                  </a:lnTo>
                  <a:lnTo>
                    <a:pt x="23823" y="93967"/>
                  </a:lnTo>
                  <a:lnTo>
                    <a:pt x="24144" y="93706"/>
                  </a:lnTo>
                  <a:lnTo>
                    <a:pt x="24485" y="93466"/>
                  </a:lnTo>
                  <a:lnTo>
                    <a:pt x="24826" y="93245"/>
                  </a:lnTo>
                  <a:lnTo>
                    <a:pt x="25168" y="93044"/>
                  </a:lnTo>
                  <a:lnTo>
                    <a:pt x="25529" y="92864"/>
                  </a:lnTo>
                  <a:lnTo>
                    <a:pt x="25910" y="92703"/>
                  </a:lnTo>
                  <a:lnTo>
                    <a:pt x="26292" y="92542"/>
                  </a:lnTo>
                  <a:lnTo>
                    <a:pt x="26693" y="92422"/>
                  </a:lnTo>
                  <a:lnTo>
                    <a:pt x="27074" y="92302"/>
                  </a:lnTo>
                  <a:lnTo>
                    <a:pt x="27496" y="92201"/>
                  </a:lnTo>
                  <a:lnTo>
                    <a:pt x="27897" y="92141"/>
                  </a:lnTo>
                  <a:lnTo>
                    <a:pt x="28319" y="92081"/>
                  </a:lnTo>
                  <a:lnTo>
                    <a:pt x="28760" y="92041"/>
                  </a:lnTo>
                  <a:close/>
                  <a:moveTo>
                    <a:pt x="48168" y="0"/>
                  </a:moveTo>
                  <a:lnTo>
                    <a:pt x="47847" y="40"/>
                  </a:lnTo>
                  <a:lnTo>
                    <a:pt x="47525" y="80"/>
                  </a:lnTo>
                  <a:lnTo>
                    <a:pt x="47224" y="120"/>
                  </a:lnTo>
                  <a:lnTo>
                    <a:pt x="46923" y="201"/>
                  </a:lnTo>
                  <a:lnTo>
                    <a:pt x="46622" y="281"/>
                  </a:lnTo>
                  <a:lnTo>
                    <a:pt x="46341" y="381"/>
                  </a:lnTo>
                  <a:lnTo>
                    <a:pt x="46060" y="482"/>
                  </a:lnTo>
                  <a:lnTo>
                    <a:pt x="45779" y="622"/>
                  </a:lnTo>
                  <a:lnTo>
                    <a:pt x="45518" y="743"/>
                  </a:lnTo>
                  <a:lnTo>
                    <a:pt x="45258" y="903"/>
                  </a:lnTo>
                  <a:lnTo>
                    <a:pt x="44997" y="1064"/>
                  </a:lnTo>
                  <a:lnTo>
                    <a:pt x="44756" y="1244"/>
                  </a:lnTo>
                  <a:lnTo>
                    <a:pt x="44535" y="1425"/>
                  </a:lnTo>
                  <a:lnTo>
                    <a:pt x="44294" y="1606"/>
                  </a:lnTo>
                  <a:lnTo>
                    <a:pt x="44093" y="1826"/>
                  </a:lnTo>
                  <a:lnTo>
                    <a:pt x="43873" y="2027"/>
                  </a:lnTo>
                  <a:lnTo>
                    <a:pt x="43692" y="2268"/>
                  </a:lnTo>
                  <a:lnTo>
                    <a:pt x="43511" y="2489"/>
                  </a:lnTo>
                  <a:lnTo>
                    <a:pt x="43331" y="2730"/>
                  </a:lnTo>
                  <a:lnTo>
                    <a:pt x="43170" y="2990"/>
                  </a:lnTo>
                  <a:lnTo>
                    <a:pt x="43010" y="3251"/>
                  </a:lnTo>
                  <a:lnTo>
                    <a:pt x="42889" y="3512"/>
                  </a:lnTo>
                  <a:lnTo>
                    <a:pt x="42749" y="3793"/>
                  </a:lnTo>
                  <a:lnTo>
                    <a:pt x="42648" y="4074"/>
                  </a:lnTo>
                  <a:lnTo>
                    <a:pt x="42548" y="4355"/>
                  </a:lnTo>
                  <a:lnTo>
                    <a:pt x="42468" y="4656"/>
                  </a:lnTo>
                  <a:lnTo>
                    <a:pt x="42388" y="4957"/>
                  </a:lnTo>
                  <a:lnTo>
                    <a:pt x="42347" y="5258"/>
                  </a:lnTo>
                  <a:lnTo>
                    <a:pt x="42307" y="5579"/>
                  </a:lnTo>
                  <a:lnTo>
                    <a:pt x="42267" y="5901"/>
                  </a:lnTo>
                  <a:lnTo>
                    <a:pt x="42267" y="6202"/>
                  </a:lnTo>
                  <a:lnTo>
                    <a:pt x="42267" y="6523"/>
                  </a:lnTo>
                  <a:lnTo>
                    <a:pt x="42307" y="6844"/>
                  </a:lnTo>
                  <a:lnTo>
                    <a:pt x="42347" y="7165"/>
                  </a:lnTo>
                  <a:lnTo>
                    <a:pt x="42388" y="7466"/>
                  </a:lnTo>
                  <a:lnTo>
                    <a:pt x="42468" y="7767"/>
                  </a:lnTo>
                  <a:lnTo>
                    <a:pt x="42548" y="8048"/>
                  </a:lnTo>
                  <a:lnTo>
                    <a:pt x="42648" y="8349"/>
                  </a:lnTo>
                  <a:lnTo>
                    <a:pt x="42749" y="8630"/>
                  </a:lnTo>
                  <a:lnTo>
                    <a:pt x="42889" y="8911"/>
                  </a:lnTo>
                  <a:lnTo>
                    <a:pt x="43010" y="9172"/>
                  </a:lnTo>
                  <a:lnTo>
                    <a:pt x="43170" y="9433"/>
                  </a:lnTo>
                  <a:lnTo>
                    <a:pt x="43331" y="9674"/>
                  </a:lnTo>
                  <a:lnTo>
                    <a:pt x="43511" y="9935"/>
                  </a:lnTo>
                  <a:lnTo>
                    <a:pt x="43692" y="10155"/>
                  </a:lnTo>
                  <a:lnTo>
                    <a:pt x="43873" y="10396"/>
                  </a:lnTo>
                  <a:lnTo>
                    <a:pt x="44093" y="10597"/>
                  </a:lnTo>
                  <a:lnTo>
                    <a:pt x="44294" y="10798"/>
                  </a:lnTo>
                  <a:lnTo>
                    <a:pt x="44535" y="10998"/>
                  </a:lnTo>
                  <a:lnTo>
                    <a:pt x="44756" y="11179"/>
                  </a:lnTo>
                  <a:lnTo>
                    <a:pt x="44997" y="11360"/>
                  </a:lnTo>
                  <a:lnTo>
                    <a:pt x="45258" y="11520"/>
                  </a:lnTo>
                  <a:lnTo>
                    <a:pt x="45518" y="11681"/>
                  </a:lnTo>
                  <a:lnTo>
                    <a:pt x="45779" y="11801"/>
                  </a:lnTo>
                  <a:lnTo>
                    <a:pt x="46060" y="11942"/>
                  </a:lnTo>
                  <a:lnTo>
                    <a:pt x="46341" y="12042"/>
                  </a:lnTo>
                  <a:lnTo>
                    <a:pt x="46622" y="12142"/>
                  </a:lnTo>
                  <a:lnTo>
                    <a:pt x="46923" y="12223"/>
                  </a:lnTo>
                  <a:lnTo>
                    <a:pt x="47224" y="12303"/>
                  </a:lnTo>
                  <a:lnTo>
                    <a:pt x="47525" y="12343"/>
                  </a:lnTo>
                  <a:lnTo>
                    <a:pt x="47847" y="12383"/>
                  </a:lnTo>
                  <a:lnTo>
                    <a:pt x="48168" y="12403"/>
                  </a:lnTo>
                  <a:lnTo>
                    <a:pt x="48469" y="12423"/>
                  </a:lnTo>
                  <a:lnTo>
                    <a:pt x="48950" y="12403"/>
                  </a:lnTo>
                  <a:lnTo>
                    <a:pt x="49412" y="12343"/>
                  </a:lnTo>
                  <a:lnTo>
                    <a:pt x="77169" y="55092"/>
                  </a:lnTo>
                  <a:lnTo>
                    <a:pt x="76607" y="55313"/>
                  </a:lnTo>
                  <a:lnTo>
                    <a:pt x="76085" y="55574"/>
                  </a:lnTo>
                  <a:lnTo>
                    <a:pt x="75563" y="55814"/>
                  </a:lnTo>
                  <a:lnTo>
                    <a:pt x="75061" y="56095"/>
                  </a:lnTo>
                  <a:lnTo>
                    <a:pt x="74560" y="56376"/>
                  </a:lnTo>
                  <a:lnTo>
                    <a:pt x="74078" y="56657"/>
                  </a:lnTo>
                  <a:lnTo>
                    <a:pt x="73616" y="56958"/>
                  </a:lnTo>
                  <a:lnTo>
                    <a:pt x="73175" y="57259"/>
                  </a:lnTo>
                  <a:lnTo>
                    <a:pt x="72733" y="57581"/>
                  </a:lnTo>
                  <a:lnTo>
                    <a:pt x="72312" y="57902"/>
                  </a:lnTo>
                  <a:lnTo>
                    <a:pt x="71890" y="58243"/>
                  </a:lnTo>
                  <a:lnTo>
                    <a:pt x="71509" y="58584"/>
                  </a:lnTo>
                  <a:lnTo>
                    <a:pt x="71128" y="58945"/>
                  </a:lnTo>
                  <a:lnTo>
                    <a:pt x="70766" y="59307"/>
                  </a:lnTo>
                  <a:lnTo>
                    <a:pt x="70425" y="59668"/>
                  </a:lnTo>
                  <a:lnTo>
                    <a:pt x="70084" y="60049"/>
                  </a:lnTo>
                  <a:lnTo>
                    <a:pt x="69783" y="60431"/>
                  </a:lnTo>
                  <a:lnTo>
                    <a:pt x="69482" y="60832"/>
                  </a:lnTo>
                  <a:lnTo>
                    <a:pt x="69201" y="61213"/>
                  </a:lnTo>
                  <a:lnTo>
                    <a:pt x="68940" y="61635"/>
                  </a:lnTo>
                  <a:lnTo>
                    <a:pt x="68699" y="62036"/>
                  </a:lnTo>
                  <a:lnTo>
                    <a:pt x="68478" y="62458"/>
                  </a:lnTo>
                  <a:lnTo>
                    <a:pt x="68278" y="62879"/>
                  </a:lnTo>
                  <a:lnTo>
                    <a:pt x="68097" y="63301"/>
                  </a:lnTo>
                  <a:lnTo>
                    <a:pt x="67936" y="63742"/>
                  </a:lnTo>
                  <a:lnTo>
                    <a:pt x="67796" y="64184"/>
                  </a:lnTo>
                  <a:lnTo>
                    <a:pt x="67676" y="64625"/>
                  </a:lnTo>
                  <a:lnTo>
                    <a:pt x="67575" y="65087"/>
                  </a:lnTo>
                  <a:lnTo>
                    <a:pt x="67515" y="65528"/>
                  </a:lnTo>
                  <a:lnTo>
                    <a:pt x="67455" y="65990"/>
                  </a:lnTo>
                  <a:lnTo>
                    <a:pt x="67415" y="66472"/>
                  </a:lnTo>
                  <a:lnTo>
                    <a:pt x="67395" y="66933"/>
                  </a:lnTo>
                  <a:lnTo>
                    <a:pt x="42889" y="66933"/>
                  </a:lnTo>
                  <a:lnTo>
                    <a:pt x="41765" y="66953"/>
                  </a:lnTo>
                  <a:lnTo>
                    <a:pt x="40682" y="66993"/>
                  </a:lnTo>
                  <a:lnTo>
                    <a:pt x="39578" y="67054"/>
                  </a:lnTo>
                  <a:lnTo>
                    <a:pt x="38494" y="67154"/>
                  </a:lnTo>
                  <a:lnTo>
                    <a:pt x="37410" y="67274"/>
                  </a:lnTo>
                  <a:lnTo>
                    <a:pt x="36347" y="67415"/>
                  </a:lnTo>
                  <a:lnTo>
                    <a:pt x="35283" y="67595"/>
                  </a:lnTo>
                  <a:lnTo>
                    <a:pt x="34239" y="67796"/>
                  </a:lnTo>
                  <a:lnTo>
                    <a:pt x="33196" y="68037"/>
                  </a:lnTo>
                  <a:lnTo>
                    <a:pt x="32172" y="68278"/>
                  </a:lnTo>
                  <a:lnTo>
                    <a:pt x="31148" y="68559"/>
                  </a:lnTo>
                  <a:lnTo>
                    <a:pt x="30125" y="68860"/>
                  </a:lnTo>
                  <a:lnTo>
                    <a:pt x="29121" y="69181"/>
                  </a:lnTo>
                  <a:lnTo>
                    <a:pt x="28138" y="69522"/>
                  </a:lnTo>
                  <a:lnTo>
                    <a:pt x="27155" y="69904"/>
                  </a:lnTo>
                  <a:lnTo>
                    <a:pt x="26191" y="70305"/>
                  </a:lnTo>
                  <a:lnTo>
                    <a:pt x="25228" y="70726"/>
                  </a:lnTo>
                  <a:lnTo>
                    <a:pt x="24285" y="71168"/>
                  </a:lnTo>
                  <a:lnTo>
                    <a:pt x="23361" y="71630"/>
                  </a:lnTo>
                  <a:lnTo>
                    <a:pt x="22438" y="72111"/>
                  </a:lnTo>
                  <a:lnTo>
                    <a:pt x="21535" y="72613"/>
                  </a:lnTo>
                  <a:lnTo>
                    <a:pt x="20652" y="73135"/>
                  </a:lnTo>
                  <a:lnTo>
                    <a:pt x="19769" y="73677"/>
                  </a:lnTo>
                  <a:lnTo>
                    <a:pt x="18906" y="74259"/>
                  </a:lnTo>
                  <a:lnTo>
                    <a:pt x="18063" y="74841"/>
                  </a:lnTo>
                  <a:lnTo>
                    <a:pt x="17220" y="75443"/>
                  </a:lnTo>
                  <a:lnTo>
                    <a:pt x="16397" y="76085"/>
                  </a:lnTo>
                  <a:lnTo>
                    <a:pt x="15594" y="76727"/>
                  </a:lnTo>
                  <a:lnTo>
                    <a:pt x="14812" y="77390"/>
                  </a:lnTo>
                  <a:lnTo>
                    <a:pt x="14049" y="78072"/>
                  </a:lnTo>
                  <a:lnTo>
                    <a:pt x="13286" y="78774"/>
                  </a:lnTo>
                  <a:lnTo>
                    <a:pt x="12564" y="79497"/>
                  </a:lnTo>
                  <a:lnTo>
                    <a:pt x="11841" y="80219"/>
                  </a:lnTo>
                  <a:lnTo>
                    <a:pt x="11139" y="80982"/>
                  </a:lnTo>
                  <a:lnTo>
                    <a:pt x="10456" y="81745"/>
                  </a:lnTo>
                  <a:lnTo>
                    <a:pt x="9794" y="82528"/>
                  </a:lnTo>
                  <a:lnTo>
                    <a:pt x="9152" y="83330"/>
                  </a:lnTo>
                  <a:lnTo>
                    <a:pt x="8510" y="84153"/>
                  </a:lnTo>
                  <a:lnTo>
                    <a:pt x="7908" y="84996"/>
                  </a:lnTo>
                  <a:lnTo>
                    <a:pt x="7326" y="85839"/>
                  </a:lnTo>
                  <a:lnTo>
                    <a:pt x="6743" y="86702"/>
                  </a:lnTo>
                  <a:lnTo>
                    <a:pt x="6202" y="87585"/>
                  </a:lnTo>
                  <a:lnTo>
                    <a:pt x="5680" y="88468"/>
                  </a:lnTo>
                  <a:lnTo>
                    <a:pt x="5178" y="89371"/>
                  </a:lnTo>
                  <a:lnTo>
                    <a:pt x="4696" y="90295"/>
                  </a:lnTo>
                  <a:lnTo>
                    <a:pt x="4235" y="91218"/>
                  </a:lnTo>
                  <a:lnTo>
                    <a:pt x="3793" y="92161"/>
                  </a:lnTo>
                  <a:lnTo>
                    <a:pt x="3372" y="93124"/>
                  </a:lnTo>
                  <a:lnTo>
                    <a:pt x="2970" y="94088"/>
                  </a:lnTo>
                  <a:lnTo>
                    <a:pt x="2589" y="95071"/>
                  </a:lnTo>
                  <a:lnTo>
                    <a:pt x="2248" y="96055"/>
                  </a:lnTo>
                  <a:lnTo>
                    <a:pt x="1927" y="97058"/>
                  </a:lnTo>
                  <a:lnTo>
                    <a:pt x="1626" y="98082"/>
                  </a:lnTo>
                  <a:lnTo>
                    <a:pt x="1345" y="99085"/>
                  </a:lnTo>
                  <a:lnTo>
                    <a:pt x="1104" y="100129"/>
                  </a:lnTo>
                  <a:lnTo>
                    <a:pt x="863" y="101172"/>
                  </a:lnTo>
                  <a:lnTo>
                    <a:pt x="662" y="102216"/>
                  </a:lnTo>
                  <a:lnTo>
                    <a:pt x="482" y="103280"/>
                  </a:lnTo>
                  <a:lnTo>
                    <a:pt x="341" y="104344"/>
                  </a:lnTo>
                  <a:lnTo>
                    <a:pt x="221" y="105427"/>
                  </a:lnTo>
                  <a:lnTo>
                    <a:pt x="120" y="106511"/>
                  </a:lnTo>
                  <a:lnTo>
                    <a:pt x="60" y="107615"/>
                  </a:lnTo>
                  <a:lnTo>
                    <a:pt x="20" y="108699"/>
                  </a:lnTo>
                  <a:lnTo>
                    <a:pt x="0" y="109803"/>
                  </a:lnTo>
                  <a:lnTo>
                    <a:pt x="0" y="156987"/>
                  </a:lnTo>
                  <a:lnTo>
                    <a:pt x="0" y="157910"/>
                  </a:lnTo>
                  <a:lnTo>
                    <a:pt x="40" y="158853"/>
                  </a:lnTo>
                  <a:lnTo>
                    <a:pt x="80" y="159777"/>
                  </a:lnTo>
                  <a:lnTo>
                    <a:pt x="161" y="160680"/>
                  </a:lnTo>
                  <a:lnTo>
                    <a:pt x="241" y="161603"/>
                  </a:lnTo>
                  <a:lnTo>
                    <a:pt x="341" y="162506"/>
                  </a:lnTo>
                  <a:lnTo>
                    <a:pt x="482" y="163409"/>
                  </a:lnTo>
                  <a:lnTo>
                    <a:pt x="622" y="164312"/>
                  </a:lnTo>
                  <a:lnTo>
                    <a:pt x="783" y="165195"/>
                  </a:lnTo>
                  <a:lnTo>
                    <a:pt x="963" y="166079"/>
                  </a:lnTo>
                  <a:lnTo>
                    <a:pt x="1164" y="166962"/>
                  </a:lnTo>
                  <a:lnTo>
                    <a:pt x="1385" y="167825"/>
                  </a:lnTo>
                  <a:lnTo>
                    <a:pt x="1606" y="168688"/>
                  </a:lnTo>
                  <a:lnTo>
                    <a:pt x="1867" y="169551"/>
                  </a:lnTo>
                  <a:lnTo>
                    <a:pt x="2127" y="170394"/>
                  </a:lnTo>
                  <a:lnTo>
                    <a:pt x="2428" y="171237"/>
                  </a:lnTo>
                  <a:lnTo>
                    <a:pt x="2730" y="172059"/>
                  </a:lnTo>
                  <a:lnTo>
                    <a:pt x="3051" y="172882"/>
                  </a:lnTo>
                  <a:lnTo>
                    <a:pt x="3372" y="173705"/>
                  </a:lnTo>
                  <a:lnTo>
                    <a:pt x="3733" y="174508"/>
                  </a:lnTo>
                  <a:lnTo>
                    <a:pt x="4094" y="175311"/>
                  </a:lnTo>
                  <a:lnTo>
                    <a:pt x="4476" y="176093"/>
                  </a:lnTo>
                  <a:lnTo>
                    <a:pt x="4877" y="176876"/>
                  </a:lnTo>
                  <a:lnTo>
                    <a:pt x="5298" y="177639"/>
                  </a:lnTo>
                  <a:lnTo>
                    <a:pt x="5720" y="178401"/>
                  </a:lnTo>
                  <a:lnTo>
                    <a:pt x="6161" y="179164"/>
                  </a:lnTo>
                  <a:lnTo>
                    <a:pt x="6623" y="179907"/>
                  </a:lnTo>
                  <a:lnTo>
                    <a:pt x="7105" y="180629"/>
                  </a:lnTo>
                  <a:lnTo>
                    <a:pt x="7586" y="181352"/>
                  </a:lnTo>
                  <a:lnTo>
                    <a:pt x="8088" y="182054"/>
                  </a:lnTo>
                  <a:lnTo>
                    <a:pt x="8610" y="182757"/>
                  </a:lnTo>
                  <a:lnTo>
                    <a:pt x="9132" y="183459"/>
                  </a:lnTo>
                  <a:lnTo>
                    <a:pt x="9674" y="184121"/>
                  </a:lnTo>
                  <a:lnTo>
                    <a:pt x="10236" y="184804"/>
                  </a:lnTo>
                  <a:lnTo>
                    <a:pt x="10818" y="185446"/>
                  </a:lnTo>
                  <a:lnTo>
                    <a:pt x="11400" y="186088"/>
                  </a:lnTo>
                  <a:lnTo>
                    <a:pt x="11982" y="186731"/>
                  </a:lnTo>
                  <a:lnTo>
                    <a:pt x="12604" y="187353"/>
                  </a:lnTo>
                  <a:lnTo>
                    <a:pt x="13226" y="187955"/>
                  </a:lnTo>
                  <a:lnTo>
                    <a:pt x="13848" y="188537"/>
                  </a:lnTo>
                  <a:lnTo>
                    <a:pt x="14490" y="189119"/>
                  </a:lnTo>
                  <a:lnTo>
                    <a:pt x="15153" y="189701"/>
                  </a:lnTo>
                  <a:lnTo>
                    <a:pt x="15815" y="190243"/>
                  </a:lnTo>
                  <a:lnTo>
                    <a:pt x="16497" y="190785"/>
                  </a:lnTo>
                  <a:lnTo>
                    <a:pt x="17180" y="191327"/>
                  </a:lnTo>
                  <a:lnTo>
                    <a:pt x="17882" y="191828"/>
                  </a:lnTo>
                  <a:lnTo>
                    <a:pt x="18605" y="192330"/>
                  </a:lnTo>
                  <a:lnTo>
                    <a:pt x="19327" y="192832"/>
                  </a:lnTo>
                  <a:lnTo>
                    <a:pt x="20050" y="193293"/>
                  </a:lnTo>
                  <a:lnTo>
                    <a:pt x="20792" y="193755"/>
                  </a:lnTo>
                  <a:lnTo>
                    <a:pt x="21555" y="194197"/>
                  </a:lnTo>
                  <a:lnTo>
                    <a:pt x="22318" y="194618"/>
                  </a:lnTo>
                  <a:lnTo>
                    <a:pt x="23080" y="195039"/>
                  </a:lnTo>
                  <a:lnTo>
                    <a:pt x="23863" y="195441"/>
                  </a:lnTo>
                  <a:lnTo>
                    <a:pt x="24666" y="195822"/>
                  </a:lnTo>
                  <a:lnTo>
                    <a:pt x="25449" y="196183"/>
                  </a:lnTo>
                  <a:lnTo>
                    <a:pt x="26271" y="196525"/>
                  </a:lnTo>
                  <a:lnTo>
                    <a:pt x="27074" y="196866"/>
                  </a:lnTo>
                  <a:lnTo>
                    <a:pt x="27917" y="197187"/>
                  </a:lnTo>
                  <a:lnTo>
                    <a:pt x="28740" y="197488"/>
                  </a:lnTo>
                  <a:lnTo>
                    <a:pt x="29583" y="197769"/>
                  </a:lnTo>
                  <a:lnTo>
                    <a:pt x="30426" y="198030"/>
                  </a:lnTo>
                  <a:lnTo>
                    <a:pt x="31289" y="198271"/>
                  </a:lnTo>
                  <a:lnTo>
                    <a:pt x="32152" y="198512"/>
                  </a:lnTo>
                  <a:lnTo>
                    <a:pt x="32092" y="199997"/>
                  </a:lnTo>
                  <a:lnTo>
                    <a:pt x="32072" y="200820"/>
                  </a:lnTo>
                  <a:lnTo>
                    <a:pt x="32072" y="201703"/>
                  </a:lnTo>
                  <a:lnTo>
                    <a:pt x="32072" y="202626"/>
                  </a:lnTo>
                  <a:lnTo>
                    <a:pt x="32112" y="203549"/>
                  </a:lnTo>
                  <a:lnTo>
                    <a:pt x="32192" y="204452"/>
                  </a:lnTo>
                  <a:lnTo>
                    <a:pt x="32272" y="205335"/>
                  </a:lnTo>
                  <a:lnTo>
                    <a:pt x="32413" y="206198"/>
                  </a:lnTo>
                  <a:lnTo>
                    <a:pt x="32493" y="206600"/>
                  </a:lnTo>
                  <a:lnTo>
                    <a:pt x="32593" y="206981"/>
                  </a:lnTo>
                  <a:lnTo>
                    <a:pt x="32694" y="207342"/>
                  </a:lnTo>
                  <a:lnTo>
                    <a:pt x="32794" y="207704"/>
                  </a:lnTo>
                  <a:lnTo>
                    <a:pt x="32915" y="208025"/>
                  </a:lnTo>
                  <a:lnTo>
                    <a:pt x="33055" y="208326"/>
                  </a:lnTo>
                  <a:lnTo>
                    <a:pt x="33216" y="208587"/>
                  </a:lnTo>
                  <a:lnTo>
                    <a:pt x="33376" y="208827"/>
                  </a:lnTo>
                  <a:lnTo>
                    <a:pt x="33557" y="209048"/>
                  </a:lnTo>
                  <a:lnTo>
                    <a:pt x="33737" y="209229"/>
                  </a:lnTo>
                  <a:lnTo>
                    <a:pt x="33938" y="209369"/>
                  </a:lnTo>
                  <a:lnTo>
                    <a:pt x="34179" y="209470"/>
                  </a:lnTo>
                  <a:lnTo>
                    <a:pt x="34400" y="209530"/>
                  </a:lnTo>
                  <a:lnTo>
                    <a:pt x="34661" y="209550"/>
                  </a:lnTo>
                  <a:lnTo>
                    <a:pt x="34901" y="209530"/>
                  </a:lnTo>
                  <a:lnTo>
                    <a:pt x="35142" y="209490"/>
                  </a:lnTo>
                  <a:lnTo>
                    <a:pt x="35403" y="209410"/>
                  </a:lnTo>
                  <a:lnTo>
                    <a:pt x="35664" y="209289"/>
                  </a:lnTo>
                  <a:lnTo>
                    <a:pt x="35925" y="209149"/>
                  </a:lnTo>
                  <a:lnTo>
                    <a:pt x="36206" y="208988"/>
                  </a:lnTo>
                  <a:lnTo>
                    <a:pt x="36487" y="208787"/>
                  </a:lnTo>
                  <a:lnTo>
                    <a:pt x="36768" y="208567"/>
                  </a:lnTo>
                  <a:lnTo>
                    <a:pt x="37069" y="208326"/>
                  </a:lnTo>
                  <a:lnTo>
                    <a:pt x="37350" y="208065"/>
                  </a:lnTo>
                  <a:lnTo>
                    <a:pt x="37952" y="207483"/>
                  </a:lnTo>
                  <a:lnTo>
                    <a:pt x="38574" y="206841"/>
                  </a:lnTo>
                  <a:lnTo>
                    <a:pt x="39176" y="206138"/>
                  </a:lnTo>
                  <a:lnTo>
                    <a:pt x="39799" y="205375"/>
                  </a:lnTo>
                  <a:lnTo>
                    <a:pt x="40401" y="204593"/>
                  </a:lnTo>
                  <a:lnTo>
                    <a:pt x="40983" y="203790"/>
                  </a:lnTo>
                  <a:lnTo>
                    <a:pt x="41565" y="202967"/>
                  </a:lnTo>
                  <a:lnTo>
                    <a:pt x="42127" y="202164"/>
                  </a:lnTo>
                  <a:lnTo>
                    <a:pt x="42648" y="201361"/>
                  </a:lnTo>
                  <a:lnTo>
                    <a:pt x="43612" y="199856"/>
                  </a:lnTo>
                  <a:lnTo>
                    <a:pt x="132180" y="199856"/>
                  </a:lnTo>
                  <a:lnTo>
                    <a:pt x="133164" y="201361"/>
                  </a:lnTo>
                  <a:lnTo>
                    <a:pt x="133685" y="202164"/>
                  </a:lnTo>
                  <a:lnTo>
                    <a:pt x="134247" y="202967"/>
                  </a:lnTo>
                  <a:lnTo>
                    <a:pt x="134829" y="203790"/>
                  </a:lnTo>
                  <a:lnTo>
                    <a:pt x="135411" y="204593"/>
                  </a:lnTo>
                  <a:lnTo>
                    <a:pt x="136013" y="205375"/>
                  </a:lnTo>
                  <a:lnTo>
                    <a:pt x="136636" y="206138"/>
                  </a:lnTo>
                  <a:lnTo>
                    <a:pt x="137238" y="206841"/>
                  </a:lnTo>
                  <a:lnTo>
                    <a:pt x="137860" y="207483"/>
                  </a:lnTo>
                  <a:lnTo>
                    <a:pt x="138462" y="208065"/>
                  </a:lnTo>
                  <a:lnTo>
                    <a:pt x="138743" y="208326"/>
                  </a:lnTo>
                  <a:lnTo>
                    <a:pt x="139044" y="208567"/>
                  </a:lnTo>
                  <a:lnTo>
                    <a:pt x="139325" y="208787"/>
                  </a:lnTo>
                  <a:lnTo>
                    <a:pt x="139606" y="208988"/>
                  </a:lnTo>
                  <a:lnTo>
                    <a:pt x="139887" y="209149"/>
                  </a:lnTo>
                  <a:lnTo>
                    <a:pt x="140148" y="209289"/>
                  </a:lnTo>
                  <a:lnTo>
                    <a:pt x="140409" y="209410"/>
                  </a:lnTo>
                  <a:lnTo>
                    <a:pt x="140670" y="209490"/>
                  </a:lnTo>
                  <a:lnTo>
                    <a:pt x="140911" y="209530"/>
                  </a:lnTo>
                  <a:lnTo>
                    <a:pt x="141151" y="209550"/>
                  </a:lnTo>
                  <a:lnTo>
                    <a:pt x="141412" y="209530"/>
                  </a:lnTo>
                  <a:lnTo>
                    <a:pt x="141633" y="209470"/>
                  </a:lnTo>
                  <a:lnTo>
                    <a:pt x="141874" y="209369"/>
                  </a:lnTo>
                  <a:lnTo>
                    <a:pt x="142075" y="209229"/>
                  </a:lnTo>
                  <a:lnTo>
                    <a:pt x="142255" y="209048"/>
                  </a:lnTo>
                  <a:lnTo>
                    <a:pt x="142436" y="208827"/>
                  </a:lnTo>
                  <a:lnTo>
                    <a:pt x="142596" y="208587"/>
                  </a:lnTo>
                  <a:lnTo>
                    <a:pt x="142757" y="208326"/>
                  </a:lnTo>
                  <a:lnTo>
                    <a:pt x="142897" y="208025"/>
                  </a:lnTo>
                  <a:lnTo>
                    <a:pt x="143018" y="207704"/>
                  </a:lnTo>
                  <a:lnTo>
                    <a:pt x="143118" y="207342"/>
                  </a:lnTo>
                  <a:lnTo>
                    <a:pt x="143219" y="206981"/>
                  </a:lnTo>
                  <a:lnTo>
                    <a:pt x="143319" y="206600"/>
                  </a:lnTo>
                  <a:lnTo>
                    <a:pt x="143399" y="206198"/>
                  </a:lnTo>
                  <a:lnTo>
                    <a:pt x="143540" y="205335"/>
                  </a:lnTo>
                  <a:lnTo>
                    <a:pt x="143620" y="204452"/>
                  </a:lnTo>
                  <a:lnTo>
                    <a:pt x="143700" y="203549"/>
                  </a:lnTo>
                  <a:lnTo>
                    <a:pt x="143740" y="202626"/>
                  </a:lnTo>
                  <a:lnTo>
                    <a:pt x="143740" y="201703"/>
                  </a:lnTo>
                  <a:lnTo>
                    <a:pt x="143740" y="200820"/>
                  </a:lnTo>
                  <a:lnTo>
                    <a:pt x="143720" y="199997"/>
                  </a:lnTo>
                  <a:lnTo>
                    <a:pt x="143660" y="198512"/>
                  </a:lnTo>
                  <a:lnTo>
                    <a:pt x="144523" y="198271"/>
                  </a:lnTo>
                  <a:lnTo>
                    <a:pt x="145386" y="198030"/>
                  </a:lnTo>
                  <a:lnTo>
                    <a:pt x="146229" y="197769"/>
                  </a:lnTo>
                  <a:lnTo>
                    <a:pt x="147072" y="197488"/>
                  </a:lnTo>
                  <a:lnTo>
                    <a:pt x="147895" y="197187"/>
                  </a:lnTo>
                  <a:lnTo>
                    <a:pt x="148738" y="196866"/>
                  </a:lnTo>
                  <a:lnTo>
                    <a:pt x="149541" y="196525"/>
                  </a:lnTo>
                  <a:lnTo>
                    <a:pt x="150363" y="196183"/>
                  </a:lnTo>
                  <a:lnTo>
                    <a:pt x="151146" y="195822"/>
                  </a:lnTo>
                  <a:lnTo>
                    <a:pt x="151949" y="195441"/>
                  </a:lnTo>
                  <a:lnTo>
                    <a:pt x="152732" y="195039"/>
                  </a:lnTo>
                  <a:lnTo>
                    <a:pt x="153494" y="194618"/>
                  </a:lnTo>
                  <a:lnTo>
                    <a:pt x="154257" y="194197"/>
                  </a:lnTo>
                  <a:lnTo>
                    <a:pt x="155020" y="193755"/>
                  </a:lnTo>
                  <a:lnTo>
                    <a:pt x="155762" y="193293"/>
                  </a:lnTo>
                  <a:lnTo>
                    <a:pt x="156485" y="192832"/>
                  </a:lnTo>
                  <a:lnTo>
                    <a:pt x="157207" y="192330"/>
                  </a:lnTo>
                  <a:lnTo>
                    <a:pt x="157930" y="191828"/>
                  </a:lnTo>
                  <a:lnTo>
                    <a:pt x="158632" y="191327"/>
                  </a:lnTo>
                  <a:lnTo>
                    <a:pt x="159315" y="190785"/>
                  </a:lnTo>
                  <a:lnTo>
                    <a:pt x="159997" y="190243"/>
                  </a:lnTo>
                  <a:lnTo>
                    <a:pt x="160659" y="189701"/>
                  </a:lnTo>
                  <a:lnTo>
                    <a:pt x="161322" y="189119"/>
                  </a:lnTo>
                  <a:lnTo>
                    <a:pt x="161964" y="188537"/>
                  </a:lnTo>
                  <a:lnTo>
                    <a:pt x="162586" y="187955"/>
                  </a:lnTo>
                  <a:lnTo>
                    <a:pt x="163208" y="187353"/>
                  </a:lnTo>
                  <a:lnTo>
                    <a:pt x="163830" y="186731"/>
                  </a:lnTo>
                  <a:lnTo>
                    <a:pt x="164412" y="186088"/>
                  </a:lnTo>
                  <a:lnTo>
                    <a:pt x="164994" y="185446"/>
                  </a:lnTo>
                  <a:lnTo>
                    <a:pt x="165576" y="184804"/>
                  </a:lnTo>
                  <a:lnTo>
                    <a:pt x="166138" y="184121"/>
                  </a:lnTo>
                  <a:lnTo>
                    <a:pt x="166680" y="183459"/>
                  </a:lnTo>
                  <a:lnTo>
                    <a:pt x="167202" y="182757"/>
                  </a:lnTo>
                  <a:lnTo>
                    <a:pt x="167724" y="182054"/>
                  </a:lnTo>
                  <a:lnTo>
                    <a:pt x="168226" y="181352"/>
                  </a:lnTo>
                  <a:lnTo>
                    <a:pt x="168707" y="180629"/>
                  </a:lnTo>
                  <a:lnTo>
                    <a:pt x="169189" y="179907"/>
                  </a:lnTo>
                  <a:lnTo>
                    <a:pt x="169651" y="179164"/>
                  </a:lnTo>
                  <a:lnTo>
                    <a:pt x="170092" y="178401"/>
                  </a:lnTo>
                  <a:lnTo>
                    <a:pt x="170514" y="177639"/>
                  </a:lnTo>
                  <a:lnTo>
                    <a:pt x="170935" y="176876"/>
                  </a:lnTo>
                  <a:lnTo>
                    <a:pt x="171336" y="176093"/>
                  </a:lnTo>
                  <a:lnTo>
                    <a:pt x="171718" y="175311"/>
                  </a:lnTo>
                  <a:lnTo>
                    <a:pt x="172079" y="174508"/>
                  </a:lnTo>
                  <a:lnTo>
                    <a:pt x="172440" y="173705"/>
                  </a:lnTo>
                  <a:lnTo>
                    <a:pt x="172761" y="172882"/>
                  </a:lnTo>
                  <a:lnTo>
                    <a:pt x="173083" y="172059"/>
                  </a:lnTo>
                  <a:lnTo>
                    <a:pt x="173384" y="171237"/>
                  </a:lnTo>
                  <a:lnTo>
                    <a:pt x="173685" y="170394"/>
                  </a:lnTo>
                  <a:lnTo>
                    <a:pt x="173946" y="169551"/>
                  </a:lnTo>
                  <a:lnTo>
                    <a:pt x="174206" y="168688"/>
                  </a:lnTo>
                  <a:lnTo>
                    <a:pt x="174427" y="167825"/>
                  </a:lnTo>
                  <a:lnTo>
                    <a:pt x="174648" y="166962"/>
                  </a:lnTo>
                  <a:lnTo>
                    <a:pt x="174849" y="166079"/>
                  </a:lnTo>
                  <a:lnTo>
                    <a:pt x="175029" y="165195"/>
                  </a:lnTo>
                  <a:lnTo>
                    <a:pt x="175190" y="164312"/>
                  </a:lnTo>
                  <a:lnTo>
                    <a:pt x="175330" y="163409"/>
                  </a:lnTo>
                  <a:lnTo>
                    <a:pt x="175471" y="162506"/>
                  </a:lnTo>
                  <a:lnTo>
                    <a:pt x="175571" y="161603"/>
                  </a:lnTo>
                  <a:lnTo>
                    <a:pt x="175651" y="160680"/>
                  </a:lnTo>
                  <a:lnTo>
                    <a:pt x="175732" y="159777"/>
                  </a:lnTo>
                  <a:lnTo>
                    <a:pt x="175772" y="158853"/>
                  </a:lnTo>
                  <a:lnTo>
                    <a:pt x="175812" y="157910"/>
                  </a:lnTo>
                  <a:lnTo>
                    <a:pt x="175812" y="156987"/>
                  </a:lnTo>
                  <a:lnTo>
                    <a:pt x="175812" y="109803"/>
                  </a:lnTo>
                  <a:lnTo>
                    <a:pt x="175792" y="108699"/>
                  </a:lnTo>
                  <a:lnTo>
                    <a:pt x="175752" y="107615"/>
                  </a:lnTo>
                  <a:lnTo>
                    <a:pt x="175692" y="106511"/>
                  </a:lnTo>
                  <a:lnTo>
                    <a:pt x="175591" y="105427"/>
                  </a:lnTo>
                  <a:lnTo>
                    <a:pt x="175471" y="104344"/>
                  </a:lnTo>
                  <a:lnTo>
                    <a:pt x="175330" y="103280"/>
                  </a:lnTo>
                  <a:lnTo>
                    <a:pt x="175150" y="102216"/>
                  </a:lnTo>
                  <a:lnTo>
                    <a:pt x="174949" y="101172"/>
                  </a:lnTo>
                  <a:lnTo>
                    <a:pt x="174708" y="100129"/>
                  </a:lnTo>
                  <a:lnTo>
                    <a:pt x="174467" y="99085"/>
                  </a:lnTo>
                  <a:lnTo>
                    <a:pt x="174186" y="98082"/>
                  </a:lnTo>
                  <a:lnTo>
                    <a:pt x="173885" y="97058"/>
                  </a:lnTo>
                  <a:lnTo>
                    <a:pt x="173564" y="96055"/>
                  </a:lnTo>
                  <a:lnTo>
                    <a:pt x="173203" y="95071"/>
                  </a:lnTo>
                  <a:lnTo>
                    <a:pt x="172842" y="94088"/>
                  </a:lnTo>
                  <a:lnTo>
                    <a:pt x="172440" y="93124"/>
                  </a:lnTo>
                  <a:lnTo>
                    <a:pt x="172019" y="92161"/>
                  </a:lnTo>
                  <a:lnTo>
                    <a:pt x="171577" y="91218"/>
                  </a:lnTo>
                  <a:lnTo>
                    <a:pt x="171116" y="90295"/>
                  </a:lnTo>
                  <a:lnTo>
                    <a:pt x="170634" y="89371"/>
                  </a:lnTo>
                  <a:lnTo>
                    <a:pt x="170132" y="88468"/>
                  </a:lnTo>
                  <a:lnTo>
                    <a:pt x="169610" y="87585"/>
                  </a:lnTo>
                  <a:lnTo>
                    <a:pt x="169069" y="86702"/>
                  </a:lnTo>
                  <a:lnTo>
                    <a:pt x="168487" y="85839"/>
                  </a:lnTo>
                  <a:lnTo>
                    <a:pt x="167904" y="84996"/>
                  </a:lnTo>
                  <a:lnTo>
                    <a:pt x="167302" y="84153"/>
                  </a:lnTo>
                  <a:lnTo>
                    <a:pt x="166660" y="83330"/>
                  </a:lnTo>
                  <a:lnTo>
                    <a:pt x="166018" y="82528"/>
                  </a:lnTo>
                  <a:lnTo>
                    <a:pt x="165356" y="81745"/>
                  </a:lnTo>
                  <a:lnTo>
                    <a:pt x="164673" y="80982"/>
                  </a:lnTo>
                  <a:lnTo>
                    <a:pt x="163971" y="80219"/>
                  </a:lnTo>
                  <a:lnTo>
                    <a:pt x="163248" y="79497"/>
                  </a:lnTo>
                  <a:lnTo>
                    <a:pt x="162526" y="78774"/>
                  </a:lnTo>
                  <a:lnTo>
                    <a:pt x="161763" y="78072"/>
                  </a:lnTo>
                  <a:lnTo>
                    <a:pt x="161000" y="77390"/>
                  </a:lnTo>
                  <a:lnTo>
                    <a:pt x="160218" y="76727"/>
                  </a:lnTo>
                  <a:lnTo>
                    <a:pt x="159415" y="76085"/>
                  </a:lnTo>
                  <a:lnTo>
                    <a:pt x="158592" y="75443"/>
                  </a:lnTo>
                  <a:lnTo>
                    <a:pt x="157749" y="74841"/>
                  </a:lnTo>
                  <a:lnTo>
                    <a:pt x="156906" y="74259"/>
                  </a:lnTo>
                  <a:lnTo>
                    <a:pt x="156043" y="73677"/>
                  </a:lnTo>
                  <a:lnTo>
                    <a:pt x="155160" y="73135"/>
                  </a:lnTo>
                  <a:lnTo>
                    <a:pt x="154277" y="72613"/>
                  </a:lnTo>
                  <a:lnTo>
                    <a:pt x="153374" y="72111"/>
                  </a:lnTo>
                  <a:lnTo>
                    <a:pt x="152451" y="71630"/>
                  </a:lnTo>
                  <a:lnTo>
                    <a:pt x="151527" y="71168"/>
                  </a:lnTo>
                  <a:lnTo>
                    <a:pt x="150584" y="70726"/>
                  </a:lnTo>
                  <a:lnTo>
                    <a:pt x="149621" y="70305"/>
                  </a:lnTo>
                  <a:lnTo>
                    <a:pt x="148657" y="69904"/>
                  </a:lnTo>
                  <a:lnTo>
                    <a:pt x="147674" y="69522"/>
                  </a:lnTo>
                  <a:lnTo>
                    <a:pt x="146691" y="69181"/>
                  </a:lnTo>
                  <a:lnTo>
                    <a:pt x="145687" y="68860"/>
                  </a:lnTo>
                  <a:lnTo>
                    <a:pt x="144664" y="68559"/>
                  </a:lnTo>
                  <a:lnTo>
                    <a:pt x="143640" y="68278"/>
                  </a:lnTo>
                  <a:lnTo>
                    <a:pt x="142616" y="68037"/>
                  </a:lnTo>
                  <a:lnTo>
                    <a:pt x="141573" y="67796"/>
                  </a:lnTo>
                  <a:lnTo>
                    <a:pt x="140529" y="67595"/>
                  </a:lnTo>
                  <a:lnTo>
                    <a:pt x="139465" y="67415"/>
                  </a:lnTo>
                  <a:lnTo>
                    <a:pt x="138402" y="67274"/>
                  </a:lnTo>
                  <a:lnTo>
                    <a:pt x="137318" y="67154"/>
                  </a:lnTo>
                  <a:lnTo>
                    <a:pt x="136234" y="67054"/>
                  </a:lnTo>
                  <a:lnTo>
                    <a:pt x="135130" y="66993"/>
                  </a:lnTo>
                  <a:lnTo>
                    <a:pt x="134047" y="66953"/>
                  </a:lnTo>
                  <a:lnTo>
                    <a:pt x="132923" y="66933"/>
                  </a:lnTo>
                  <a:lnTo>
                    <a:pt x="108417" y="66933"/>
                  </a:lnTo>
                  <a:lnTo>
                    <a:pt x="108397" y="66472"/>
                  </a:lnTo>
                  <a:lnTo>
                    <a:pt x="108357" y="65990"/>
                  </a:lnTo>
                  <a:lnTo>
                    <a:pt x="108297" y="65528"/>
                  </a:lnTo>
                  <a:lnTo>
                    <a:pt x="108237" y="65087"/>
                  </a:lnTo>
                  <a:lnTo>
                    <a:pt x="108136" y="64625"/>
                  </a:lnTo>
                  <a:lnTo>
                    <a:pt x="108016" y="64184"/>
                  </a:lnTo>
                  <a:lnTo>
                    <a:pt x="107876" y="63742"/>
                  </a:lnTo>
                  <a:lnTo>
                    <a:pt x="107715" y="63301"/>
                  </a:lnTo>
                  <a:lnTo>
                    <a:pt x="107534" y="62879"/>
                  </a:lnTo>
                  <a:lnTo>
                    <a:pt x="107334" y="62458"/>
                  </a:lnTo>
                  <a:lnTo>
                    <a:pt x="107113" y="62036"/>
                  </a:lnTo>
                  <a:lnTo>
                    <a:pt x="106872" y="61635"/>
                  </a:lnTo>
                  <a:lnTo>
                    <a:pt x="106611" y="61213"/>
                  </a:lnTo>
                  <a:lnTo>
                    <a:pt x="106330" y="60832"/>
                  </a:lnTo>
                  <a:lnTo>
                    <a:pt x="106029" y="60431"/>
                  </a:lnTo>
                  <a:lnTo>
                    <a:pt x="105728" y="60049"/>
                  </a:lnTo>
                  <a:lnTo>
                    <a:pt x="105387" y="59668"/>
                  </a:lnTo>
                  <a:lnTo>
                    <a:pt x="105046" y="59307"/>
                  </a:lnTo>
                  <a:lnTo>
                    <a:pt x="104684" y="58945"/>
                  </a:lnTo>
                  <a:lnTo>
                    <a:pt x="104303" y="58584"/>
                  </a:lnTo>
                  <a:lnTo>
                    <a:pt x="103922" y="58243"/>
                  </a:lnTo>
                  <a:lnTo>
                    <a:pt x="103500" y="57902"/>
                  </a:lnTo>
                  <a:lnTo>
                    <a:pt x="103079" y="57581"/>
                  </a:lnTo>
                  <a:lnTo>
                    <a:pt x="102637" y="57259"/>
                  </a:lnTo>
                  <a:lnTo>
                    <a:pt x="102196" y="56958"/>
                  </a:lnTo>
                  <a:lnTo>
                    <a:pt x="101734" y="56657"/>
                  </a:lnTo>
                  <a:lnTo>
                    <a:pt x="101252" y="56376"/>
                  </a:lnTo>
                  <a:lnTo>
                    <a:pt x="100751" y="56095"/>
                  </a:lnTo>
                  <a:lnTo>
                    <a:pt x="100249" y="55814"/>
                  </a:lnTo>
                  <a:lnTo>
                    <a:pt x="99727" y="55574"/>
                  </a:lnTo>
                  <a:lnTo>
                    <a:pt x="99205" y="55313"/>
                  </a:lnTo>
                  <a:lnTo>
                    <a:pt x="98643" y="55092"/>
                  </a:lnTo>
                  <a:lnTo>
                    <a:pt x="113716" y="31871"/>
                  </a:lnTo>
                  <a:lnTo>
                    <a:pt x="114238" y="31951"/>
                  </a:lnTo>
                  <a:lnTo>
                    <a:pt x="114519" y="31971"/>
                  </a:lnTo>
                  <a:lnTo>
                    <a:pt x="115101" y="31971"/>
                  </a:lnTo>
                  <a:lnTo>
                    <a:pt x="115442" y="31931"/>
                  </a:lnTo>
                  <a:lnTo>
                    <a:pt x="115763" y="31891"/>
                  </a:lnTo>
                  <a:lnTo>
                    <a:pt x="116064" y="31831"/>
                  </a:lnTo>
                  <a:lnTo>
                    <a:pt x="116385" y="31771"/>
                  </a:lnTo>
                  <a:lnTo>
                    <a:pt x="116686" y="31690"/>
                  </a:lnTo>
                  <a:lnTo>
                    <a:pt x="116987" y="31590"/>
                  </a:lnTo>
                  <a:lnTo>
                    <a:pt x="117288" y="31470"/>
                  </a:lnTo>
                  <a:lnTo>
                    <a:pt x="117569" y="31329"/>
                  </a:lnTo>
                  <a:lnTo>
                    <a:pt x="117850" y="31189"/>
                  </a:lnTo>
                  <a:lnTo>
                    <a:pt x="118111" y="31048"/>
                  </a:lnTo>
                  <a:lnTo>
                    <a:pt x="118372" y="30868"/>
                  </a:lnTo>
                  <a:lnTo>
                    <a:pt x="118633" y="30687"/>
                  </a:lnTo>
                  <a:lnTo>
                    <a:pt x="118874" y="30506"/>
                  </a:lnTo>
                  <a:lnTo>
                    <a:pt x="119095" y="30306"/>
                  </a:lnTo>
                  <a:lnTo>
                    <a:pt x="119315" y="30085"/>
                  </a:lnTo>
                  <a:lnTo>
                    <a:pt x="119536" y="29864"/>
                  </a:lnTo>
                  <a:lnTo>
                    <a:pt x="119737" y="29623"/>
                  </a:lnTo>
                  <a:lnTo>
                    <a:pt x="119938" y="29382"/>
                  </a:lnTo>
                  <a:lnTo>
                    <a:pt x="120098" y="29142"/>
                  </a:lnTo>
                  <a:lnTo>
                    <a:pt x="120279" y="28881"/>
                  </a:lnTo>
                  <a:lnTo>
                    <a:pt x="120419" y="28600"/>
                  </a:lnTo>
                  <a:lnTo>
                    <a:pt x="120580" y="28339"/>
                  </a:lnTo>
                  <a:lnTo>
                    <a:pt x="120700" y="28038"/>
                  </a:lnTo>
                  <a:lnTo>
                    <a:pt x="120821" y="27757"/>
                  </a:lnTo>
                  <a:lnTo>
                    <a:pt x="120921" y="27456"/>
                  </a:lnTo>
                  <a:lnTo>
                    <a:pt x="121001" y="27155"/>
                  </a:lnTo>
                  <a:lnTo>
                    <a:pt x="121081" y="26833"/>
                  </a:lnTo>
                  <a:lnTo>
                    <a:pt x="121122" y="26532"/>
                  </a:lnTo>
                  <a:lnTo>
                    <a:pt x="121162" y="26211"/>
                  </a:lnTo>
                  <a:lnTo>
                    <a:pt x="121202" y="25870"/>
                  </a:lnTo>
                  <a:lnTo>
                    <a:pt x="121202" y="25549"/>
                  </a:lnTo>
                  <a:lnTo>
                    <a:pt x="121202" y="25208"/>
                  </a:lnTo>
                  <a:lnTo>
                    <a:pt x="121162" y="24887"/>
                  </a:lnTo>
                  <a:lnTo>
                    <a:pt x="121122" y="24566"/>
                  </a:lnTo>
                  <a:lnTo>
                    <a:pt x="121081" y="24244"/>
                  </a:lnTo>
                  <a:lnTo>
                    <a:pt x="121001" y="23943"/>
                  </a:lnTo>
                  <a:lnTo>
                    <a:pt x="120921" y="23642"/>
                  </a:lnTo>
                  <a:lnTo>
                    <a:pt x="120821" y="23341"/>
                  </a:lnTo>
                  <a:lnTo>
                    <a:pt x="120700" y="23040"/>
                  </a:lnTo>
                  <a:lnTo>
                    <a:pt x="120580" y="22759"/>
                  </a:lnTo>
                  <a:lnTo>
                    <a:pt x="120419" y="22478"/>
                  </a:lnTo>
                  <a:lnTo>
                    <a:pt x="120279" y="22217"/>
                  </a:lnTo>
                  <a:lnTo>
                    <a:pt x="120098" y="21956"/>
                  </a:lnTo>
                  <a:lnTo>
                    <a:pt x="119938" y="21696"/>
                  </a:lnTo>
                  <a:lnTo>
                    <a:pt x="119737" y="21455"/>
                  </a:lnTo>
                  <a:lnTo>
                    <a:pt x="119536" y="21234"/>
                  </a:lnTo>
                  <a:lnTo>
                    <a:pt x="119315" y="20993"/>
                  </a:lnTo>
                  <a:lnTo>
                    <a:pt x="119095" y="20792"/>
                  </a:lnTo>
                  <a:lnTo>
                    <a:pt x="118874" y="20592"/>
                  </a:lnTo>
                  <a:lnTo>
                    <a:pt x="118633" y="20391"/>
                  </a:lnTo>
                  <a:lnTo>
                    <a:pt x="118372" y="20210"/>
                  </a:lnTo>
                  <a:lnTo>
                    <a:pt x="118111" y="20050"/>
                  </a:lnTo>
                  <a:lnTo>
                    <a:pt x="117850" y="19889"/>
                  </a:lnTo>
                  <a:lnTo>
                    <a:pt x="117569" y="19749"/>
                  </a:lnTo>
                  <a:lnTo>
                    <a:pt x="117288" y="19628"/>
                  </a:lnTo>
                  <a:lnTo>
                    <a:pt x="116987" y="19508"/>
                  </a:lnTo>
                  <a:lnTo>
                    <a:pt x="116686" y="19408"/>
                  </a:lnTo>
                  <a:lnTo>
                    <a:pt x="116385" y="19327"/>
                  </a:lnTo>
                  <a:lnTo>
                    <a:pt x="116064" y="19247"/>
                  </a:lnTo>
                  <a:lnTo>
                    <a:pt x="115763" y="19187"/>
                  </a:lnTo>
                  <a:lnTo>
                    <a:pt x="115442" y="19147"/>
                  </a:lnTo>
                  <a:lnTo>
                    <a:pt x="115101" y="19127"/>
                  </a:lnTo>
                  <a:lnTo>
                    <a:pt x="114438" y="19127"/>
                  </a:lnTo>
                  <a:lnTo>
                    <a:pt x="114117" y="19147"/>
                  </a:lnTo>
                  <a:lnTo>
                    <a:pt x="113796" y="19187"/>
                  </a:lnTo>
                  <a:lnTo>
                    <a:pt x="113475" y="19247"/>
                  </a:lnTo>
                  <a:lnTo>
                    <a:pt x="113174" y="19327"/>
                  </a:lnTo>
                  <a:lnTo>
                    <a:pt x="112873" y="19408"/>
                  </a:lnTo>
                  <a:lnTo>
                    <a:pt x="112572" y="19508"/>
                  </a:lnTo>
                  <a:lnTo>
                    <a:pt x="112271" y="19628"/>
                  </a:lnTo>
                  <a:lnTo>
                    <a:pt x="111990" y="19749"/>
                  </a:lnTo>
                  <a:lnTo>
                    <a:pt x="111709" y="19889"/>
                  </a:lnTo>
                  <a:lnTo>
                    <a:pt x="111448" y="20050"/>
                  </a:lnTo>
                  <a:lnTo>
                    <a:pt x="111187" y="20210"/>
                  </a:lnTo>
                  <a:lnTo>
                    <a:pt x="110926" y="20391"/>
                  </a:lnTo>
                  <a:lnTo>
                    <a:pt x="110685" y="20592"/>
                  </a:lnTo>
                  <a:lnTo>
                    <a:pt x="110465" y="20792"/>
                  </a:lnTo>
                  <a:lnTo>
                    <a:pt x="110244" y="20993"/>
                  </a:lnTo>
                  <a:lnTo>
                    <a:pt x="110023" y="21234"/>
                  </a:lnTo>
                  <a:lnTo>
                    <a:pt x="109822" y="21455"/>
                  </a:lnTo>
                  <a:lnTo>
                    <a:pt x="109622" y="21696"/>
                  </a:lnTo>
                  <a:lnTo>
                    <a:pt x="109441" y="21956"/>
                  </a:lnTo>
                  <a:lnTo>
                    <a:pt x="109280" y="22217"/>
                  </a:lnTo>
                  <a:lnTo>
                    <a:pt x="109120" y="22478"/>
                  </a:lnTo>
                  <a:lnTo>
                    <a:pt x="108979" y="22759"/>
                  </a:lnTo>
                  <a:lnTo>
                    <a:pt x="108859" y="23040"/>
                  </a:lnTo>
                  <a:lnTo>
                    <a:pt x="108739" y="23341"/>
                  </a:lnTo>
                  <a:lnTo>
                    <a:pt x="108638" y="23642"/>
                  </a:lnTo>
                  <a:lnTo>
                    <a:pt x="108558" y="23943"/>
                  </a:lnTo>
                  <a:lnTo>
                    <a:pt x="108478" y="24244"/>
                  </a:lnTo>
                  <a:lnTo>
                    <a:pt x="108417" y="24566"/>
                  </a:lnTo>
                  <a:lnTo>
                    <a:pt x="108377" y="24887"/>
                  </a:lnTo>
                  <a:lnTo>
                    <a:pt x="108357" y="25208"/>
                  </a:lnTo>
                  <a:lnTo>
                    <a:pt x="108357" y="25549"/>
                  </a:lnTo>
                  <a:lnTo>
                    <a:pt x="108377" y="26031"/>
                  </a:lnTo>
                  <a:lnTo>
                    <a:pt x="108417" y="26512"/>
                  </a:lnTo>
                  <a:lnTo>
                    <a:pt x="108518" y="26974"/>
                  </a:lnTo>
                  <a:lnTo>
                    <a:pt x="108638" y="27436"/>
                  </a:lnTo>
                  <a:lnTo>
                    <a:pt x="108779" y="27857"/>
                  </a:lnTo>
                  <a:lnTo>
                    <a:pt x="108979" y="28299"/>
                  </a:lnTo>
                  <a:lnTo>
                    <a:pt x="109180" y="28700"/>
                  </a:lnTo>
                  <a:lnTo>
                    <a:pt x="109421" y="29081"/>
                  </a:lnTo>
                  <a:lnTo>
                    <a:pt x="93526" y="53547"/>
                  </a:lnTo>
                  <a:lnTo>
                    <a:pt x="92863" y="53426"/>
                  </a:lnTo>
                  <a:lnTo>
                    <a:pt x="92181" y="53326"/>
                  </a:lnTo>
                  <a:lnTo>
                    <a:pt x="91478" y="53225"/>
                  </a:lnTo>
                  <a:lnTo>
                    <a:pt x="90776" y="53165"/>
                  </a:lnTo>
                  <a:lnTo>
                    <a:pt x="90074" y="53105"/>
                  </a:lnTo>
                  <a:lnTo>
                    <a:pt x="89351" y="53065"/>
                  </a:lnTo>
                  <a:lnTo>
                    <a:pt x="88629" y="53025"/>
                  </a:lnTo>
                  <a:lnTo>
                    <a:pt x="87183" y="53025"/>
                  </a:lnTo>
                  <a:lnTo>
                    <a:pt x="86461" y="53065"/>
                  </a:lnTo>
                  <a:lnTo>
                    <a:pt x="85738" y="53105"/>
                  </a:lnTo>
                  <a:lnTo>
                    <a:pt x="85036" y="53165"/>
                  </a:lnTo>
                  <a:lnTo>
                    <a:pt x="84334" y="53225"/>
                  </a:lnTo>
                  <a:lnTo>
                    <a:pt x="83631" y="53326"/>
                  </a:lnTo>
                  <a:lnTo>
                    <a:pt x="82949" y="53426"/>
                  </a:lnTo>
                  <a:lnTo>
                    <a:pt x="82286" y="53547"/>
                  </a:lnTo>
                  <a:lnTo>
                    <a:pt x="53707" y="9553"/>
                  </a:lnTo>
                  <a:lnTo>
                    <a:pt x="53928" y="9192"/>
                  </a:lnTo>
                  <a:lnTo>
                    <a:pt x="54128" y="8791"/>
                  </a:lnTo>
                  <a:lnTo>
                    <a:pt x="54289" y="8389"/>
                  </a:lnTo>
                  <a:lnTo>
                    <a:pt x="54429" y="7988"/>
                  </a:lnTo>
                  <a:lnTo>
                    <a:pt x="54550" y="7546"/>
                  </a:lnTo>
                  <a:lnTo>
                    <a:pt x="54630" y="7125"/>
                  </a:lnTo>
                  <a:lnTo>
                    <a:pt x="54670" y="6663"/>
                  </a:lnTo>
                  <a:lnTo>
                    <a:pt x="54690" y="6202"/>
                  </a:lnTo>
                  <a:lnTo>
                    <a:pt x="54670" y="5901"/>
                  </a:lnTo>
                  <a:lnTo>
                    <a:pt x="54650" y="5579"/>
                  </a:lnTo>
                  <a:lnTo>
                    <a:pt x="54610" y="5258"/>
                  </a:lnTo>
                  <a:lnTo>
                    <a:pt x="54570" y="4957"/>
                  </a:lnTo>
                  <a:lnTo>
                    <a:pt x="54490" y="4656"/>
                  </a:lnTo>
                  <a:lnTo>
                    <a:pt x="54409" y="4355"/>
                  </a:lnTo>
                  <a:lnTo>
                    <a:pt x="54309" y="4074"/>
                  </a:lnTo>
                  <a:lnTo>
                    <a:pt x="54209" y="3793"/>
                  </a:lnTo>
                  <a:lnTo>
                    <a:pt x="54068" y="3512"/>
                  </a:lnTo>
                  <a:lnTo>
                    <a:pt x="53948" y="3251"/>
                  </a:lnTo>
                  <a:lnTo>
                    <a:pt x="53787" y="2990"/>
                  </a:lnTo>
                  <a:lnTo>
                    <a:pt x="53627" y="2730"/>
                  </a:lnTo>
                  <a:lnTo>
                    <a:pt x="53446" y="2489"/>
                  </a:lnTo>
                  <a:lnTo>
                    <a:pt x="53265" y="2268"/>
                  </a:lnTo>
                  <a:lnTo>
                    <a:pt x="53085" y="2027"/>
                  </a:lnTo>
                  <a:lnTo>
                    <a:pt x="52864" y="1826"/>
                  </a:lnTo>
                  <a:lnTo>
                    <a:pt x="52663" y="1606"/>
                  </a:lnTo>
                  <a:lnTo>
                    <a:pt x="52422" y="1425"/>
                  </a:lnTo>
                  <a:lnTo>
                    <a:pt x="52202" y="1244"/>
                  </a:lnTo>
                  <a:lnTo>
                    <a:pt x="51941" y="1064"/>
                  </a:lnTo>
                  <a:lnTo>
                    <a:pt x="51700" y="903"/>
                  </a:lnTo>
                  <a:lnTo>
                    <a:pt x="51439" y="743"/>
                  </a:lnTo>
                  <a:lnTo>
                    <a:pt x="51178" y="622"/>
                  </a:lnTo>
                  <a:lnTo>
                    <a:pt x="50897" y="482"/>
                  </a:lnTo>
                  <a:lnTo>
                    <a:pt x="50616" y="381"/>
                  </a:lnTo>
                  <a:lnTo>
                    <a:pt x="50315" y="281"/>
                  </a:lnTo>
                  <a:lnTo>
                    <a:pt x="50034" y="201"/>
                  </a:lnTo>
                  <a:lnTo>
                    <a:pt x="49733" y="120"/>
                  </a:lnTo>
                  <a:lnTo>
                    <a:pt x="49432" y="80"/>
                  </a:lnTo>
                  <a:lnTo>
                    <a:pt x="49111" y="40"/>
                  </a:lnTo>
                  <a:lnTo>
                    <a:pt x="487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8" name="Google Shape;908;p23"/>
            <p:cNvSpPr/>
            <p:nvPr/>
          </p:nvSpPr>
          <p:spPr>
            <a:xfrm>
              <a:off x="998575" y="2795975"/>
              <a:ext cx="1654800" cy="32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9" name="Google Shape;909;p23"/>
            <p:cNvSpPr/>
            <p:nvPr/>
          </p:nvSpPr>
          <p:spPr>
            <a:xfrm>
              <a:off x="998575" y="3231175"/>
              <a:ext cx="1654800" cy="32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0" name="Google Shape;910;p23"/>
            <p:cNvSpPr/>
            <p:nvPr/>
          </p:nvSpPr>
          <p:spPr>
            <a:xfrm>
              <a:off x="998575" y="3666375"/>
              <a:ext cx="1654800" cy="32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911" name="Google Shape;911;p23"/>
          <p:cNvSpPr/>
          <p:nvPr/>
        </p:nvSpPr>
        <p:spPr>
          <a:xfrm>
            <a:off x="1331433" y="3727967"/>
            <a:ext cx="1112800" cy="42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12" name="Google Shape;912;p23"/>
          <p:cNvSpPr/>
          <p:nvPr/>
        </p:nvSpPr>
        <p:spPr>
          <a:xfrm>
            <a:off x="1331433" y="4308233"/>
            <a:ext cx="570800" cy="4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13" name="Google Shape;913;p23"/>
          <p:cNvSpPr/>
          <p:nvPr/>
        </p:nvSpPr>
        <p:spPr>
          <a:xfrm>
            <a:off x="1331433" y="4888500"/>
            <a:ext cx="570800" cy="42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11D33-5972-7A4F-B3F7-99687DA590ED}"/>
              </a:ext>
            </a:extLst>
          </p:cNvPr>
          <p:cNvSpPr txBox="1"/>
          <p:nvPr/>
        </p:nvSpPr>
        <p:spPr>
          <a:xfrm>
            <a:off x="1228700" y="6030205"/>
            <a:ext cx="3702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Season Accuracy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35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b="1" dirty="0"/>
              <a:t>Analysis and discussion </a:t>
            </a:r>
            <a:endParaRPr dirty="0"/>
          </a:p>
        </p:txBody>
      </p:sp>
      <p:grpSp>
        <p:nvGrpSpPr>
          <p:cNvPr id="1781" name="Google Shape;1781;p35"/>
          <p:cNvGrpSpPr/>
          <p:nvPr/>
        </p:nvGrpSpPr>
        <p:grpSpPr>
          <a:xfrm>
            <a:off x="609600" y="4398400"/>
            <a:ext cx="2748000" cy="1271336"/>
            <a:chOff x="457200" y="3298800"/>
            <a:chExt cx="2061000" cy="953502"/>
          </a:xfrm>
        </p:grpSpPr>
        <p:sp>
          <p:nvSpPr>
            <p:cNvPr id="1783" name="Google Shape;1783;p35"/>
            <p:cNvSpPr txBox="1"/>
            <p:nvPr/>
          </p:nvSpPr>
          <p:spPr>
            <a:xfrm>
              <a:off x="457200" y="3920502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4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Divide and conquer</a:t>
              </a:r>
            </a:p>
          </p:txBody>
        </p:sp>
        <p:sp>
          <p:nvSpPr>
            <p:cNvPr id="1785" name="Google Shape;1785;p35"/>
            <p:cNvSpPr txBox="1"/>
            <p:nvPr/>
          </p:nvSpPr>
          <p:spPr>
            <a:xfrm>
              <a:off x="762750" y="3298800"/>
              <a:ext cx="14499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5333" b="1" dirty="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10 %</a:t>
              </a:r>
              <a:endParaRPr sz="5333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786" name="Google Shape;1786;p35"/>
          <p:cNvGrpSpPr/>
          <p:nvPr/>
        </p:nvGrpSpPr>
        <p:grpSpPr>
          <a:xfrm>
            <a:off x="4898042" y="4410650"/>
            <a:ext cx="2748000" cy="1271333"/>
            <a:chOff x="3541500" y="3298800"/>
            <a:chExt cx="2061000" cy="953500"/>
          </a:xfrm>
        </p:grpSpPr>
        <p:sp>
          <p:nvSpPr>
            <p:cNvPr id="1788" name="Google Shape;1788;p35"/>
            <p:cNvSpPr txBox="1"/>
            <p:nvPr/>
          </p:nvSpPr>
          <p:spPr>
            <a:xfrm>
              <a:off x="3541500" y="39205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4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Most commonly used</a:t>
              </a:r>
            </a:p>
          </p:txBody>
        </p:sp>
        <p:sp>
          <p:nvSpPr>
            <p:cNvPr id="1790" name="Google Shape;1790;p35"/>
            <p:cNvSpPr txBox="1"/>
            <p:nvPr/>
          </p:nvSpPr>
          <p:spPr>
            <a:xfrm>
              <a:off x="3847050" y="3298800"/>
              <a:ext cx="14499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5333" b="1" dirty="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30 % </a:t>
              </a:r>
              <a:endParaRPr sz="5333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791" name="Google Shape;1791;p35"/>
          <p:cNvGrpSpPr/>
          <p:nvPr/>
        </p:nvGrpSpPr>
        <p:grpSpPr>
          <a:xfrm>
            <a:off x="8834400" y="4398399"/>
            <a:ext cx="2748000" cy="1271333"/>
            <a:chOff x="6625800" y="3298800"/>
            <a:chExt cx="2061000" cy="953500"/>
          </a:xfrm>
        </p:grpSpPr>
        <p:sp>
          <p:nvSpPr>
            <p:cNvPr id="1793" name="Google Shape;1793;p35"/>
            <p:cNvSpPr txBox="1"/>
            <p:nvPr/>
          </p:nvSpPr>
          <p:spPr>
            <a:xfrm>
              <a:off x="6625800" y="39205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24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KMP</a:t>
              </a:r>
              <a:endParaRPr sz="24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95" name="Google Shape;1795;p35"/>
            <p:cNvSpPr txBox="1"/>
            <p:nvPr/>
          </p:nvSpPr>
          <p:spPr>
            <a:xfrm>
              <a:off x="6931350" y="3298800"/>
              <a:ext cx="14499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5333" b="1" dirty="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30%</a:t>
              </a:r>
              <a:endParaRPr sz="5333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796" name="Google Shape;1796;p35"/>
          <p:cNvGrpSpPr/>
          <p:nvPr/>
        </p:nvGrpSpPr>
        <p:grpSpPr>
          <a:xfrm>
            <a:off x="1983600" y="1285262"/>
            <a:ext cx="8224800" cy="3125320"/>
            <a:chOff x="1487700" y="963996"/>
            <a:chExt cx="6168600" cy="2343990"/>
          </a:xfrm>
        </p:grpSpPr>
        <p:grpSp>
          <p:nvGrpSpPr>
            <p:cNvPr id="1797" name="Google Shape;1797;p35"/>
            <p:cNvGrpSpPr/>
            <p:nvPr/>
          </p:nvGrpSpPr>
          <p:grpSpPr>
            <a:xfrm>
              <a:off x="3380101" y="963996"/>
              <a:ext cx="2383690" cy="1812337"/>
              <a:chOff x="3051531" y="1516809"/>
              <a:chExt cx="390034" cy="296545"/>
            </a:xfrm>
          </p:grpSpPr>
          <p:sp>
            <p:nvSpPr>
              <p:cNvPr id="1798" name="Google Shape;1798;p35"/>
              <p:cNvSpPr/>
              <p:nvPr/>
            </p:nvSpPr>
            <p:spPr>
              <a:xfrm>
                <a:off x="3051531" y="1516809"/>
                <a:ext cx="389719" cy="296545"/>
              </a:xfrm>
              <a:custGeom>
                <a:avLst/>
                <a:gdLst/>
                <a:ahLst/>
                <a:cxnLst/>
                <a:rect l="l" t="t" r="r" b="b"/>
                <a:pathLst>
                  <a:path w="26029" h="19806" extrusionOk="0">
                    <a:moveTo>
                      <a:pt x="316" y="0"/>
                    </a:moveTo>
                    <a:cubicBezTo>
                      <a:pt x="148" y="0"/>
                      <a:pt x="1" y="147"/>
                      <a:pt x="1" y="316"/>
                    </a:cubicBezTo>
                    <a:lnTo>
                      <a:pt x="1" y="19490"/>
                    </a:lnTo>
                    <a:cubicBezTo>
                      <a:pt x="1" y="19658"/>
                      <a:pt x="148" y="19805"/>
                      <a:pt x="316" y="19805"/>
                    </a:cubicBezTo>
                    <a:lnTo>
                      <a:pt x="25713" y="19805"/>
                    </a:lnTo>
                    <a:cubicBezTo>
                      <a:pt x="25882" y="19805"/>
                      <a:pt x="26029" y="19658"/>
                      <a:pt x="26029" y="19490"/>
                    </a:cubicBezTo>
                    <a:lnTo>
                      <a:pt x="26029" y="316"/>
                    </a:lnTo>
                    <a:cubicBezTo>
                      <a:pt x="26029" y="147"/>
                      <a:pt x="25882" y="0"/>
                      <a:pt x="257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9" name="Google Shape;1799;p35"/>
              <p:cNvSpPr/>
              <p:nvPr/>
            </p:nvSpPr>
            <p:spPr>
              <a:xfrm>
                <a:off x="3051531" y="1744391"/>
                <a:ext cx="389719" cy="68963"/>
              </a:xfrm>
              <a:custGeom>
                <a:avLst/>
                <a:gdLst/>
                <a:ahLst/>
                <a:cxnLst/>
                <a:rect l="l" t="t" r="r" b="b"/>
                <a:pathLst>
                  <a:path w="26029" h="4606" extrusionOk="0">
                    <a:moveTo>
                      <a:pt x="1" y="1"/>
                    </a:moveTo>
                    <a:lnTo>
                      <a:pt x="1" y="4290"/>
                    </a:lnTo>
                    <a:cubicBezTo>
                      <a:pt x="1" y="4458"/>
                      <a:pt x="148" y="4605"/>
                      <a:pt x="316" y="4605"/>
                    </a:cubicBezTo>
                    <a:lnTo>
                      <a:pt x="25713" y="4605"/>
                    </a:lnTo>
                    <a:cubicBezTo>
                      <a:pt x="25882" y="4605"/>
                      <a:pt x="26029" y="4458"/>
                      <a:pt x="26029" y="4290"/>
                    </a:cubicBezTo>
                    <a:lnTo>
                      <a:pt x="260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0" name="Google Shape;1800;p35"/>
              <p:cNvSpPr/>
              <p:nvPr/>
            </p:nvSpPr>
            <p:spPr>
              <a:xfrm>
                <a:off x="3051531" y="1753838"/>
                <a:ext cx="389719" cy="59516"/>
              </a:xfrm>
              <a:custGeom>
                <a:avLst/>
                <a:gdLst/>
                <a:ahLst/>
                <a:cxnLst/>
                <a:rect l="l" t="t" r="r" b="b"/>
                <a:pathLst>
                  <a:path w="26029" h="3975" extrusionOk="0">
                    <a:moveTo>
                      <a:pt x="1" y="1"/>
                    </a:moveTo>
                    <a:lnTo>
                      <a:pt x="1" y="3659"/>
                    </a:lnTo>
                    <a:cubicBezTo>
                      <a:pt x="1" y="3827"/>
                      <a:pt x="148" y="3974"/>
                      <a:pt x="316" y="3974"/>
                    </a:cubicBezTo>
                    <a:lnTo>
                      <a:pt x="25713" y="3974"/>
                    </a:lnTo>
                    <a:cubicBezTo>
                      <a:pt x="25882" y="3953"/>
                      <a:pt x="26029" y="3827"/>
                      <a:pt x="26029" y="3659"/>
                    </a:cubicBezTo>
                    <a:lnTo>
                      <a:pt x="2602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1" name="Google Shape;1801;p35"/>
              <p:cNvSpPr/>
              <p:nvPr/>
            </p:nvSpPr>
            <p:spPr>
              <a:xfrm>
                <a:off x="3051846" y="1516809"/>
                <a:ext cx="389405" cy="6580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4395" extrusionOk="0">
                    <a:moveTo>
                      <a:pt x="316" y="0"/>
                    </a:moveTo>
                    <a:cubicBezTo>
                      <a:pt x="127" y="0"/>
                      <a:pt x="1" y="147"/>
                      <a:pt x="1" y="316"/>
                    </a:cubicBezTo>
                    <a:lnTo>
                      <a:pt x="1" y="4394"/>
                    </a:lnTo>
                    <a:lnTo>
                      <a:pt x="26008" y="4394"/>
                    </a:lnTo>
                    <a:lnTo>
                      <a:pt x="26008" y="316"/>
                    </a:lnTo>
                    <a:cubicBezTo>
                      <a:pt x="26008" y="147"/>
                      <a:pt x="25882" y="0"/>
                      <a:pt x="2571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2" name="Google Shape;1802;p35"/>
              <p:cNvSpPr/>
              <p:nvPr/>
            </p:nvSpPr>
            <p:spPr>
              <a:xfrm>
                <a:off x="3051846" y="1516809"/>
                <a:ext cx="389719" cy="56356"/>
              </a:xfrm>
              <a:custGeom>
                <a:avLst/>
                <a:gdLst/>
                <a:ahLst/>
                <a:cxnLst/>
                <a:rect l="l" t="t" r="r" b="b"/>
                <a:pathLst>
                  <a:path w="26029" h="3764" extrusionOk="0">
                    <a:moveTo>
                      <a:pt x="316" y="0"/>
                    </a:moveTo>
                    <a:cubicBezTo>
                      <a:pt x="127" y="0"/>
                      <a:pt x="1" y="147"/>
                      <a:pt x="1" y="316"/>
                    </a:cubicBezTo>
                    <a:lnTo>
                      <a:pt x="1" y="3764"/>
                    </a:lnTo>
                    <a:lnTo>
                      <a:pt x="26008" y="3764"/>
                    </a:lnTo>
                    <a:lnTo>
                      <a:pt x="26029" y="316"/>
                    </a:lnTo>
                    <a:cubicBezTo>
                      <a:pt x="26029" y="147"/>
                      <a:pt x="25882" y="0"/>
                      <a:pt x="257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3" name="Google Shape;1803;p35"/>
              <p:cNvSpPr/>
              <p:nvPr/>
            </p:nvSpPr>
            <p:spPr>
              <a:xfrm>
                <a:off x="3077973" y="1539148"/>
                <a:ext cx="15751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00" extrusionOk="0">
                    <a:moveTo>
                      <a:pt x="526" y="1"/>
                    </a:moveTo>
                    <a:cubicBezTo>
                      <a:pt x="1" y="1"/>
                      <a:pt x="1" y="779"/>
                      <a:pt x="526" y="800"/>
                    </a:cubicBezTo>
                    <a:cubicBezTo>
                      <a:pt x="1052" y="779"/>
                      <a:pt x="1052" y="1"/>
                      <a:pt x="5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4" name="Google Shape;1804;p35"/>
              <p:cNvSpPr/>
              <p:nvPr/>
            </p:nvSpPr>
            <p:spPr>
              <a:xfrm>
                <a:off x="3100012" y="1539148"/>
                <a:ext cx="15751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00" extrusionOk="0">
                    <a:moveTo>
                      <a:pt x="526" y="1"/>
                    </a:moveTo>
                    <a:cubicBezTo>
                      <a:pt x="0" y="1"/>
                      <a:pt x="0" y="779"/>
                      <a:pt x="526" y="800"/>
                    </a:cubicBezTo>
                    <a:cubicBezTo>
                      <a:pt x="1052" y="779"/>
                      <a:pt x="105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5" name="Google Shape;1805;p35"/>
              <p:cNvSpPr/>
              <p:nvPr/>
            </p:nvSpPr>
            <p:spPr>
              <a:xfrm>
                <a:off x="3121737" y="1539148"/>
                <a:ext cx="15751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00" extrusionOk="0">
                    <a:moveTo>
                      <a:pt x="526" y="1"/>
                    </a:moveTo>
                    <a:cubicBezTo>
                      <a:pt x="0" y="1"/>
                      <a:pt x="0" y="800"/>
                      <a:pt x="526" y="800"/>
                    </a:cubicBezTo>
                    <a:cubicBezTo>
                      <a:pt x="1051" y="800"/>
                      <a:pt x="1051" y="1"/>
                      <a:pt x="5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6" name="Google Shape;1806;p35"/>
              <p:cNvSpPr/>
              <p:nvPr/>
            </p:nvSpPr>
            <p:spPr>
              <a:xfrm>
                <a:off x="3336727" y="1539148"/>
                <a:ext cx="81226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5425" h="800" extrusionOk="0">
                    <a:moveTo>
                      <a:pt x="526" y="1"/>
                    </a:moveTo>
                    <a:cubicBezTo>
                      <a:pt x="1" y="1"/>
                      <a:pt x="1" y="800"/>
                      <a:pt x="526" y="800"/>
                    </a:cubicBezTo>
                    <a:lnTo>
                      <a:pt x="4899" y="800"/>
                    </a:lnTo>
                    <a:cubicBezTo>
                      <a:pt x="5425" y="779"/>
                      <a:pt x="5425" y="1"/>
                      <a:pt x="48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7" name="Google Shape;1807;p35"/>
              <p:cNvSpPr/>
              <p:nvPr/>
            </p:nvSpPr>
            <p:spPr>
              <a:xfrm>
                <a:off x="3301153" y="1539148"/>
                <a:ext cx="30244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2020" h="800" extrusionOk="0">
                    <a:moveTo>
                      <a:pt x="527" y="1"/>
                    </a:moveTo>
                    <a:cubicBezTo>
                      <a:pt x="1" y="1"/>
                      <a:pt x="1" y="800"/>
                      <a:pt x="527" y="800"/>
                    </a:cubicBezTo>
                    <a:lnTo>
                      <a:pt x="1494" y="800"/>
                    </a:lnTo>
                    <a:cubicBezTo>
                      <a:pt x="2019" y="779"/>
                      <a:pt x="2019" y="1"/>
                      <a:pt x="149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8" name="Google Shape;1808;p35"/>
              <p:cNvSpPr/>
              <p:nvPr/>
            </p:nvSpPr>
            <p:spPr>
              <a:xfrm>
                <a:off x="3170832" y="1608096"/>
                <a:ext cx="151432" cy="107667"/>
              </a:xfrm>
              <a:custGeom>
                <a:avLst/>
                <a:gdLst/>
                <a:ahLst/>
                <a:cxnLst/>
                <a:rect l="l" t="t" r="r" b="b"/>
                <a:pathLst>
                  <a:path w="10114" h="7191" extrusionOk="0">
                    <a:moveTo>
                      <a:pt x="2061" y="0"/>
                    </a:moveTo>
                    <a:cubicBezTo>
                      <a:pt x="926" y="0"/>
                      <a:pt x="1" y="925"/>
                      <a:pt x="1" y="2061"/>
                    </a:cubicBezTo>
                    <a:lnTo>
                      <a:pt x="1" y="5130"/>
                    </a:lnTo>
                    <a:cubicBezTo>
                      <a:pt x="1" y="6265"/>
                      <a:pt x="926" y="7191"/>
                      <a:pt x="2061" y="7191"/>
                    </a:cubicBezTo>
                    <a:lnTo>
                      <a:pt x="8053" y="7191"/>
                    </a:lnTo>
                    <a:cubicBezTo>
                      <a:pt x="9189" y="7191"/>
                      <a:pt x="10093" y="6287"/>
                      <a:pt x="10114" y="5151"/>
                    </a:cubicBezTo>
                    <a:lnTo>
                      <a:pt x="10114" y="2061"/>
                    </a:lnTo>
                    <a:cubicBezTo>
                      <a:pt x="10114" y="925"/>
                      <a:pt x="9189" y="0"/>
                      <a:pt x="80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9" name="Google Shape;1809;p35"/>
              <p:cNvSpPr/>
              <p:nvPr/>
            </p:nvSpPr>
            <p:spPr>
              <a:xfrm>
                <a:off x="3170832" y="1608096"/>
                <a:ext cx="151432" cy="44079"/>
              </a:xfrm>
              <a:custGeom>
                <a:avLst/>
                <a:gdLst/>
                <a:ahLst/>
                <a:cxnLst/>
                <a:rect l="l" t="t" r="r" b="b"/>
                <a:pathLst>
                  <a:path w="10114" h="2944" extrusionOk="0">
                    <a:moveTo>
                      <a:pt x="2061" y="0"/>
                    </a:moveTo>
                    <a:cubicBezTo>
                      <a:pt x="926" y="0"/>
                      <a:pt x="1" y="925"/>
                      <a:pt x="1" y="2061"/>
                    </a:cubicBezTo>
                    <a:lnTo>
                      <a:pt x="1" y="2944"/>
                    </a:lnTo>
                    <a:cubicBezTo>
                      <a:pt x="1" y="1808"/>
                      <a:pt x="926" y="883"/>
                      <a:pt x="2061" y="883"/>
                    </a:cubicBezTo>
                    <a:lnTo>
                      <a:pt x="8053" y="883"/>
                    </a:lnTo>
                    <a:cubicBezTo>
                      <a:pt x="9189" y="883"/>
                      <a:pt x="10114" y="1808"/>
                      <a:pt x="10114" y="2944"/>
                    </a:cubicBezTo>
                    <a:lnTo>
                      <a:pt x="10114" y="2061"/>
                    </a:lnTo>
                    <a:cubicBezTo>
                      <a:pt x="10114" y="925"/>
                      <a:pt x="9189" y="0"/>
                      <a:pt x="8053" y="0"/>
                    </a:cubicBezTo>
                    <a:close/>
                  </a:path>
                </a:pathLst>
              </a:custGeom>
              <a:solidFill>
                <a:srgbClr val="E457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10" name="Google Shape;1810;p35"/>
              <p:cNvSpPr/>
              <p:nvPr/>
            </p:nvSpPr>
            <p:spPr>
              <a:xfrm>
                <a:off x="3227503" y="1642084"/>
                <a:ext cx="41878" cy="40007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2672" extrusionOk="0">
                    <a:moveTo>
                      <a:pt x="330" y="0"/>
                    </a:moveTo>
                    <a:cubicBezTo>
                      <a:pt x="161" y="0"/>
                      <a:pt x="0" y="144"/>
                      <a:pt x="0" y="337"/>
                    </a:cubicBezTo>
                    <a:lnTo>
                      <a:pt x="0" y="2335"/>
                    </a:lnTo>
                    <a:cubicBezTo>
                      <a:pt x="0" y="2528"/>
                      <a:pt x="148" y="2672"/>
                      <a:pt x="322" y="2672"/>
                    </a:cubicBezTo>
                    <a:cubicBezTo>
                      <a:pt x="375" y="2672"/>
                      <a:pt x="430" y="2658"/>
                      <a:pt x="484" y="2629"/>
                    </a:cubicBezTo>
                    <a:lnTo>
                      <a:pt x="2544" y="1641"/>
                    </a:lnTo>
                    <a:cubicBezTo>
                      <a:pt x="2796" y="1515"/>
                      <a:pt x="2796" y="1157"/>
                      <a:pt x="2544" y="1031"/>
                    </a:cubicBezTo>
                    <a:lnTo>
                      <a:pt x="484" y="43"/>
                    </a:lnTo>
                    <a:cubicBezTo>
                      <a:pt x="435" y="13"/>
                      <a:pt x="382" y="0"/>
                      <a:pt x="330" y="0"/>
                    </a:cubicBezTo>
                    <a:close/>
                  </a:path>
                </a:pathLst>
              </a:custGeom>
              <a:solidFill>
                <a:srgbClr val="F4F7F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11" name="Google Shape;1811;p35"/>
              <p:cNvSpPr/>
              <p:nvPr/>
            </p:nvSpPr>
            <p:spPr>
              <a:xfrm>
                <a:off x="3087106" y="1776177"/>
                <a:ext cx="160865" cy="11679"/>
              </a:xfrm>
              <a:custGeom>
                <a:avLst/>
                <a:gdLst/>
                <a:ahLst/>
                <a:cxnLst/>
                <a:rect l="l" t="t" r="r" b="b"/>
                <a:pathLst>
                  <a:path w="10744" h="780" extrusionOk="0">
                    <a:moveTo>
                      <a:pt x="506" y="1"/>
                    </a:moveTo>
                    <a:cubicBezTo>
                      <a:pt x="0" y="1"/>
                      <a:pt x="7" y="779"/>
                      <a:pt x="526" y="779"/>
                    </a:cubicBezTo>
                    <a:lnTo>
                      <a:pt x="10218" y="779"/>
                    </a:lnTo>
                    <a:cubicBezTo>
                      <a:pt x="10744" y="779"/>
                      <a:pt x="10744" y="1"/>
                      <a:pt x="10218" y="1"/>
                    </a:cubicBezTo>
                    <a:lnTo>
                      <a:pt x="526" y="1"/>
                    </a:lnTo>
                    <a:cubicBezTo>
                      <a:pt x="519" y="1"/>
                      <a:pt x="512" y="1"/>
                      <a:pt x="506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12" name="Google Shape;1812;p35"/>
              <p:cNvSpPr/>
              <p:nvPr/>
            </p:nvSpPr>
            <p:spPr>
              <a:xfrm>
                <a:off x="3362540" y="1775563"/>
                <a:ext cx="46295" cy="11978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800" extrusionOk="0">
                    <a:moveTo>
                      <a:pt x="526" y="0"/>
                    </a:moveTo>
                    <a:cubicBezTo>
                      <a:pt x="1" y="0"/>
                      <a:pt x="1" y="799"/>
                      <a:pt x="526" y="799"/>
                    </a:cubicBezTo>
                    <a:lnTo>
                      <a:pt x="2566" y="799"/>
                    </a:lnTo>
                    <a:cubicBezTo>
                      <a:pt x="3091" y="799"/>
                      <a:pt x="3091" y="0"/>
                      <a:pt x="2566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813" name="Google Shape;1813;p35"/>
            <p:cNvSpPr/>
            <p:nvPr/>
          </p:nvSpPr>
          <p:spPr>
            <a:xfrm>
              <a:off x="4504350" y="2641025"/>
              <a:ext cx="135300" cy="135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1814" name="Google Shape;1814;p35"/>
            <p:cNvCxnSpPr>
              <a:cxnSpLocks/>
              <a:stCxn id="1813" idx="4"/>
              <a:endCxn id="1785" idx="0"/>
            </p:cNvCxnSpPr>
            <p:nvPr/>
          </p:nvCxnSpPr>
          <p:spPr>
            <a:xfrm rot="5400000">
              <a:off x="2768550" y="1495475"/>
              <a:ext cx="522600" cy="3084300"/>
            </a:xfrm>
            <a:prstGeom prst="bentConnector3">
              <a:avLst>
                <a:gd name="adj1" fmla="val 49988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815" name="Google Shape;1815;p35"/>
            <p:cNvCxnSpPr>
              <a:stCxn id="1813" idx="4"/>
              <a:endCxn id="1790" idx="0"/>
            </p:cNvCxnSpPr>
            <p:nvPr/>
          </p:nvCxnSpPr>
          <p:spPr>
            <a:xfrm rot="16200000" flipH="1">
              <a:off x="4372185" y="2976140"/>
              <a:ext cx="531661" cy="132032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816" name="Google Shape;1816;p35"/>
            <p:cNvCxnSpPr>
              <a:stCxn id="1813" idx="4"/>
              <a:endCxn id="1795" idx="0"/>
            </p:cNvCxnSpPr>
            <p:nvPr/>
          </p:nvCxnSpPr>
          <p:spPr>
            <a:xfrm rot="-5400000" flipH="1">
              <a:off x="5852850" y="1495475"/>
              <a:ext cx="522600" cy="3084300"/>
            </a:xfrm>
            <a:prstGeom prst="bentConnector3">
              <a:avLst>
                <a:gd name="adj1" fmla="val 49988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054CD5D-92B0-2D7C-ADFF-0074C30D7739}"/>
              </a:ext>
            </a:extLst>
          </p:cNvPr>
          <p:cNvSpPr txBox="1"/>
          <p:nvPr/>
        </p:nvSpPr>
        <p:spPr>
          <a:xfrm>
            <a:off x="4013201" y="6149370"/>
            <a:ext cx="4502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Series Accuracy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5FFC-DF79-3A16-C27C-93FDA3DD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Analysis and discussion </a:t>
            </a:r>
          </a:p>
        </p:txBody>
      </p:sp>
      <p:graphicFrame>
        <p:nvGraphicFramePr>
          <p:cNvPr id="4" name="Google Shape;1923;p38">
            <a:extLst>
              <a:ext uri="{FF2B5EF4-FFF2-40B4-BE49-F238E27FC236}">
                <a16:creationId xmlns:a16="http://schemas.microsoft.com/office/drawing/2014/main" id="{7FF9A805-8011-A478-3C8D-96E19450C0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0005949"/>
              </p:ext>
            </p:extLst>
          </p:nvPr>
        </p:nvGraphicFramePr>
        <p:xfrm>
          <a:off x="592539" y="1412543"/>
          <a:ext cx="10761261" cy="53294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87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350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Advantages</a:t>
                      </a:r>
                      <a:endParaRPr sz="18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Disadvantages</a:t>
                      </a:r>
                      <a:endParaRPr sz="18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9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64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Divide and conquer</a:t>
                      </a:r>
                      <a:endParaRPr sz="18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 be done in parallel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tack overflow might occur.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64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Greedy</a:t>
                      </a:r>
                      <a:endParaRPr sz="18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imple strategy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 always right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64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</a:t>
                      </a:r>
                      <a:r>
                        <a:rPr lang="en" sz="18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ost commonly used</a:t>
                      </a:r>
                      <a:endParaRPr sz="18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Successful if we ignore certain words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There is no distinction between season number and episode number.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50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KMP</a:t>
                      </a:r>
                      <a:endParaRPr sz="18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Used for series identification</a:t>
                      </a:r>
                      <a:endParaRPr sz="1800" kern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 intervention is required after searching for 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series</a:t>
                      </a:r>
                      <a:endParaRPr sz="1800" kern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420691"/>
                  </a:ext>
                </a:extLst>
              </a:tr>
            </a:tbl>
          </a:graphicData>
        </a:graphic>
      </p:graphicFrame>
      <p:grpSp>
        <p:nvGrpSpPr>
          <p:cNvPr id="5" name="Google Shape;1926;p38">
            <a:extLst>
              <a:ext uri="{FF2B5EF4-FFF2-40B4-BE49-F238E27FC236}">
                <a16:creationId xmlns:a16="http://schemas.microsoft.com/office/drawing/2014/main" id="{5A59179B-A2DD-5377-E210-46E9CAECA0D1}"/>
              </a:ext>
            </a:extLst>
          </p:cNvPr>
          <p:cNvGrpSpPr/>
          <p:nvPr/>
        </p:nvGrpSpPr>
        <p:grpSpPr>
          <a:xfrm>
            <a:off x="1467134" y="1555846"/>
            <a:ext cx="1337481" cy="757450"/>
            <a:chOff x="-3037625" y="3254850"/>
            <a:chExt cx="299325" cy="256775"/>
          </a:xfrm>
          <a:solidFill>
            <a:srgbClr val="C00000"/>
          </a:solidFill>
        </p:grpSpPr>
        <p:sp>
          <p:nvSpPr>
            <p:cNvPr id="6" name="Google Shape;1927;p38">
              <a:extLst>
                <a:ext uri="{FF2B5EF4-FFF2-40B4-BE49-F238E27FC236}">
                  <a16:creationId xmlns:a16="http://schemas.microsoft.com/office/drawing/2014/main" id="{4C8453FF-207D-26F3-F697-4B4B61C105A0}"/>
                </a:ext>
              </a:extLst>
            </p:cNvPr>
            <p:cNvSpPr/>
            <p:nvPr/>
          </p:nvSpPr>
          <p:spPr>
            <a:xfrm>
              <a:off x="-3037625" y="3460400"/>
              <a:ext cx="152825" cy="51225"/>
            </a:xfrm>
            <a:custGeom>
              <a:avLst/>
              <a:gdLst/>
              <a:ahLst/>
              <a:cxnLst/>
              <a:rect l="l" t="t" r="r" b="b"/>
              <a:pathLst>
                <a:path w="6113" h="2049" extrusionOk="0">
                  <a:moveTo>
                    <a:pt x="1356" y="1"/>
                  </a:moveTo>
                  <a:cubicBezTo>
                    <a:pt x="1" y="1"/>
                    <a:pt x="1" y="2049"/>
                    <a:pt x="1356" y="2049"/>
                  </a:cubicBezTo>
                  <a:lnTo>
                    <a:pt x="4758" y="2049"/>
                  </a:lnTo>
                  <a:cubicBezTo>
                    <a:pt x="6113" y="2049"/>
                    <a:pt x="6113" y="1"/>
                    <a:pt x="47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600"/>
                </a:solidFill>
              </a:endParaRPr>
            </a:p>
          </p:txBody>
        </p:sp>
        <p:sp>
          <p:nvSpPr>
            <p:cNvPr id="7" name="Google Shape;1928;p38">
              <a:extLst>
                <a:ext uri="{FF2B5EF4-FFF2-40B4-BE49-F238E27FC236}">
                  <a16:creationId xmlns:a16="http://schemas.microsoft.com/office/drawing/2014/main" id="{97A700DE-2660-F068-EC08-1F78B247C80C}"/>
                </a:ext>
              </a:extLst>
            </p:cNvPr>
            <p:cNvSpPr/>
            <p:nvPr/>
          </p:nvSpPr>
          <p:spPr>
            <a:xfrm>
              <a:off x="-2884825" y="3460400"/>
              <a:ext cx="146525" cy="51225"/>
            </a:xfrm>
            <a:custGeom>
              <a:avLst/>
              <a:gdLst/>
              <a:ahLst/>
              <a:cxnLst/>
              <a:rect l="l" t="t" r="r" b="b"/>
              <a:pathLst>
                <a:path w="5861" h="2049" extrusionOk="0">
                  <a:moveTo>
                    <a:pt x="1" y="1"/>
                  </a:moveTo>
                  <a:cubicBezTo>
                    <a:pt x="473" y="631"/>
                    <a:pt x="473" y="1419"/>
                    <a:pt x="1" y="2049"/>
                  </a:cubicBezTo>
                  <a:lnTo>
                    <a:pt x="4853" y="2049"/>
                  </a:lnTo>
                  <a:cubicBezTo>
                    <a:pt x="5388" y="2049"/>
                    <a:pt x="5861" y="1576"/>
                    <a:pt x="5861" y="1041"/>
                  </a:cubicBezTo>
                  <a:cubicBezTo>
                    <a:pt x="5861" y="442"/>
                    <a:pt x="5451" y="1"/>
                    <a:pt x="48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600"/>
                </a:solidFill>
              </a:endParaRPr>
            </a:p>
          </p:txBody>
        </p:sp>
        <p:sp>
          <p:nvSpPr>
            <p:cNvPr id="8" name="Google Shape;1929;p38">
              <a:extLst>
                <a:ext uri="{FF2B5EF4-FFF2-40B4-BE49-F238E27FC236}">
                  <a16:creationId xmlns:a16="http://schemas.microsoft.com/office/drawing/2014/main" id="{43C3F57B-1F7F-840F-5E11-C4306B119858}"/>
                </a:ext>
              </a:extLst>
            </p:cNvPr>
            <p:cNvSpPr/>
            <p:nvPr/>
          </p:nvSpPr>
          <p:spPr>
            <a:xfrm>
              <a:off x="-2909225" y="3313125"/>
              <a:ext cx="59875" cy="72475"/>
            </a:xfrm>
            <a:custGeom>
              <a:avLst/>
              <a:gdLst/>
              <a:ahLst/>
              <a:cxnLst/>
              <a:rect l="l" t="t" r="r" b="b"/>
              <a:pathLst>
                <a:path w="2395" h="2899" extrusionOk="0">
                  <a:moveTo>
                    <a:pt x="0" y="1"/>
                  </a:moveTo>
                  <a:lnTo>
                    <a:pt x="0" y="2899"/>
                  </a:lnTo>
                  <a:lnTo>
                    <a:pt x="2395" y="145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6600"/>
                </a:solidFill>
              </a:endParaRPr>
            </a:p>
          </p:txBody>
        </p:sp>
        <p:sp>
          <p:nvSpPr>
            <p:cNvPr id="9" name="Google Shape;1930;p38">
              <a:extLst>
                <a:ext uri="{FF2B5EF4-FFF2-40B4-BE49-F238E27FC236}">
                  <a16:creationId xmlns:a16="http://schemas.microsoft.com/office/drawing/2014/main" id="{5DCF0B86-7ED5-E118-1106-C9BDB9ED3F87}"/>
                </a:ext>
              </a:extLst>
            </p:cNvPr>
            <p:cNvSpPr/>
            <p:nvPr/>
          </p:nvSpPr>
          <p:spPr>
            <a:xfrm>
              <a:off x="-3029750" y="3254850"/>
              <a:ext cx="291450" cy="188250"/>
            </a:xfrm>
            <a:custGeom>
              <a:avLst/>
              <a:gdLst/>
              <a:ahLst/>
              <a:cxnLst/>
              <a:rect l="l" t="t" r="r" b="b"/>
              <a:pathLst>
                <a:path w="11658" h="7530" extrusionOk="0">
                  <a:moveTo>
                    <a:pt x="4414" y="1387"/>
                  </a:moveTo>
                  <a:cubicBezTo>
                    <a:pt x="4476" y="1387"/>
                    <a:pt x="4541" y="1407"/>
                    <a:pt x="4601" y="1449"/>
                  </a:cubicBezTo>
                  <a:lnTo>
                    <a:pt x="8035" y="3497"/>
                  </a:lnTo>
                  <a:cubicBezTo>
                    <a:pt x="8287" y="3623"/>
                    <a:pt x="8287" y="3938"/>
                    <a:pt x="8035" y="4064"/>
                  </a:cubicBezTo>
                  <a:lnTo>
                    <a:pt x="4601" y="6112"/>
                  </a:lnTo>
                  <a:cubicBezTo>
                    <a:pt x="4552" y="6140"/>
                    <a:pt x="4500" y="6153"/>
                    <a:pt x="4448" y="6153"/>
                  </a:cubicBezTo>
                  <a:cubicBezTo>
                    <a:pt x="4268" y="6153"/>
                    <a:pt x="4097" y="6000"/>
                    <a:pt x="4097" y="5829"/>
                  </a:cubicBezTo>
                  <a:lnTo>
                    <a:pt x="4097" y="1733"/>
                  </a:lnTo>
                  <a:cubicBezTo>
                    <a:pt x="4097" y="1527"/>
                    <a:pt x="4247" y="1387"/>
                    <a:pt x="4414" y="1387"/>
                  </a:cubicBezTo>
                  <a:close/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6490"/>
                  </a:lnTo>
                  <a:cubicBezTo>
                    <a:pt x="1" y="7057"/>
                    <a:pt x="473" y="7530"/>
                    <a:pt x="1041" y="7530"/>
                  </a:cubicBezTo>
                  <a:lnTo>
                    <a:pt x="10650" y="7530"/>
                  </a:lnTo>
                  <a:cubicBezTo>
                    <a:pt x="11185" y="7530"/>
                    <a:pt x="11658" y="7057"/>
                    <a:pt x="11658" y="6490"/>
                  </a:cubicBezTo>
                  <a:lnTo>
                    <a:pt x="11658" y="1040"/>
                  </a:lnTo>
                  <a:cubicBezTo>
                    <a:pt x="11658" y="473"/>
                    <a:pt x="11248" y="0"/>
                    <a:pt x="106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6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5267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D6698-4810-DA51-A87F-7C69D277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29030"/>
            <a:ext cx="2834640" cy="5457589"/>
          </a:xfrm>
        </p:spPr>
        <p:txBody>
          <a:bodyPr anchor="ctr">
            <a:normAutofit/>
          </a:bodyPr>
          <a:lstStyle/>
          <a:p>
            <a:r>
              <a:rPr lang="en-US" sz="4000" b="1"/>
              <a:t>Conclusion and future 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320" y="6112341"/>
            <a:ext cx="10835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045208" y="4686084"/>
            <a:ext cx="54864" cy="2834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047407-D9B5-C7C5-0A58-C4D138298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301309"/>
              </p:ext>
            </p:extLst>
          </p:nvPr>
        </p:nvGraphicFramePr>
        <p:xfrm>
          <a:off x="4041648" y="429030"/>
          <a:ext cx="745236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9609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1371;p52">
            <a:extLst>
              <a:ext uri="{FF2B5EF4-FFF2-40B4-BE49-F238E27FC236}">
                <a16:creationId xmlns:a16="http://schemas.microsoft.com/office/drawing/2014/main" id="{E87259BB-C8AB-03B0-24AA-AD81A07BBE6D}"/>
              </a:ext>
            </a:extLst>
          </p:cNvPr>
          <p:cNvGrpSpPr/>
          <p:nvPr/>
        </p:nvGrpSpPr>
        <p:grpSpPr>
          <a:xfrm>
            <a:off x="724687" y="1354644"/>
            <a:ext cx="1416995" cy="4756805"/>
            <a:chOff x="4454803" y="1366192"/>
            <a:chExt cx="1416995" cy="3491655"/>
          </a:xfrm>
        </p:grpSpPr>
        <p:sp>
          <p:nvSpPr>
            <p:cNvPr id="6" name="Google Shape;1372;p52">
              <a:extLst>
                <a:ext uri="{FF2B5EF4-FFF2-40B4-BE49-F238E27FC236}">
                  <a16:creationId xmlns:a16="http://schemas.microsoft.com/office/drawing/2014/main" id="{6456CA9D-3AF6-D4DC-2F40-8D43B96886E9}"/>
                </a:ext>
              </a:extLst>
            </p:cNvPr>
            <p:cNvSpPr/>
            <p:nvPr/>
          </p:nvSpPr>
          <p:spPr>
            <a:xfrm>
              <a:off x="4788443" y="1366192"/>
              <a:ext cx="629782" cy="560490"/>
            </a:xfrm>
            <a:custGeom>
              <a:avLst/>
              <a:gdLst/>
              <a:ahLst/>
              <a:cxnLst/>
              <a:rect l="l" t="t" r="r" b="b"/>
              <a:pathLst>
                <a:path w="19650" h="17488" extrusionOk="0">
                  <a:moveTo>
                    <a:pt x="15500" y="1"/>
                  </a:moveTo>
                  <a:cubicBezTo>
                    <a:pt x="15198" y="1"/>
                    <a:pt x="14899" y="20"/>
                    <a:pt x="14620" y="55"/>
                  </a:cubicBezTo>
                  <a:cubicBezTo>
                    <a:pt x="10761" y="589"/>
                    <a:pt x="8104" y="873"/>
                    <a:pt x="7670" y="3998"/>
                  </a:cubicBezTo>
                  <a:cubicBezTo>
                    <a:pt x="7536" y="5000"/>
                    <a:pt x="6684" y="5769"/>
                    <a:pt x="5748" y="6203"/>
                  </a:cubicBezTo>
                  <a:cubicBezTo>
                    <a:pt x="4829" y="6621"/>
                    <a:pt x="3810" y="6805"/>
                    <a:pt x="2874" y="7189"/>
                  </a:cubicBezTo>
                  <a:cubicBezTo>
                    <a:pt x="1922" y="7573"/>
                    <a:pt x="953" y="8158"/>
                    <a:pt x="635" y="9127"/>
                  </a:cubicBezTo>
                  <a:cubicBezTo>
                    <a:pt x="0" y="11116"/>
                    <a:pt x="385" y="13288"/>
                    <a:pt x="1638" y="14959"/>
                  </a:cubicBezTo>
                  <a:cubicBezTo>
                    <a:pt x="2933" y="16632"/>
                    <a:pt x="5046" y="17488"/>
                    <a:pt x="7141" y="17488"/>
                  </a:cubicBezTo>
                  <a:cubicBezTo>
                    <a:pt x="8100" y="17488"/>
                    <a:pt x="9055" y="17309"/>
                    <a:pt x="9925" y="16947"/>
                  </a:cubicBezTo>
                  <a:cubicBezTo>
                    <a:pt x="11112" y="16446"/>
                    <a:pt x="12198" y="15761"/>
                    <a:pt x="13167" y="14892"/>
                  </a:cubicBezTo>
                  <a:cubicBezTo>
                    <a:pt x="14370" y="13806"/>
                    <a:pt x="15389" y="12419"/>
                    <a:pt x="16893" y="11784"/>
                  </a:cubicBezTo>
                  <a:cubicBezTo>
                    <a:pt x="17444" y="11533"/>
                    <a:pt x="18062" y="11400"/>
                    <a:pt x="18564" y="11049"/>
                  </a:cubicBezTo>
                  <a:cubicBezTo>
                    <a:pt x="19249" y="10547"/>
                    <a:pt x="19583" y="9662"/>
                    <a:pt x="19616" y="8810"/>
                  </a:cubicBezTo>
                  <a:cubicBezTo>
                    <a:pt x="19650" y="7874"/>
                    <a:pt x="19466" y="6955"/>
                    <a:pt x="19299" y="6053"/>
                  </a:cubicBezTo>
                  <a:cubicBezTo>
                    <a:pt x="18831" y="3513"/>
                    <a:pt x="19265" y="1742"/>
                    <a:pt x="18112" y="706"/>
                  </a:cubicBezTo>
                  <a:cubicBezTo>
                    <a:pt x="17548" y="206"/>
                    <a:pt x="16500" y="1"/>
                    <a:pt x="15500" y="1"/>
                  </a:cubicBezTo>
                  <a:close/>
                </a:path>
              </a:pathLst>
            </a:custGeom>
            <a:solidFill>
              <a:srgbClr val="ED30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73;p52">
              <a:extLst>
                <a:ext uri="{FF2B5EF4-FFF2-40B4-BE49-F238E27FC236}">
                  <a16:creationId xmlns:a16="http://schemas.microsoft.com/office/drawing/2014/main" id="{06CA349D-6483-F806-A823-3349835B8A6A}"/>
                </a:ext>
              </a:extLst>
            </p:cNvPr>
            <p:cNvSpPr/>
            <p:nvPr/>
          </p:nvSpPr>
          <p:spPr>
            <a:xfrm>
              <a:off x="4882702" y="1438625"/>
              <a:ext cx="490557" cy="464981"/>
            </a:xfrm>
            <a:custGeom>
              <a:avLst/>
              <a:gdLst/>
              <a:ahLst/>
              <a:cxnLst/>
              <a:rect l="l" t="t" r="r" b="b"/>
              <a:pathLst>
                <a:path w="15306" h="14508" extrusionOk="0">
                  <a:moveTo>
                    <a:pt x="14770" y="0"/>
                  </a:moveTo>
                  <a:cubicBezTo>
                    <a:pt x="14770" y="0"/>
                    <a:pt x="14587" y="485"/>
                    <a:pt x="12899" y="535"/>
                  </a:cubicBezTo>
                  <a:cubicBezTo>
                    <a:pt x="11228" y="568"/>
                    <a:pt x="7719" y="401"/>
                    <a:pt x="7268" y="2840"/>
                  </a:cubicBezTo>
                  <a:cubicBezTo>
                    <a:pt x="6834" y="5280"/>
                    <a:pt x="5998" y="6299"/>
                    <a:pt x="4578" y="6600"/>
                  </a:cubicBezTo>
                  <a:cubicBezTo>
                    <a:pt x="3141" y="6917"/>
                    <a:pt x="986" y="6867"/>
                    <a:pt x="485" y="8638"/>
                  </a:cubicBezTo>
                  <a:cubicBezTo>
                    <a:pt x="0" y="10426"/>
                    <a:pt x="2573" y="14319"/>
                    <a:pt x="6249" y="14503"/>
                  </a:cubicBezTo>
                  <a:cubicBezTo>
                    <a:pt x="6312" y="14506"/>
                    <a:pt x="6375" y="14507"/>
                    <a:pt x="6436" y="14507"/>
                  </a:cubicBezTo>
                  <a:cubicBezTo>
                    <a:pt x="9966" y="14507"/>
                    <a:pt x="10669" y="9877"/>
                    <a:pt x="12114" y="9039"/>
                  </a:cubicBezTo>
                  <a:cubicBezTo>
                    <a:pt x="13567" y="8204"/>
                    <a:pt x="14687" y="7669"/>
                    <a:pt x="14988" y="6333"/>
                  </a:cubicBezTo>
                  <a:cubicBezTo>
                    <a:pt x="15305" y="5013"/>
                    <a:pt x="14770" y="0"/>
                    <a:pt x="14770" y="0"/>
                  </a:cubicBezTo>
                  <a:close/>
                </a:path>
              </a:pathLst>
            </a:custGeom>
            <a:solidFill>
              <a:srgbClr val="CD20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74;p52">
              <a:extLst>
                <a:ext uri="{FF2B5EF4-FFF2-40B4-BE49-F238E27FC236}">
                  <a16:creationId xmlns:a16="http://schemas.microsoft.com/office/drawing/2014/main" id="{5FA0E4E6-F3FB-DEAB-2DC6-42CB754B6160}"/>
                </a:ext>
              </a:extLst>
            </p:cNvPr>
            <p:cNvSpPr/>
            <p:nvPr/>
          </p:nvSpPr>
          <p:spPr>
            <a:xfrm>
              <a:off x="5346434" y="4644682"/>
              <a:ext cx="518954" cy="213165"/>
            </a:xfrm>
            <a:custGeom>
              <a:avLst/>
              <a:gdLst/>
              <a:ahLst/>
              <a:cxnLst/>
              <a:rect l="l" t="t" r="r" b="b"/>
              <a:pathLst>
                <a:path w="16192" h="6651" extrusionOk="0">
                  <a:moveTo>
                    <a:pt x="6417" y="1"/>
                  </a:moveTo>
                  <a:lnTo>
                    <a:pt x="1" y="502"/>
                  </a:lnTo>
                  <a:lnTo>
                    <a:pt x="118" y="3660"/>
                  </a:lnTo>
                  <a:lnTo>
                    <a:pt x="235" y="6651"/>
                  </a:lnTo>
                  <a:lnTo>
                    <a:pt x="16191" y="6651"/>
                  </a:lnTo>
                  <a:cubicBezTo>
                    <a:pt x="16191" y="6651"/>
                    <a:pt x="15272" y="4679"/>
                    <a:pt x="12682" y="4111"/>
                  </a:cubicBezTo>
                  <a:cubicBezTo>
                    <a:pt x="11563" y="3877"/>
                    <a:pt x="10477" y="3526"/>
                    <a:pt x="9441" y="3075"/>
                  </a:cubicBezTo>
                  <a:cubicBezTo>
                    <a:pt x="6333" y="1672"/>
                    <a:pt x="6417" y="1"/>
                    <a:pt x="6417" y="1"/>
                  </a:cubicBezTo>
                  <a:close/>
                </a:path>
              </a:pathLst>
            </a:custGeom>
            <a:solidFill>
              <a:srgbClr val="F380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5;p52">
              <a:extLst>
                <a:ext uri="{FF2B5EF4-FFF2-40B4-BE49-F238E27FC236}">
                  <a16:creationId xmlns:a16="http://schemas.microsoft.com/office/drawing/2014/main" id="{1393DEE0-03DE-D745-A5DB-292A50A006BF}"/>
                </a:ext>
              </a:extLst>
            </p:cNvPr>
            <p:cNvSpPr/>
            <p:nvPr/>
          </p:nvSpPr>
          <p:spPr>
            <a:xfrm>
              <a:off x="5146698" y="2814339"/>
              <a:ext cx="449309" cy="1905373"/>
            </a:xfrm>
            <a:custGeom>
              <a:avLst/>
              <a:gdLst/>
              <a:ahLst/>
              <a:cxnLst/>
              <a:rect l="l" t="t" r="r" b="b"/>
              <a:pathLst>
                <a:path w="14019" h="59450" extrusionOk="0">
                  <a:moveTo>
                    <a:pt x="0" y="0"/>
                  </a:moveTo>
                  <a:cubicBezTo>
                    <a:pt x="0" y="0"/>
                    <a:pt x="318" y="2640"/>
                    <a:pt x="769" y="6400"/>
                  </a:cubicBezTo>
                  <a:cubicBezTo>
                    <a:pt x="1705" y="14169"/>
                    <a:pt x="3208" y="26717"/>
                    <a:pt x="3626" y="30493"/>
                  </a:cubicBezTo>
                  <a:cubicBezTo>
                    <a:pt x="3626" y="35907"/>
                    <a:pt x="4578" y="59449"/>
                    <a:pt x="4578" y="59449"/>
                  </a:cubicBezTo>
                  <a:lnTo>
                    <a:pt x="14019" y="57244"/>
                  </a:lnTo>
                  <a:cubicBezTo>
                    <a:pt x="14019" y="57244"/>
                    <a:pt x="13969" y="35957"/>
                    <a:pt x="13818" y="29507"/>
                  </a:cubicBezTo>
                  <a:cubicBezTo>
                    <a:pt x="13718" y="25230"/>
                    <a:pt x="12766" y="13451"/>
                    <a:pt x="11680" y="6400"/>
                  </a:cubicBezTo>
                  <a:cubicBezTo>
                    <a:pt x="11128" y="2824"/>
                    <a:pt x="10727" y="334"/>
                    <a:pt x="10727" y="3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76;p52">
              <a:extLst>
                <a:ext uri="{FF2B5EF4-FFF2-40B4-BE49-F238E27FC236}">
                  <a16:creationId xmlns:a16="http://schemas.microsoft.com/office/drawing/2014/main" id="{0F2AA8A4-5127-259B-7525-0834C92DD84B}"/>
                </a:ext>
              </a:extLst>
            </p:cNvPr>
            <p:cNvSpPr/>
            <p:nvPr/>
          </p:nvSpPr>
          <p:spPr>
            <a:xfrm>
              <a:off x="5350184" y="4743236"/>
              <a:ext cx="515204" cy="114611"/>
            </a:xfrm>
            <a:custGeom>
              <a:avLst/>
              <a:gdLst/>
              <a:ahLst/>
              <a:cxnLst/>
              <a:rect l="l" t="t" r="r" b="b"/>
              <a:pathLst>
                <a:path w="16075" h="3576" extrusionOk="0">
                  <a:moveTo>
                    <a:pt x="9324" y="0"/>
                  </a:moveTo>
                  <a:cubicBezTo>
                    <a:pt x="8622" y="685"/>
                    <a:pt x="7904" y="1521"/>
                    <a:pt x="7503" y="2373"/>
                  </a:cubicBezTo>
                  <a:cubicBezTo>
                    <a:pt x="3710" y="2022"/>
                    <a:pt x="1471" y="1036"/>
                    <a:pt x="1" y="585"/>
                  </a:cubicBezTo>
                  <a:lnTo>
                    <a:pt x="1" y="585"/>
                  </a:lnTo>
                  <a:lnTo>
                    <a:pt x="118" y="3576"/>
                  </a:lnTo>
                  <a:lnTo>
                    <a:pt x="16074" y="3576"/>
                  </a:lnTo>
                  <a:cubicBezTo>
                    <a:pt x="16074" y="3576"/>
                    <a:pt x="15155" y="1604"/>
                    <a:pt x="12565" y="1036"/>
                  </a:cubicBezTo>
                  <a:cubicBezTo>
                    <a:pt x="11446" y="802"/>
                    <a:pt x="10360" y="451"/>
                    <a:pt x="932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77;p52">
              <a:extLst>
                <a:ext uri="{FF2B5EF4-FFF2-40B4-BE49-F238E27FC236}">
                  <a16:creationId xmlns:a16="http://schemas.microsoft.com/office/drawing/2014/main" id="{AB3B3D1D-09E6-35FA-79A1-E9DCC4651289}"/>
                </a:ext>
              </a:extLst>
            </p:cNvPr>
            <p:cNvSpPr/>
            <p:nvPr/>
          </p:nvSpPr>
          <p:spPr>
            <a:xfrm>
              <a:off x="4886965" y="4644682"/>
              <a:ext cx="511454" cy="213165"/>
            </a:xfrm>
            <a:custGeom>
              <a:avLst/>
              <a:gdLst/>
              <a:ahLst/>
              <a:cxnLst/>
              <a:rect l="l" t="t" r="r" b="b"/>
              <a:pathLst>
                <a:path w="15958" h="6651" extrusionOk="0">
                  <a:moveTo>
                    <a:pt x="6784" y="1"/>
                  </a:moveTo>
                  <a:lnTo>
                    <a:pt x="335" y="502"/>
                  </a:lnTo>
                  <a:lnTo>
                    <a:pt x="168" y="3660"/>
                  </a:lnTo>
                  <a:lnTo>
                    <a:pt x="1" y="6651"/>
                  </a:lnTo>
                  <a:lnTo>
                    <a:pt x="15957" y="6651"/>
                  </a:lnTo>
                  <a:cubicBezTo>
                    <a:pt x="15957" y="6651"/>
                    <a:pt x="15222" y="4679"/>
                    <a:pt x="12682" y="4111"/>
                  </a:cubicBezTo>
                  <a:cubicBezTo>
                    <a:pt x="11596" y="3877"/>
                    <a:pt x="10544" y="3543"/>
                    <a:pt x="9541" y="3075"/>
                  </a:cubicBezTo>
                  <a:cubicBezTo>
                    <a:pt x="6567" y="1672"/>
                    <a:pt x="6784" y="1"/>
                    <a:pt x="6784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78;p52">
              <a:extLst>
                <a:ext uri="{FF2B5EF4-FFF2-40B4-BE49-F238E27FC236}">
                  <a16:creationId xmlns:a16="http://schemas.microsoft.com/office/drawing/2014/main" id="{B6773FD1-E5B7-9B81-0D18-393A705F4868}"/>
                </a:ext>
              </a:extLst>
            </p:cNvPr>
            <p:cNvSpPr/>
            <p:nvPr/>
          </p:nvSpPr>
          <p:spPr>
            <a:xfrm>
              <a:off x="4838762" y="2814339"/>
              <a:ext cx="415592" cy="1905373"/>
            </a:xfrm>
            <a:custGeom>
              <a:avLst/>
              <a:gdLst/>
              <a:ahLst/>
              <a:cxnLst/>
              <a:rect l="l" t="t" r="r" b="b"/>
              <a:pathLst>
                <a:path w="12967" h="59450" extrusionOk="0">
                  <a:moveTo>
                    <a:pt x="803" y="0"/>
                  </a:moveTo>
                  <a:cubicBezTo>
                    <a:pt x="803" y="0"/>
                    <a:pt x="886" y="2640"/>
                    <a:pt x="987" y="6400"/>
                  </a:cubicBezTo>
                  <a:cubicBezTo>
                    <a:pt x="1221" y="14169"/>
                    <a:pt x="1588" y="26717"/>
                    <a:pt x="1672" y="30493"/>
                  </a:cubicBezTo>
                  <a:cubicBezTo>
                    <a:pt x="1187" y="35907"/>
                    <a:pt x="1" y="59449"/>
                    <a:pt x="1" y="59449"/>
                  </a:cubicBezTo>
                  <a:lnTo>
                    <a:pt x="9658" y="57244"/>
                  </a:lnTo>
                  <a:cubicBezTo>
                    <a:pt x="9658" y="57244"/>
                    <a:pt x="12265" y="35406"/>
                    <a:pt x="12683" y="28956"/>
                  </a:cubicBezTo>
                  <a:cubicBezTo>
                    <a:pt x="12967" y="24679"/>
                    <a:pt x="12332" y="13451"/>
                    <a:pt x="11897" y="6400"/>
                  </a:cubicBezTo>
                  <a:cubicBezTo>
                    <a:pt x="11664" y="2824"/>
                    <a:pt x="11480" y="334"/>
                    <a:pt x="11480" y="334"/>
                  </a:cubicBezTo>
                  <a:lnTo>
                    <a:pt x="803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79;p52">
              <a:extLst>
                <a:ext uri="{FF2B5EF4-FFF2-40B4-BE49-F238E27FC236}">
                  <a16:creationId xmlns:a16="http://schemas.microsoft.com/office/drawing/2014/main" id="{DEE5BA31-5945-EDC4-61DB-EFD4A55CAB83}"/>
                </a:ext>
              </a:extLst>
            </p:cNvPr>
            <p:cNvSpPr/>
            <p:nvPr/>
          </p:nvSpPr>
          <p:spPr>
            <a:xfrm>
              <a:off x="4866101" y="2814339"/>
              <a:ext cx="382357" cy="205120"/>
            </a:xfrm>
            <a:custGeom>
              <a:avLst/>
              <a:gdLst/>
              <a:ahLst/>
              <a:cxnLst/>
              <a:rect l="l" t="t" r="r" b="b"/>
              <a:pathLst>
                <a:path w="11930" h="6400" extrusionOk="0">
                  <a:moveTo>
                    <a:pt x="0" y="0"/>
                  </a:moveTo>
                  <a:cubicBezTo>
                    <a:pt x="0" y="0"/>
                    <a:pt x="84" y="2640"/>
                    <a:pt x="217" y="6400"/>
                  </a:cubicBezTo>
                  <a:lnTo>
                    <a:pt x="11930" y="6400"/>
                  </a:lnTo>
                  <a:cubicBezTo>
                    <a:pt x="11696" y="2824"/>
                    <a:pt x="11496" y="334"/>
                    <a:pt x="11496" y="3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0;p52">
              <a:extLst>
                <a:ext uri="{FF2B5EF4-FFF2-40B4-BE49-F238E27FC236}">
                  <a16:creationId xmlns:a16="http://schemas.microsoft.com/office/drawing/2014/main" id="{E816475C-7762-C59A-8B4E-5682B97314F3}"/>
                </a:ext>
              </a:extLst>
            </p:cNvPr>
            <p:cNvSpPr/>
            <p:nvPr/>
          </p:nvSpPr>
          <p:spPr>
            <a:xfrm>
              <a:off x="4886965" y="4743236"/>
              <a:ext cx="511454" cy="114611"/>
            </a:xfrm>
            <a:custGeom>
              <a:avLst/>
              <a:gdLst/>
              <a:ahLst/>
              <a:cxnLst/>
              <a:rect l="l" t="t" r="r" b="b"/>
              <a:pathLst>
                <a:path w="15958" h="3576" extrusionOk="0">
                  <a:moveTo>
                    <a:pt x="9541" y="0"/>
                  </a:moveTo>
                  <a:cubicBezTo>
                    <a:pt x="8773" y="685"/>
                    <a:pt x="7971" y="1521"/>
                    <a:pt x="7503" y="2373"/>
                  </a:cubicBezTo>
                  <a:cubicBezTo>
                    <a:pt x="3743" y="2022"/>
                    <a:pt x="1588" y="1036"/>
                    <a:pt x="168" y="585"/>
                  </a:cubicBezTo>
                  <a:lnTo>
                    <a:pt x="1" y="3576"/>
                  </a:lnTo>
                  <a:lnTo>
                    <a:pt x="15957" y="3576"/>
                  </a:lnTo>
                  <a:cubicBezTo>
                    <a:pt x="15957" y="3576"/>
                    <a:pt x="15222" y="1604"/>
                    <a:pt x="12682" y="1036"/>
                  </a:cubicBezTo>
                  <a:cubicBezTo>
                    <a:pt x="11596" y="802"/>
                    <a:pt x="10544" y="468"/>
                    <a:pt x="954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81;p52">
              <a:extLst>
                <a:ext uri="{FF2B5EF4-FFF2-40B4-BE49-F238E27FC236}">
                  <a16:creationId xmlns:a16="http://schemas.microsoft.com/office/drawing/2014/main" id="{6DC78277-ED5A-934B-63B5-64AF05C41189}"/>
                </a:ext>
              </a:extLst>
            </p:cNvPr>
            <p:cNvSpPr/>
            <p:nvPr/>
          </p:nvSpPr>
          <p:spPr>
            <a:xfrm>
              <a:off x="5704689" y="1612111"/>
              <a:ext cx="115188" cy="133905"/>
            </a:xfrm>
            <a:custGeom>
              <a:avLst/>
              <a:gdLst/>
              <a:ahLst/>
              <a:cxnLst/>
              <a:rect l="l" t="t" r="r" b="b"/>
              <a:pathLst>
                <a:path w="3594" h="4178" extrusionOk="0">
                  <a:moveTo>
                    <a:pt x="836" y="1"/>
                  </a:moveTo>
                  <a:lnTo>
                    <a:pt x="1" y="3810"/>
                  </a:lnTo>
                  <a:lnTo>
                    <a:pt x="3593" y="4178"/>
                  </a:lnTo>
                  <a:lnTo>
                    <a:pt x="3326" y="602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2;p52">
              <a:extLst>
                <a:ext uri="{FF2B5EF4-FFF2-40B4-BE49-F238E27FC236}">
                  <a16:creationId xmlns:a16="http://schemas.microsoft.com/office/drawing/2014/main" id="{E854B761-E3F0-F97B-3D16-3BA048685939}"/>
                </a:ext>
              </a:extLst>
            </p:cNvPr>
            <p:cNvSpPr/>
            <p:nvPr/>
          </p:nvSpPr>
          <p:spPr>
            <a:xfrm>
              <a:off x="5179357" y="1675314"/>
              <a:ext cx="685485" cy="626449"/>
            </a:xfrm>
            <a:custGeom>
              <a:avLst/>
              <a:gdLst/>
              <a:ahLst/>
              <a:cxnLst/>
              <a:rect l="l" t="t" r="r" b="b"/>
              <a:pathLst>
                <a:path w="21388" h="19546" extrusionOk="0">
                  <a:moveTo>
                    <a:pt x="21204" y="0"/>
                  </a:moveTo>
                  <a:lnTo>
                    <a:pt x="15055" y="17"/>
                  </a:lnTo>
                  <a:cubicBezTo>
                    <a:pt x="15055" y="17"/>
                    <a:pt x="14236" y="4996"/>
                    <a:pt x="13635" y="9541"/>
                  </a:cubicBezTo>
                  <a:cubicBezTo>
                    <a:pt x="11663" y="8171"/>
                    <a:pt x="9675" y="6968"/>
                    <a:pt x="8422" y="6199"/>
                  </a:cubicBezTo>
                  <a:cubicBezTo>
                    <a:pt x="7223" y="5454"/>
                    <a:pt x="6057" y="5121"/>
                    <a:pt x="5007" y="5121"/>
                  </a:cubicBezTo>
                  <a:cubicBezTo>
                    <a:pt x="3348" y="5121"/>
                    <a:pt x="1977" y="5951"/>
                    <a:pt x="1220" y="7302"/>
                  </a:cubicBezTo>
                  <a:cubicBezTo>
                    <a:pt x="1" y="9491"/>
                    <a:pt x="4579" y="13334"/>
                    <a:pt x="6417" y="14436"/>
                  </a:cubicBezTo>
                  <a:cubicBezTo>
                    <a:pt x="8505" y="15690"/>
                    <a:pt x="10577" y="16976"/>
                    <a:pt x="12783" y="17995"/>
                  </a:cubicBezTo>
                  <a:cubicBezTo>
                    <a:pt x="13981" y="18562"/>
                    <a:pt x="15258" y="19546"/>
                    <a:pt x="16561" y="19546"/>
                  </a:cubicBezTo>
                  <a:cubicBezTo>
                    <a:pt x="16948" y="19546"/>
                    <a:pt x="17338" y="19459"/>
                    <a:pt x="17728" y="19248"/>
                  </a:cubicBezTo>
                  <a:cubicBezTo>
                    <a:pt x="20435" y="17795"/>
                    <a:pt x="21154" y="12348"/>
                    <a:pt x="21254" y="9791"/>
                  </a:cubicBezTo>
                  <a:cubicBezTo>
                    <a:pt x="21388" y="6533"/>
                    <a:pt x="21354" y="3258"/>
                    <a:pt x="2120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3;p52">
              <a:extLst>
                <a:ext uri="{FF2B5EF4-FFF2-40B4-BE49-F238E27FC236}">
                  <a16:creationId xmlns:a16="http://schemas.microsoft.com/office/drawing/2014/main" id="{8F0F867E-4FB7-ED5B-1C0C-F81B73E050E9}"/>
                </a:ext>
              </a:extLst>
            </p:cNvPr>
            <p:cNvSpPr/>
            <p:nvPr/>
          </p:nvSpPr>
          <p:spPr>
            <a:xfrm>
              <a:off x="4778252" y="1823641"/>
              <a:ext cx="829005" cy="1100501"/>
            </a:xfrm>
            <a:custGeom>
              <a:avLst/>
              <a:gdLst/>
              <a:ahLst/>
              <a:cxnLst/>
              <a:rect l="l" t="t" r="r" b="b"/>
              <a:pathLst>
                <a:path w="25866" h="34337" extrusionOk="0">
                  <a:moveTo>
                    <a:pt x="8739" y="0"/>
                  </a:moveTo>
                  <a:cubicBezTo>
                    <a:pt x="8422" y="84"/>
                    <a:pt x="8088" y="151"/>
                    <a:pt x="7754" y="201"/>
                  </a:cubicBezTo>
                  <a:cubicBezTo>
                    <a:pt x="5364" y="602"/>
                    <a:pt x="2674" y="686"/>
                    <a:pt x="1237" y="3125"/>
                  </a:cubicBezTo>
                  <a:cubicBezTo>
                    <a:pt x="1" y="5214"/>
                    <a:pt x="1070" y="11262"/>
                    <a:pt x="2140" y="16392"/>
                  </a:cubicBezTo>
                  <a:cubicBezTo>
                    <a:pt x="2741" y="19265"/>
                    <a:pt x="2758" y="22223"/>
                    <a:pt x="2173" y="25097"/>
                  </a:cubicBezTo>
                  <a:cubicBezTo>
                    <a:pt x="1371" y="29090"/>
                    <a:pt x="569" y="34336"/>
                    <a:pt x="569" y="34336"/>
                  </a:cubicBezTo>
                  <a:lnTo>
                    <a:pt x="25866" y="34336"/>
                  </a:lnTo>
                  <a:cubicBezTo>
                    <a:pt x="24730" y="29123"/>
                    <a:pt x="21221" y="18848"/>
                    <a:pt x="21187" y="18764"/>
                  </a:cubicBezTo>
                  <a:cubicBezTo>
                    <a:pt x="21187" y="18764"/>
                    <a:pt x="21889" y="2674"/>
                    <a:pt x="20937" y="1571"/>
                  </a:cubicBezTo>
                  <a:cubicBezTo>
                    <a:pt x="20369" y="886"/>
                    <a:pt x="19015" y="502"/>
                    <a:pt x="18046" y="318"/>
                  </a:cubicBezTo>
                  <a:cubicBezTo>
                    <a:pt x="17428" y="184"/>
                    <a:pt x="16960" y="134"/>
                    <a:pt x="16960" y="134"/>
                  </a:cubicBezTo>
                  <a:cubicBezTo>
                    <a:pt x="16793" y="134"/>
                    <a:pt x="11379" y="0"/>
                    <a:pt x="8739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4;p52">
              <a:extLst>
                <a:ext uri="{FF2B5EF4-FFF2-40B4-BE49-F238E27FC236}">
                  <a16:creationId xmlns:a16="http://schemas.microsoft.com/office/drawing/2014/main" id="{8F872088-AC65-7841-1EC6-43E09612A63C}"/>
                </a:ext>
              </a:extLst>
            </p:cNvPr>
            <p:cNvSpPr/>
            <p:nvPr/>
          </p:nvSpPr>
          <p:spPr>
            <a:xfrm>
              <a:off x="4946418" y="2631718"/>
              <a:ext cx="158007" cy="181339"/>
            </a:xfrm>
            <a:custGeom>
              <a:avLst/>
              <a:gdLst/>
              <a:ahLst/>
              <a:cxnLst/>
              <a:rect l="l" t="t" r="r" b="b"/>
              <a:pathLst>
                <a:path w="4930" h="5658" extrusionOk="0">
                  <a:moveTo>
                    <a:pt x="4929" y="1"/>
                  </a:moveTo>
                  <a:lnTo>
                    <a:pt x="117" y="118"/>
                  </a:lnTo>
                  <a:cubicBezTo>
                    <a:pt x="101" y="201"/>
                    <a:pt x="0" y="3610"/>
                    <a:pt x="167" y="4445"/>
                  </a:cubicBezTo>
                  <a:cubicBezTo>
                    <a:pt x="288" y="5046"/>
                    <a:pt x="1229" y="5657"/>
                    <a:pt x="2387" y="5657"/>
                  </a:cubicBezTo>
                  <a:cubicBezTo>
                    <a:pt x="2678" y="5657"/>
                    <a:pt x="2983" y="5618"/>
                    <a:pt x="3292" y="5531"/>
                  </a:cubicBezTo>
                  <a:cubicBezTo>
                    <a:pt x="4812" y="5097"/>
                    <a:pt x="4929" y="3944"/>
                    <a:pt x="4929" y="3944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5;p52">
              <a:extLst>
                <a:ext uri="{FF2B5EF4-FFF2-40B4-BE49-F238E27FC236}">
                  <a16:creationId xmlns:a16="http://schemas.microsoft.com/office/drawing/2014/main" id="{512E7837-32FC-F867-22E6-CCCD117BE975}"/>
                </a:ext>
              </a:extLst>
            </p:cNvPr>
            <p:cNvSpPr/>
            <p:nvPr/>
          </p:nvSpPr>
          <p:spPr>
            <a:xfrm>
              <a:off x="5312172" y="2631718"/>
              <a:ext cx="158007" cy="181339"/>
            </a:xfrm>
            <a:custGeom>
              <a:avLst/>
              <a:gdLst/>
              <a:ahLst/>
              <a:cxnLst/>
              <a:rect l="l" t="t" r="r" b="b"/>
              <a:pathLst>
                <a:path w="4930" h="5658" extrusionOk="0">
                  <a:moveTo>
                    <a:pt x="4929" y="1"/>
                  </a:moveTo>
                  <a:lnTo>
                    <a:pt x="101" y="118"/>
                  </a:lnTo>
                  <a:cubicBezTo>
                    <a:pt x="84" y="201"/>
                    <a:pt x="0" y="3610"/>
                    <a:pt x="167" y="4445"/>
                  </a:cubicBezTo>
                  <a:cubicBezTo>
                    <a:pt x="288" y="5046"/>
                    <a:pt x="1229" y="5657"/>
                    <a:pt x="2378" y="5657"/>
                  </a:cubicBezTo>
                  <a:cubicBezTo>
                    <a:pt x="2667" y="5657"/>
                    <a:pt x="2969" y="5618"/>
                    <a:pt x="3275" y="5531"/>
                  </a:cubicBezTo>
                  <a:cubicBezTo>
                    <a:pt x="4812" y="5097"/>
                    <a:pt x="4929" y="3944"/>
                    <a:pt x="4929" y="3944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6;p52">
              <a:extLst>
                <a:ext uri="{FF2B5EF4-FFF2-40B4-BE49-F238E27FC236}">
                  <a16:creationId xmlns:a16="http://schemas.microsoft.com/office/drawing/2014/main" id="{EAC29303-8499-0DC9-2DF1-078157494DE4}"/>
                </a:ext>
              </a:extLst>
            </p:cNvPr>
            <p:cNvSpPr/>
            <p:nvPr/>
          </p:nvSpPr>
          <p:spPr>
            <a:xfrm>
              <a:off x="5026735" y="1823641"/>
              <a:ext cx="329923" cy="234574"/>
            </a:xfrm>
            <a:custGeom>
              <a:avLst/>
              <a:gdLst/>
              <a:ahLst/>
              <a:cxnLst/>
              <a:rect l="l" t="t" r="r" b="b"/>
              <a:pathLst>
                <a:path w="10294" h="7319" extrusionOk="0">
                  <a:moveTo>
                    <a:pt x="986" y="0"/>
                  </a:moveTo>
                  <a:cubicBezTo>
                    <a:pt x="669" y="84"/>
                    <a:pt x="335" y="151"/>
                    <a:pt x="1" y="201"/>
                  </a:cubicBezTo>
                  <a:cubicBezTo>
                    <a:pt x="1387" y="3041"/>
                    <a:pt x="5080" y="7085"/>
                    <a:pt x="7152" y="7319"/>
                  </a:cubicBezTo>
                  <a:cubicBezTo>
                    <a:pt x="8438" y="6767"/>
                    <a:pt x="9708" y="2473"/>
                    <a:pt x="10293" y="301"/>
                  </a:cubicBezTo>
                  <a:cubicBezTo>
                    <a:pt x="9675" y="184"/>
                    <a:pt x="9207" y="134"/>
                    <a:pt x="9207" y="134"/>
                  </a:cubicBezTo>
                  <a:cubicBezTo>
                    <a:pt x="9040" y="134"/>
                    <a:pt x="3626" y="0"/>
                    <a:pt x="98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7;p52">
              <a:extLst>
                <a:ext uri="{FF2B5EF4-FFF2-40B4-BE49-F238E27FC236}">
                  <a16:creationId xmlns:a16="http://schemas.microsoft.com/office/drawing/2014/main" id="{97306A4B-83A3-7000-483A-E321E1C76BF2}"/>
                </a:ext>
              </a:extLst>
            </p:cNvPr>
            <p:cNvSpPr/>
            <p:nvPr/>
          </p:nvSpPr>
          <p:spPr>
            <a:xfrm>
              <a:off x="4483199" y="2977121"/>
              <a:ext cx="175538" cy="319122"/>
            </a:xfrm>
            <a:custGeom>
              <a:avLst/>
              <a:gdLst/>
              <a:ahLst/>
              <a:cxnLst/>
              <a:rect l="l" t="t" r="r" b="b"/>
              <a:pathLst>
                <a:path w="5477" h="9957" extrusionOk="0">
                  <a:moveTo>
                    <a:pt x="752" y="1"/>
                  </a:moveTo>
                  <a:lnTo>
                    <a:pt x="468" y="4679"/>
                  </a:lnTo>
                  <a:cubicBezTo>
                    <a:pt x="0" y="5899"/>
                    <a:pt x="518" y="9007"/>
                    <a:pt x="736" y="9207"/>
                  </a:cubicBezTo>
                  <a:cubicBezTo>
                    <a:pt x="757" y="9225"/>
                    <a:pt x="776" y="9234"/>
                    <a:pt x="794" y="9234"/>
                  </a:cubicBezTo>
                  <a:cubicBezTo>
                    <a:pt x="1139" y="9234"/>
                    <a:pt x="903" y="6081"/>
                    <a:pt x="1112" y="6081"/>
                  </a:cubicBezTo>
                  <a:cubicBezTo>
                    <a:pt x="1115" y="6081"/>
                    <a:pt x="1117" y="6082"/>
                    <a:pt x="1120" y="6083"/>
                  </a:cubicBezTo>
                  <a:cubicBezTo>
                    <a:pt x="1335" y="6149"/>
                    <a:pt x="1042" y="9642"/>
                    <a:pt x="1491" y="9642"/>
                  </a:cubicBezTo>
                  <a:cubicBezTo>
                    <a:pt x="1496" y="9642"/>
                    <a:pt x="1500" y="9642"/>
                    <a:pt x="1504" y="9641"/>
                  </a:cubicBezTo>
                  <a:cubicBezTo>
                    <a:pt x="1966" y="9575"/>
                    <a:pt x="1858" y="6231"/>
                    <a:pt x="2048" y="6231"/>
                  </a:cubicBezTo>
                  <a:cubicBezTo>
                    <a:pt x="2051" y="6231"/>
                    <a:pt x="2053" y="6232"/>
                    <a:pt x="2056" y="6233"/>
                  </a:cubicBezTo>
                  <a:cubicBezTo>
                    <a:pt x="2256" y="6316"/>
                    <a:pt x="2022" y="9040"/>
                    <a:pt x="2106" y="9458"/>
                  </a:cubicBezTo>
                  <a:cubicBezTo>
                    <a:pt x="2173" y="9737"/>
                    <a:pt x="2262" y="9956"/>
                    <a:pt x="2399" y="9956"/>
                  </a:cubicBezTo>
                  <a:cubicBezTo>
                    <a:pt x="2467" y="9956"/>
                    <a:pt x="2546" y="9902"/>
                    <a:pt x="2640" y="9775"/>
                  </a:cubicBezTo>
                  <a:cubicBezTo>
                    <a:pt x="2924" y="9374"/>
                    <a:pt x="2791" y="6400"/>
                    <a:pt x="3025" y="6350"/>
                  </a:cubicBezTo>
                  <a:cubicBezTo>
                    <a:pt x="3026" y="6350"/>
                    <a:pt x="3028" y="6349"/>
                    <a:pt x="3029" y="6349"/>
                  </a:cubicBezTo>
                  <a:cubicBezTo>
                    <a:pt x="3227" y="6349"/>
                    <a:pt x="2815" y="9526"/>
                    <a:pt x="3292" y="9526"/>
                  </a:cubicBezTo>
                  <a:cubicBezTo>
                    <a:pt x="3313" y="9526"/>
                    <a:pt x="3335" y="9520"/>
                    <a:pt x="3359" y="9508"/>
                  </a:cubicBezTo>
                  <a:cubicBezTo>
                    <a:pt x="3827" y="9274"/>
                    <a:pt x="4127" y="5147"/>
                    <a:pt x="4127" y="5147"/>
                  </a:cubicBezTo>
                  <a:lnTo>
                    <a:pt x="4445" y="5915"/>
                  </a:lnTo>
                  <a:cubicBezTo>
                    <a:pt x="4445" y="5915"/>
                    <a:pt x="4445" y="7603"/>
                    <a:pt x="4846" y="7753"/>
                  </a:cubicBezTo>
                  <a:cubicBezTo>
                    <a:pt x="4864" y="7761"/>
                    <a:pt x="4882" y="7765"/>
                    <a:pt x="4900" y="7765"/>
                  </a:cubicBezTo>
                  <a:cubicBezTo>
                    <a:pt x="5268" y="7765"/>
                    <a:pt x="5477" y="6179"/>
                    <a:pt x="5397" y="5765"/>
                  </a:cubicBezTo>
                  <a:cubicBezTo>
                    <a:pt x="5297" y="5331"/>
                    <a:pt x="5063" y="4044"/>
                    <a:pt x="4061" y="3392"/>
                  </a:cubicBezTo>
                  <a:lnTo>
                    <a:pt x="4729" y="1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8;p52">
              <a:extLst>
                <a:ext uri="{FF2B5EF4-FFF2-40B4-BE49-F238E27FC236}">
                  <a16:creationId xmlns:a16="http://schemas.microsoft.com/office/drawing/2014/main" id="{8E501AC2-6749-0EEA-A863-A073F414B91E}"/>
                </a:ext>
              </a:extLst>
            </p:cNvPr>
            <p:cNvSpPr/>
            <p:nvPr/>
          </p:nvSpPr>
          <p:spPr>
            <a:xfrm>
              <a:off x="4454803" y="1875819"/>
              <a:ext cx="564465" cy="1160787"/>
            </a:xfrm>
            <a:custGeom>
              <a:avLst/>
              <a:gdLst/>
              <a:ahLst/>
              <a:cxnLst/>
              <a:rect l="l" t="t" r="r" b="b"/>
              <a:pathLst>
                <a:path w="17612" h="36218" extrusionOk="0">
                  <a:moveTo>
                    <a:pt x="13359" y="1"/>
                  </a:moveTo>
                  <a:cubicBezTo>
                    <a:pt x="10084" y="1"/>
                    <a:pt x="1970" y="14142"/>
                    <a:pt x="1003" y="18122"/>
                  </a:cubicBezTo>
                  <a:cubicBezTo>
                    <a:pt x="1" y="22249"/>
                    <a:pt x="1" y="36217"/>
                    <a:pt x="1" y="36217"/>
                  </a:cubicBezTo>
                  <a:lnTo>
                    <a:pt x="7052" y="36217"/>
                  </a:lnTo>
                  <a:lnTo>
                    <a:pt x="9775" y="19659"/>
                  </a:lnTo>
                  <a:cubicBezTo>
                    <a:pt x="9775" y="19659"/>
                    <a:pt x="15607" y="10319"/>
                    <a:pt x="16609" y="6760"/>
                  </a:cubicBezTo>
                  <a:cubicBezTo>
                    <a:pt x="17612" y="3185"/>
                    <a:pt x="16342" y="1046"/>
                    <a:pt x="13702" y="60"/>
                  </a:cubicBezTo>
                  <a:cubicBezTo>
                    <a:pt x="13595" y="20"/>
                    <a:pt x="13480" y="1"/>
                    <a:pt x="1335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9;p52">
              <a:extLst>
                <a:ext uri="{FF2B5EF4-FFF2-40B4-BE49-F238E27FC236}">
                  <a16:creationId xmlns:a16="http://schemas.microsoft.com/office/drawing/2014/main" id="{0BFA5DDD-895F-C29D-0E75-35F1758228C6}"/>
                </a:ext>
              </a:extLst>
            </p:cNvPr>
            <p:cNvSpPr/>
            <p:nvPr/>
          </p:nvSpPr>
          <p:spPr>
            <a:xfrm>
              <a:off x="5689177" y="1380069"/>
              <a:ext cx="152109" cy="272233"/>
            </a:xfrm>
            <a:custGeom>
              <a:avLst/>
              <a:gdLst/>
              <a:ahLst/>
              <a:cxnLst/>
              <a:rect l="l" t="t" r="r" b="b"/>
              <a:pathLst>
                <a:path w="4746" h="8494" extrusionOk="0">
                  <a:moveTo>
                    <a:pt x="2008" y="1"/>
                  </a:moveTo>
                  <a:cubicBezTo>
                    <a:pt x="1870" y="1"/>
                    <a:pt x="1738" y="94"/>
                    <a:pt x="1704" y="240"/>
                  </a:cubicBezTo>
                  <a:cubicBezTo>
                    <a:pt x="1337" y="1643"/>
                    <a:pt x="234" y="5353"/>
                    <a:pt x="334" y="5386"/>
                  </a:cubicBezTo>
                  <a:cubicBezTo>
                    <a:pt x="334" y="5386"/>
                    <a:pt x="0" y="6138"/>
                    <a:pt x="1103" y="7491"/>
                  </a:cubicBezTo>
                  <a:cubicBezTo>
                    <a:pt x="1489" y="7957"/>
                    <a:pt x="2255" y="8493"/>
                    <a:pt x="3016" y="8493"/>
                  </a:cubicBezTo>
                  <a:cubicBezTo>
                    <a:pt x="3373" y="8493"/>
                    <a:pt x="3729" y="8375"/>
                    <a:pt x="4044" y="8076"/>
                  </a:cubicBezTo>
                  <a:cubicBezTo>
                    <a:pt x="4745" y="7424"/>
                    <a:pt x="4562" y="5837"/>
                    <a:pt x="4127" y="4851"/>
                  </a:cubicBezTo>
                  <a:cubicBezTo>
                    <a:pt x="3960" y="4434"/>
                    <a:pt x="3175" y="3849"/>
                    <a:pt x="2757" y="3665"/>
                  </a:cubicBezTo>
                  <a:cubicBezTo>
                    <a:pt x="2735" y="3654"/>
                    <a:pt x="2703" y="3650"/>
                    <a:pt x="2664" y="3650"/>
                  </a:cubicBezTo>
                  <a:cubicBezTo>
                    <a:pt x="2570" y="3650"/>
                    <a:pt x="2440" y="3672"/>
                    <a:pt x="2332" y="3672"/>
                  </a:cubicBezTo>
                  <a:cubicBezTo>
                    <a:pt x="2275" y="3672"/>
                    <a:pt x="2225" y="3666"/>
                    <a:pt x="2189" y="3648"/>
                  </a:cubicBezTo>
                  <a:cubicBezTo>
                    <a:pt x="2222" y="3314"/>
                    <a:pt x="2423" y="1944"/>
                    <a:pt x="2523" y="1276"/>
                  </a:cubicBezTo>
                  <a:cubicBezTo>
                    <a:pt x="2590" y="858"/>
                    <a:pt x="2540" y="340"/>
                    <a:pt x="2206" y="73"/>
                  </a:cubicBezTo>
                  <a:cubicBezTo>
                    <a:pt x="2145" y="23"/>
                    <a:pt x="2076" y="1"/>
                    <a:pt x="2008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90;p52">
              <a:extLst>
                <a:ext uri="{FF2B5EF4-FFF2-40B4-BE49-F238E27FC236}">
                  <a16:creationId xmlns:a16="http://schemas.microsoft.com/office/drawing/2014/main" id="{AC2C9DA7-1B99-0AB9-492B-4C99F966173F}"/>
                </a:ext>
              </a:extLst>
            </p:cNvPr>
            <p:cNvSpPr/>
            <p:nvPr/>
          </p:nvSpPr>
          <p:spPr>
            <a:xfrm>
              <a:off x="5765199" y="1605156"/>
              <a:ext cx="39678" cy="59998"/>
            </a:xfrm>
            <a:custGeom>
              <a:avLst/>
              <a:gdLst/>
              <a:ahLst/>
              <a:cxnLst/>
              <a:rect l="l" t="t" r="r" b="b"/>
              <a:pathLst>
                <a:path w="1238" h="1872" extrusionOk="0">
                  <a:moveTo>
                    <a:pt x="251" y="0"/>
                  </a:moveTo>
                  <a:lnTo>
                    <a:pt x="1" y="1855"/>
                  </a:lnTo>
                  <a:lnTo>
                    <a:pt x="1237" y="1872"/>
                  </a:lnTo>
                  <a:lnTo>
                    <a:pt x="1204" y="101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91;p52">
              <a:extLst>
                <a:ext uri="{FF2B5EF4-FFF2-40B4-BE49-F238E27FC236}">
                  <a16:creationId xmlns:a16="http://schemas.microsoft.com/office/drawing/2014/main" id="{20F4A6C0-1CC8-0ACA-0DE8-78D859214920}"/>
                </a:ext>
              </a:extLst>
            </p:cNvPr>
            <p:cNvSpPr/>
            <p:nvPr/>
          </p:nvSpPr>
          <p:spPr>
            <a:xfrm>
              <a:off x="5730393" y="1510417"/>
              <a:ext cx="129867" cy="119643"/>
            </a:xfrm>
            <a:custGeom>
              <a:avLst/>
              <a:gdLst/>
              <a:ahLst/>
              <a:cxnLst/>
              <a:rect l="l" t="t" r="r" b="b"/>
              <a:pathLst>
                <a:path w="4052" h="3733" extrusionOk="0">
                  <a:moveTo>
                    <a:pt x="2072" y="0"/>
                  </a:moveTo>
                  <a:cubicBezTo>
                    <a:pt x="1564" y="0"/>
                    <a:pt x="1050" y="208"/>
                    <a:pt x="669" y="667"/>
                  </a:cubicBezTo>
                  <a:cubicBezTo>
                    <a:pt x="1" y="1453"/>
                    <a:pt x="101" y="2622"/>
                    <a:pt x="886" y="3291"/>
                  </a:cubicBezTo>
                  <a:cubicBezTo>
                    <a:pt x="1250" y="3597"/>
                    <a:pt x="1668" y="3733"/>
                    <a:pt x="2076" y="3733"/>
                  </a:cubicBezTo>
                  <a:cubicBezTo>
                    <a:pt x="3094" y="3733"/>
                    <a:pt x="4051" y="2884"/>
                    <a:pt x="3944" y="1703"/>
                  </a:cubicBezTo>
                  <a:cubicBezTo>
                    <a:pt x="3848" y="647"/>
                    <a:pt x="2969" y="0"/>
                    <a:pt x="207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92;p52">
              <a:extLst>
                <a:ext uri="{FF2B5EF4-FFF2-40B4-BE49-F238E27FC236}">
                  <a16:creationId xmlns:a16="http://schemas.microsoft.com/office/drawing/2014/main" id="{16CC615E-7234-FF7A-82AA-F602BA287FEC}"/>
                </a:ext>
              </a:extLst>
            </p:cNvPr>
            <p:cNvSpPr/>
            <p:nvPr/>
          </p:nvSpPr>
          <p:spPr>
            <a:xfrm>
              <a:off x="5765744" y="1539871"/>
              <a:ext cx="69645" cy="62850"/>
            </a:xfrm>
            <a:custGeom>
              <a:avLst/>
              <a:gdLst/>
              <a:ahLst/>
              <a:cxnLst/>
              <a:rect l="l" t="t" r="r" b="b"/>
              <a:pathLst>
                <a:path w="2173" h="1961" extrusionOk="0">
                  <a:moveTo>
                    <a:pt x="1100" y="1"/>
                  </a:moveTo>
                  <a:cubicBezTo>
                    <a:pt x="911" y="1"/>
                    <a:pt x="716" y="57"/>
                    <a:pt x="535" y="183"/>
                  </a:cubicBezTo>
                  <a:cubicBezTo>
                    <a:pt x="101" y="500"/>
                    <a:pt x="0" y="1102"/>
                    <a:pt x="301" y="1553"/>
                  </a:cubicBezTo>
                  <a:cubicBezTo>
                    <a:pt x="500" y="1832"/>
                    <a:pt x="797" y="1960"/>
                    <a:pt x="1092" y="1960"/>
                  </a:cubicBezTo>
                  <a:cubicBezTo>
                    <a:pt x="1539" y="1960"/>
                    <a:pt x="1982" y="1665"/>
                    <a:pt x="2072" y="1152"/>
                  </a:cubicBezTo>
                  <a:cubicBezTo>
                    <a:pt x="2172" y="501"/>
                    <a:pt x="1664" y="1"/>
                    <a:pt x="1100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93;p52">
              <a:extLst>
                <a:ext uri="{FF2B5EF4-FFF2-40B4-BE49-F238E27FC236}">
                  <a16:creationId xmlns:a16="http://schemas.microsoft.com/office/drawing/2014/main" id="{03F89388-AE50-4F6B-C78F-883F68B16A89}"/>
                </a:ext>
              </a:extLst>
            </p:cNvPr>
            <p:cNvSpPr/>
            <p:nvPr/>
          </p:nvSpPr>
          <p:spPr>
            <a:xfrm>
              <a:off x="5678985" y="1527499"/>
              <a:ext cx="112880" cy="102624"/>
            </a:xfrm>
            <a:custGeom>
              <a:avLst/>
              <a:gdLst/>
              <a:ahLst/>
              <a:cxnLst/>
              <a:rect l="l" t="t" r="r" b="b"/>
              <a:pathLst>
                <a:path w="3522" h="3202" extrusionOk="0">
                  <a:moveTo>
                    <a:pt x="786" y="1"/>
                  </a:moveTo>
                  <a:lnTo>
                    <a:pt x="786" y="1"/>
                  </a:lnTo>
                  <a:cubicBezTo>
                    <a:pt x="1" y="2156"/>
                    <a:pt x="736" y="3008"/>
                    <a:pt x="1354" y="3192"/>
                  </a:cubicBezTo>
                  <a:cubicBezTo>
                    <a:pt x="1378" y="3199"/>
                    <a:pt x="1403" y="3202"/>
                    <a:pt x="1431" y="3202"/>
                  </a:cubicBezTo>
                  <a:cubicBezTo>
                    <a:pt x="1947" y="3202"/>
                    <a:pt x="3104" y="2057"/>
                    <a:pt x="3326" y="1772"/>
                  </a:cubicBezTo>
                  <a:cubicBezTo>
                    <a:pt x="3521" y="1520"/>
                    <a:pt x="3425" y="1351"/>
                    <a:pt x="3134" y="1351"/>
                  </a:cubicBezTo>
                  <a:cubicBezTo>
                    <a:pt x="3077" y="1351"/>
                    <a:pt x="3013" y="1357"/>
                    <a:pt x="2941" y="1371"/>
                  </a:cubicBezTo>
                  <a:cubicBezTo>
                    <a:pt x="2507" y="1454"/>
                    <a:pt x="1788" y="1989"/>
                    <a:pt x="1788" y="1989"/>
                  </a:cubicBezTo>
                  <a:cubicBezTo>
                    <a:pt x="1788" y="1989"/>
                    <a:pt x="1454" y="1237"/>
                    <a:pt x="786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94;p52">
              <a:extLst>
                <a:ext uri="{FF2B5EF4-FFF2-40B4-BE49-F238E27FC236}">
                  <a16:creationId xmlns:a16="http://schemas.microsoft.com/office/drawing/2014/main" id="{7C95CE3E-3FE0-945A-3425-D6047CA9ED89}"/>
                </a:ext>
              </a:extLst>
            </p:cNvPr>
            <p:cNvSpPr/>
            <p:nvPr/>
          </p:nvSpPr>
          <p:spPr>
            <a:xfrm>
              <a:off x="5748085" y="1462053"/>
              <a:ext cx="123713" cy="91919"/>
            </a:xfrm>
            <a:custGeom>
              <a:avLst/>
              <a:gdLst/>
              <a:ahLst/>
              <a:cxnLst/>
              <a:rect l="l" t="t" r="r" b="b"/>
              <a:pathLst>
                <a:path w="3860" h="2868" extrusionOk="0">
                  <a:moveTo>
                    <a:pt x="1604" y="0"/>
                  </a:moveTo>
                  <a:cubicBezTo>
                    <a:pt x="1316" y="0"/>
                    <a:pt x="1134" y="402"/>
                    <a:pt x="1086" y="639"/>
                  </a:cubicBezTo>
                  <a:cubicBezTo>
                    <a:pt x="1028" y="628"/>
                    <a:pt x="970" y="623"/>
                    <a:pt x="912" y="623"/>
                  </a:cubicBezTo>
                  <a:cubicBezTo>
                    <a:pt x="706" y="623"/>
                    <a:pt x="508" y="692"/>
                    <a:pt x="351" y="823"/>
                  </a:cubicBezTo>
                  <a:cubicBezTo>
                    <a:pt x="0" y="1241"/>
                    <a:pt x="434" y="1592"/>
                    <a:pt x="434" y="1592"/>
                  </a:cubicBezTo>
                  <a:cubicBezTo>
                    <a:pt x="434" y="1592"/>
                    <a:pt x="836" y="1725"/>
                    <a:pt x="1019" y="1775"/>
                  </a:cubicBezTo>
                  <a:cubicBezTo>
                    <a:pt x="1203" y="1842"/>
                    <a:pt x="2022" y="2477"/>
                    <a:pt x="2122" y="2477"/>
                  </a:cubicBezTo>
                  <a:cubicBezTo>
                    <a:pt x="2144" y="2481"/>
                    <a:pt x="2167" y="2482"/>
                    <a:pt x="2189" y="2482"/>
                  </a:cubicBezTo>
                  <a:cubicBezTo>
                    <a:pt x="2379" y="2482"/>
                    <a:pt x="2543" y="2356"/>
                    <a:pt x="2573" y="2176"/>
                  </a:cubicBezTo>
                  <a:cubicBezTo>
                    <a:pt x="2577" y="2177"/>
                    <a:pt x="2582" y="2178"/>
                    <a:pt x="2587" y="2178"/>
                  </a:cubicBezTo>
                  <a:cubicBezTo>
                    <a:pt x="2669" y="2178"/>
                    <a:pt x="2891" y="2059"/>
                    <a:pt x="2891" y="2059"/>
                  </a:cubicBezTo>
                  <a:cubicBezTo>
                    <a:pt x="2891" y="2059"/>
                    <a:pt x="2924" y="2611"/>
                    <a:pt x="3041" y="2728"/>
                  </a:cubicBezTo>
                  <a:cubicBezTo>
                    <a:pt x="3115" y="2793"/>
                    <a:pt x="3189" y="2868"/>
                    <a:pt x="3289" y="2868"/>
                  </a:cubicBezTo>
                  <a:cubicBezTo>
                    <a:pt x="3369" y="2868"/>
                    <a:pt x="3466" y="2819"/>
                    <a:pt x="3592" y="2678"/>
                  </a:cubicBezTo>
                  <a:cubicBezTo>
                    <a:pt x="3860" y="2360"/>
                    <a:pt x="3726" y="1408"/>
                    <a:pt x="3509" y="1090"/>
                  </a:cubicBezTo>
                  <a:cubicBezTo>
                    <a:pt x="3292" y="790"/>
                    <a:pt x="3225" y="706"/>
                    <a:pt x="2673" y="706"/>
                  </a:cubicBezTo>
                  <a:cubicBezTo>
                    <a:pt x="2289" y="255"/>
                    <a:pt x="1955" y="54"/>
                    <a:pt x="1654" y="4"/>
                  </a:cubicBezTo>
                  <a:cubicBezTo>
                    <a:pt x="1637" y="2"/>
                    <a:pt x="1620" y="0"/>
                    <a:pt x="1604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95;p52">
              <a:extLst>
                <a:ext uri="{FF2B5EF4-FFF2-40B4-BE49-F238E27FC236}">
                  <a16:creationId xmlns:a16="http://schemas.microsoft.com/office/drawing/2014/main" id="{09CEF313-5271-AFC7-9A97-ACCD3A535EFA}"/>
                </a:ext>
              </a:extLst>
            </p:cNvPr>
            <p:cNvSpPr/>
            <p:nvPr/>
          </p:nvSpPr>
          <p:spPr>
            <a:xfrm>
              <a:off x="5028883" y="1763131"/>
              <a:ext cx="341685" cy="335051"/>
            </a:xfrm>
            <a:custGeom>
              <a:avLst/>
              <a:gdLst/>
              <a:ahLst/>
              <a:cxnLst/>
              <a:rect l="l" t="t" r="r" b="b"/>
              <a:pathLst>
                <a:path w="10661" h="10454" extrusionOk="0">
                  <a:moveTo>
                    <a:pt x="2189" y="0"/>
                  </a:moveTo>
                  <a:cubicBezTo>
                    <a:pt x="1955" y="0"/>
                    <a:pt x="1721" y="51"/>
                    <a:pt x="1504" y="134"/>
                  </a:cubicBezTo>
                  <a:cubicBezTo>
                    <a:pt x="602" y="502"/>
                    <a:pt x="151" y="1454"/>
                    <a:pt x="67" y="2356"/>
                  </a:cubicBezTo>
                  <a:cubicBezTo>
                    <a:pt x="0" y="3292"/>
                    <a:pt x="134" y="4211"/>
                    <a:pt x="435" y="5097"/>
                  </a:cubicBezTo>
                  <a:cubicBezTo>
                    <a:pt x="986" y="6734"/>
                    <a:pt x="2039" y="8171"/>
                    <a:pt x="3442" y="9190"/>
                  </a:cubicBezTo>
                  <a:cubicBezTo>
                    <a:pt x="4399" y="9885"/>
                    <a:pt x="5665" y="10454"/>
                    <a:pt x="6890" y="10454"/>
                  </a:cubicBezTo>
                  <a:cubicBezTo>
                    <a:pt x="7548" y="10454"/>
                    <a:pt x="8194" y="10289"/>
                    <a:pt x="8772" y="9892"/>
                  </a:cubicBezTo>
                  <a:cubicBezTo>
                    <a:pt x="9508" y="9357"/>
                    <a:pt x="10042" y="8605"/>
                    <a:pt x="10293" y="7753"/>
                  </a:cubicBezTo>
                  <a:cubicBezTo>
                    <a:pt x="10627" y="6717"/>
                    <a:pt x="10661" y="5614"/>
                    <a:pt x="10627" y="4545"/>
                  </a:cubicBezTo>
                  <a:cubicBezTo>
                    <a:pt x="10610" y="3526"/>
                    <a:pt x="10544" y="2440"/>
                    <a:pt x="10026" y="1538"/>
                  </a:cubicBezTo>
                  <a:cubicBezTo>
                    <a:pt x="9580" y="762"/>
                    <a:pt x="8776" y="100"/>
                    <a:pt x="7838" y="100"/>
                  </a:cubicBezTo>
                  <a:cubicBezTo>
                    <a:pt x="7827" y="100"/>
                    <a:pt x="7815" y="100"/>
                    <a:pt x="7803" y="101"/>
                  </a:cubicBezTo>
                  <a:cubicBezTo>
                    <a:pt x="7519" y="101"/>
                    <a:pt x="7469" y="518"/>
                    <a:pt x="7770" y="552"/>
                  </a:cubicBezTo>
                  <a:cubicBezTo>
                    <a:pt x="7954" y="552"/>
                    <a:pt x="8121" y="585"/>
                    <a:pt x="8288" y="652"/>
                  </a:cubicBezTo>
                  <a:cubicBezTo>
                    <a:pt x="9040" y="886"/>
                    <a:pt x="9574" y="1571"/>
                    <a:pt x="9825" y="2289"/>
                  </a:cubicBezTo>
                  <a:cubicBezTo>
                    <a:pt x="10159" y="3208"/>
                    <a:pt x="10143" y="4228"/>
                    <a:pt x="10143" y="5180"/>
                  </a:cubicBezTo>
                  <a:cubicBezTo>
                    <a:pt x="10126" y="6116"/>
                    <a:pt x="10059" y="7102"/>
                    <a:pt x="9658" y="7987"/>
                  </a:cubicBezTo>
                  <a:cubicBezTo>
                    <a:pt x="9357" y="8689"/>
                    <a:pt x="8839" y="9357"/>
                    <a:pt x="8104" y="9691"/>
                  </a:cubicBezTo>
                  <a:cubicBezTo>
                    <a:pt x="7717" y="9869"/>
                    <a:pt x="7305" y="9943"/>
                    <a:pt x="6890" y="9943"/>
                  </a:cubicBezTo>
                  <a:cubicBezTo>
                    <a:pt x="6408" y="9943"/>
                    <a:pt x="5922" y="9844"/>
                    <a:pt x="5464" y="9691"/>
                  </a:cubicBezTo>
                  <a:cubicBezTo>
                    <a:pt x="4696" y="9424"/>
                    <a:pt x="3977" y="9006"/>
                    <a:pt x="3342" y="8488"/>
                  </a:cubicBezTo>
                  <a:cubicBezTo>
                    <a:pt x="2122" y="7486"/>
                    <a:pt x="1237" y="6132"/>
                    <a:pt x="819" y="4612"/>
                  </a:cubicBezTo>
                  <a:cubicBezTo>
                    <a:pt x="585" y="3793"/>
                    <a:pt x="452" y="2858"/>
                    <a:pt x="635" y="2022"/>
                  </a:cubicBezTo>
                  <a:cubicBezTo>
                    <a:pt x="819" y="1270"/>
                    <a:pt x="1387" y="518"/>
                    <a:pt x="2223" y="518"/>
                  </a:cubicBezTo>
                  <a:cubicBezTo>
                    <a:pt x="2557" y="518"/>
                    <a:pt x="2523" y="0"/>
                    <a:pt x="2189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96;p52">
              <a:extLst>
                <a:ext uri="{FF2B5EF4-FFF2-40B4-BE49-F238E27FC236}">
                  <a16:creationId xmlns:a16="http://schemas.microsoft.com/office/drawing/2014/main" id="{AB22C184-976C-33A7-928B-B0A2354AA476}"/>
                </a:ext>
              </a:extLst>
            </p:cNvPr>
            <p:cNvSpPr/>
            <p:nvPr/>
          </p:nvSpPr>
          <p:spPr>
            <a:xfrm>
              <a:off x="5083496" y="1747202"/>
              <a:ext cx="47658" cy="36505"/>
            </a:xfrm>
            <a:custGeom>
              <a:avLst/>
              <a:gdLst/>
              <a:ahLst/>
              <a:cxnLst/>
              <a:rect l="l" t="t" r="r" b="b"/>
              <a:pathLst>
                <a:path w="1487" h="1139" extrusionOk="0">
                  <a:moveTo>
                    <a:pt x="667" y="0"/>
                  </a:moveTo>
                  <a:cubicBezTo>
                    <a:pt x="636" y="0"/>
                    <a:pt x="602" y="5"/>
                    <a:pt x="569" y="13"/>
                  </a:cubicBezTo>
                  <a:cubicBezTo>
                    <a:pt x="385" y="46"/>
                    <a:pt x="235" y="147"/>
                    <a:pt x="134" y="314"/>
                  </a:cubicBezTo>
                  <a:cubicBezTo>
                    <a:pt x="17" y="497"/>
                    <a:pt x="1" y="748"/>
                    <a:pt x="134" y="949"/>
                  </a:cubicBezTo>
                  <a:cubicBezTo>
                    <a:pt x="218" y="1083"/>
                    <a:pt x="336" y="1139"/>
                    <a:pt x="463" y="1139"/>
                  </a:cubicBezTo>
                  <a:cubicBezTo>
                    <a:pt x="918" y="1139"/>
                    <a:pt x="1487" y="427"/>
                    <a:pt x="1003" y="113"/>
                  </a:cubicBezTo>
                  <a:cubicBezTo>
                    <a:pt x="953" y="80"/>
                    <a:pt x="903" y="46"/>
                    <a:pt x="853" y="30"/>
                  </a:cubicBezTo>
                  <a:cubicBezTo>
                    <a:pt x="819" y="13"/>
                    <a:pt x="786" y="13"/>
                    <a:pt x="753" y="13"/>
                  </a:cubicBezTo>
                  <a:cubicBezTo>
                    <a:pt x="728" y="5"/>
                    <a:pt x="698" y="0"/>
                    <a:pt x="66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97;p52">
              <a:extLst>
                <a:ext uri="{FF2B5EF4-FFF2-40B4-BE49-F238E27FC236}">
                  <a16:creationId xmlns:a16="http://schemas.microsoft.com/office/drawing/2014/main" id="{F1A5A69D-1A91-95E9-A454-F8A5BBDF2DE4}"/>
                </a:ext>
              </a:extLst>
            </p:cNvPr>
            <p:cNvSpPr/>
            <p:nvPr/>
          </p:nvSpPr>
          <p:spPr>
            <a:xfrm>
              <a:off x="5257014" y="1755407"/>
              <a:ext cx="47626" cy="36569"/>
            </a:xfrm>
            <a:custGeom>
              <a:avLst/>
              <a:gdLst/>
              <a:ahLst/>
              <a:cxnLst/>
              <a:rect l="l" t="t" r="r" b="b"/>
              <a:pathLst>
                <a:path w="1486" h="1141" extrusionOk="0">
                  <a:moveTo>
                    <a:pt x="690" y="0"/>
                  </a:moveTo>
                  <a:cubicBezTo>
                    <a:pt x="650" y="0"/>
                    <a:pt x="613" y="7"/>
                    <a:pt x="568" y="7"/>
                  </a:cubicBezTo>
                  <a:cubicBezTo>
                    <a:pt x="385" y="41"/>
                    <a:pt x="234" y="141"/>
                    <a:pt x="134" y="308"/>
                  </a:cubicBezTo>
                  <a:cubicBezTo>
                    <a:pt x="0" y="492"/>
                    <a:pt x="0" y="743"/>
                    <a:pt x="134" y="943"/>
                  </a:cubicBezTo>
                  <a:cubicBezTo>
                    <a:pt x="215" y="1083"/>
                    <a:pt x="332" y="1140"/>
                    <a:pt x="459" y="1140"/>
                  </a:cubicBezTo>
                  <a:cubicBezTo>
                    <a:pt x="910" y="1140"/>
                    <a:pt x="1485" y="421"/>
                    <a:pt x="1003" y="108"/>
                  </a:cubicBezTo>
                  <a:cubicBezTo>
                    <a:pt x="953" y="74"/>
                    <a:pt x="903" y="41"/>
                    <a:pt x="836" y="24"/>
                  </a:cubicBezTo>
                  <a:cubicBezTo>
                    <a:pt x="819" y="7"/>
                    <a:pt x="786" y="7"/>
                    <a:pt x="752" y="7"/>
                  </a:cubicBezTo>
                  <a:cubicBezTo>
                    <a:pt x="730" y="2"/>
                    <a:pt x="709" y="0"/>
                    <a:pt x="69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98;p52">
              <a:extLst>
                <a:ext uri="{FF2B5EF4-FFF2-40B4-BE49-F238E27FC236}">
                  <a16:creationId xmlns:a16="http://schemas.microsoft.com/office/drawing/2014/main" id="{C31D9D31-FF60-6285-496D-CEF684F9031F}"/>
                </a:ext>
              </a:extLst>
            </p:cNvPr>
            <p:cNvSpPr/>
            <p:nvPr/>
          </p:nvSpPr>
          <p:spPr>
            <a:xfrm>
              <a:off x="5165960" y="2049401"/>
              <a:ext cx="169801" cy="56248"/>
            </a:xfrm>
            <a:custGeom>
              <a:avLst/>
              <a:gdLst/>
              <a:ahLst/>
              <a:cxnLst/>
              <a:rect l="l" t="t" r="r" b="b"/>
              <a:pathLst>
                <a:path w="5298" h="1755" extrusionOk="0">
                  <a:moveTo>
                    <a:pt x="4681" y="0"/>
                  </a:moveTo>
                  <a:cubicBezTo>
                    <a:pt x="4588" y="0"/>
                    <a:pt x="4495" y="24"/>
                    <a:pt x="4412" y="74"/>
                  </a:cubicBezTo>
                  <a:cubicBezTo>
                    <a:pt x="4145" y="241"/>
                    <a:pt x="3861" y="375"/>
                    <a:pt x="3560" y="459"/>
                  </a:cubicBezTo>
                  <a:cubicBezTo>
                    <a:pt x="3393" y="509"/>
                    <a:pt x="3226" y="542"/>
                    <a:pt x="3059" y="576"/>
                  </a:cubicBezTo>
                  <a:cubicBezTo>
                    <a:pt x="2975" y="592"/>
                    <a:pt x="2891" y="609"/>
                    <a:pt x="2825" y="609"/>
                  </a:cubicBezTo>
                  <a:cubicBezTo>
                    <a:pt x="2791" y="609"/>
                    <a:pt x="2741" y="626"/>
                    <a:pt x="2708" y="626"/>
                  </a:cubicBezTo>
                  <a:lnTo>
                    <a:pt x="2674" y="626"/>
                  </a:lnTo>
                  <a:cubicBezTo>
                    <a:pt x="2591" y="634"/>
                    <a:pt x="2507" y="638"/>
                    <a:pt x="2424" y="638"/>
                  </a:cubicBezTo>
                  <a:cubicBezTo>
                    <a:pt x="2340" y="638"/>
                    <a:pt x="2257" y="634"/>
                    <a:pt x="2173" y="626"/>
                  </a:cubicBezTo>
                  <a:cubicBezTo>
                    <a:pt x="2106" y="609"/>
                    <a:pt x="2023" y="609"/>
                    <a:pt x="1939" y="592"/>
                  </a:cubicBezTo>
                  <a:cubicBezTo>
                    <a:pt x="1906" y="592"/>
                    <a:pt x="1856" y="592"/>
                    <a:pt x="1805" y="576"/>
                  </a:cubicBezTo>
                  <a:lnTo>
                    <a:pt x="1789" y="576"/>
                  </a:lnTo>
                  <a:cubicBezTo>
                    <a:pt x="1622" y="542"/>
                    <a:pt x="1455" y="492"/>
                    <a:pt x="1304" y="442"/>
                  </a:cubicBezTo>
                  <a:cubicBezTo>
                    <a:pt x="1221" y="425"/>
                    <a:pt x="1154" y="392"/>
                    <a:pt x="1070" y="358"/>
                  </a:cubicBezTo>
                  <a:cubicBezTo>
                    <a:pt x="1037" y="342"/>
                    <a:pt x="987" y="325"/>
                    <a:pt x="953" y="308"/>
                  </a:cubicBezTo>
                  <a:lnTo>
                    <a:pt x="953" y="308"/>
                  </a:lnTo>
                  <a:cubicBezTo>
                    <a:pt x="953" y="308"/>
                    <a:pt x="970" y="325"/>
                    <a:pt x="970" y="325"/>
                  </a:cubicBezTo>
                  <a:cubicBezTo>
                    <a:pt x="953" y="308"/>
                    <a:pt x="937" y="292"/>
                    <a:pt x="920" y="292"/>
                  </a:cubicBezTo>
                  <a:cubicBezTo>
                    <a:pt x="835" y="241"/>
                    <a:pt x="739" y="217"/>
                    <a:pt x="643" y="217"/>
                  </a:cubicBezTo>
                  <a:cubicBezTo>
                    <a:pt x="453" y="217"/>
                    <a:pt x="262" y="309"/>
                    <a:pt x="151" y="475"/>
                  </a:cubicBezTo>
                  <a:cubicBezTo>
                    <a:pt x="1" y="726"/>
                    <a:pt x="68" y="1077"/>
                    <a:pt x="335" y="1244"/>
                  </a:cubicBezTo>
                  <a:cubicBezTo>
                    <a:pt x="1003" y="1585"/>
                    <a:pt x="1729" y="1755"/>
                    <a:pt x="2454" y="1755"/>
                  </a:cubicBezTo>
                  <a:cubicBezTo>
                    <a:pt x="3326" y="1755"/>
                    <a:pt x="4197" y="1510"/>
                    <a:pt x="4963" y="1027"/>
                  </a:cubicBezTo>
                  <a:cubicBezTo>
                    <a:pt x="5214" y="860"/>
                    <a:pt x="5297" y="525"/>
                    <a:pt x="5164" y="275"/>
                  </a:cubicBezTo>
                  <a:cubicBezTo>
                    <a:pt x="5052" y="97"/>
                    <a:pt x="4867" y="0"/>
                    <a:pt x="468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99;p52">
              <a:extLst>
                <a:ext uri="{FF2B5EF4-FFF2-40B4-BE49-F238E27FC236}">
                  <a16:creationId xmlns:a16="http://schemas.microsoft.com/office/drawing/2014/main" id="{EFB56665-EA64-3512-755F-F7F4AA6DBE8D}"/>
                </a:ext>
              </a:extLst>
            </p:cNvPr>
            <p:cNvSpPr/>
            <p:nvPr/>
          </p:nvSpPr>
          <p:spPr>
            <a:xfrm>
              <a:off x="5244419" y="1648360"/>
              <a:ext cx="554561" cy="664461"/>
            </a:xfrm>
            <a:custGeom>
              <a:avLst/>
              <a:gdLst/>
              <a:ahLst/>
              <a:cxnLst/>
              <a:rect l="l" t="t" r="r" b="b"/>
              <a:pathLst>
                <a:path w="17303" h="20732" extrusionOk="0">
                  <a:moveTo>
                    <a:pt x="17004" y="0"/>
                  </a:moveTo>
                  <a:cubicBezTo>
                    <a:pt x="16987" y="0"/>
                    <a:pt x="16969" y="2"/>
                    <a:pt x="16952" y="6"/>
                  </a:cubicBezTo>
                  <a:cubicBezTo>
                    <a:pt x="16784" y="39"/>
                    <a:pt x="16684" y="173"/>
                    <a:pt x="16701" y="323"/>
                  </a:cubicBezTo>
                  <a:cubicBezTo>
                    <a:pt x="16734" y="657"/>
                    <a:pt x="16751" y="992"/>
                    <a:pt x="16734" y="1309"/>
                  </a:cubicBezTo>
                  <a:cubicBezTo>
                    <a:pt x="16634" y="3899"/>
                    <a:pt x="16667" y="6405"/>
                    <a:pt x="16300" y="8945"/>
                  </a:cubicBezTo>
                  <a:cubicBezTo>
                    <a:pt x="15966" y="11251"/>
                    <a:pt x="15632" y="13540"/>
                    <a:pt x="14445" y="15545"/>
                  </a:cubicBezTo>
                  <a:cubicBezTo>
                    <a:pt x="13376" y="17316"/>
                    <a:pt x="11872" y="18970"/>
                    <a:pt x="9900" y="19705"/>
                  </a:cubicBezTo>
                  <a:cubicBezTo>
                    <a:pt x="9079" y="20013"/>
                    <a:pt x="8208" y="20164"/>
                    <a:pt x="7333" y="20164"/>
                  </a:cubicBezTo>
                  <a:cubicBezTo>
                    <a:pt x="7069" y="20164"/>
                    <a:pt x="6805" y="20150"/>
                    <a:pt x="6542" y="20123"/>
                  </a:cubicBezTo>
                  <a:cubicBezTo>
                    <a:pt x="6007" y="20039"/>
                    <a:pt x="5473" y="19922"/>
                    <a:pt x="4955" y="19739"/>
                  </a:cubicBezTo>
                  <a:cubicBezTo>
                    <a:pt x="4420" y="19555"/>
                    <a:pt x="3919" y="19304"/>
                    <a:pt x="3468" y="18970"/>
                  </a:cubicBezTo>
                  <a:cubicBezTo>
                    <a:pt x="1763" y="17750"/>
                    <a:pt x="677" y="15862"/>
                    <a:pt x="460" y="13774"/>
                  </a:cubicBezTo>
                  <a:cubicBezTo>
                    <a:pt x="444" y="13634"/>
                    <a:pt x="330" y="13563"/>
                    <a:pt x="221" y="13563"/>
                  </a:cubicBezTo>
                  <a:cubicBezTo>
                    <a:pt x="108" y="13563"/>
                    <a:pt x="1" y="13638"/>
                    <a:pt x="9" y="13790"/>
                  </a:cubicBezTo>
                  <a:cubicBezTo>
                    <a:pt x="26" y="14074"/>
                    <a:pt x="59" y="14342"/>
                    <a:pt x="109" y="14626"/>
                  </a:cubicBezTo>
                  <a:cubicBezTo>
                    <a:pt x="527" y="16798"/>
                    <a:pt x="1880" y="18686"/>
                    <a:pt x="3819" y="19772"/>
                  </a:cubicBezTo>
                  <a:cubicBezTo>
                    <a:pt x="4086" y="19906"/>
                    <a:pt x="4353" y="20006"/>
                    <a:pt x="4621" y="20140"/>
                  </a:cubicBezTo>
                  <a:cubicBezTo>
                    <a:pt x="4888" y="20273"/>
                    <a:pt x="5172" y="20373"/>
                    <a:pt x="5456" y="20440"/>
                  </a:cubicBezTo>
                  <a:cubicBezTo>
                    <a:pt x="6024" y="20591"/>
                    <a:pt x="6609" y="20691"/>
                    <a:pt x="7194" y="20724"/>
                  </a:cubicBezTo>
                  <a:cubicBezTo>
                    <a:pt x="7302" y="20729"/>
                    <a:pt x="7410" y="20731"/>
                    <a:pt x="7518" y="20731"/>
                  </a:cubicBezTo>
                  <a:cubicBezTo>
                    <a:pt x="8565" y="20731"/>
                    <a:pt x="9615" y="20512"/>
                    <a:pt x="10569" y="20073"/>
                  </a:cubicBezTo>
                  <a:cubicBezTo>
                    <a:pt x="12591" y="19170"/>
                    <a:pt x="14128" y="17399"/>
                    <a:pt x="15180" y="15495"/>
                  </a:cubicBezTo>
                  <a:cubicBezTo>
                    <a:pt x="16400" y="13306"/>
                    <a:pt x="16701" y="10866"/>
                    <a:pt x="16985" y="8393"/>
                  </a:cubicBezTo>
                  <a:cubicBezTo>
                    <a:pt x="17302" y="5687"/>
                    <a:pt x="17236" y="3331"/>
                    <a:pt x="17269" y="240"/>
                  </a:cubicBezTo>
                  <a:cubicBezTo>
                    <a:pt x="17254" y="107"/>
                    <a:pt x="17135" y="0"/>
                    <a:pt x="1700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00;p52">
              <a:extLst>
                <a:ext uri="{FF2B5EF4-FFF2-40B4-BE49-F238E27FC236}">
                  <a16:creationId xmlns:a16="http://schemas.microsoft.com/office/drawing/2014/main" id="{8A707474-594F-BF94-22E8-0B56725FEECB}"/>
                </a:ext>
              </a:extLst>
            </p:cNvPr>
            <p:cNvSpPr/>
            <p:nvPr/>
          </p:nvSpPr>
          <p:spPr>
            <a:xfrm>
              <a:off x="5050837" y="1439137"/>
              <a:ext cx="348640" cy="581066"/>
            </a:xfrm>
            <a:custGeom>
              <a:avLst/>
              <a:gdLst/>
              <a:ahLst/>
              <a:cxnLst/>
              <a:rect l="l" t="t" r="r" b="b"/>
              <a:pathLst>
                <a:path w="10878" h="18130" extrusionOk="0">
                  <a:moveTo>
                    <a:pt x="9524" y="1"/>
                  </a:moveTo>
                  <a:cubicBezTo>
                    <a:pt x="9341" y="368"/>
                    <a:pt x="9073" y="686"/>
                    <a:pt x="8722" y="920"/>
                  </a:cubicBezTo>
                  <a:cubicBezTo>
                    <a:pt x="7787" y="1488"/>
                    <a:pt x="6350" y="1555"/>
                    <a:pt x="5498" y="1855"/>
                  </a:cubicBezTo>
                  <a:cubicBezTo>
                    <a:pt x="4445" y="2223"/>
                    <a:pt x="4211" y="2457"/>
                    <a:pt x="3409" y="3142"/>
                  </a:cubicBezTo>
                  <a:cubicBezTo>
                    <a:pt x="3174" y="2186"/>
                    <a:pt x="2744" y="1605"/>
                    <a:pt x="2098" y="1605"/>
                  </a:cubicBezTo>
                  <a:cubicBezTo>
                    <a:pt x="2010" y="1605"/>
                    <a:pt x="1918" y="1616"/>
                    <a:pt x="1822" y="1638"/>
                  </a:cubicBezTo>
                  <a:cubicBezTo>
                    <a:pt x="970" y="1839"/>
                    <a:pt x="1421" y="4295"/>
                    <a:pt x="1939" y="4562"/>
                  </a:cubicBezTo>
                  <a:cubicBezTo>
                    <a:pt x="2177" y="4693"/>
                    <a:pt x="2369" y="4728"/>
                    <a:pt x="2507" y="4728"/>
                  </a:cubicBezTo>
                  <a:cubicBezTo>
                    <a:pt x="2670" y="4728"/>
                    <a:pt x="2757" y="4679"/>
                    <a:pt x="2757" y="4679"/>
                  </a:cubicBezTo>
                  <a:lnTo>
                    <a:pt x="2757" y="4679"/>
                  </a:lnTo>
                  <a:cubicBezTo>
                    <a:pt x="2757" y="4679"/>
                    <a:pt x="3092" y="8823"/>
                    <a:pt x="2707" y="9942"/>
                  </a:cubicBezTo>
                  <a:cubicBezTo>
                    <a:pt x="2323" y="11062"/>
                    <a:pt x="1170" y="11697"/>
                    <a:pt x="1" y="12081"/>
                  </a:cubicBezTo>
                  <a:cubicBezTo>
                    <a:pt x="1036" y="13986"/>
                    <a:pt x="4512" y="17495"/>
                    <a:pt x="6066" y="18129"/>
                  </a:cubicBezTo>
                  <a:cubicBezTo>
                    <a:pt x="7219" y="17845"/>
                    <a:pt x="8455" y="12131"/>
                    <a:pt x="8455" y="12131"/>
                  </a:cubicBezTo>
                  <a:cubicBezTo>
                    <a:pt x="8455" y="12131"/>
                    <a:pt x="7369" y="11964"/>
                    <a:pt x="6968" y="11530"/>
                  </a:cubicBezTo>
                  <a:cubicBezTo>
                    <a:pt x="6567" y="11045"/>
                    <a:pt x="6350" y="10427"/>
                    <a:pt x="6400" y="9809"/>
                  </a:cubicBezTo>
                  <a:cubicBezTo>
                    <a:pt x="6416" y="9547"/>
                    <a:pt x="6481" y="7919"/>
                    <a:pt x="7192" y="7919"/>
                  </a:cubicBezTo>
                  <a:cubicBezTo>
                    <a:pt x="7206" y="7919"/>
                    <a:pt x="7221" y="7919"/>
                    <a:pt x="7235" y="7921"/>
                  </a:cubicBezTo>
                  <a:cubicBezTo>
                    <a:pt x="7336" y="7921"/>
                    <a:pt x="7453" y="7937"/>
                    <a:pt x="7553" y="7954"/>
                  </a:cubicBezTo>
                  <a:cubicBezTo>
                    <a:pt x="7926" y="8026"/>
                    <a:pt x="8272" y="8062"/>
                    <a:pt x="8579" y="8062"/>
                  </a:cubicBezTo>
                  <a:cubicBezTo>
                    <a:pt x="9123" y="8062"/>
                    <a:pt x="9546" y="7950"/>
                    <a:pt x="9792" y="7737"/>
                  </a:cubicBezTo>
                  <a:cubicBezTo>
                    <a:pt x="10042" y="7520"/>
                    <a:pt x="10176" y="6400"/>
                    <a:pt x="10176" y="5682"/>
                  </a:cubicBezTo>
                  <a:cubicBezTo>
                    <a:pt x="10193" y="4980"/>
                    <a:pt x="10844" y="4930"/>
                    <a:pt x="10844" y="4679"/>
                  </a:cubicBezTo>
                  <a:cubicBezTo>
                    <a:pt x="10878" y="4128"/>
                    <a:pt x="10026" y="4646"/>
                    <a:pt x="10126" y="2323"/>
                  </a:cubicBezTo>
                  <a:cubicBezTo>
                    <a:pt x="10092" y="1037"/>
                    <a:pt x="9875" y="368"/>
                    <a:pt x="9524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01;p52">
              <a:extLst>
                <a:ext uri="{FF2B5EF4-FFF2-40B4-BE49-F238E27FC236}">
                  <a16:creationId xmlns:a16="http://schemas.microsoft.com/office/drawing/2014/main" id="{E79B7085-3F6B-4007-BB13-A13B0A3B7E7E}"/>
                </a:ext>
              </a:extLst>
            </p:cNvPr>
            <p:cNvSpPr/>
            <p:nvPr/>
          </p:nvSpPr>
          <p:spPr>
            <a:xfrm>
              <a:off x="5050837" y="1565511"/>
              <a:ext cx="271015" cy="454693"/>
            </a:xfrm>
            <a:custGeom>
              <a:avLst/>
              <a:gdLst/>
              <a:ahLst/>
              <a:cxnLst/>
              <a:rect l="l" t="t" r="r" b="b"/>
              <a:pathLst>
                <a:path w="8456" h="14187" extrusionOk="0">
                  <a:moveTo>
                    <a:pt x="3275" y="1"/>
                  </a:moveTo>
                  <a:cubicBezTo>
                    <a:pt x="3175" y="619"/>
                    <a:pt x="2757" y="736"/>
                    <a:pt x="2757" y="736"/>
                  </a:cubicBezTo>
                  <a:cubicBezTo>
                    <a:pt x="2757" y="736"/>
                    <a:pt x="3092" y="4880"/>
                    <a:pt x="2707" y="5999"/>
                  </a:cubicBezTo>
                  <a:cubicBezTo>
                    <a:pt x="2323" y="7119"/>
                    <a:pt x="1170" y="7754"/>
                    <a:pt x="1" y="8138"/>
                  </a:cubicBezTo>
                  <a:cubicBezTo>
                    <a:pt x="1036" y="10043"/>
                    <a:pt x="4512" y="13552"/>
                    <a:pt x="6066" y="14186"/>
                  </a:cubicBezTo>
                  <a:cubicBezTo>
                    <a:pt x="7219" y="13902"/>
                    <a:pt x="8455" y="8188"/>
                    <a:pt x="8455" y="8188"/>
                  </a:cubicBezTo>
                  <a:cubicBezTo>
                    <a:pt x="8455" y="8188"/>
                    <a:pt x="7369" y="8021"/>
                    <a:pt x="6968" y="7587"/>
                  </a:cubicBezTo>
                  <a:cubicBezTo>
                    <a:pt x="6567" y="7102"/>
                    <a:pt x="6350" y="6484"/>
                    <a:pt x="6400" y="5866"/>
                  </a:cubicBezTo>
                  <a:cubicBezTo>
                    <a:pt x="6416" y="5604"/>
                    <a:pt x="6481" y="3976"/>
                    <a:pt x="7192" y="3976"/>
                  </a:cubicBezTo>
                  <a:cubicBezTo>
                    <a:pt x="7206" y="3976"/>
                    <a:pt x="7221" y="3976"/>
                    <a:pt x="7235" y="3978"/>
                  </a:cubicBezTo>
                  <a:cubicBezTo>
                    <a:pt x="6433" y="3827"/>
                    <a:pt x="4244" y="3226"/>
                    <a:pt x="3459" y="770"/>
                  </a:cubicBezTo>
                  <a:cubicBezTo>
                    <a:pt x="3426" y="602"/>
                    <a:pt x="3342" y="369"/>
                    <a:pt x="3275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2;p52">
              <a:extLst>
                <a:ext uri="{FF2B5EF4-FFF2-40B4-BE49-F238E27FC236}">
                  <a16:creationId xmlns:a16="http://schemas.microsoft.com/office/drawing/2014/main" id="{F8F682E8-EF38-0E8B-7196-949E3C117E61}"/>
                </a:ext>
              </a:extLst>
            </p:cNvPr>
            <p:cNvSpPr/>
            <p:nvPr/>
          </p:nvSpPr>
          <p:spPr>
            <a:xfrm>
              <a:off x="5109745" y="1507628"/>
              <a:ext cx="37531" cy="62209"/>
            </a:xfrm>
            <a:custGeom>
              <a:avLst/>
              <a:gdLst/>
              <a:ahLst/>
              <a:cxnLst/>
              <a:rect l="l" t="t" r="r" b="b"/>
              <a:pathLst>
                <a:path w="1171" h="1941" extrusionOk="0">
                  <a:moveTo>
                    <a:pt x="253" y="1"/>
                  </a:moveTo>
                  <a:cubicBezTo>
                    <a:pt x="89" y="1"/>
                    <a:pt x="0" y="103"/>
                    <a:pt x="0" y="103"/>
                  </a:cubicBezTo>
                  <a:cubicBezTo>
                    <a:pt x="6" y="103"/>
                    <a:pt x="12" y="102"/>
                    <a:pt x="18" y="102"/>
                  </a:cubicBezTo>
                  <a:cubicBezTo>
                    <a:pt x="604" y="102"/>
                    <a:pt x="686" y="921"/>
                    <a:pt x="686" y="921"/>
                  </a:cubicBezTo>
                  <a:cubicBezTo>
                    <a:pt x="619" y="921"/>
                    <a:pt x="535" y="938"/>
                    <a:pt x="452" y="955"/>
                  </a:cubicBezTo>
                  <a:cubicBezTo>
                    <a:pt x="84" y="1055"/>
                    <a:pt x="117" y="1941"/>
                    <a:pt x="652" y="1941"/>
                  </a:cubicBezTo>
                  <a:cubicBezTo>
                    <a:pt x="1170" y="1941"/>
                    <a:pt x="1103" y="504"/>
                    <a:pt x="602" y="136"/>
                  </a:cubicBezTo>
                  <a:cubicBezTo>
                    <a:pt x="463" y="33"/>
                    <a:pt x="346" y="1"/>
                    <a:pt x="25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3;p52">
              <a:extLst>
                <a:ext uri="{FF2B5EF4-FFF2-40B4-BE49-F238E27FC236}">
                  <a16:creationId xmlns:a16="http://schemas.microsoft.com/office/drawing/2014/main" id="{07453CA6-7D22-7609-96ED-285E3622E813}"/>
                </a:ext>
              </a:extLst>
            </p:cNvPr>
            <p:cNvSpPr/>
            <p:nvPr/>
          </p:nvSpPr>
          <p:spPr>
            <a:xfrm>
              <a:off x="5285924" y="1489071"/>
              <a:ext cx="51985" cy="25608"/>
            </a:xfrm>
            <a:custGeom>
              <a:avLst/>
              <a:gdLst/>
              <a:ahLst/>
              <a:cxnLst/>
              <a:rect l="l" t="t" r="r" b="b"/>
              <a:pathLst>
                <a:path w="1622" h="799" extrusionOk="0">
                  <a:moveTo>
                    <a:pt x="792" y="1"/>
                  </a:moveTo>
                  <a:cubicBezTo>
                    <a:pt x="448" y="1"/>
                    <a:pt x="109" y="222"/>
                    <a:pt x="1" y="799"/>
                  </a:cubicBezTo>
                  <a:cubicBezTo>
                    <a:pt x="355" y="591"/>
                    <a:pt x="762" y="491"/>
                    <a:pt x="1171" y="491"/>
                  </a:cubicBezTo>
                  <a:cubicBezTo>
                    <a:pt x="1322" y="491"/>
                    <a:pt x="1473" y="504"/>
                    <a:pt x="1621" y="531"/>
                  </a:cubicBezTo>
                  <a:cubicBezTo>
                    <a:pt x="1488" y="222"/>
                    <a:pt x="1137" y="1"/>
                    <a:pt x="79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4;p52">
              <a:extLst>
                <a:ext uri="{FF2B5EF4-FFF2-40B4-BE49-F238E27FC236}">
                  <a16:creationId xmlns:a16="http://schemas.microsoft.com/office/drawing/2014/main" id="{CC25FFF1-4934-0FD9-1012-C221A1C569F5}"/>
                </a:ext>
              </a:extLst>
            </p:cNvPr>
            <p:cNvSpPr/>
            <p:nvPr/>
          </p:nvSpPr>
          <p:spPr>
            <a:xfrm>
              <a:off x="5308967" y="1536057"/>
              <a:ext cx="28941" cy="28973"/>
            </a:xfrm>
            <a:custGeom>
              <a:avLst/>
              <a:gdLst/>
              <a:ahLst/>
              <a:cxnLst/>
              <a:rect l="l" t="t" r="r" b="b"/>
              <a:pathLst>
                <a:path w="903" h="904" extrusionOk="0">
                  <a:moveTo>
                    <a:pt x="468" y="1"/>
                  </a:moveTo>
                  <a:cubicBezTo>
                    <a:pt x="384" y="1"/>
                    <a:pt x="301" y="18"/>
                    <a:pt x="234" y="51"/>
                  </a:cubicBezTo>
                  <a:cubicBezTo>
                    <a:pt x="201" y="85"/>
                    <a:pt x="167" y="101"/>
                    <a:pt x="134" y="135"/>
                  </a:cubicBezTo>
                  <a:cubicBezTo>
                    <a:pt x="84" y="185"/>
                    <a:pt x="33" y="252"/>
                    <a:pt x="17" y="335"/>
                  </a:cubicBezTo>
                  <a:cubicBezTo>
                    <a:pt x="17" y="369"/>
                    <a:pt x="0" y="402"/>
                    <a:pt x="0" y="435"/>
                  </a:cubicBezTo>
                  <a:cubicBezTo>
                    <a:pt x="0" y="686"/>
                    <a:pt x="201" y="887"/>
                    <a:pt x="434" y="903"/>
                  </a:cubicBezTo>
                  <a:cubicBezTo>
                    <a:pt x="518" y="903"/>
                    <a:pt x="602" y="887"/>
                    <a:pt x="668" y="853"/>
                  </a:cubicBezTo>
                  <a:cubicBezTo>
                    <a:pt x="702" y="820"/>
                    <a:pt x="735" y="803"/>
                    <a:pt x="769" y="786"/>
                  </a:cubicBezTo>
                  <a:cubicBezTo>
                    <a:pt x="819" y="719"/>
                    <a:pt x="869" y="653"/>
                    <a:pt x="886" y="569"/>
                  </a:cubicBezTo>
                  <a:cubicBezTo>
                    <a:pt x="886" y="536"/>
                    <a:pt x="902" y="502"/>
                    <a:pt x="902" y="469"/>
                  </a:cubicBezTo>
                  <a:cubicBezTo>
                    <a:pt x="902" y="285"/>
                    <a:pt x="802" y="118"/>
                    <a:pt x="635" y="34"/>
                  </a:cubicBezTo>
                  <a:cubicBezTo>
                    <a:pt x="585" y="18"/>
                    <a:pt x="518" y="1"/>
                    <a:pt x="46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05;p52">
              <a:extLst>
                <a:ext uri="{FF2B5EF4-FFF2-40B4-BE49-F238E27FC236}">
                  <a16:creationId xmlns:a16="http://schemas.microsoft.com/office/drawing/2014/main" id="{040394DE-F72E-F95D-4972-DF194E4D414D}"/>
                </a:ext>
              </a:extLst>
            </p:cNvPr>
            <p:cNvSpPr/>
            <p:nvPr/>
          </p:nvSpPr>
          <p:spPr>
            <a:xfrm>
              <a:off x="5295571" y="1624418"/>
              <a:ext cx="61600" cy="29742"/>
            </a:xfrm>
            <a:custGeom>
              <a:avLst/>
              <a:gdLst/>
              <a:ahLst/>
              <a:cxnLst/>
              <a:rect l="l" t="t" r="r" b="b"/>
              <a:pathLst>
                <a:path w="1922" h="928" extrusionOk="0">
                  <a:moveTo>
                    <a:pt x="0" y="1"/>
                  </a:moveTo>
                  <a:lnTo>
                    <a:pt x="0" y="1"/>
                  </a:lnTo>
                  <a:cubicBezTo>
                    <a:pt x="50" y="469"/>
                    <a:pt x="401" y="836"/>
                    <a:pt x="869" y="920"/>
                  </a:cubicBezTo>
                  <a:cubicBezTo>
                    <a:pt x="906" y="925"/>
                    <a:pt x="941" y="927"/>
                    <a:pt x="976" y="927"/>
                  </a:cubicBezTo>
                  <a:cubicBezTo>
                    <a:pt x="1537" y="927"/>
                    <a:pt x="1922" y="335"/>
                    <a:pt x="1922" y="335"/>
                  </a:cubicBezTo>
                  <a:cubicBezTo>
                    <a:pt x="1922" y="335"/>
                    <a:pt x="1504" y="302"/>
                    <a:pt x="936" y="235"/>
                  </a:cubicBezTo>
                  <a:cubicBezTo>
                    <a:pt x="602" y="201"/>
                    <a:pt x="301" y="11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1899;p66">
            <a:extLst>
              <a:ext uri="{FF2B5EF4-FFF2-40B4-BE49-F238E27FC236}">
                <a16:creationId xmlns:a16="http://schemas.microsoft.com/office/drawing/2014/main" id="{0FA2915E-21C7-A88F-3474-1493D95C584D}"/>
              </a:ext>
            </a:extLst>
          </p:cNvPr>
          <p:cNvGrpSpPr/>
          <p:nvPr/>
        </p:nvGrpSpPr>
        <p:grpSpPr>
          <a:xfrm>
            <a:off x="7957058" y="984969"/>
            <a:ext cx="3727650" cy="5216725"/>
            <a:chOff x="1927175" y="238100"/>
            <a:chExt cx="3727650" cy="5216725"/>
          </a:xfrm>
        </p:grpSpPr>
        <p:sp>
          <p:nvSpPr>
            <p:cNvPr id="41" name="Google Shape;1900;p66">
              <a:extLst>
                <a:ext uri="{FF2B5EF4-FFF2-40B4-BE49-F238E27FC236}">
                  <a16:creationId xmlns:a16="http://schemas.microsoft.com/office/drawing/2014/main" id="{8A7E9D3D-CEB8-B6A3-4F9E-1FD89689676A}"/>
                </a:ext>
              </a:extLst>
            </p:cNvPr>
            <p:cNvSpPr/>
            <p:nvPr/>
          </p:nvSpPr>
          <p:spPr>
            <a:xfrm>
              <a:off x="2522500" y="245075"/>
              <a:ext cx="923075" cy="990725"/>
            </a:xfrm>
            <a:custGeom>
              <a:avLst/>
              <a:gdLst/>
              <a:ahLst/>
              <a:cxnLst/>
              <a:rect l="l" t="t" r="r" b="b"/>
              <a:pathLst>
                <a:path w="36923" h="39629" extrusionOk="0">
                  <a:moveTo>
                    <a:pt x="13329" y="1"/>
                  </a:moveTo>
                  <a:cubicBezTo>
                    <a:pt x="11744" y="1"/>
                    <a:pt x="10176" y="691"/>
                    <a:pt x="9115" y="2017"/>
                  </a:cubicBezTo>
                  <a:cubicBezTo>
                    <a:pt x="8166" y="3165"/>
                    <a:pt x="7548" y="4555"/>
                    <a:pt x="6776" y="5835"/>
                  </a:cubicBezTo>
                  <a:cubicBezTo>
                    <a:pt x="5165" y="8550"/>
                    <a:pt x="2252" y="10139"/>
                    <a:pt x="861" y="13052"/>
                  </a:cubicBezTo>
                  <a:cubicBezTo>
                    <a:pt x="0" y="14862"/>
                    <a:pt x="221" y="17179"/>
                    <a:pt x="927" y="19011"/>
                  </a:cubicBezTo>
                  <a:cubicBezTo>
                    <a:pt x="1634" y="20931"/>
                    <a:pt x="3068" y="22520"/>
                    <a:pt x="2825" y="24683"/>
                  </a:cubicBezTo>
                  <a:cubicBezTo>
                    <a:pt x="2671" y="25985"/>
                    <a:pt x="2207" y="27243"/>
                    <a:pt x="1987" y="28523"/>
                  </a:cubicBezTo>
                  <a:cubicBezTo>
                    <a:pt x="1766" y="29803"/>
                    <a:pt x="1854" y="31237"/>
                    <a:pt x="2649" y="32275"/>
                  </a:cubicBezTo>
                  <a:cubicBezTo>
                    <a:pt x="3478" y="33362"/>
                    <a:pt x="4887" y="33748"/>
                    <a:pt x="6296" y="33748"/>
                  </a:cubicBezTo>
                  <a:cubicBezTo>
                    <a:pt x="6688" y="33748"/>
                    <a:pt x="7080" y="33718"/>
                    <a:pt x="7460" y="33665"/>
                  </a:cubicBezTo>
                  <a:cubicBezTo>
                    <a:pt x="9063" y="33442"/>
                    <a:pt x="10628" y="32901"/>
                    <a:pt x="12225" y="32901"/>
                  </a:cubicBezTo>
                  <a:cubicBezTo>
                    <a:pt x="12365" y="32901"/>
                    <a:pt x="12506" y="32906"/>
                    <a:pt x="12646" y="32915"/>
                  </a:cubicBezTo>
                  <a:cubicBezTo>
                    <a:pt x="15052" y="33069"/>
                    <a:pt x="17126" y="34526"/>
                    <a:pt x="19068" y="35938"/>
                  </a:cubicBezTo>
                  <a:cubicBezTo>
                    <a:pt x="20702" y="37152"/>
                    <a:pt x="22578" y="39116"/>
                    <a:pt x="24630" y="39513"/>
                  </a:cubicBezTo>
                  <a:cubicBezTo>
                    <a:pt x="25031" y="39590"/>
                    <a:pt x="25429" y="39629"/>
                    <a:pt x="25820" y="39629"/>
                  </a:cubicBezTo>
                  <a:cubicBezTo>
                    <a:pt x="27453" y="39629"/>
                    <a:pt x="28956" y="38951"/>
                    <a:pt x="29971" y="37527"/>
                  </a:cubicBezTo>
                  <a:cubicBezTo>
                    <a:pt x="31185" y="35850"/>
                    <a:pt x="31538" y="33731"/>
                    <a:pt x="31913" y="31723"/>
                  </a:cubicBezTo>
                  <a:cubicBezTo>
                    <a:pt x="32266" y="29692"/>
                    <a:pt x="32178" y="27839"/>
                    <a:pt x="33568" y="26338"/>
                  </a:cubicBezTo>
                  <a:cubicBezTo>
                    <a:pt x="35179" y="24572"/>
                    <a:pt x="36923" y="22520"/>
                    <a:pt x="36746" y="20136"/>
                  </a:cubicBezTo>
                  <a:cubicBezTo>
                    <a:pt x="36592" y="17863"/>
                    <a:pt x="34760" y="16098"/>
                    <a:pt x="32862" y="14840"/>
                  </a:cubicBezTo>
                  <a:cubicBezTo>
                    <a:pt x="31317" y="13824"/>
                    <a:pt x="29574" y="13008"/>
                    <a:pt x="28227" y="11684"/>
                  </a:cubicBezTo>
                  <a:cubicBezTo>
                    <a:pt x="27036" y="10536"/>
                    <a:pt x="26682" y="8484"/>
                    <a:pt x="26263" y="6939"/>
                  </a:cubicBezTo>
                  <a:cubicBezTo>
                    <a:pt x="26064" y="6100"/>
                    <a:pt x="25800" y="5284"/>
                    <a:pt x="25491" y="4489"/>
                  </a:cubicBezTo>
                  <a:cubicBezTo>
                    <a:pt x="25093" y="3430"/>
                    <a:pt x="23858" y="2900"/>
                    <a:pt x="22710" y="2768"/>
                  </a:cubicBezTo>
                  <a:cubicBezTo>
                    <a:pt x="21584" y="2657"/>
                    <a:pt x="20415" y="2790"/>
                    <a:pt x="19289" y="2525"/>
                  </a:cubicBezTo>
                  <a:cubicBezTo>
                    <a:pt x="18340" y="2260"/>
                    <a:pt x="17457" y="1797"/>
                    <a:pt x="16707" y="1179"/>
                  </a:cubicBezTo>
                  <a:cubicBezTo>
                    <a:pt x="15707" y="386"/>
                    <a:pt x="14513" y="1"/>
                    <a:pt x="13329" y="1"/>
                  </a:cubicBezTo>
                  <a:close/>
                </a:path>
              </a:pathLst>
            </a:custGeom>
            <a:solidFill>
              <a:srgbClr val="CE4E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901;p66">
              <a:extLst>
                <a:ext uri="{FF2B5EF4-FFF2-40B4-BE49-F238E27FC236}">
                  <a16:creationId xmlns:a16="http://schemas.microsoft.com/office/drawing/2014/main" id="{615E0955-FF9B-8CFE-6BA1-5638B672F86C}"/>
                </a:ext>
              </a:extLst>
            </p:cNvPr>
            <p:cNvSpPr/>
            <p:nvPr/>
          </p:nvSpPr>
          <p:spPr>
            <a:xfrm>
              <a:off x="2643325" y="474200"/>
              <a:ext cx="667625" cy="590975"/>
            </a:xfrm>
            <a:custGeom>
              <a:avLst/>
              <a:gdLst/>
              <a:ahLst/>
              <a:cxnLst/>
              <a:rect l="l" t="t" r="r" b="b"/>
              <a:pathLst>
                <a:path w="26705" h="23639" extrusionOk="0">
                  <a:moveTo>
                    <a:pt x="14741" y="1"/>
                  </a:moveTo>
                  <a:cubicBezTo>
                    <a:pt x="13933" y="1"/>
                    <a:pt x="13124" y="196"/>
                    <a:pt x="12360" y="488"/>
                  </a:cubicBezTo>
                  <a:cubicBezTo>
                    <a:pt x="10991" y="1018"/>
                    <a:pt x="9733" y="1812"/>
                    <a:pt x="8321" y="2210"/>
                  </a:cubicBezTo>
                  <a:cubicBezTo>
                    <a:pt x="6489" y="2695"/>
                    <a:pt x="4569" y="2210"/>
                    <a:pt x="2804" y="2894"/>
                  </a:cubicBezTo>
                  <a:cubicBezTo>
                    <a:pt x="1435" y="3424"/>
                    <a:pt x="266" y="4461"/>
                    <a:pt x="133" y="6006"/>
                  </a:cubicBezTo>
                  <a:cubicBezTo>
                    <a:pt x="1" y="7418"/>
                    <a:pt x="883" y="8786"/>
                    <a:pt x="1148" y="10155"/>
                  </a:cubicBezTo>
                  <a:cubicBezTo>
                    <a:pt x="1457" y="11633"/>
                    <a:pt x="1523" y="13156"/>
                    <a:pt x="1347" y="14657"/>
                  </a:cubicBezTo>
                  <a:cubicBezTo>
                    <a:pt x="1215" y="15650"/>
                    <a:pt x="994" y="16643"/>
                    <a:pt x="1237" y="17614"/>
                  </a:cubicBezTo>
                  <a:cubicBezTo>
                    <a:pt x="1590" y="18740"/>
                    <a:pt x="2539" y="19600"/>
                    <a:pt x="3708" y="19843"/>
                  </a:cubicBezTo>
                  <a:cubicBezTo>
                    <a:pt x="4437" y="19998"/>
                    <a:pt x="5209" y="19998"/>
                    <a:pt x="5959" y="20174"/>
                  </a:cubicBezTo>
                  <a:cubicBezTo>
                    <a:pt x="6710" y="20329"/>
                    <a:pt x="7438" y="20572"/>
                    <a:pt x="8144" y="20858"/>
                  </a:cubicBezTo>
                  <a:cubicBezTo>
                    <a:pt x="9844" y="21543"/>
                    <a:pt x="11389" y="22558"/>
                    <a:pt x="13110" y="23176"/>
                  </a:cubicBezTo>
                  <a:cubicBezTo>
                    <a:pt x="13937" y="23483"/>
                    <a:pt x="14803" y="23639"/>
                    <a:pt x="15669" y="23639"/>
                  </a:cubicBezTo>
                  <a:cubicBezTo>
                    <a:pt x="16420" y="23639"/>
                    <a:pt x="17171" y="23522"/>
                    <a:pt x="17899" y="23286"/>
                  </a:cubicBezTo>
                  <a:cubicBezTo>
                    <a:pt x="19267" y="22845"/>
                    <a:pt x="19620" y="21388"/>
                    <a:pt x="20238" y="20196"/>
                  </a:cubicBezTo>
                  <a:cubicBezTo>
                    <a:pt x="21077" y="18519"/>
                    <a:pt x="21938" y="16776"/>
                    <a:pt x="23306" y="15451"/>
                  </a:cubicBezTo>
                  <a:cubicBezTo>
                    <a:pt x="23924" y="14856"/>
                    <a:pt x="24674" y="14480"/>
                    <a:pt x="25204" y="13730"/>
                  </a:cubicBezTo>
                  <a:cubicBezTo>
                    <a:pt x="26705" y="11678"/>
                    <a:pt x="26352" y="8808"/>
                    <a:pt x="24387" y="7175"/>
                  </a:cubicBezTo>
                  <a:cubicBezTo>
                    <a:pt x="23218" y="6182"/>
                    <a:pt x="21629" y="5807"/>
                    <a:pt x="20459" y="4836"/>
                  </a:cubicBezTo>
                  <a:cubicBezTo>
                    <a:pt x="19687" y="4196"/>
                    <a:pt x="19135" y="3357"/>
                    <a:pt x="18561" y="2541"/>
                  </a:cubicBezTo>
                  <a:cubicBezTo>
                    <a:pt x="17921" y="1592"/>
                    <a:pt x="17281" y="599"/>
                    <a:pt x="16156" y="223"/>
                  </a:cubicBezTo>
                  <a:cubicBezTo>
                    <a:pt x="15690" y="68"/>
                    <a:pt x="15215" y="1"/>
                    <a:pt x="14741" y="1"/>
                  </a:cubicBezTo>
                  <a:close/>
                </a:path>
              </a:pathLst>
            </a:custGeom>
            <a:solidFill>
              <a:srgbClr val="AD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902;p66">
              <a:extLst>
                <a:ext uri="{FF2B5EF4-FFF2-40B4-BE49-F238E27FC236}">
                  <a16:creationId xmlns:a16="http://schemas.microsoft.com/office/drawing/2014/main" id="{F20D27D1-7600-FCAD-4D48-914259321F1C}"/>
                </a:ext>
              </a:extLst>
            </p:cNvPr>
            <p:cNvSpPr/>
            <p:nvPr/>
          </p:nvSpPr>
          <p:spPr>
            <a:xfrm>
              <a:off x="1942075" y="1048875"/>
              <a:ext cx="654925" cy="818025"/>
            </a:xfrm>
            <a:custGeom>
              <a:avLst/>
              <a:gdLst/>
              <a:ahLst/>
              <a:cxnLst/>
              <a:rect l="l" t="t" r="r" b="b"/>
              <a:pathLst>
                <a:path w="26197" h="32721" extrusionOk="0">
                  <a:moveTo>
                    <a:pt x="22333" y="0"/>
                  </a:moveTo>
                  <a:cubicBezTo>
                    <a:pt x="21861" y="0"/>
                    <a:pt x="21334" y="67"/>
                    <a:pt x="20746" y="211"/>
                  </a:cubicBezTo>
                  <a:cubicBezTo>
                    <a:pt x="18936" y="652"/>
                    <a:pt x="8078" y="13232"/>
                    <a:pt x="2914" y="22369"/>
                  </a:cubicBezTo>
                  <a:cubicBezTo>
                    <a:pt x="1126" y="25547"/>
                    <a:pt x="0" y="28305"/>
                    <a:pt x="199" y="29983"/>
                  </a:cubicBezTo>
                  <a:cubicBezTo>
                    <a:pt x="428" y="31974"/>
                    <a:pt x="1534" y="32720"/>
                    <a:pt x="3012" y="32720"/>
                  </a:cubicBezTo>
                  <a:cubicBezTo>
                    <a:pt x="5662" y="32720"/>
                    <a:pt x="9506" y="30320"/>
                    <a:pt x="11631" y="28394"/>
                  </a:cubicBezTo>
                  <a:cubicBezTo>
                    <a:pt x="13375" y="26805"/>
                    <a:pt x="17104" y="22015"/>
                    <a:pt x="20238" y="17822"/>
                  </a:cubicBezTo>
                  <a:cubicBezTo>
                    <a:pt x="21452" y="16211"/>
                    <a:pt x="22555" y="14688"/>
                    <a:pt x="23438" y="13497"/>
                  </a:cubicBezTo>
                  <a:cubicBezTo>
                    <a:pt x="25248" y="11025"/>
                    <a:pt x="26197" y="8045"/>
                    <a:pt x="26109" y="5000"/>
                  </a:cubicBezTo>
                  <a:cubicBezTo>
                    <a:pt x="26014" y="2443"/>
                    <a:pt x="25188" y="0"/>
                    <a:pt x="22333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903;p66">
              <a:extLst>
                <a:ext uri="{FF2B5EF4-FFF2-40B4-BE49-F238E27FC236}">
                  <a16:creationId xmlns:a16="http://schemas.microsoft.com/office/drawing/2014/main" id="{A8F097EA-7700-08DA-FDC0-A8F875B4062D}"/>
                </a:ext>
              </a:extLst>
            </p:cNvPr>
            <p:cNvSpPr/>
            <p:nvPr/>
          </p:nvSpPr>
          <p:spPr>
            <a:xfrm>
              <a:off x="3276725" y="1051200"/>
              <a:ext cx="361400" cy="865725"/>
            </a:xfrm>
            <a:custGeom>
              <a:avLst/>
              <a:gdLst/>
              <a:ahLst/>
              <a:cxnLst/>
              <a:rect l="l" t="t" r="r" b="b"/>
              <a:pathLst>
                <a:path w="14456" h="34629" extrusionOk="0">
                  <a:moveTo>
                    <a:pt x="955" y="1"/>
                  </a:moveTo>
                  <a:cubicBezTo>
                    <a:pt x="448" y="1"/>
                    <a:pt x="130" y="268"/>
                    <a:pt x="111" y="890"/>
                  </a:cubicBezTo>
                  <a:cubicBezTo>
                    <a:pt x="22" y="3428"/>
                    <a:pt x="0" y="5856"/>
                    <a:pt x="45" y="8173"/>
                  </a:cubicBezTo>
                  <a:cubicBezTo>
                    <a:pt x="354" y="22938"/>
                    <a:pt x="3200" y="32781"/>
                    <a:pt x="5562" y="33796"/>
                  </a:cubicBezTo>
                  <a:cubicBezTo>
                    <a:pt x="6600" y="34239"/>
                    <a:pt x="7859" y="34629"/>
                    <a:pt x="9109" y="34629"/>
                  </a:cubicBezTo>
                  <a:cubicBezTo>
                    <a:pt x="11155" y="34629"/>
                    <a:pt x="13174" y="33584"/>
                    <a:pt x="14147" y="30022"/>
                  </a:cubicBezTo>
                  <a:cubicBezTo>
                    <a:pt x="14456" y="28919"/>
                    <a:pt x="13970" y="25763"/>
                    <a:pt x="13176" y="22055"/>
                  </a:cubicBezTo>
                  <a:cubicBezTo>
                    <a:pt x="11918" y="16162"/>
                    <a:pt x="9799" y="8924"/>
                    <a:pt x="8696" y="6606"/>
                  </a:cubicBezTo>
                  <a:cubicBezTo>
                    <a:pt x="7255" y="3638"/>
                    <a:pt x="2824" y="1"/>
                    <a:pt x="955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904;p66">
              <a:extLst>
                <a:ext uri="{FF2B5EF4-FFF2-40B4-BE49-F238E27FC236}">
                  <a16:creationId xmlns:a16="http://schemas.microsoft.com/office/drawing/2014/main" id="{9542CCD2-0242-33C9-99A0-5EABC264EEFC}"/>
                </a:ext>
              </a:extLst>
            </p:cNvPr>
            <p:cNvSpPr/>
            <p:nvPr/>
          </p:nvSpPr>
          <p:spPr>
            <a:xfrm>
              <a:off x="3260175" y="5137550"/>
              <a:ext cx="805000" cy="317275"/>
            </a:xfrm>
            <a:custGeom>
              <a:avLst/>
              <a:gdLst/>
              <a:ahLst/>
              <a:cxnLst/>
              <a:rect l="l" t="t" r="r" b="b"/>
              <a:pathLst>
                <a:path w="32200" h="12691" extrusionOk="0">
                  <a:moveTo>
                    <a:pt x="12139" y="0"/>
                  </a:moveTo>
                  <a:lnTo>
                    <a:pt x="0" y="949"/>
                  </a:lnTo>
                  <a:lnTo>
                    <a:pt x="883" y="6974"/>
                  </a:lnTo>
                  <a:lnTo>
                    <a:pt x="1722" y="12690"/>
                  </a:lnTo>
                  <a:lnTo>
                    <a:pt x="32200" y="12690"/>
                  </a:lnTo>
                  <a:cubicBezTo>
                    <a:pt x="32200" y="12690"/>
                    <a:pt x="30037" y="8938"/>
                    <a:pt x="24961" y="7835"/>
                  </a:cubicBezTo>
                  <a:cubicBezTo>
                    <a:pt x="22776" y="7394"/>
                    <a:pt x="20613" y="6731"/>
                    <a:pt x="18561" y="5871"/>
                  </a:cubicBezTo>
                  <a:cubicBezTo>
                    <a:pt x="12337" y="3200"/>
                    <a:pt x="12139" y="0"/>
                    <a:pt x="12139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905;p66">
              <a:extLst>
                <a:ext uri="{FF2B5EF4-FFF2-40B4-BE49-F238E27FC236}">
                  <a16:creationId xmlns:a16="http://schemas.microsoft.com/office/drawing/2014/main" id="{24189FD9-5D00-C03D-3A35-BDFE530D967A}"/>
                </a:ext>
              </a:extLst>
            </p:cNvPr>
            <p:cNvSpPr/>
            <p:nvPr/>
          </p:nvSpPr>
          <p:spPr>
            <a:xfrm>
              <a:off x="3282250" y="5284300"/>
              <a:ext cx="782925" cy="170525"/>
            </a:xfrm>
            <a:custGeom>
              <a:avLst/>
              <a:gdLst/>
              <a:ahLst/>
              <a:cxnLst/>
              <a:rect l="l" t="t" r="r" b="b"/>
              <a:pathLst>
                <a:path w="31317" h="6821" extrusionOk="0">
                  <a:moveTo>
                    <a:pt x="17678" y="1"/>
                  </a:moveTo>
                  <a:cubicBezTo>
                    <a:pt x="16486" y="1303"/>
                    <a:pt x="15272" y="2892"/>
                    <a:pt x="14698" y="4503"/>
                  </a:cubicBezTo>
                  <a:cubicBezTo>
                    <a:pt x="7393" y="3863"/>
                    <a:pt x="2891" y="1943"/>
                    <a:pt x="0" y="1104"/>
                  </a:cubicBezTo>
                  <a:lnTo>
                    <a:pt x="0" y="1104"/>
                  </a:lnTo>
                  <a:lnTo>
                    <a:pt x="839" y="6820"/>
                  </a:lnTo>
                  <a:lnTo>
                    <a:pt x="31317" y="6820"/>
                  </a:lnTo>
                  <a:cubicBezTo>
                    <a:pt x="31317" y="6820"/>
                    <a:pt x="29154" y="3068"/>
                    <a:pt x="24078" y="1965"/>
                  </a:cubicBezTo>
                  <a:cubicBezTo>
                    <a:pt x="21893" y="1524"/>
                    <a:pt x="19730" y="861"/>
                    <a:pt x="1767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906;p66">
              <a:extLst>
                <a:ext uri="{FF2B5EF4-FFF2-40B4-BE49-F238E27FC236}">
                  <a16:creationId xmlns:a16="http://schemas.microsoft.com/office/drawing/2014/main" id="{E92746EF-782E-EBB4-ED02-32E8E6FCE52E}"/>
                </a:ext>
              </a:extLst>
            </p:cNvPr>
            <p:cNvSpPr/>
            <p:nvPr/>
          </p:nvSpPr>
          <p:spPr>
            <a:xfrm>
              <a:off x="2942925" y="2502450"/>
              <a:ext cx="727750" cy="2829325"/>
            </a:xfrm>
            <a:custGeom>
              <a:avLst/>
              <a:gdLst/>
              <a:ahLst/>
              <a:cxnLst/>
              <a:rect l="l" t="t" r="r" b="b"/>
              <a:pathLst>
                <a:path w="29110" h="113173" extrusionOk="0">
                  <a:moveTo>
                    <a:pt x="19841" y="0"/>
                  </a:moveTo>
                  <a:lnTo>
                    <a:pt x="0" y="221"/>
                  </a:lnTo>
                  <a:lnTo>
                    <a:pt x="640" y="7592"/>
                  </a:lnTo>
                  <a:lnTo>
                    <a:pt x="9976" y="113173"/>
                  </a:lnTo>
                  <a:lnTo>
                    <a:pt x="29110" y="106508"/>
                  </a:lnTo>
                  <a:lnTo>
                    <a:pt x="20503" y="7592"/>
                  </a:lnTo>
                  <a:lnTo>
                    <a:pt x="19841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907;p66">
              <a:extLst>
                <a:ext uri="{FF2B5EF4-FFF2-40B4-BE49-F238E27FC236}">
                  <a16:creationId xmlns:a16="http://schemas.microsoft.com/office/drawing/2014/main" id="{0C973335-1938-C69C-F9E3-A91152312535}"/>
                </a:ext>
              </a:extLst>
            </p:cNvPr>
            <p:cNvSpPr/>
            <p:nvPr/>
          </p:nvSpPr>
          <p:spPr>
            <a:xfrm>
              <a:off x="2942925" y="2502450"/>
              <a:ext cx="512575" cy="189825"/>
            </a:xfrm>
            <a:custGeom>
              <a:avLst/>
              <a:gdLst/>
              <a:ahLst/>
              <a:cxnLst/>
              <a:rect l="l" t="t" r="r" b="b"/>
              <a:pathLst>
                <a:path w="20503" h="7593" extrusionOk="0">
                  <a:moveTo>
                    <a:pt x="19841" y="0"/>
                  </a:moveTo>
                  <a:lnTo>
                    <a:pt x="0" y="221"/>
                  </a:lnTo>
                  <a:lnTo>
                    <a:pt x="640" y="7592"/>
                  </a:lnTo>
                  <a:lnTo>
                    <a:pt x="20503" y="7592"/>
                  </a:lnTo>
                  <a:lnTo>
                    <a:pt x="19841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908;p66">
              <a:extLst>
                <a:ext uri="{FF2B5EF4-FFF2-40B4-BE49-F238E27FC236}">
                  <a16:creationId xmlns:a16="http://schemas.microsoft.com/office/drawing/2014/main" id="{4E25E201-C6A1-1A5E-7174-9A259DB30181}"/>
                </a:ext>
              </a:extLst>
            </p:cNvPr>
            <p:cNvSpPr/>
            <p:nvPr/>
          </p:nvSpPr>
          <p:spPr>
            <a:xfrm>
              <a:off x="2112000" y="5137550"/>
              <a:ext cx="772475" cy="317275"/>
            </a:xfrm>
            <a:custGeom>
              <a:avLst/>
              <a:gdLst/>
              <a:ahLst/>
              <a:cxnLst/>
              <a:rect l="l" t="t" r="r" b="b"/>
              <a:pathLst>
                <a:path w="30899" h="12691" extrusionOk="0">
                  <a:moveTo>
                    <a:pt x="18650" y="0"/>
                  </a:moveTo>
                  <a:cubicBezTo>
                    <a:pt x="18650" y="0"/>
                    <a:pt x="18804" y="3200"/>
                    <a:pt x="12889" y="5871"/>
                  </a:cubicBezTo>
                  <a:cubicBezTo>
                    <a:pt x="10903" y="6731"/>
                    <a:pt x="8829" y="7394"/>
                    <a:pt x="6688" y="7835"/>
                  </a:cubicBezTo>
                  <a:cubicBezTo>
                    <a:pt x="1744" y="8938"/>
                    <a:pt x="1" y="12690"/>
                    <a:pt x="1" y="12690"/>
                  </a:cubicBezTo>
                  <a:lnTo>
                    <a:pt x="30457" y="12690"/>
                  </a:lnTo>
                  <a:lnTo>
                    <a:pt x="30677" y="6974"/>
                  </a:lnTo>
                  <a:lnTo>
                    <a:pt x="30898" y="949"/>
                  </a:lnTo>
                  <a:lnTo>
                    <a:pt x="18650" y="0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909;p66">
              <a:extLst>
                <a:ext uri="{FF2B5EF4-FFF2-40B4-BE49-F238E27FC236}">
                  <a16:creationId xmlns:a16="http://schemas.microsoft.com/office/drawing/2014/main" id="{04C2A186-7F39-29D4-E677-CCBCFF8804FB}"/>
                </a:ext>
              </a:extLst>
            </p:cNvPr>
            <p:cNvSpPr/>
            <p:nvPr/>
          </p:nvSpPr>
          <p:spPr>
            <a:xfrm>
              <a:off x="2112000" y="5284300"/>
              <a:ext cx="766950" cy="170525"/>
            </a:xfrm>
            <a:custGeom>
              <a:avLst/>
              <a:gdLst/>
              <a:ahLst/>
              <a:cxnLst/>
              <a:rect l="l" t="t" r="r" b="b"/>
              <a:pathLst>
                <a:path w="30678" h="6821" extrusionOk="0">
                  <a:moveTo>
                    <a:pt x="12889" y="1"/>
                  </a:moveTo>
                  <a:cubicBezTo>
                    <a:pt x="10903" y="861"/>
                    <a:pt x="8829" y="1524"/>
                    <a:pt x="6688" y="1965"/>
                  </a:cubicBezTo>
                  <a:cubicBezTo>
                    <a:pt x="1744" y="3068"/>
                    <a:pt x="1" y="6820"/>
                    <a:pt x="1" y="6820"/>
                  </a:cubicBezTo>
                  <a:lnTo>
                    <a:pt x="30457" y="6820"/>
                  </a:lnTo>
                  <a:lnTo>
                    <a:pt x="30677" y="1104"/>
                  </a:lnTo>
                  <a:lnTo>
                    <a:pt x="30677" y="1104"/>
                  </a:lnTo>
                  <a:cubicBezTo>
                    <a:pt x="27875" y="1943"/>
                    <a:pt x="23593" y="3863"/>
                    <a:pt x="16354" y="4503"/>
                  </a:cubicBezTo>
                  <a:cubicBezTo>
                    <a:pt x="15604" y="2914"/>
                    <a:pt x="14214" y="1303"/>
                    <a:pt x="12889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10;p66">
              <a:extLst>
                <a:ext uri="{FF2B5EF4-FFF2-40B4-BE49-F238E27FC236}">
                  <a16:creationId xmlns:a16="http://schemas.microsoft.com/office/drawing/2014/main" id="{A14BE0D6-F7E7-F47B-3E5F-B6D9C90A6706}"/>
                </a:ext>
              </a:extLst>
            </p:cNvPr>
            <p:cNvSpPr/>
            <p:nvPr/>
          </p:nvSpPr>
          <p:spPr>
            <a:xfrm>
              <a:off x="2411050" y="2502450"/>
              <a:ext cx="560025" cy="2829325"/>
            </a:xfrm>
            <a:custGeom>
              <a:avLst/>
              <a:gdLst/>
              <a:ahLst/>
              <a:cxnLst/>
              <a:rect l="l" t="t" r="r" b="b"/>
              <a:pathLst>
                <a:path w="22401" h="113173" extrusionOk="0">
                  <a:moveTo>
                    <a:pt x="0" y="0"/>
                  </a:moveTo>
                  <a:lnTo>
                    <a:pt x="177" y="7592"/>
                  </a:lnTo>
                  <a:lnTo>
                    <a:pt x="2538" y="106508"/>
                  </a:lnTo>
                  <a:lnTo>
                    <a:pt x="22401" y="113173"/>
                  </a:lnTo>
                  <a:lnTo>
                    <a:pt x="22401" y="113173"/>
                  </a:lnTo>
                  <a:lnTo>
                    <a:pt x="20017" y="7592"/>
                  </a:lnTo>
                  <a:lnTo>
                    <a:pt x="19863" y="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911;p66">
              <a:extLst>
                <a:ext uri="{FF2B5EF4-FFF2-40B4-BE49-F238E27FC236}">
                  <a16:creationId xmlns:a16="http://schemas.microsoft.com/office/drawing/2014/main" id="{08BE74C5-111E-93D8-2324-F2D52F4D50F0}"/>
                </a:ext>
              </a:extLst>
            </p:cNvPr>
            <p:cNvSpPr/>
            <p:nvPr/>
          </p:nvSpPr>
          <p:spPr>
            <a:xfrm>
              <a:off x="2411050" y="2502450"/>
              <a:ext cx="500450" cy="189825"/>
            </a:xfrm>
            <a:custGeom>
              <a:avLst/>
              <a:gdLst/>
              <a:ahLst/>
              <a:cxnLst/>
              <a:rect l="l" t="t" r="r" b="b"/>
              <a:pathLst>
                <a:path w="20018" h="7593" extrusionOk="0">
                  <a:moveTo>
                    <a:pt x="0" y="0"/>
                  </a:moveTo>
                  <a:lnTo>
                    <a:pt x="177" y="7592"/>
                  </a:lnTo>
                  <a:lnTo>
                    <a:pt x="20017" y="7592"/>
                  </a:lnTo>
                  <a:lnTo>
                    <a:pt x="19863" y="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912;p66">
              <a:extLst>
                <a:ext uri="{FF2B5EF4-FFF2-40B4-BE49-F238E27FC236}">
                  <a16:creationId xmlns:a16="http://schemas.microsoft.com/office/drawing/2014/main" id="{197E0B9D-6BD9-9173-6856-3ED3D282B151}"/>
                </a:ext>
              </a:extLst>
            </p:cNvPr>
            <p:cNvSpPr/>
            <p:nvPr/>
          </p:nvSpPr>
          <p:spPr>
            <a:xfrm>
              <a:off x="2346500" y="974125"/>
              <a:ext cx="1157550" cy="1572475"/>
            </a:xfrm>
            <a:custGeom>
              <a:avLst/>
              <a:gdLst/>
              <a:ahLst/>
              <a:cxnLst/>
              <a:rect l="l" t="t" r="r" b="b"/>
              <a:pathLst>
                <a:path w="46302" h="62899" extrusionOk="0">
                  <a:moveTo>
                    <a:pt x="14147" y="1"/>
                  </a:moveTo>
                  <a:cubicBezTo>
                    <a:pt x="14147" y="1"/>
                    <a:pt x="13441" y="89"/>
                    <a:pt x="12403" y="288"/>
                  </a:cubicBezTo>
                  <a:cubicBezTo>
                    <a:pt x="9954" y="729"/>
                    <a:pt x="5628" y="1744"/>
                    <a:pt x="4569" y="3201"/>
                  </a:cubicBezTo>
                  <a:cubicBezTo>
                    <a:pt x="3046" y="5297"/>
                    <a:pt x="7835" y="29155"/>
                    <a:pt x="7835" y="29155"/>
                  </a:cubicBezTo>
                  <a:cubicBezTo>
                    <a:pt x="7835" y="29155"/>
                    <a:pt x="0" y="55064"/>
                    <a:pt x="1060" y="62899"/>
                  </a:cubicBezTo>
                  <a:lnTo>
                    <a:pt x="46258" y="62899"/>
                  </a:lnTo>
                  <a:cubicBezTo>
                    <a:pt x="46302" y="61398"/>
                    <a:pt x="46214" y="59919"/>
                    <a:pt x="45971" y="58441"/>
                  </a:cubicBezTo>
                  <a:cubicBezTo>
                    <a:pt x="45574" y="56123"/>
                    <a:pt x="38975" y="34738"/>
                    <a:pt x="37629" y="31185"/>
                  </a:cubicBezTo>
                  <a:cubicBezTo>
                    <a:pt x="39549" y="21364"/>
                    <a:pt x="40100" y="5915"/>
                    <a:pt x="39769" y="4106"/>
                  </a:cubicBezTo>
                  <a:cubicBezTo>
                    <a:pt x="39438" y="2296"/>
                    <a:pt x="35929" y="1391"/>
                    <a:pt x="34296" y="1060"/>
                  </a:cubicBezTo>
                  <a:cubicBezTo>
                    <a:pt x="33502" y="906"/>
                    <a:pt x="32332" y="729"/>
                    <a:pt x="31339" y="575"/>
                  </a:cubicBezTo>
                  <a:cubicBezTo>
                    <a:pt x="30258" y="442"/>
                    <a:pt x="29397" y="332"/>
                    <a:pt x="29397" y="332"/>
                  </a:cubicBezTo>
                  <a:lnTo>
                    <a:pt x="14147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913;p66">
              <a:extLst>
                <a:ext uri="{FF2B5EF4-FFF2-40B4-BE49-F238E27FC236}">
                  <a16:creationId xmlns:a16="http://schemas.microsoft.com/office/drawing/2014/main" id="{69BFAC6C-510A-E084-23FB-CF8A7A6015BD}"/>
                </a:ext>
              </a:extLst>
            </p:cNvPr>
            <p:cNvSpPr/>
            <p:nvPr/>
          </p:nvSpPr>
          <p:spPr>
            <a:xfrm>
              <a:off x="3073675" y="2140500"/>
              <a:ext cx="235625" cy="269800"/>
            </a:xfrm>
            <a:custGeom>
              <a:avLst/>
              <a:gdLst/>
              <a:ahLst/>
              <a:cxnLst/>
              <a:rect l="l" t="t" r="r" b="b"/>
              <a:pathLst>
                <a:path w="9425" h="10792" extrusionOk="0">
                  <a:moveTo>
                    <a:pt x="1" y="1"/>
                  </a:moveTo>
                  <a:lnTo>
                    <a:pt x="1" y="7504"/>
                  </a:lnTo>
                  <a:cubicBezTo>
                    <a:pt x="1" y="7504"/>
                    <a:pt x="222" y="9711"/>
                    <a:pt x="3135" y="10550"/>
                  </a:cubicBezTo>
                  <a:cubicBezTo>
                    <a:pt x="3721" y="10717"/>
                    <a:pt x="4299" y="10792"/>
                    <a:pt x="4852" y="10792"/>
                  </a:cubicBezTo>
                  <a:cubicBezTo>
                    <a:pt x="7066" y="10792"/>
                    <a:pt x="8864" y="9601"/>
                    <a:pt x="9093" y="8453"/>
                  </a:cubicBezTo>
                  <a:cubicBezTo>
                    <a:pt x="9425" y="6886"/>
                    <a:pt x="9226" y="354"/>
                    <a:pt x="9204" y="19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914;p66">
              <a:extLst>
                <a:ext uri="{FF2B5EF4-FFF2-40B4-BE49-F238E27FC236}">
                  <a16:creationId xmlns:a16="http://schemas.microsoft.com/office/drawing/2014/main" id="{832FFAAB-8FA3-AF72-E617-078BA0CB1103}"/>
                </a:ext>
              </a:extLst>
            </p:cNvPr>
            <p:cNvSpPr/>
            <p:nvPr/>
          </p:nvSpPr>
          <p:spPr>
            <a:xfrm>
              <a:off x="2529675" y="2140500"/>
              <a:ext cx="235050" cy="269800"/>
            </a:xfrm>
            <a:custGeom>
              <a:avLst/>
              <a:gdLst/>
              <a:ahLst/>
              <a:cxnLst/>
              <a:rect l="l" t="t" r="r" b="b"/>
              <a:pathLst>
                <a:path w="9402" h="10792" extrusionOk="0">
                  <a:moveTo>
                    <a:pt x="0" y="1"/>
                  </a:moveTo>
                  <a:lnTo>
                    <a:pt x="0" y="7504"/>
                  </a:lnTo>
                  <a:cubicBezTo>
                    <a:pt x="0" y="7504"/>
                    <a:pt x="199" y="9711"/>
                    <a:pt x="3134" y="10550"/>
                  </a:cubicBezTo>
                  <a:cubicBezTo>
                    <a:pt x="3716" y="10717"/>
                    <a:pt x="4292" y="10792"/>
                    <a:pt x="4843" y="10792"/>
                  </a:cubicBezTo>
                  <a:cubicBezTo>
                    <a:pt x="7051" y="10792"/>
                    <a:pt x="8863" y="9601"/>
                    <a:pt x="9093" y="8453"/>
                  </a:cubicBezTo>
                  <a:cubicBezTo>
                    <a:pt x="9402" y="6886"/>
                    <a:pt x="9225" y="354"/>
                    <a:pt x="9203" y="19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915;p66">
              <a:extLst>
                <a:ext uri="{FF2B5EF4-FFF2-40B4-BE49-F238E27FC236}">
                  <a16:creationId xmlns:a16="http://schemas.microsoft.com/office/drawing/2014/main" id="{44CC4BB9-2F2B-8BDC-5CCD-E5C38BE6842F}"/>
                </a:ext>
              </a:extLst>
            </p:cNvPr>
            <p:cNvSpPr/>
            <p:nvPr/>
          </p:nvSpPr>
          <p:spPr>
            <a:xfrm>
              <a:off x="2656575" y="974125"/>
              <a:ext cx="473400" cy="299625"/>
            </a:xfrm>
            <a:custGeom>
              <a:avLst/>
              <a:gdLst/>
              <a:ahLst/>
              <a:cxnLst/>
              <a:rect l="l" t="t" r="r" b="b"/>
              <a:pathLst>
                <a:path w="18936" h="11985" extrusionOk="0">
                  <a:moveTo>
                    <a:pt x="1722" y="1"/>
                  </a:moveTo>
                  <a:cubicBezTo>
                    <a:pt x="1722" y="1"/>
                    <a:pt x="1038" y="89"/>
                    <a:pt x="0" y="288"/>
                  </a:cubicBezTo>
                  <a:cubicBezTo>
                    <a:pt x="376" y="2936"/>
                    <a:pt x="4326" y="10793"/>
                    <a:pt x="9512" y="11984"/>
                  </a:cubicBezTo>
                  <a:cubicBezTo>
                    <a:pt x="15250" y="9689"/>
                    <a:pt x="18495" y="4481"/>
                    <a:pt x="18936" y="575"/>
                  </a:cubicBezTo>
                  <a:cubicBezTo>
                    <a:pt x="17855" y="442"/>
                    <a:pt x="16994" y="332"/>
                    <a:pt x="16994" y="332"/>
                  </a:cubicBezTo>
                  <a:lnTo>
                    <a:pt x="1722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16;p66">
              <a:extLst>
                <a:ext uri="{FF2B5EF4-FFF2-40B4-BE49-F238E27FC236}">
                  <a16:creationId xmlns:a16="http://schemas.microsoft.com/office/drawing/2014/main" id="{4A222CA1-E406-9134-47BC-1138B744F3CA}"/>
                </a:ext>
              </a:extLst>
            </p:cNvPr>
            <p:cNvSpPr/>
            <p:nvPr/>
          </p:nvSpPr>
          <p:spPr>
            <a:xfrm>
              <a:off x="3183475" y="1337175"/>
              <a:ext cx="128575" cy="113675"/>
            </a:xfrm>
            <a:custGeom>
              <a:avLst/>
              <a:gdLst/>
              <a:ahLst/>
              <a:cxnLst/>
              <a:rect l="l" t="t" r="r" b="b"/>
              <a:pathLst>
                <a:path w="5143" h="4547" extrusionOk="0">
                  <a:moveTo>
                    <a:pt x="3664" y="0"/>
                  </a:moveTo>
                  <a:lnTo>
                    <a:pt x="1" y="221"/>
                  </a:lnTo>
                  <a:lnTo>
                    <a:pt x="1832" y="4547"/>
                  </a:lnTo>
                  <a:lnTo>
                    <a:pt x="5143" y="2472"/>
                  </a:lnTo>
                  <a:lnTo>
                    <a:pt x="3664" y="0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917;p66">
              <a:extLst>
                <a:ext uri="{FF2B5EF4-FFF2-40B4-BE49-F238E27FC236}">
                  <a16:creationId xmlns:a16="http://schemas.microsoft.com/office/drawing/2014/main" id="{A86D1955-6208-6659-EFC7-7A6370647383}"/>
                </a:ext>
              </a:extLst>
            </p:cNvPr>
            <p:cNvSpPr/>
            <p:nvPr/>
          </p:nvSpPr>
          <p:spPr>
            <a:xfrm>
              <a:off x="3011900" y="1168000"/>
              <a:ext cx="268150" cy="204900"/>
            </a:xfrm>
            <a:custGeom>
              <a:avLst/>
              <a:gdLst/>
              <a:ahLst/>
              <a:cxnLst/>
              <a:rect l="l" t="t" r="r" b="b"/>
              <a:pathLst>
                <a:path w="10726" h="8196" extrusionOk="0">
                  <a:moveTo>
                    <a:pt x="5219" y="0"/>
                  </a:moveTo>
                  <a:cubicBezTo>
                    <a:pt x="4283" y="0"/>
                    <a:pt x="3009" y="279"/>
                    <a:pt x="2604" y="522"/>
                  </a:cubicBezTo>
                  <a:cubicBezTo>
                    <a:pt x="2030" y="875"/>
                    <a:pt x="1876" y="2000"/>
                    <a:pt x="1589" y="2221"/>
                  </a:cubicBezTo>
                  <a:cubicBezTo>
                    <a:pt x="1302" y="2442"/>
                    <a:pt x="0" y="2795"/>
                    <a:pt x="0" y="3126"/>
                  </a:cubicBezTo>
                  <a:cubicBezTo>
                    <a:pt x="0" y="3409"/>
                    <a:pt x="498" y="3804"/>
                    <a:pt x="1344" y="3804"/>
                  </a:cubicBezTo>
                  <a:cubicBezTo>
                    <a:pt x="1489" y="3804"/>
                    <a:pt x="1645" y="3792"/>
                    <a:pt x="1810" y="3766"/>
                  </a:cubicBezTo>
                  <a:cubicBezTo>
                    <a:pt x="2935" y="3612"/>
                    <a:pt x="3686" y="1824"/>
                    <a:pt x="3686" y="1824"/>
                  </a:cubicBezTo>
                  <a:lnTo>
                    <a:pt x="4855" y="1691"/>
                  </a:lnTo>
                  <a:cubicBezTo>
                    <a:pt x="4855" y="1691"/>
                    <a:pt x="5407" y="6348"/>
                    <a:pt x="5959" y="6878"/>
                  </a:cubicBezTo>
                  <a:cubicBezTo>
                    <a:pt x="6047" y="6966"/>
                    <a:pt x="6753" y="8003"/>
                    <a:pt x="7857" y="8180"/>
                  </a:cubicBezTo>
                  <a:cubicBezTo>
                    <a:pt x="7932" y="8190"/>
                    <a:pt x="8008" y="8195"/>
                    <a:pt x="8086" y="8195"/>
                  </a:cubicBezTo>
                  <a:cubicBezTo>
                    <a:pt x="9141" y="8195"/>
                    <a:pt x="10342" y="7261"/>
                    <a:pt x="10527" y="6767"/>
                  </a:cubicBezTo>
                  <a:cubicBezTo>
                    <a:pt x="10726" y="6216"/>
                    <a:pt x="6775" y="478"/>
                    <a:pt x="6047" y="125"/>
                  </a:cubicBezTo>
                  <a:cubicBezTo>
                    <a:pt x="5854" y="37"/>
                    <a:pt x="5559" y="0"/>
                    <a:pt x="5219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918;p66">
              <a:extLst>
                <a:ext uri="{FF2B5EF4-FFF2-40B4-BE49-F238E27FC236}">
                  <a16:creationId xmlns:a16="http://schemas.microsoft.com/office/drawing/2014/main" id="{A1CFA7F4-B0B2-FA11-16B9-8D949A917FDF}"/>
                </a:ext>
              </a:extLst>
            </p:cNvPr>
            <p:cNvSpPr/>
            <p:nvPr/>
          </p:nvSpPr>
          <p:spPr>
            <a:xfrm>
              <a:off x="3031750" y="1111325"/>
              <a:ext cx="78375" cy="321900"/>
            </a:xfrm>
            <a:custGeom>
              <a:avLst/>
              <a:gdLst/>
              <a:ahLst/>
              <a:cxnLst/>
              <a:rect l="l" t="t" r="r" b="b"/>
              <a:pathLst>
                <a:path w="3135" h="12876" extrusionOk="0">
                  <a:moveTo>
                    <a:pt x="2338" y="1"/>
                  </a:moveTo>
                  <a:cubicBezTo>
                    <a:pt x="2002" y="1"/>
                    <a:pt x="1744" y="207"/>
                    <a:pt x="1744" y="207"/>
                  </a:cubicBezTo>
                  <a:cubicBezTo>
                    <a:pt x="1744" y="207"/>
                    <a:pt x="1" y="10359"/>
                    <a:pt x="1" y="10668"/>
                  </a:cubicBezTo>
                  <a:cubicBezTo>
                    <a:pt x="1" y="10973"/>
                    <a:pt x="259" y="12875"/>
                    <a:pt x="500" y="12875"/>
                  </a:cubicBezTo>
                  <a:cubicBezTo>
                    <a:pt x="503" y="12875"/>
                    <a:pt x="505" y="12875"/>
                    <a:pt x="508" y="12875"/>
                  </a:cubicBezTo>
                  <a:cubicBezTo>
                    <a:pt x="773" y="12808"/>
                    <a:pt x="1612" y="11065"/>
                    <a:pt x="1612" y="11065"/>
                  </a:cubicBezTo>
                  <a:cubicBezTo>
                    <a:pt x="1612" y="11065"/>
                    <a:pt x="2825" y="3451"/>
                    <a:pt x="3134" y="494"/>
                  </a:cubicBezTo>
                  <a:cubicBezTo>
                    <a:pt x="2873" y="111"/>
                    <a:pt x="2584" y="1"/>
                    <a:pt x="233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919;p66">
              <a:extLst>
                <a:ext uri="{FF2B5EF4-FFF2-40B4-BE49-F238E27FC236}">
                  <a16:creationId xmlns:a16="http://schemas.microsoft.com/office/drawing/2014/main" id="{5FD2DE0E-7742-D016-2977-DC15F1698F90}"/>
                </a:ext>
              </a:extLst>
            </p:cNvPr>
            <p:cNvSpPr/>
            <p:nvPr/>
          </p:nvSpPr>
          <p:spPr>
            <a:xfrm>
              <a:off x="3029550" y="1183225"/>
              <a:ext cx="217950" cy="174425"/>
            </a:xfrm>
            <a:custGeom>
              <a:avLst/>
              <a:gdLst/>
              <a:ahLst/>
              <a:cxnLst/>
              <a:rect l="l" t="t" r="r" b="b"/>
              <a:pathLst>
                <a:path w="8718" h="6977" extrusionOk="0">
                  <a:moveTo>
                    <a:pt x="4607" y="0"/>
                  </a:moveTo>
                  <a:cubicBezTo>
                    <a:pt x="3735" y="0"/>
                    <a:pt x="965" y="1954"/>
                    <a:pt x="375" y="2914"/>
                  </a:cubicBezTo>
                  <a:cubicBezTo>
                    <a:pt x="0" y="3510"/>
                    <a:pt x="331" y="3907"/>
                    <a:pt x="640" y="4128"/>
                  </a:cubicBezTo>
                  <a:cubicBezTo>
                    <a:pt x="773" y="4194"/>
                    <a:pt x="883" y="4260"/>
                    <a:pt x="1015" y="4327"/>
                  </a:cubicBezTo>
                  <a:cubicBezTo>
                    <a:pt x="1015" y="4327"/>
                    <a:pt x="905" y="5187"/>
                    <a:pt x="1700" y="5276"/>
                  </a:cubicBezTo>
                  <a:cubicBezTo>
                    <a:pt x="1782" y="5285"/>
                    <a:pt x="1860" y="5290"/>
                    <a:pt x="1938" y="5290"/>
                  </a:cubicBezTo>
                  <a:cubicBezTo>
                    <a:pt x="2048" y="5290"/>
                    <a:pt x="2157" y="5279"/>
                    <a:pt x="2273" y="5254"/>
                  </a:cubicBezTo>
                  <a:cubicBezTo>
                    <a:pt x="2498" y="5926"/>
                    <a:pt x="2817" y="6108"/>
                    <a:pt x="3257" y="6108"/>
                  </a:cubicBezTo>
                  <a:cubicBezTo>
                    <a:pt x="3337" y="6108"/>
                    <a:pt x="3421" y="6102"/>
                    <a:pt x="3509" y="6092"/>
                  </a:cubicBezTo>
                  <a:cubicBezTo>
                    <a:pt x="3598" y="6313"/>
                    <a:pt x="3752" y="6490"/>
                    <a:pt x="3907" y="6644"/>
                  </a:cubicBezTo>
                  <a:cubicBezTo>
                    <a:pt x="4127" y="6843"/>
                    <a:pt x="4392" y="6953"/>
                    <a:pt x="4657" y="6975"/>
                  </a:cubicBezTo>
                  <a:cubicBezTo>
                    <a:pt x="4664" y="6976"/>
                    <a:pt x="4672" y="6976"/>
                    <a:pt x="4681" y="6976"/>
                  </a:cubicBezTo>
                  <a:cubicBezTo>
                    <a:pt x="5176" y="6976"/>
                    <a:pt x="7996" y="5753"/>
                    <a:pt x="8365" y="5276"/>
                  </a:cubicBezTo>
                  <a:cubicBezTo>
                    <a:pt x="8718" y="4790"/>
                    <a:pt x="5738" y="67"/>
                    <a:pt x="4635" y="1"/>
                  </a:cubicBezTo>
                  <a:cubicBezTo>
                    <a:pt x="4626" y="1"/>
                    <a:pt x="4616" y="0"/>
                    <a:pt x="4607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920;p66">
              <a:extLst>
                <a:ext uri="{FF2B5EF4-FFF2-40B4-BE49-F238E27FC236}">
                  <a16:creationId xmlns:a16="http://schemas.microsoft.com/office/drawing/2014/main" id="{CA13E700-7540-C7A1-45B4-A30E7CCE6D16}"/>
                </a:ext>
              </a:extLst>
            </p:cNvPr>
            <p:cNvSpPr/>
            <p:nvPr/>
          </p:nvSpPr>
          <p:spPr>
            <a:xfrm>
              <a:off x="3045550" y="1224625"/>
              <a:ext cx="112025" cy="66775"/>
            </a:xfrm>
            <a:custGeom>
              <a:avLst/>
              <a:gdLst/>
              <a:ahLst/>
              <a:cxnLst/>
              <a:rect l="l" t="t" r="r" b="b"/>
              <a:pathLst>
                <a:path w="4481" h="2671" extrusionOk="0">
                  <a:moveTo>
                    <a:pt x="4480" y="0"/>
                  </a:moveTo>
                  <a:cubicBezTo>
                    <a:pt x="4414" y="22"/>
                    <a:pt x="2737" y="398"/>
                    <a:pt x="2075" y="618"/>
                  </a:cubicBezTo>
                  <a:cubicBezTo>
                    <a:pt x="1192" y="993"/>
                    <a:pt x="486" y="1633"/>
                    <a:pt x="0" y="2472"/>
                  </a:cubicBezTo>
                  <a:cubicBezTo>
                    <a:pt x="133" y="2538"/>
                    <a:pt x="243" y="2604"/>
                    <a:pt x="375" y="2671"/>
                  </a:cubicBezTo>
                  <a:cubicBezTo>
                    <a:pt x="486" y="2384"/>
                    <a:pt x="1016" y="1942"/>
                    <a:pt x="1501" y="1589"/>
                  </a:cubicBezTo>
                  <a:cubicBezTo>
                    <a:pt x="1964" y="1236"/>
                    <a:pt x="4414" y="44"/>
                    <a:pt x="4480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921;p66">
              <a:extLst>
                <a:ext uri="{FF2B5EF4-FFF2-40B4-BE49-F238E27FC236}">
                  <a16:creationId xmlns:a16="http://schemas.microsoft.com/office/drawing/2014/main" id="{F8C827E6-AD30-F1CE-2F6A-FCA6411CA48C}"/>
                </a:ext>
              </a:extLst>
            </p:cNvPr>
            <p:cNvSpPr/>
            <p:nvPr/>
          </p:nvSpPr>
          <p:spPr>
            <a:xfrm>
              <a:off x="3072025" y="1267650"/>
              <a:ext cx="97675" cy="47850"/>
            </a:xfrm>
            <a:custGeom>
              <a:avLst/>
              <a:gdLst/>
              <a:ahLst/>
              <a:cxnLst/>
              <a:rect l="l" t="t" r="r" b="b"/>
              <a:pathLst>
                <a:path w="3907" h="1914" extrusionOk="0">
                  <a:moveTo>
                    <a:pt x="3907" y="1"/>
                  </a:moveTo>
                  <a:cubicBezTo>
                    <a:pt x="3863" y="1"/>
                    <a:pt x="1832" y="332"/>
                    <a:pt x="1016" y="950"/>
                  </a:cubicBezTo>
                  <a:cubicBezTo>
                    <a:pt x="641" y="1237"/>
                    <a:pt x="310" y="1546"/>
                    <a:pt x="1" y="1899"/>
                  </a:cubicBezTo>
                  <a:cubicBezTo>
                    <a:pt x="83" y="1908"/>
                    <a:pt x="161" y="1913"/>
                    <a:pt x="239" y="1913"/>
                  </a:cubicBezTo>
                  <a:cubicBezTo>
                    <a:pt x="349" y="1913"/>
                    <a:pt x="458" y="1902"/>
                    <a:pt x="574" y="1877"/>
                  </a:cubicBezTo>
                  <a:lnTo>
                    <a:pt x="3907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922;p66">
              <a:extLst>
                <a:ext uri="{FF2B5EF4-FFF2-40B4-BE49-F238E27FC236}">
                  <a16:creationId xmlns:a16="http://schemas.microsoft.com/office/drawing/2014/main" id="{95629A7E-F9F3-F7EA-FBEF-8A2F64D8DB47}"/>
                </a:ext>
              </a:extLst>
            </p:cNvPr>
            <p:cNvSpPr/>
            <p:nvPr/>
          </p:nvSpPr>
          <p:spPr>
            <a:xfrm>
              <a:off x="3117275" y="1312350"/>
              <a:ext cx="64575" cy="36975"/>
            </a:xfrm>
            <a:custGeom>
              <a:avLst/>
              <a:gdLst/>
              <a:ahLst/>
              <a:cxnLst/>
              <a:rect l="l" t="t" r="r" b="b"/>
              <a:pathLst>
                <a:path w="2583" h="1479" extrusionOk="0">
                  <a:moveTo>
                    <a:pt x="2582" y="0"/>
                  </a:moveTo>
                  <a:lnTo>
                    <a:pt x="0" y="927"/>
                  </a:lnTo>
                  <a:cubicBezTo>
                    <a:pt x="89" y="1148"/>
                    <a:pt x="243" y="1325"/>
                    <a:pt x="398" y="1479"/>
                  </a:cubicBezTo>
                  <a:cubicBezTo>
                    <a:pt x="1324" y="1082"/>
                    <a:pt x="2582" y="0"/>
                    <a:pt x="258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923;p66">
              <a:extLst>
                <a:ext uri="{FF2B5EF4-FFF2-40B4-BE49-F238E27FC236}">
                  <a16:creationId xmlns:a16="http://schemas.microsoft.com/office/drawing/2014/main" id="{FB2D705E-A382-A349-C387-6BCBAFC446FC}"/>
                </a:ext>
              </a:extLst>
            </p:cNvPr>
            <p:cNvSpPr/>
            <p:nvPr/>
          </p:nvSpPr>
          <p:spPr>
            <a:xfrm>
              <a:off x="3136025" y="1330550"/>
              <a:ext cx="512050" cy="599400"/>
            </a:xfrm>
            <a:custGeom>
              <a:avLst/>
              <a:gdLst/>
              <a:ahLst/>
              <a:cxnLst/>
              <a:rect l="l" t="t" r="r" b="b"/>
              <a:pathLst>
                <a:path w="20482" h="23976" extrusionOk="0">
                  <a:moveTo>
                    <a:pt x="7151" y="1"/>
                  </a:moveTo>
                  <a:lnTo>
                    <a:pt x="1" y="4282"/>
                  </a:lnTo>
                  <a:cubicBezTo>
                    <a:pt x="1" y="4282"/>
                    <a:pt x="7151" y="19885"/>
                    <a:pt x="8828" y="21651"/>
                  </a:cubicBezTo>
                  <a:cubicBezTo>
                    <a:pt x="10087" y="22959"/>
                    <a:pt x="12024" y="23976"/>
                    <a:pt x="14101" y="23976"/>
                  </a:cubicBezTo>
                  <a:cubicBezTo>
                    <a:pt x="14828" y="23976"/>
                    <a:pt x="15572" y="23851"/>
                    <a:pt x="16310" y="23571"/>
                  </a:cubicBezTo>
                  <a:cubicBezTo>
                    <a:pt x="19157" y="22512"/>
                    <a:pt x="20481" y="19576"/>
                    <a:pt x="19775" y="16641"/>
                  </a:cubicBezTo>
                  <a:cubicBezTo>
                    <a:pt x="19091" y="13706"/>
                    <a:pt x="7151" y="1"/>
                    <a:pt x="7151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924;p66">
              <a:extLst>
                <a:ext uri="{FF2B5EF4-FFF2-40B4-BE49-F238E27FC236}">
                  <a16:creationId xmlns:a16="http://schemas.microsoft.com/office/drawing/2014/main" id="{ABD9B6FD-E2FB-2841-152C-91642EB3BFC0}"/>
                </a:ext>
              </a:extLst>
            </p:cNvPr>
            <p:cNvSpPr/>
            <p:nvPr/>
          </p:nvSpPr>
          <p:spPr>
            <a:xfrm>
              <a:off x="2579325" y="1325600"/>
              <a:ext cx="614100" cy="706225"/>
            </a:xfrm>
            <a:custGeom>
              <a:avLst/>
              <a:gdLst/>
              <a:ahLst/>
              <a:cxnLst/>
              <a:rect l="l" t="t" r="r" b="b"/>
              <a:pathLst>
                <a:path w="24564" h="28249" extrusionOk="0">
                  <a:moveTo>
                    <a:pt x="1" y="0"/>
                  </a:moveTo>
                  <a:lnTo>
                    <a:pt x="950" y="28249"/>
                  </a:lnTo>
                  <a:lnTo>
                    <a:pt x="23924" y="28249"/>
                  </a:lnTo>
                  <a:lnTo>
                    <a:pt x="24564" y="7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925;p66">
              <a:extLst>
                <a:ext uri="{FF2B5EF4-FFF2-40B4-BE49-F238E27FC236}">
                  <a16:creationId xmlns:a16="http://schemas.microsoft.com/office/drawing/2014/main" id="{5123374A-346E-A1DF-3247-8D98784459C0}"/>
                </a:ext>
              </a:extLst>
            </p:cNvPr>
            <p:cNvSpPr/>
            <p:nvPr/>
          </p:nvSpPr>
          <p:spPr>
            <a:xfrm>
              <a:off x="2433675" y="1429600"/>
              <a:ext cx="185950" cy="253425"/>
            </a:xfrm>
            <a:custGeom>
              <a:avLst/>
              <a:gdLst/>
              <a:ahLst/>
              <a:cxnLst/>
              <a:rect l="l" t="t" r="r" b="b"/>
              <a:pathLst>
                <a:path w="7438" h="10137" extrusionOk="0">
                  <a:moveTo>
                    <a:pt x="6144" y="0"/>
                  </a:moveTo>
                  <a:cubicBezTo>
                    <a:pt x="5769" y="0"/>
                    <a:pt x="5394" y="120"/>
                    <a:pt x="5076" y="342"/>
                  </a:cubicBezTo>
                  <a:cubicBezTo>
                    <a:pt x="4414" y="850"/>
                    <a:pt x="1369" y="4491"/>
                    <a:pt x="795" y="6014"/>
                  </a:cubicBezTo>
                  <a:cubicBezTo>
                    <a:pt x="221" y="7559"/>
                    <a:pt x="0" y="9324"/>
                    <a:pt x="905" y="9788"/>
                  </a:cubicBezTo>
                  <a:cubicBezTo>
                    <a:pt x="1332" y="10007"/>
                    <a:pt x="1818" y="10137"/>
                    <a:pt x="2361" y="10137"/>
                  </a:cubicBezTo>
                  <a:cubicBezTo>
                    <a:pt x="2968" y="10137"/>
                    <a:pt x="3646" y="9974"/>
                    <a:pt x="4392" y="9589"/>
                  </a:cubicBezTo>
                  <a:cubicBezTo>
                    <a:pt x="5805" y="8861"/>
                    <a:pt x="6356" y="6764"/>
                    <a:pt x="6356" y="6698"/>
                  </a:cubicBezTo>
                  <a:cubicBezTo>
                    <a:pt x="6356" y="6610"/>
                    <a:pt x="7438" y="1070"/>
                    <a:pt x="7438" y="1070"/>
                  </a:cubicBezTo>
                  <a:cubicBezTo>
                    <a:pt x="7438" y="1070"/>
                    <a:pt x="7151" y="210"/>
                    <a:pt x="6577" y="55"/>
                  </a:cubicBezTo>
                  <a:cubicBezTo>
                    <a:pt x="6435" y="18"/>
                    <a:pt x="6289" y="0"/>
                    <a:pt x="6144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926;p66">
              <a:extLst>
                <a:ext uri="{FF2B5EF4-FFF2-40B4-BE49-F238E27FC236}">
                  <a16:creationId xmlns:a16="http://schemas.microsoft.com/office/drawing/2014/main" id="{BAE791DC-B2E7-5AD9-AE21-CC4460A93871}"/>
                </a:ext>
              </a:extLst>
            </p:cNvPr>
            <p:cNvSpPr/>
            <p:nvPr/>
          </p:nvSpPr>
          <p:spPr>
            <a:xfrm>
              <a:off x="2555050" y="1430475"/>
              <a:ext cx="156175" cy="207575"/>
            </a:xfrm>
            <a:custGeom>
              <a:avLst/>
              <a:gdLst/>
              <a:ahLst/>
              <a:cxnLst/>
              <a:rect l="l" t="t" r="r" b="b"/>
              <a:pathLst>
                <a:path w="6247" h="8303" extrusionOk="0">
                  <a:moveTo>
                    <a:pt x="1860" y="1"/>
                  </a:moveTo>
                  <a:cubicBezTo>
                    <a:pt x="1807" y="1"/>
                    <a:pt x="1760" y="7"/>
                    <a:pt x="1722" y="20"/>
                  </a:cubicBezTo>
                  <a:cubicBezTo>
                    <a:pt x="1104" y="241"/>
                    <a:pt x="861" y="1102"/>
                    <a:pt x="1236" y="1344"/>
                  </a:cubicBezTo>
                  <a:cubicBezTo>
                    <a:pt x="883" y="1477"/>
                    <a:pt x="619" y="1808"/>
                    <a:pt x="574" y="2205"/>
                  </a:cubicBezTo>
                  <a:cubicBezTo>
                    <a:pt x="486" y="2602"/>
                    <a:pt x="1060" y="2911"/>
                    <a:pt x="1060" y="2911"/>
                  </a:cubicBezTo>
                  <a:cubicBezTo>
                    <a:pt x="773" y="3066"/>
                    <a:pt x="508" y="3242"/>
                    <a:pt x="265" y="3441"/>
                  </a:cubicBezTo>
                  <a:cubicBezTo>
                    <a:pt x="89" y="3684"/>
                    <a:pt x="310" y="4545"/>
                    <a:pt x="508" y="4655"/>
                  </a:cubicBezTo>
                  <a:cubicBezTo>
                    <a:pt x="243" y="5317"/>
                    <a:pt x="1" y="5648"/>
                    <a:pt x="89" y="5935"/>
                  </a:cubicBezTo>
                  <a:cubicBezTo>
                    <a:pt x="177" y="6244"/>
                    <a:pt x="1832" y="7745"/>
                    <a:pt x="2384" y="7965"/>
                  </a:cubicBezTo>
                  <a:cubicBezTo>
                    <a:pt x="2734" y="8113"/>
                    <a:pt x="3527" y="8302"/>
                    <a:pt x="4157" y="8302"/>
                  </a:cubicBezTo>
                  <a:cubicBezTo>
                    <a:pt x="4561" y="8302"/>
                    <a:pt x="4898" y="8225"/>
                    <a:pt x="5010" y="8009"/>
                  </a:cubicBezTo>
                  <a:cubicBezTo>
                    <a:pt x="5077" y="7943"/>
                    <a:pt x="5099" y="7833"/>
                    <a:pt x="5099" y="7745"/>
                  </a:cubicBezTo>
                  <a:cubicBezTo>
                    <a:pt x="5077" y="7391"/>
                    <a:pt x="4569" y="7237"/>
                    <a:pt x="4326" y="7149"/>
                  </a:cubicBezTo>
                  <a:cubicBezTo>
                    <a:pt x="3766" y="6825"/>
                    <a:pt x="3226" y="6460"/>
                    <a:pt x="2708" y="6073"/>
                  </a:cubicBezTo>
                  <a:lnTo>
                    <a:pt x="2708" y="6073"/>
                  </a:lnTo>
                  <a:cubicBezTo>
                    <a:pt x="2897" y="6150"/>
                    <a:pt x="3863" y="6701"/>
                    <a:pt x="4515" y="6701"/>
                  </a:cubicBezTo>
                  <a:cubicBezTo>
                    <a:pt x="4756" y="6701"/>
                    <a:pt x="4955" y="6625"/>
                    <a:pt x="5054" y="6420"/>
                  </a:cubicBezTo>
                  <a:cubicBezTo>
                    <a:pt x="5430" y="5626"/>
                    <a:pt x="3973" y="4831"/>
                    <a:pt x="3554" y="4589"/>
                  </a:cubicBezTo>
                  <a:cubicBezTo>
                    <a:pt x="3068" y="4236"/>
                    <a:pt x="2605" y="3860"/>
                    <a:pt x="2163" y="3441"/>
                  </a:cubicBezTo>
                  <a:lnTo>
                    <a:pt x="2163" y="3441"/>
                  </a:lnTo>
                  <a:cubicBezTo>
                    <a:pt x="2201" y="3460"/>
                    <a:pt x="3840" y="4256"/>
                    <a:pt x="4701" y="4256"/>
                  </a:cubicBezTo>
                  <a:cubicBezTo>
                    <a:pt x="4856" y="4256"/>
                    <a:pt x="4986" y="4230"/>
                    <a:pt x="5077" y="4169"/>
                  </a:cubicBezTo>
                  <a:cubicBezTo>
                    <a:pt x="5143" y="4125"/>
                    <a:pt x="5187" y="4059"/>
                    <a:pt x="5231" y="3993"/>
                  </a:cubicBezTo>
                  <a:cubicBezTo>
                    <a:pt x="5430" y="3551"/>
                    <a:pt x="4746" y="2911"/>
                    <a:pt x="4723" y="2889"/>
                  </a:cubicBezTo>
                  <a:cubicBezTo>
                    <a:pt x="4726" y="2889"/>
                    <a:pt x="4729" y="2888"/>
                    <a:pt x="4732" y="2888"/>
                  </a:cubicBezTo>
                  <a:cubicBezTo>
                    <a:pt x="4811" y="2888"/>
                    <a:pt x="5062" y="3073"/>
                    <a:pt x="5382" y="3073"/>
                  </a:cubicBezTo>
                  <a:cubicBezTo>
                    <a:pt x="5487" y="3073"/>
                    <a:pt x="5600" y="3053"/>
                    <a:pt x="5717" y="3000"/>
                  </a:cubicBezTo>
                  <a:cubicBezTo>
                    <a:pt x="6246" y="2757"/>
                    <a:pt x="6246" y="2029"/>
                    <a:pt x="5717" y="1808"/>
                  </a:cubicBezTo>
                  <a:cubicBezTo>
                    <a:pt x="5219" y="1538"/>
                    <a:pt x="2692" y="1"/>
                    <a:pt x="1860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927;p66">
              <a:extLst>
                <a:ext uri="{FF2B5EF4-FFF2-40B4-BE49-F238E27FC236}">
                  <a16:creationId xmlns:a16="http://schemas.microsoft.com/office/drawing/2014/main" id="{C4A180B2-0457-7106-A1B3-EB58DA0F6F13}"/>
                </a:ext>
              </a:extLst>
            </p:cNvPr>
            <p:cNvSpPr/>
            <p:nvPr/>
          </p:nvSpPr>
          <p:spPr>
            <a:xfrm>
              <a:off x="2599750" y="1466675"/>
              <a:ext cx="91050" cy="63625"/>
            </a:xfrm>
            <a:custGeom>
              <a:avLst/>
              <a:gdLst/>
              <a:ahLst/>
              <a:cxnLst/>
              <a:rect l="l" t="t" r="r" b="b"/>
              <a:pathLst>
                <a:path w="3642" h="2545" extrusionOk="0">
                  <a:moveTo>
                    <a:pt x="112" y="1"/>
                  </a:moveTo>
                  <a:cubicBezTo>
                    <a:pt x="64" y="1"/>
                    <a:pt x="26" y="9"/>
                    <a:pt x="0" y="29"/>
                  </a:cubicBezTo>
                  <a:cubicBezTo>
                    <a:pt x="574" y="382"/>
                    <a:pt x="2538" y="1618"/>
                    <a:pt x="3443" y="2545"/>
                  </a:cubicBezTo>
                  <a:cubicBezTo>
                    <a:pt x="3642" y="2103"/>
                    <a:pt x="2958" y="1463"/>
                    <a:pt x="2935" y="1441"/>
                  </a:cubicBezTo>
                  <a:cubicBezTo>
                    <a:pt x="2935" y="1441"/>
                    <a:pt x="717" y="1"/>
                    <a:pt x="112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928;p66">
              <a:extLst>
                <a:ext uri="{FF2B5EF4-FFF2-40B4-BE49-F238E27FC236}">
                  <a16:creationId xmlns:a16="http://schemas.microsoft.com/office/drawing/2014/main" id="{127F0893-6D2D-61CC-C1AB-6F2C768CC3D3}"/>
                </a:ext>
              </a:extLst>
            </p:cNvPr>
            <p:cNvSpPr/>
            <p:nvPr/>
          </p:nvSpPr>
          <p:spPr>
            <a:xfrm>
              <a:off x="2578775" y="1554550"/>
              <a:ext cx="103750" cy="69550"/>
            </a:xfrm>
            <a:custGeom>
              <a:avLst/>
              <a:gdLst/>
              <a:ahLst/>
              <a:cxnLst/>
              <a:rect l="l" t="t" r="r" b="b"/>
              <a:pathLst>
                <a:path w="4150" h="2782" extrusionOk="0">
                  <a:moveTo>
                    <a:pt x="1" y="1"/>
                  </a:moveTo>
                  <a:lnTo>
                    <a:pt x="1" y="1"/>
                  </a:lnTo>
                  <a:cubicBezTo>
                    <a:pt x="332" y="464"/>
                    <a:pt x="707" y="906"/>
                    <a:pt x="1104" y="1325"/>
                  </a:cubicBezTo>
                  <a:cubicBezTo>
                    <a:pt x="1678" y="2031"/>
                    <a:pt x="3355" y="2274"/>
                    <a:pt x="4150" y="2782"/>
                  </a:cubicBezTo>
                  <a:cubicBezTo>
                    <a:pt x="4105" y="2428"/>
                    <a:pt x="3620" y="2252"/>
                    <a:pt x="3377" y="2186"/>
                  </a:cubicBezTo>
                  <a:cubicBezTo>
                    <a:pt x="2803" y="1855"/>
                    <a:pt x="2252" y="1480"/>
                    <a:pt x="1722" y="108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929;p66">
              <a:extLst>
                <a:ext uri="{FF2B5EF4-FFF2-40B4-BE49-F238E27FC236}">
                  <a16:creationId xmlns:a16="http://schemas.microsoft.com/office/drawing/2014/main" id="{5AC00092-AD61-6132-866D-22D140E84232}"/>
                </a:ext>
              </a:extLst>
            </p:cNvPr>
            <p:cNvSpPr/>
            <p:nvPr/>
          </p:nvSpPr>
          <p:spPr>
            <a:xfrm>
              <a:off x="1927175" y="1550150"/>
              <a:ext cx="599200" cy="366400"/>
            </a:xfrm>
            <a:custGeom>
              <a:avLst/>
              <a:gdLst/>
              <a:ahLst/>
              <a:cxnLst/>
              <a:rect l="l" t="t" r="r" b="b"/>
              <a:pathLst>
                <a:path w="23968" h="14656" extrusionOk="0">
                  <a:moveTo>
                    <a:pt x="20856" y="0"/>
                  </a:moveTo>
                  <a:cubicBezTo>
                    <a:pt x="20856" y="0"/>
                    <a:pt x="2605" y="3620"/>
                    <a:pt x="1303" y="7129"/>
                  </a:cubicBezTo>
                  <a:cubicBezTo>
                    <a:pt x="1" y="10638"/>
                    <a:pt x="1788" y="14544"/>
                    <a:pt x="6114" y="14654"/>
                  </a:cubicBezTo>
                  <a:cubicBezTo>
                    <a:pt x="6154" y="14655"/>
                    <a:pt x="6195" y="14656"/>
                    <a:pt x="6236" y="14656"/>
                  </a:cubicBezTo>
                  <a:cubicBezTo>
                    <a:pt x="10594" y="14656"/>
                    <a:pt x="19901" y="8912"/>
                    <a:pt x="23968" y="6136"/>
                  </a:cubicBezTo>
                  <a:cubicBezTo>
                    <a:pt x="23372" y="4635"/>
                    <a:pt x="20856" y="0"/>
                    <a:pt x="2085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930;p66">
              <a:extLst>
                <a:ext uri="{FF2B5EF4-FFF2-40B4-BE49-F238E27FC236}">
                  <a16:creationId xmlns:a16="http://schemas.microsoft.com/office/drawing/2014/main" id="{B530F2FD-7BC9-75F3-E1F8-98075D0BC259}"/>
                </a:ext>
              </a:extLst>
            </p:cNvPr>
            <p:cNvSpPr/>
            <p:nvPr/>
          </p:nvSpPr>
          <p:spPr>
            <a:xfrm>
              <a:off x="2610225" y="499425"/>
              <a:ext cx="164450" cy="164500"/>
            </a:xfrm>
            <a:custGeom>
              <a:avLst/>
              <a:gdLst/>
              <a:ahLst/>
              <a:cxnLst/>
              <a:rect l="l" t="t" r="r" b="b"/>
              <a:pathLst>
                <a:path w="6578" h="6580" extrusionOk="0">
                  <a:moveTo>
                    <a:pt x="2434" y="0"/>
                  </a:moveTo>
                  <a:cubicBezTo>
                    <a:pt x="2195" y="0"/>
                    <a:pt x="1942" y="74"/>
                    <a:pt x="1678" y="252"/>
                  </a:cubicBezTo>
                  <a:cubicBezTo>
                    <a:pt x="1" y="1355"/>
                    <a:pt x="1281" y="3408"/>
                    <a:pt x="2207" y="4092"/>
                  </a:cubicBezTo>
                  <a:cubicBezTo>
                    <a:pt x="3323" y="4888"/>
                    <a:pt x="3984" y="6580"/>
                    <a:pt x="4794" y="6580"/>
                  </a:cubicBezTo>
                  <a:cubicBezTo>
                    <a:pt x="4994" y="6580"/>
                    <a:pt x="5203" y="6477"/>
                    <a:pt x="5430" y="6233"/>
                  </a:cubicBezTo>
                  <a:cubicBezTo>
                    <a:pt x="6577" y="5019"/>
                    <a:pt x="4503" y="1929"/>
                    <a:pt x="4503" y="1929"/>
                  </a:cubicBezTo>
                  <a:cubicBezTo>
                    <a:pt x="4503" y="1929"/>
                    <a:pt x="3654" y="0"/>
                    <a:pt x="2434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931;p66">
              <a:extLst>
                <a:ext uri="{FF2B5EF4-FFF2-40B4-BE49-F238E27FC236}">
                  <a16:creationId xmlns:a16="http://schemas.microsoft.com/office/drawing/2014/main" id="{46F6AC29-2009-39BD-24EE-936929F673C3}"/>
                </a:ext>
              </a:extLst>
            </p:cNvPr>
            <p:cNvSpPr/>
            <p:nvPr/>
          </p:nvSpPr>
          <p:spPr>
            <a:xfrm>
              <a:off x="3027900" y="499425"/>
              <a:ext cx="164425" cy="164500"/>
            </a:xfrm>
            <a:custGeom>
              <a:avLst/>
              <a:gdLst/>
              <a:ahLst/>
              <a:cxnLst/>
              <a:rect l="l" t="t" r="r" b="b"/>
              <a:pathLst>
                <a:path w="6577" h="6580" extrusionOk="0">
                  <a:moveTo>
                    <a:pt x="4164" y="0"/>
                  </a:moveTo>
                  <a:cubicBezTo>
                    <a:pt x="2939" y="0"/>
                    <a:pt x="2075" y="1929"/>
                    <a:pt x="2075" y="1929"/>
                  </a:cubicBezTo>
                  <a:cubicBezTo>
                    <a:pt x="2075" y="1929"/>
                    <a:pt x="0" y="5019"/>
                    <a:pt x="1148" y="6233"/>
                  </a:cubicBezTo>
                  <a:cubicBezTo>
                    <a:pt x="1375" y="6477"/>
                    <a:pt x="1584" y="6580"/>
                    <a:pt x="1785" y="6580"/>
                  </a:cubicBezTo>
                  <a:cubicBezTo>
                    <a:pt x="2601" y="6580"/>
                    <a:pt x="3272" y="4888"/>
                    <a:pt x="4370" y="4092"/>
                  </a:cubicBezTo>
                  <a:cubicBezTo>
                    <a:pt x="5319" y="3408"/>
                    <a:pt x="6577" y="1355"/>
                    <a:pt x="4922" y="252"/>
                  </a:cubicBezTo>
                  <a:cubicBezTo>
                    <a:pt x="4658" y="74"/>
                    <a:pt x="4404" y="0"/>
                    <a:pt x="4164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932;p66">
              <a:extLst>
                <a:ext uri="{FF2B5EF4-FFF2-40B4-BE49-F238E27FC236}">
                  <a16:creationId xmlns:a16="http://schemas.microsoft.com/office/drawing/2014/main" id="{4549BC8F-89AF-CD72-F2F9-C1C6C68B7B56}"/>
                </a:ext>
              </a:extLst>
            </p:cNvPr>
            <p:cNvSpPr/>
            <p:nvPr/>
          </p:nvSpPr>
          <p:spPr>
            <a:xfrm>
              <a:off x="2699600" y="745150"/>
              <a:ext cx="391775" cy="473975"/>
            </a:xfrm>
            <a:custGeom>
              <a:avLst/>
              <a:gdLst/>
              <a:ahLst/>
              <a:cxnLst/>
              <a:rect l="l" t="t" r="r" b="b"/>
              <a:pathLst>
                <a:path w="15671" h="18959" extrusionOk="0">
                  <a:moveTo>
                    <a:pt x="4746" y="1"/>
                  </a:moveTo>
                  <a:lnTo>
                    <a:pt x="4746" y="1"/>
                  </a:lnTo>
                  <a:cubicBezTo>
                    <a:pt x="4790" y="111"/>
                    <a:pt x="4657" y="5320"/>
                    <a:pt x="4039" y="6732"/>
                  </a:cubicBezTo>
                  <a:cubicBezTo>
                    <a:pt x="3179" y="8696"/>
                    <a:pt x="1" y="9160"/>
                    <a:pt x="1" y="9160"/>
                  </a:cubicBezTo>
                  <a:cubicBezTo>
                    <a:pt x="1" y="9160"/>
                    <a:pt x="3289" y="18076"/>
                    <a:pt x="8056" y="18959"/>
                  </a:cubicBezTo>
                  <a:cubicBezTo>
                    <a:pt x="11962" y="17392"/>
                    <a:pt x="14522" y="12713"/>
                    <a:pt x="15670" y="9535"/>
                  </a:cubicBezTo>
                  <a:cubicBezTo>
                    <a:pt x="12691" y="9116"/>
                    <a:pt x="11896" y="7681"/>
                    <a:pt x="11742" y="6335"/>
                  </a:cubicBezTo>
                  <a:cubicBezTo>
                    <a:pt x="11631" y="5187"/>
                    <a:pt x="11300" y="155"/>
                    <a:pt x="11300" y="155"/>
                  </a:cubicBezTo>
                  <a:lnTo>
                    <a:pt x="4746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933;p66">
              <a:extLst>
                <a:ext uri="{FF2B5EF4-FFF2-40B4-BE49-F238E27FC236}">
                  <a16:creationId xmlns:a16="http://schemas.microsoft.com/office/drawing/2014/main" id="{6880DF88-D34C-C990-3DA7-7AE14718EAE5}"/>
                </a:ext>
              </a:extLst>
            </p:cNvPr>
            <p:cNvSpPr/>
            <p:nvPr/>
          </p:nvSpPr>
          <p:spPr>
            <a:xfrm>
              <a:off x="2701825" y="358950"/>
              <a:ext cx="402775" cy="459625"/>
            </a:xfrm>
            <a:custGeom>
              <a:avLst/>
              <a:gdLst/>
              <a:ahLst/>
              <a:cxnLst/>
              <a:rect l="l" t="t" r="r" b="b"/>
              <a:pathLst>
                <a:path w="16111" h="18385" extrusionOk="0">
                  <a:moveTo>
                    <a:pt x="12646" y="0"/>
                  </a:moveTo>
                  <a:cubicBezTo>
                    <a:pt x="11631" y="1611"/>
                    <a:pt x="9909" y="3156"/>
                    <a:pt x="7504" y="3553"/>
                  </a:cubicBezTo>
                  <a:cubicBezTo>
                    <a:pt x="5120" y="3951"/>
                    <a:pt x="4480" y="3642"/>
                    <a:pt x="2339" y="4083"/>
                  </a:cubicBezTo>
                  <a:cubicBezTo>
                    <a:pt x="2295" y="4083"/>
                    <a:pt x="2273" y="4083"/>
                    <a:pt x="2229" y="4105"/>
                  </a:cubicBezTo>
                  <a:cubicBezTo>
                    <a:pt x="883" y="4458"/>
                    <a:pt x="0" y="5782"/>
                    <a:pt x="221" y="7173"/>
                  </a:cubicBezTo>
                  <a:cubicBezTo>
                    <a:pt x="640" y="10108"/>
                    <a:pt x="1412" y="13043"/>
                    <a:pt x="2428" y="14654"/>
                  </a:cubicBezTo>
                  <a:cubicBezTo>
                    <a:pt x="4304" y="17634"/>
                    <a:pt x="6930" y="18384"/>
                    <a:pt x="8386" y="18384"/>
                  </a:cubicBezTo>
                  <a:cubicBezTo>
                    <a:pt x="10152" y="18384"/>
                    <a:pt x="14058" y="16420"/>
                    <a:pt x="15073" y="12138"/>
                  </a:cubicBezTo>
                  <a:cubicBezTo>
                    <a:pt x="15338" y="11057"/>
                    <a:pt x="15559" y="9909"/>
                    <a:pt x="15736" y="8784"/>
                  </a:cubicBezTo>
                  <a:cubicBezTo>
                    <a:pt x="16111" y="6533"/>
                    <a:pt x="15405" y="4216"/>
                    <a:pt x="13838" y="2560"/>
                  </a:cubicBezTo>
                  <a:cubicBezTo>
                    <a:pt x="13153" y="1876"/>
                    <a:pt x="12734" y="971"/>
                    <a:pt x="12646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934;p66">
              <a:extLst>
                <a:ext uri="{FF2B5EF4-FFF2-40B4-BE49-F238E27FC236}">
                  <a16:creationId xmlns:a16="http://schemas.microsoft.com/office/drawing/2014/main" id="{D463EC7F-4017-4931-ADD1-8C8F05004B0B}"/>
                </a:ext>
              </a:extLst>
            </p:cNvPr>
            <p:cNvSpPr/>
            <p:nvPr/>
          </p:nvSpPr>
          <p:spPr>
            <a:xfrm>
              <a:off x="2816575" y="543625"/>
              <a:ext cx="39200" cy="38800"/>
            </a:xfrm>
            <a:custGeom>
              <a:avLst/>
              <a:gdLst/>
              <a:ahLst/>
              <a:cxnLst/>
              <a:rect l="l" t="t" r="r" b="b"/>
              <a:pathLst>
                <a:path w="1568" h="1552" extrusionOk="0">
                  <a:moveTo>
                    <a:pt x="843" y="1"/>
                  </a:moveTo>
                  <a:cubicBezTo>
                    <a:pt x="820" y="1"/>
                    <a:pt x="796" y="3"/>
                    <a:pt x="773" y="7"/>
                  </a:cubicBezTo>
                  <a:cubicBezTo>
                    <a:pt x="442" y="7"/>
                    <a:pt x="177" y="205"/>
                    <a:pt x="67" y="492"/>
                  </a:cubicBezTo>
                  <a:cubicBezTo>
                    <a:pt x="23" y="580"/>
                    <a:pt x="0" y="691"/>
                    <a:pt x="0" y="801"/>
                  </a:cubicBezTo>
                  <a:lnTo>
                    <a:pt x="45" y="978"/>
                  </a:lnTo>
                  <a:cubicBezTo>
                    <a:pt x="67" y="1110"/>
                    <a:pt x="155" y="1242"/>
                    <a:pt x="243" y="1331"/>
                  </a:cubicBezTo>
                  <a:cubicBezTo>
                    <a:pt x="309" y="1375"/>
                    <a:pt x="354" y="1419"/>
                    <a:pt x="420" y="1463"/>
                  </a:cubicBezTo>
                  <a:cubicBezTo>
                    <a:pt x="530" y="1529"/>
                    <a:pt x="663" y="1551"/>
                    <a:pt x="795" y="1551"/>
                  </a:cubicBezTo>
                  <a:cubicBezTo>
                    <a:pt x="905" y="1551"/>
                    <a:pt x="994" y="1529"/>
                    <a:pt x="1082" y="1485"/>
                  </a:cubicBezTo>
                  <a:cubicBezTo>
                    <a:pt x="1281" y="1397"/>
                    <a:pt x="1435" y="1242"/>
                    <a:pt x="1501" y="1044"/>
                  </a:cubicBezTo>
                  <a:cubicBezTo>
                    <a:pt x="1545" y="955"/>
                    <a:pt x="1567" y="867"/>
                    <a:pt x="1567" y="757"/>
                  </a:cubicBezTo>
                  <a:lnTo>
                    <a:pt x="1523" y="558"/>
                  </a:lnTo>
                  <a:cubicBezTo>
                    <a:pt x="1501" y="426"/>
                    <a:pt x="1413" y="315"/>
                    <a:pt x="1325" y="205"/>
                  </a:cubicBezTo>
                  <a:lnTo>
                    <a:pt x="1148" y="95"/>
                  </a:lnTo>
                  <a:cubicBezTo>
                    <a:pt x="1057" y="40"/>
                    <a:pt x="952" y="1"/>
                    <a:pt x="84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935;p66">
              <a:extLst>
                <a:ext uri="{FF2B5EF4-FFF2-40B4-BE49-F238E27FC236}">
                  <a16:creationId xmlns:a16="http://schemas.microsoft.com/office/drawing/2014/main" id="{D64C95B9-325D-3545-4C09-4552FA3D9EF1}"/>
                </a:ext>
              </a:extLst>
            </p:cNvPr>
            <p:cNvSpPr/>
            <p:nvPr/>
          </p:nvSpPr>
          <p:spPr>
            <a:xfrm>
              <a:off x="2944025" y="543625"/>
              <a:ext cx="39200" cy="38800"/>
            </a:xfrm>
            <a:custGeom>
              <a:avLst/>
              <a:gdLst/>
              <a:ahLst/>
              <a:cxnLst/>
              <a:rect l="l" t="t" r="r" b="b"/>
              <a:pathLst>
                <a:path w="1568" h="1552" extrusionOk="0">
                  <a:moveTo>
                    <a:pt x="843" y="1"/>
                  </a:moveTo>
                  <a:cubicBezTo>
                    <a:pt x="820" y="1"/>
                    <a:pt x="796" y="3"/>
                    <a:pt x="773" y="7"/>
                  </a:cubicBezTo>
                  <a:cubicBezTo>
                    <a:pt x="464" y="7"/>
                    <a:pt x="177" y="205"/>
                    <a:pt x="67" y="492"/>
                  </a:cubicBezTo>
                  <a:cubicBezTo>
                    <a:pt x="23" y="580"/>
                    <a:pt x="1" y="691"/>
                    <a:pt x="23" y="801"/>
                  </a:cubicBezTo>
                  <a:lnTo>
                    <a:pt x="45" y="978"/>
                  </a:lnTo>
                  <a:cubicBezTo>
                    <a:pt x="89" y="1110"/>
                    <a:pt x="155" y="1242"/>
                    <a:pt x="265" y="1331"/>
                  </a:cubicBezTo>
                  <a:cubicBezTo>
                    <a:pt x="310" y="1375"/>
                    <a:pt x="376" y="1419"/>
                    <a:pt x="420" y="1463"/>
                  </a:cubicBezTo>
                  <a:cubicBezTo>
                    <a:pt x="552" y="1529"/>
                    <a:pt x="685" y="1551"/>
                    <a:pt x="817" y="1551"/>
                  </a:cubicBezTo>
                  <a:cubicBezTo>
                    <a:pt x="905" y="1551"/>
                    <a:pt x="1016" y="1529"/>
                    <a:pt x="1104" y="1485"/>
                  </a:cubicBezTo>
                  <a:cubicBezTo>
                    <a:pt x="1192" y="1441"/>
                    <a:pt x="1281" y="1397"/>
                    <a:pt x="1347" y="1309"/>
                  </a:cubicBezTo>
                  <a:cubicBezTo>
                    <a:pt x="1479" y="1154"/>
                    <a:pt x="1567" y="955"/>
                    <a:pt x="1567" y="757"/>
                  </a:cubicBezTo>
                  <a:cubicBezTo>
                    <a:pt x="1567" y="691"/>
                    <a:pt x="1545" y="624"/>
                    <a:pt x="1545" y="558"/>
                  </a:cubicBezTo>
                  <a:cubicBezTo>
                    <a:pt x="1501" y="426"/>
                    <a:pt x="1435" y="315"/>
                    <a:pt x="1325" y="205"/>
                  </a:cubicBezTo>
                  <a:cubicBezTo>
                    <a:pt x="1281" y="183"/>
                    <a:pt x="1214" y="139"/>
                    <a:pt x="1170" y="95"/>
                  </a:cubicBezTo>
                  <a:cubicBezTo>
                    <a:pt x="1061" y="40"/>
                    <a:pt x="952" y="1"/>
                    <a:pt x="84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936;p66">
              <a:extLst>
                <a:ext uri="{FF2B5EF4-FFF2-40B4-BE49-F238E27FC236}">
                  <a16:creationId xmlns:a16="http://schemas.microsoft.com/office/drawing/2014/main" id="{CBF45EC8-EF02-F7D7-D454-4D6B8D7113B8}"/>
                </a:ext>
              </a:extLst>
            </p:cNvPr>
            <p:cNvSpPr/>
            <p:nvPr/>
          </p:nvSpPr>
          <p:spPr>
            <a:xfrm>
              <a:off x="2800575" y="485275"/>
              <a:ext cx="65125" cy="31500"/>
            </a:xfrm>
            <a:custGeom>
              <a:avLst/>
              <a:gdLst/>
              <a:ahLst/>
              <a:cxnLst/>
              <a:rect l="l" t="t" r="r" b="b"/>
              <a:pathLst>
                <a:path w="2605" h="1260" extrusionOk="0">
                  <a:moveTo>
                    <a:pt x="1330" y="1"/>
                  </a:moveTo>
                  <a:cubicBezTo>
                    <a:pt x="1321" y="1"/>
                    <a:pt x="1312" y="1"/>
                    <a:pt x="1303" y="1"/>
                  </a:cubicBezTo>
                  <a:cubicBezTo>
                    <a:pt x="398" y="23"/>
                    <a:pt x="0" y="1259"/>
                    <a:pt x="0" y="1259"/>
                  </a:cubicBezTo>
                  <a:cubicBezTo>
                    <a:pt x="420" y="1016"/>
                    <a:pt x="861" y="840"/>
                    <a:pt x="1303" y="729"/>
                  </a:cubicBezTo>
                  <a:cubicBezTo>
                    <a:pt x="1436" y="716"/>
                    <a:pt x="1570" y="709"/>
                    <a:pt x="1703" y="709"/>
                  </a:cubicBezTo>
                  <a:cubicBezTo>
                    <a:pt x="2009" y="709"/>
                    <a:pt x="2312" y="747"/>
                    <a:pt x="2605" y="840"/>
                  </a:cubicBezTo>
                  <a:cubicBezTo>
                    <a:pt x="2605" y="840"/>
                    <a:pt x="2045" y="1"/>
                    <a:pt x="1330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937;p66">
              <a:extLst>
                <a:ext uri="{FF2B5EF4-FFF2-40B4-BE49-F238E27FC236}">
                  <a16:creationId xmlns:a16="http://schemas.microsoft.com/office/drawing/2014/main" id="{C05F6F12-0805-E459-3D86-2639E19BDBD6}"/>
                </a:ext>
              </a:extLst>
            </p:cNvPr>
            <p:cNvSpPr/>
            <p:nvPr/>
          </p:nvSpPr>
          <p:spPr>
            <a:xfrm>
              <a:off x="2932450" y="485275"/>
              <a:ext cx="65125" cy="31500"/>
            </a:xfrm>
            <a:custGeom>
              <a:avLst/>
              <a:gdLst/>
              <a:ahLst/>
              <a:cxnLst/>
              <a:rect l="l" t="t" r="r" b="b"/>
              <a:pathLst>
                <a:path w="2605" h="1260" extrusionOk="0">
                  <a:moveTo>
                    <a:pt x="1275" y="1"/>
                  </a:moveTo>
                  <a:cubicBezTo>
                    <a:pt x="581" y="1"/>
                    <a:pt x="0" y="840"/>
                    <a:pt x="0" y="840"/>
                  </a:cubicBezTo>
                  <a:cubicBezTo>
                    <a:pt x="292" y="747"/>
                    <a:pt x="596" y="709"/>
                    <a:pt x="902" y="709"/>
                  </a:cubicBezTo>
                  <a:cubicBezTo>
                    <a:pt x="1035" y="709"/>
                    <a:pt x="1169" y="716"/>
                    <a:pt x="1302" y="729"/>
                  </a:cubicBezTo>
                  <a:cubicBezTo>
                    <a:pt x="1766" y="840"/>
                    <a:pt x="2207" y="1016"/>
                    <a:pt x="2604" y="1259"/>
                  </a:cubicBezTo>
                  <a:cubicBezTo>
                    <a:pt x="2604" y="1259"/>
                    <a:pt x="2207" y="23"/>
                    <a:pt x="1302" y="1"/>
                  </a:cubicBezTo>
                  <a:cubicBezTo>
                    <a:pt x="1293" y="1"/>
                    <a:pt x="1284" y="1"/>
                    <a:pt x="127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938;p66">
              <a:extLst>
                <a:ext uri="{FF2B5EF4-FFF2-40B4-BE49-F238E27FC236}">
                  <a16:creationId xmlns:a16="http://schemas.microsoft.com/office/drawing/2014/main" id="{3CF4AF03-DC4A-E79C-E4DE-ABA24993A710}"/>
                </a:ext>
              </a:extLst>
            </p:cNvPr>
            <p:cNvSpPr/>
            <p:nvPr/>
          </p:nvSpPr>
          <p:spPr>
            <a:xfrm>
              <a:off x="2860725" y="657425"/>
              <a:ext cx="113125" cy="55300"/>
            </a:xfrm>
            <a:custGeom>
              <a:avLst/>
              <a:gdLst/>
              <a:ahLst/>
              <a:cxnLst/>
              <a:rect l="l" t="t" r="r" b="b"/>
              <a:pathLst>
                <a:path w="4525" h="2212" extrusionOk="0">
                  <a:moveTo>
                    <a:pt x="4524" y="1"/>
                  </a:moveTo>
                  <a:cubicBezTo>
                    <a:pt x="4524" y="1"/>
                    <a:pt x="3222" y="795"/>
                    <a:pt x="1920" y="795"/>
                  </a:cubicBezTo>
                  <a:cubicBezTo>
                    <a:pt x="1879" y="797"/>
                    <a:pt x="1837" y="797"/>
                    <a:pt x="1796" y="797"/>
                  </a:cubicBezTo>
                  <a:cubicBezTo>
                    <a:pt x="1176" y="797"/>
                    <a:pt x="559" y="642"/>
                    <a:pt x="0" y="332"/>
                  </a:cubicBezTo>
                  <a:lnTo>
                    <a:pt x="0" y="332"/>
                  </a:lnTo>
                  <a:cubicBezTo>
                    <a:pt x="127" y="1415"/>
                    <a:pt x="1031" y="2212"/>
                    <a:pt x="2082" y="2212"/>
                  </a:cubicBezTo>
                  <a:cubicBezTo>
                    <a:pt x="2123" y="2212"/>
                    <a:pt x="2165" y="2210"/>
                    <a:pt x="2207" y="2208"/>
                  </a:cubicBezTo>
                  <a:cubicBezTo>
                    <a:pt x="4237" y="2208"/>
                    <a:pt x="4524" y="1"/>
                    <a:pt x="4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939;p66">
              <a:extLst>
                <a:ext uri="{FF2B5EF4-FFF2-40B4-BE49-F238E27FC236}">
                  <a16:creationId xmlns:a16="http://schemas.microsoft.com/office/drawing/2014/main" id="{526911C7-807A-3EF5-4093-C3623542F74A}"/>
                </a:ext>
              </a:extLst>
            </p:cNvPr>
            <p:cNvSpPr/>
            <p:nvPr/>
          </p:nvSpPr>
          <p:spPr>
            <a:xfrm>
              <a:off x="2871750" y="492125"/>
              <a:ext cx="43050" cy="145025"/>
            </a:xfrm>
            <a:custGeom>
              <a:avLst/>
              <a:gdLst/>
              <a:ahLst/>
              <a:cxnLst/>
              <a:rect l="l" t="t" r="r" b="b"/>
              <a:pathLst>
                <a:path w="1722" h="5801" extrusionOk="0">
                  <a:moveTo>
                    <a:pt x="972" y="0"/>
                  </a:moveTo>
                  <a:cubicBezTo>
                    <a:pt x="922" y="0"/>
                    <a:pt x="861" y="47"/>
                    <a:pt x="861" y="102"/>
                  </a:cubicBezTo>
                  <a:cubicBezTo>
                    <a:pt x="861" y="831"/>
                    <a:pt x="1038" y="1537"/>
                    <a:pt x="1016" y="2243"/>
                  </a:cubicBezTo>
                  <a:cubicBezTo>
                    <a:pt x="1016" y="2861"/>
                    <a:pt x="883" y="3457"/>
                    <a:pt x="640" y="4009"/>
                  </a:cubicBezTo>
                  <a:cubicBezTo>
                    <a:pt x="442" y="4406"/>
                    <a:pt x="0" y="4803"/>
                    <a:pt x="199" y="5289"/>
                  </a:cubicBezTo>
                  <a:cubicBezTo>
                    <a:pt x="367" y="5692"/>
                    <a:pt x="790" y="5801"/>
                    <a:pt x="1197" y="5801"/>
                  </a:cubicBezTo>
                  <a:cubicBezTo>
                    <a:pt x="1325" y="5801"/>
                    <a:pt x="1451" y="5790"/>
                    <a:pt x="1567" y="5774"/>
                  </a:cubicBezTo>
                  <a:cubicBezTo>
                    <a:pt x="1722" y="5752"/>
                    <a:pt x="1700" y="5531"/>
                    <a:pt x="1545" y="5531"/>
                  </a:cubicBezTo>
                  <a:cubicBezTo>
                    <a:pt x="1236" y="5509"/>
                    <a:pt x="861" y="5553"/>
                    <a:pt x="618" y="5289"/>
                  </a:cubicBezTo>
                  <a:cubicBezTo>
                    <a:pt x="376" y="5068"/>
                    <a:pt x="508" y="4825"/>
                    <a:pt x="663" y="4582"/>
                  </a:cubicBezTo>
                  <a:cubicBezTo>
                    <a:pt x="927" y="4185"/>
                    <a:pt x="1126" y="3744"/>
                    <a:pt x="1214" y="3280"/>
                  </a:cubicBezTo>
                  <a:cubicBezTo>
                    <a:pt x="1325" y="2795"/>
                    <a:pt x="1347" y="2287"/>
                    <a:pt x="1325" y="1780"/>
                  </a:cubicBezTo>
                  <a:cubicBezTo>
                    <a:pt x="1303" y="1206"/>
                    <a:pt x="1214" y="632"/>
                    <a:pt x="1038" y="58"/>
                  </a:cubicBezTo>
                  <a:cubicBezTo>
                    <a:pt x="1029" y="17"/>
                    <a:pt x="1003" y="0"/>
                    <a:pt x="97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940;p66">
              <a:extLst>
                <a:ext uri="{FF2B5EF4-FFF2-40B4-BE49-F238E27FC236}">
                  <a16:creationId xmlns:a16="http://schemas.microsoft.com/office/drawing/2014/main" id="{40B04FD0-F82C-8467-3A4B-3AD70AC4E33F}"/>
                </a:ext>
              </a:extLst>
            </p:cNvPr>
            <p:cNvSpPr/>
            <p:nvPr/>
          </p:nvSpPr>
          <p:spPr>
            <a:xfrm>
              <a:off x="2700150" y="505800"/>
              <a:ext cx="405300" cy="327425"/>
            </a:xfrm>
            <a:custGeom>
              <a:avLst/>
              <a:gdLst/>
              <a:ahLst/>
              <a:cxnLst/>
              <a:rect l="l" t="t" r="r" b="b"/>
              <a:pathLst>
                <a:path w="16212" h="13097" extrusionOk="0">
                  <a:moveTo>
                    <a:pt x="15960" y="0"/>
                  </a:moveTo>
                  <a:cubicBezTo>
                    <a:pt x="15886" y="0"/>
                    <a:pt x="15813" y="39"/>
                    <a:pt x="15780" y="129"/>
                  </a:cubicBezTo>
                  <a:cubicBezTo>
                    <a:pt x="15185" y="1475"/>
                    <a:pt x="14699" y="2888"/>
                    <a:pt x="14191" y="4278"/>
                  </a:cubicBezTo>
                  <a:cubicBezTo>
                    <a:pt x="13927" y="4984"/>
                    <a:pt x="13684" y="5691"/>
                    <a:pt x="13463" y="6397"/>
                  </a:cubicBezTo>
                  <a:cubicBezTo>
                    <a:pt x="13353" y="6706"/>
                    <a:pt x="13243" y="7037"/>
                    <a:pt x="13154" y="7368"/>
                  </a:cubicBezTo>
                  <a:cubicBezTo>
                    <a:pt x="13110" y="7478"/>
                    <a:pt x="13088" y="7589"/>
                    <a:pt x="13044" y="7721"/>
                  </a:cubicBezTo>
                  <a:cubicBezTo>
                    <a:pt x="11631" y="8449"/>
                    <a:pt x="10065" y="8847"/>
                    <a:pt x="8453" y="8847"/>
                  </a:cubicBezTo>
                  <a:cubicBezTo>
                    <a:pt x="8414" y="8847"/>
                    <a:pt x="8374" y="8847"/>
                    <a:pt x="8335" y="8847"/>
                  </a:cubicBezTo>
                  <a:cubicBezTo>
                    <a:pt x="6325" y="8847"/>
                    <a:pt x="4381" y="8297"/>
                    <a:pt x="2649" y="7280"/>
                  </a:cubicBezTo>
                  <a:cubicBezTo>
                    <a:pt x="2362" y="6198"/>
                    <a:pt x="1987" y="5139"/>
                    <a:pt x="1656" y="4080"/>
                  </a:cubicBezTo>
                  <a:cubicBezTo>
                    <a:pt x="1457" y="3440"/>
                    <a:pt x="1237" y="2777"/>
                    <a:pt x="1038" y="2115"/>
                  </a:cubicBezTo>
                  <a:cubicBezTo>
                    <a:pt x="928" y="1784"/>
                    <a:pt x="817" y="1453"/>
                    <a:pt x="707" y="1144"/>
                  </a:cubicBezTo>
                  <a:cubicBezTo>
                    <a:pt x="619" y="857"/>
                    <a:pt x="553" y="460"/>
                    <a:pt x="310" y="306"/>
                  </a:cubicBezTo>
                  <a:cubicBezTo>
                    <a:pt x="286" y="290"/>
                    <a:pt x="257" y="283"/>
                    <a:pt x="229" y="283"/>
                  </a:cubicBezTo>
                  <a:cubicBezTo>
                    <a:pt x="177" y="283"/>
                    <a:pt x="125" y="307"/>
                    <a:pt x="111" y="350"/>
                  </a:cubicBezTo>
                  <a:cubicBezTo>
                    <a:pt x="1" y="637"/>
                    <a:pt x="155" y="946"/>
                    <a:pt x="244" y="1211"/>
                  </a:cubicBezTo>
                  <a:cubicBezTo>
                    <a:pt x="332" y="1564"/>
                    <a:pt x="442" y="1917"/>
                    <a:pt x="553" y="2270"/>
                  </a:cubicBezTo>
                  <a:cubicBezTo>
                    <a:pt x="751" y="2910"/>
                    <a:pt x="950" y="3550"/>
                    <a:pt x="1171" y="4190"/>
                  </a:cubicBezTo>
                  <a:cubicBezTo>
                    <a:pt x="1524" y="5293"/>
                    <a:pt x="1833" y="6441"/>
                    <a:pt x="2252" y="7522"/>
                  </a:cubicBezTo>
                  <a:cubicBezTo>
                    <a:pt x="2120" y="7699"/>
                    <a:pt x="1987" y="7920"/>
                    <a:pt x="1833" y="8185"/>
                  </a:cubicBezTo>
                  <a:cubicBezTo>
                    <a:pt x="1722" y="7898"/>
                    <a:pt x="1590" y="7589"/>
                    <a:pt x="1479" y="7302"/>
                  </a:cubicBezTo>
                  <a:cubicBezTo>
                    <a:pt x="1369" y="7037"/>
                    <a:pt x="1259" y="6750"/>
                    <a:pt x="1148" y="6485"/>
                  </a:cubicBezTo>
                  <a:cubicBezTo>
                    <a:pt x="1060" y="6220"/>
                    <a:pt x="972" y="5845"/>
                    <a:pt x="751" y="5647"/>
                  </a:cubicBezTo>
                  <a:cubicBezTo>
                    <a:pt x="724" y="5626"/>
                    <a:pt x="690" y="5616"/>
                    <a:pt x="656" y="5616"/>
                  </a:cubicBezTo>
                  <a:cubicBezTo>
                    <a:pt x="580" y="5616"/>
                    <a:pt x="502" y="5665"/>
                    <a:pt x="486" y="5757"/>
                  </a:cubicBezTo>
                  <a:cubicBezTo>
                    <a:pt x="486" y="6022"/>
                    <a:pt x="553" y="6287"/>
                    <a:pt x="685" y="6529"/>
                  </a:cubicBezTo>
                  <a:cubicBezTo>
                    <a:pt x="795" y="6838"/>
                    <a:pt x="928" y="7147"/>
                    <a:pt x="1038" y="7478"/>
                  </a:cubicBezTo>
                  <a:cubicBezTo>
                    <a:pt x="1193" y="7876"/>
                    <a:pt x="1347" y="8339"/>
                    <a:pt x="1524" y="8758"/>
                  </a:cubicBezTo>
                  <a:cubicBezTo>
                    <a:pt x="1391" y="8979"/>
                    <a:pt x="1281" y="9200"/>
                    <a:pt x="1193" y="9420"/>
                  </a:cubicBezTo>
                  <a:cubicBezTo>
                    <a:pt x="2610" y="11859"/>
                    <a:pt x="4460" y="13097"/>
                    <a:pt x="8231" y="13097"/>
                  </a:cubicBezTo>
                  <a:cubicBezTo>
                    <a:pt x="8453" y="13097"/>
                    <a:pt x="8681" y="13093"/>
                    <a:pt x="8917" y="13084"/>
                  </a:cubicBezTo>
                  <a:cubicBezTo>
                    <a:pt x="12956" y="12952"/>
                    <a:pt x="15449" y="9641"/>
                    <a:pt x="15405" y="9310"/>
                  </a:cubicBezTo>
                  <a:cubicBezTo>
                    <a:pt x="15251" y="8891"/>
                    <a:pt x="15074" y="8493"/>
                    <a:pt x="14854" y="8118"/>
                  </a:cubicBezTo>
                  <a:cubicBezTo>
                    <a:pt x="15074" y="7522"/>
                    <a:pt x="15251" y="6927"/>
                    <a:pt x="15405" y="6309"/>
                  </a:cubicBezTo>
                  <a:cubicBezTo>
                    <a:pt x="15431" y="6193"/>
                    <a:pt x="15337" y="6122"/>
                    <a:pt x="15241" y="6122"/>
                  </a:cubicBezTo>
                  <a:cubicBezTo>
                    <a:pt x="15172" y="6122"/>
                    <a:pt x="15102" y="6159"/>
                    <a:pt x="15074" y="6242"/>
                  </a:cubicBezTo>
                  <a:cubicBezTo>
                    <a:pt x="14942" y="6728"/>
                    <a:pt x="14787" y="7213"/>
                    <a:pt x="14633" y="7677"/>
                  </a:cubicBezTo>
                  <a:cubicBezTo>
                    <a:pt x="14412" y="7258"/>
                    <a:pt x="14236" y="6927"/>
                    <a:pt x="14236" y="6927"/>
                  </a:cubicBezTo>
                  <a:cubicBezTo>
                    <a:pt x="14015" y="7125"/>
                    <a:pt x="13772" y="7280"/>
                    <a:pt x="13529" y="7434"/>
                  </a:cubicBezTo>
                  <a:cubicBezTo>
                    <a:pt x="13618" y="7191"/>
                    <a:pt x="13706" y="6949"/>
                    <a:pt x="13794" y="6706"/>
                  </a:cubicBezTo>
                  <a:cubicBezTo>
                    <a:pt x="14037" y="5978"/>
                    <a:pt x="14302" y="5249"/>
                    <a:pt x="14545" y="4521"/>
                  </a:cubicBezTo>
                  <a:cubicBezTo>
                    <a:pt x="15074" y="3086"/>
                    <a:pt x="15648" y="1696"/>
                    <a:pt x="16156" y="262"/>
                  </a:cubicBezTo>
                  <a:cubicBezTo>
                    <a:pt x="16211" y="109"/>
                    <a:pt x="16084" y="0"/>
                    <a:pt x="159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941;p66">
              <a:extLst>
                <a:ext uri="{FF2B5EF4-FFF2-40B4-BE49-F238E27FC236}">
                  <a16:creationId xmlns:a16="http://schemas.microsoft.com/office/drawing/2014/main" id="{E3DD2CB0-5D58-4250-6561-050BD779780D}"/>
                </a:ext>
              </a:extLst>
            </p:cNvPr>
            <p:cNvSpPr/>
            <p:nvPr/>
          </p:nvSpPr>
          <p:spPr>
            <a:xfrm>
              <a:off x="3439475" y="5142500"/>
              <a:ext cx="760875" cy="312325"/>
            </a:xfrm>
            <a:custGeom>
              <a:avLst/>
              <a:gdLst/>
              <a:ahLst/>
              <a:cxnLst/>
              <a:rect l="l" t="t" r="r" b="b"/>
              <a:pathLst>
                <a:path w="30435" h="12493" extrusionOk="0">
                  <a:moveTo>
                    <a:pt x="18385" y="1"/>
                  </a:moveTo>
                  <a:cubicBezTo>
                    <a:pt x="18385" y="1"/>
                    <a:pt x="18517" y="3135"/>
                    <a:pt x="12691" y="5783"/>
                  </a:cubicBezTo>
                  <a:cubicBezTo>
                    <a:pt x="10749" y="6622"/>
                    <a:pt x="8696" y="7284"/>
                    <a:pt x="6600" y="7703"/>
                  </a:cubicBezTo>
                  <a:cubicBezTo>
                    <a:pt x="1722" y="8785"/>
                    <a:pt x="1" y="12492"/>
                    <a:pt x="1" y="12492"/>
                  </a:cubicBezTo>
                  <a:lnTo>
                    <a:pt x="30015" y="12492"/>
                  </a:lnTo>
                  <a:lnTo>
                    <a:pt x="30214" y="6865"/>
                  </a:lnTo>
                  <a:lnTo>
                    <a:pt x="30435" y="928"/>
                  </a:lnTo>
                  <a:lnTo>
                    <a:pt x="18385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942;p66">
              <a:extLst>
                <a:ext uri="{FF2B5EF4-FFF2-40B4-BE49-F238E27FC236}">
                  <a16:creationId xmlns:a16="http://schemas.microsoft.com/office/drawing/2014/main" id="{AABA1955-AC89-47D3-2781-22333B0B6B05}"/>
                </a:ext>
              </a:extLst>
            </p:cNvPr>
            <p:cNvSpPr/>
            <p:nvPr/>
          </p:nvSpPr>
          <p:spPr>
            <a:xfrm>
              <a:off x="3439475" y="5287075"/>
              <a:ext cx="755350" cy="167750"/>
            </a:xfrm>
            <a:custGeom>
              <a:avLst/>
              <a:gdLst/>
              <a:ahLst/>
              <a:cxnLst/>
              <a:rect l="l" t="t" r="r" b="b"/>
              <a:pathLst>
                <a:path w="30214" h="6710" extrusionOk="0">
                  <a:moveTo>
                    <a:pt x="12691" y="0"/>
                  </a:moveTo>
                  <a:cubicBezTo>
                    <a:pt x="10749" y="839"/>
                    <a:pt x="8696" y="1501"/>
                    <a:pt x="6622" y="1920"/>
                  </a:cubicBezTo>
                  <a:cubicBezTo>
                    <a:pt x="1722" y="3002"/>
                    <a:pt x="1" y="6709"/>
                    <a:pt x="1" y="6709"/>
                  </a:cubicBezTo>
                  <a:lnTo>
                    <a:pt x="30015" y="6709"/>
                  </a:lnTo>
                  <a:lnTo>
                    <a:pt x="30214" y="1082"/>
                  </a:lnTo>
                  <a:lnTo>
                    <a:pt x="30214" y="1082"/>
                  </a:lnTo>
                  <a:cubicBezTo>
                    <a:pt x="27477" y="1920"/>
                    <a:pt x="23262" y="3796"/>
                    <a:pt x="16112" y="4436"/>
                  </a:cubicBezTo>
                  <a:cubicBezTo>
                    <a:pt x="15383" y="2847"/>
                    <a:pt x="14015" y="1280"/>
                    <a:pt x="1269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943;p66">
              <a:extLst>
                <a:ext uri="{FF2B5EF4-FFF2-40B4-BE49-F238E27FC236}">
                  <a16:creationId xmlns:a16="http://schemas.microsoft.com/office/drawing/2014/main" id="{E0B993B9-F4FE-E3CA-98F3-F4F357DEF83A}"/>
                </a:ext>
              </a:extLst>
            </p:cNvPr>
            <p:cNvSpPr/>
            <p:nvPr/>
          </p:nvSpPr>
          <p:spPr>
            <a:xfrm>
              <a:off x="3734100" y="2547675"/>
              <a:ext cx="551225" cy="2785750"/>
            </a:xfrm>
            <a:custGeom>
              <a:avLst/>
              <a:gdLst/>
              <a:ahLst/>
              <a:cxnLst/>
              <a:rect l="l" t="t" r="r" b="b"/>
              <a:pathLst>
                <a:path w="22049" h="111430" extrusionOk="0">
                  <a:moveTo>
                    <a:pt x="1" y="1"/>
                  </a:moveTo>
                  <a:lnTo>
                    <a:pt x="178" y="7460"/>
                  </a:lnTo>
                  <a:lnTo>
                    <a:pt x="2495" y="104875"/>
                  </a:lnTo>
                  <a:lnTo>
                    <a:pt x="22048" y="111430"/>
                  </a:lnTo>
                  <a:lnTo>
                    <a:pt x="19731" y="7460"/>
                  </a:lnTo>
                  <a:lnTo>
                    <a:pt x="19554" y="2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944;p66">
              <a:extLst>
                <a:ext uri="{FF2B5EF4-FFF2-40B4-BE49-F238E27FC236}">
                  <a16:creationId xmlns:a16="http://schemas.microsoft.com/office/drawing/2014/main" id="{84980806-F4C6-A65E-E499-69E9CE88DD24}"/>
                </a:ext>
              </a:extLst>
            </p:cNvPr>
            <p:cNvSpPr/>
            <p:nvPr/>
          </p:nvSpPr>
          <p:spPr>
            <a:xfrm>
              <a:off x="3734100" y="2547675"/>
              <a:ext cx="493300" cy="186525"/>
            </a:xfrm>
            <a:custGeom>
              <a:avLst/>
              <a:gdLst/>
              <a:ahLst/>
              <a:cxnLst/>
              <a:rect l="l" t="t" r="r" b="b"/>
              <a:pathLst>
                <a:path w="19732" h="7461" extrusionOk="0">
                  <a:moveTo>
                    <a:pt x="1" y="1"/>
                  </a:moveTo>
                  <a:lnTo>
                    <a:pt x="178" y="7460"/>
                  </a:lnTo>
                  <a:lnTo>
                    <a:pt x="19731" y="7460"/>
                  </a:lnTo>
                  <a:lnTo>
                    <a:pt x="19554" y="2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945;p66">
              <a:extLst>
                <a:ext uri="{FF2B5EF4-FFF2-40B4-BE49-F238E27FC236}">
                  <a16:creationId xmlns:a16="http://schemas.microsoft.com/office/drawing/2014/main" id="{B9224761-B1E1-1138-000D-696F98F41779}"/>
                </a:ext>
              </a:extLst>
            </p:cNvPr>
            <p:cNvSpPr/>
            <p:nvPr/>
          </p:nvSpPr>
          <p:spPr>
            <a:xfrm>
              <a:off x="4570550" y="5142500"/>
              <a:ext cx="792850" cy="312325"/>
            </a:xfrm>
            <a:custGeom>
              <a:avLst/>
              <a:gdLst/>
              <a:ahLst/>
              <a:cxnLst/>
              <a:rect l="l" t="t" r="r" b="b"/>
              <a:pathLst>
                <a:path w="31714" h="12493" extrusionOk="0">
                  <a:moveTo>
                    <a:pt x="11940" y="1"/>
                  </a:moveTo>
                  <a:lnTo>
                    <a:pt x="0" y="928"/>
                  </a:lnTo>
                  <a:lnTo>
                    <a:pt x="883" y="6865"/>
                  </a:lnTo>
                  <a:lnTo>
                    <a:pt x="1700" y="12492"/>
                  </a:lnTo>
                  <a:lnTo>
                    <a:pt x="31714" y="12492"/>
                  </a:lnTo>
                  <a:cubicBezTo>
                    <a:pt x="31714" y="12492"/>
                    <a:pt x="29573" y="8785"/>
                    <a:pt x="24586" y="7703"/>
                  </a:cubicBezTo>
                  <a:cubicBezTo>
                    <a:pt x="22423" y="7262"/>
                    <a:pt x="20304" y="6622"/>
                    <a:pt x="18274" y="5783"/>
                  </a:cubicBezTo>
                  <a:cubicBezTo>
                    <a:pt x="12160" y="3135"/>
                    <a:pt x="11940" y="1"/>
                    <a:pt x="1194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946;p66">
              <a:extLst>
                <a:ext uri="{FF2B5EF4-FFF2-40B4-BE49-F238E27FC236}">
                  <a16:creationId xmlns:a16="http://schemas.microsoft.com/office/drawing/2014/main" id="{F3D95AB6-A458-30C3-83CE-AB6435928EC1}"/>
                </a:ext>
              </a:extLst>
            </p:cNvPr>
            <p:cNvSpPr/>
            <p:nvPr/>
          </p:nvSpPr>
          <p:spPr>
            <a:xfrm>
              <a:off x="4592050" y="5287075"/>
              <a:ext cx="771350" cy="167750"/>
            </a:xfrm>
            <a:custGeom>
              <a:avLst/>
              <a:gdLst/>
              <a:ahLst/>
              <a:cxnLst/>
              <a:rect l="l" t="t" r="r" b="b"/>
              <a:pathLst>
                <a:path w="30854" h="6710" extrusionOk="0">
                  <a:moveTo>
                    <a:pt x="17414" y="0"/>
                  </a:moveTo>
                  <a:cubicBezTo>
                    <a:pt x="16244" y="1280"/>
                    <a:pt x="15052" y="2847"/>
                    <a:pt x="14478" y="4436"/>
                  </a:cubicBezTo>
                  <a:cubicBezTo>
                    <a:pt x="7284" y="3796"/>
                    <a:pt x="2848" y="1920"/>
                    <a:pt x="23" y="1082"/>
                  </a:cubicBezTo>
                  <a:lnTo>
                    <a:pt x="1" y="1082"/>
                  </a:lnTo>
                  <a:lnTo>
                    <a:pt x="840" y="6709"/>
                  </a:lnTo>
                  <a:lnTo>
                    <a:pt x="30854" y="6709"/>
                  </a:lnTo>
                  <a:cubicBezTo>
                    <a:pt x="30854" y="6709"/>
                    <a:pt x="28713" y="3002"/>
                    <a:pt x="23726" y="1920"/>
                  </a:cubicBezTo>
                  <a:cubicBezTo>
                    <a:pt x="21563" y="1479"/>
                    <a:pt x="19444" y="839"/>
                    <a:pt x="1741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947;p66">
              <a:extLst>
                <a:ext uri="{FF2B5EF4-FFF2-40B4-BE49-F238E27FC236}">
                  <a16:creationId xmlns:a16="http://schemas.microsoft.com/office/drawing/2014/main" id="{342FAFB1-47EF-928E-48A1-7708A3857883}"/>
                </a:ext>
              </a:extLst>
            </p:cNvPr>
            <p:cNvSpPr/>
            <p:nvPr/>
          </p:nvSpPr>
          <p:spPr>
            <a:xfrm>
              <a:off x="4257700" y="2547675"/>
              <a:ext cx="717300" cy="2785750"/>
            </a:xfrm>
            <a:custGeom>
              <a:avLst/>
              <a:gdLst/>
              <a:ahLst/>
              <a:cxnLst/>
              <a:rect l="l" t="t" r="r" b="b"/>
              <a:pathLst>
                <a:path w="28692" h="111430" extrusionOk="0">
                  <a:moveTo>
                    <a:pt x="19554" y="1"/>
                  </a:moveTo>
                  <a:lnTo>
                    <a:pt x="1" y="200"/>
                  </a:lnTo>
                  <a:lnTo>
                    <a:pt x="641" y="7460"/>
                  </a:lnTo>
                  <a:lnTo>
                    <a:pt x="9844" y="111430"/>
                  </a:lnTo>
                  <a:lnTo>
                    <a:pt x="28691" y="104875"/>
                  </a:lnTo>
                  <a:lnTo>
                    <a:pt x="20194" y="7460"/>
                  </a:lnTo>
                  <a:lnTo>
                    <a:pt x="19554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948;p66">
              <a:extLst>
                <a:ext uri="{FF2B5EF4-FFF2-40B4-BE49-F238E27FC236}">
                  <a16:creationId xmlns:a16="http://schemas.microsoft.com/office/drawing/2014/main" id="{4F9EFEDB-86A9-89F4-9BE9-D7A3C4ED2755}"/>
                </a:ext>
              </a:extLst>
            </p:cNvPr>
            <p:cNvSpPr/>
            <p:nvPr/>
          </p:nvSpPr>
          <p:spPr>
            <a:xfrm>
              <a:off x="4257700" y="2547675"/>
              <a:ext cx="504875" cy="186525"/>
            </a:xfrm>
            <a:custGeom>
              <a:avLst/>
              <a:gdLst/>
              <a:ahLst/>
              <a:cxnLst/>
              <a:rect l="l" t="t" r="r" b="b"/>
              <a:pathLst>
                <a:path w="20195" h="7461" extrusionOk="0">
                  <a:moveTo>
                    <a:pt x="19554" y="1"/>
                  </a:moveTo>
                  <a:lnTo>
                    <a:pt x="1" y="200"/>
                  </a:lnTo>
                  <a:lnTo>
                    <a:pt x="641" y="7460"/>
                  </a:lnTo>
                  <a:lnTo>
                    <a:pt x="20194" y="7460"/>
                  </a:lnTo>
                  <a:lnTo>
                    <a:pt x="19554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949;p66">
              <a:extLst>
                <a:ext uri="{FF2B5EF4-FFF2-40B4-BE49-F238E27FC236}">
                  <a16:creationId xmlns:a16="http://schemas.microsoft.com/office/drawing/2014/main" id="{918361CD-B221-0B41-0E64-DA2EA19FD84C}"/>
                </a:ext>
              </a:extLst>
            </p:cNvPr>
            <p:cNvSpPr/>
            <p:nvPr/>
          </p:nvSpPr>
          <p:spPr>
            <a:xfrm>
              <a:off x="3401975" y="1086600"/>
              <a:ext cx="585950" cy="820775"/>
            </a:xfrm>
            <a:custGeom>
              <a:avLst/>
              <a:gdLst/>
              <a:ahLst/>
              <a:cxnLst/>
              <a:rect l="l" t="t" r="r" b="b"/>
              <a:pathLst>
                <a:path w="23438" h="32831" extrusionOk="0">
                  <a:moveTo>
                    <a:pt x="18307" y="0"/>
                  </a:moveTo>
                  <a:cubicBezTo>
                    <a:pt x="16189" y="0"/>
                    <a:pt x="13522" y="2385"/>
                    <a:pt x="9336" y="8103"/>
                  </a:cubicBezTo>
                  <a:cubicBezTo>
                    <a:pt x="3884" y="15563"/>
                    <a:pt x="111" y="26554"/>
                    <a:pt x="111" y="26554"/>
                  </a:cubicBezTo>
                  <a:cubicBezTo>
                    <a:pt x="111" y="26554"/>
                    <a:pt x="0" y="30217"/>
                    <a:pt x="3774" y="32115"/>
                  </a:cubicBezTo>
                  <a:cubicBezTo>
                    <a:pt x="4793" y="32621"/>
                    <a:pt x="5771" y="32830"/>
                    <a:pt x="6681" y="32830"/>
                  </a:cubicBezTo>
                  <a:cubicBezTo>
                    <a:pt x="9142" y="32830"/>
                    <a:pt x="11104" y="31302"/>
                    <a:pt x="12006" y="29996"/>
                  </a:cubicBezTo>
                  <a:cubicBezTo>
                    <a:pt x="13220" y="28231"/>
                    <a:pt x="22555" y="10995"/>
                    <a:pt x="22997" y="7000"/>
                  </a:cubicBezTo>
                  <a:cubicBezTo>
                    <a:pt x="23438" y="3005"/>
                    <a:pt x="20878" y="114"/>
                    <a:pt x="18450" y="4"/>
                  </a:cubicBezTo>
                  <a:cubicBezTo>
                    <a:pt x="18403" y="1"/>
                    <a:pt x="18355" y="0"/>
                    <a:pt x="18307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950;p66">
              <a:extLst>
                <a:ext uri="{FF2B5EF4-FFF2-40B4-BE49-F238E27FC236}">
                  <a16:creationId xmlns:a16="http://schemas.microsoft.com/office/drawing/2014/main" id="{DFB61632-650E-9F8A-147F-C79D42D26472}"/>
                </a:ext>
              </a:extLst>
            </p:cNvPr>
            <p:cNvSpPr/>
            <p:nvPr/>
          </p:nvSpPr>
          <p:spPr>
            <a:xfrm>
              <a:off x="5351800" y="1130400"/>
              <a:ext cx="157325" cy="106825"/>
            </a:xfrm>
            <a:custGeom>
              <a:avLst/>
              <a:gdLst/>
              <a:ahLst/>
              <a:cxnLst/>
              <a:rect l="l" t="t" r="r" b="b"/>
              <a:pathLst>
                <a:path w="6293" h="4273" extrusionOk="0">
                  <a:moveTo>
                    <a:pt x="5375" y="1"/>
                  </a:moveTo>
                  <a:cubicBezTo>
                    <a:pt x="4175" y="1"/>
                    <a:pt x="47" y="2931"/>
                    <a:pt x="47" y="2931"/>
                  </a:cubicBezTo>
                  <a:cubicBezTo>
                    <a:pt x="0" y="4014"/>
                    <a:pt x="466" y="4273"/>
                    <a:pt x="921" y="4273"/>
                  </a:cubicBezTo>
                  <a:cubicBezTo>
                    <a:pt x="1338" y="4273"/>
                    <a:pt x="1746" y="4056"/>
                    <a:pt x="1746" y="4056"/>
                  </a:cubicBezTo>
                  <a:cubicBezTo>
                    <a:pt x="1746" y="4056"/>
                    <a:pt x="4438" y="2776"/>
                    <a:pt x="5211" y="1915"/>
                  </a:cubicBezTo>
                  <a:cubicBezTo>
                    <a:pt x="5961" y="1055"/>
                    <a:pt x="6292" y="724"/>
                    <a:pt x="5630" y="84"/>
                  </a:cubicBezTo>
                  <a:cubicBezTo>
                    <a:pt x="5575" y="27"/>
                    <a:pt x="5488" y="1"/>
                    <a:pt x="5375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951;p66">
              <a:extLst>
                <a:ext uri="{FF2B5EF4-FFF2-40B4-BE49-F238E27FC236}">
                  <a16:creationId xmlns:a16="http://schemas.microsoft.com/office/drawing/2014/main" id="{2558B37F-2C64-ECCA-2707-054E841B8F75}"/>
                </a:ext>
              </a:extLst>
            </p:cNvPr>
            <p:cNvSpPr/>
            <p:nvPr/>
          </p:nvSpPr>
          <p:spPr>
            <a:xfrm>
              <a:off x="5525750" y="1063900"/>
              <a:ext cx="78275" cy="169675"/>
            </a:xfrm>
            <a:custGeom>
              <a:avLst/>
              <a:gdLst/>
              <a:ahLst/>
              <a:cxnLst/>
              <a:rect l="l" t="t" r="r" b="b"/>
              <a:pathLst>
                <a:path w="3131" h="6787" extrusionOk="0">
                  <a:moveTo>
                    <a:pt x="2318" y="1"/>
                  </a:moveTo>
                  <a:cubicBezTo>
                    <a:pt x="2057" y="1"/>
                    <a:pt x="1674" y="159"/>
                    <a:pt x="1519" y="360"/>
                  </a:cubicBezTo>
                  <a:cubicBezTo>
                    <a:pt x="1298" y="647"/>
                    <a:pt x="1188" y="1795"/>
                    <a:pt x="1387" y="3141"/>
                  </a:cubicBezTo>
                  <a:cubicBezTo>
                    <a:pt x="1276" y="3538"/>
                    <a:pt x="129" y="5061"/>
                    <a:pt x="40" y="6032"/>
                  </a:cubicBezTo>
                  <a:cubicBezTo>
                    <a:pt x="1" y="6597"/>
                    <a:pt x="197" y="6787"/>
                    <a:pt x="562" y="6787"/>
                  </a:cubicBezTo>
                  <a:cubicBezTo>
                    <a:pt x="810" y="6787"/>
                    <a:pt x="1136" y="6700"/>
                    <a:pt x="1519" y="6584"/>
                  </a:cubicBezTo>
                  <a:cubicBezTo>
                    <a:pt x="2490" y="6275"/>
                    <a:pt x="2887" y="4333"/>
                    <a:pt x="3020" y="3317"/>
                  </a:cubicBezTo>
                  <a:cubicBezTo>
                    <a:pt x="3130" y="2324"/>
                    <a:pt x="2711" y="316"/>
                    <a:pt x="2556" y="95"/>
                  </a:cubicBezTo>
                  <a:cubicBezTo>
                    <a:pt x="2517" y="30"/>
                    <a:pt x="2428" y="1"/>
                    <a:pt x="2318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952;p66">
              <a:extLst>
                <a:ext uri="{FF2B5EF4-FFF2-40B4-BE49-F238E27FC236}">
                  <a16:creationId xmlns:a16="http://schemas.microsoft.com/office/drawing/2014/main" id="{368C4B3F-80F5-757B-9475-3EACCFEDFD37}"/>
                </a:ext>
              </a:extLst>
            </p:cNvPr>
            <p:cNvSpPr/>
            <p:nvPr/>
          </p:nvSpPr>
          <p:spPr>
            <a:xfrm>
              <a:off x="5196775" y="1089475"/>
              <a:ext cx="458050" cy="327725"/>
            </a:xfrm>
            <a:custGeom>
              <a:avLst/>
              <a:gdLst/>
              <a:ahLst/>
              <a:cxnLst/>
              <a:rect l="l" t="t" r="r" b="b"/>
              <a:pathLst>
                <a:path w="18322" h="13109" extrusionOk="0">
                  <a:moveTo>
                    <a:pt x="17346" y="0"/>
                  </a:moveTo>
                  <a:cubicBezTo>
                    <a:pt x="17233" y="0"/>
                    <a:pt x="17115" y="14"/>
                    <a:pt x="16993" y="43"/>
                  </a:cubicBezTo>
                  <a:cubicBezTo>
                    <a:pt x="16287" y="198"/>
                    <a:pt x="14522" y="4568"/>
                    <a:pt x="14522" y="4568"/>
                  </a:cubicBezTo>
                  <a:cubicBezTo>
                    <a:pt x="14522" y="4568"/>
                    <a:pt x="11275" y="4411"/>
                    <a:pt x="8718" y="4411"/>
                  </a:cubicBezTo>
                  <a:cubicBezTo>
                    <a:pt x="7440" y="4411"/>
                    <a:pt x="6334" y="4450"/>
                    <a:pt x="5893" y="4568"/>
                  </a:cubicBezTo>
                  <a:cubicBezTo>
                    <a:pt x="4546" y="4899"/>
                    <a:pt x="0" y="9445"/>
                    <a:pt x="0" y="9445"/>
                  </a:cubicBezTo>
                  <a:lnTo>
                    <a:pt x="4436" y="13109"/>
                  </a:lnTo>
                  <a:lnTo>
                    <a:pt x="9004" y="8275"/>
                  </a:lnTo>
                  <a:cubicBezTo>
                    <a:pt x="9004" y="8275"/>
                    <a:pt x="9964" y="8325"/>
                    <a:pt x="11093" y="8325"/>
                  </a:cubicBezTo>
                  <a:cubicBezTo>
                    <a:pt x="12221" y="8325"/>
                    <a:pt x="13518" y="8275"/>
                    <a:pt x="14191" y="8077"/>
                  </a:cubicBezTo>
                  <a:cubicBezTo>
                    <a:pt x="15515" y="7679"/>
                    <a:pt x="18119" y="1147"/>
                    <a:pt x="18229" y="705"/>
                  </a:cubicBezTo>
                  <a:cubicBezTo>
                    <a:pt x="18321" y="338"/>
                    <a:pt x="17908" y="0"/>
                    <a:pt x="17346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953;p66">
              <a:extLst>
                <a:ext uri="{FF2B5EF4-FFF2-40B4-BE49-F238E27FC236}">
                  <a16:creationId xmlns:a16="http://schemas.microsoft.com/office/drawing/2014/main" id="{F27AAA9C-7175-1CDF-C6C3-9DE12ABB14F7}"/>
                </a:ext>
              </a:extLst>
            </p:cNvPr>
            <p:cNvSpPr/>
            <p:nvPr/>
          </p:nvSpPr>
          <p:spPr>
            <a:xfrm>
              <a:off x="4420125" y="1093700"/>
              <a:ext cx="974725" cy="754850"/>
            </a:xfrm>
            <a:custGeom>
              <a:avLst/>
              <a:gdLst/>
              <a:ahLst/>
              <a:cxnLst/>
              <a:rect l="l" t="t" r="r" b="b"/>
              <a:pathLst>
                <a:path w="38989" h="30194" extrusionOk="0">
                  <a:moveTo>
                    <a:pt x="6588" y="0"/>
                  </a:moveTo>
                  <a:cubicBezTo>
                    <a:pt x="3456" y="0"/>
                    <a:pt x="1" y="3830"/>
                    <a:pt x="897" y="7157"/>
                  </a:cubicBezTo>
                  <a:cubicBezTo>
                    <a:pt x="2157" y="11750"/>
                    <a:pt x="17248" y="30194"/>
                    <a:pt x="22919" y="30194"/>
                  </a:cubicBezTo>
                  <a:cubicBezTo>
                    <a:pt x="23108" y="30194"/>
                    <a:pt x="23285" y="30174"/>
                    <a:pt x="23452" y="30132"/>
                  </a:cubicBezTo>
                  <a:cubicBezTo>
                    <a:pt x="28638" y="28830"/>
                    <a:pt x="38989" y="12432"/>
                    <a:pt x="38989" y="12432"/>
                  </a:cubicBezTo>
                  <a:lnTo>
                    <a:pt x="32633" y="5966"/>
                  </a:lnTo>
                  <a:lnTo>
                    <a:pt x="23121" y="16206"/>
                  </a:lnTo>
                  <a:cubicBezTo>
                    <a:pt x="23121" y="16206"/>
                    <a:pt x="10939" y="1110"/>
                    <a:pt x="7584" y="139"/>
                  </a:cubicBezTo>
                  <a:cubicBezTo>
                    <a:pt x="7260" y="45"/>
                    <a:pt x="6926" y="0"/>
                    <a:pt x="6588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954;p66">
              <a:extLst>
                <a:ext uri="{FF2B5EF4-FFF2-40B4-BE49-F238E27FC236}">
                  <a16:creationId xmlns:a16="http://schemas.microsoft.com/office/drawing/2014/main" id="{0A3A104B-A289-AA3C-D8DF-2B0E0EC07D6D}"/>
                </a:ext>
              </a:extLst>
            </p:cNvPr>
            <p:cNvSpPr/>
            <p:nvPr/>
          </p:nvSpPr>
          <p:spPr>
            <a:xfrm>
              <a:off x="3670650" y="1042000"/>
              <a:ext cx="1140475" cy="1548750"/>
            </a:xfrm>
            <a:custGeom>
              <a:avLst/>
              <a:gdLst/>
              <a:ahLst/>
              <a:cxnLst/>
              <a:rect l="l" t="t" r="r" b="b"/>
              <a:pathLst>
                <a:path w="45619" h="61950" extrusionOk="0">
                  <a:moveTo>
                    <a:pt x="13927" y="0"/>
                  </a:moveTo>
                  <a:cubicBezTo>
                    <a:pt x="13927" y="0"/>
                    <a:pt x="13243" y="111"/>
                    <a:pt x="12227" y="287"/>
                  </a:cubicBezTo>
                  <a:cubicBezTo>
                    <a:pt x="9822" y="751"/>
                    <a:pt x="5562" y="1722"/>
                    <a:pt x="4503" y="3178"/>
                  </a:cubicBezTo>
                  <a:cubicBezTo>
                    <a:pt x="3002" y="5231"/>
                    <a:pt x="7725" y="28735"/>
                    <a:pt x="7725" y="28735"/>
                  </a:cubicBezTo>
                  <a:cubicBezTo>
                    <a:pt x="7725" y="28735"/>
                    <a:pt x="1" y="54225"/>
                    <a:pt x="1060" y="61949"/>
                  </a:cubicBezTo>
                  <a:lnTo>
                    <a:pt x="45552" y="61949"/>
                  </a:lnTo>
                  <a:cubicBezTo>
                    <a:pt x="45618" y="60493"/>
                    <a:pt x="45508" y="59014"/>
                    <a:pt x="45287" y="57558"/>
                  </a:cubicBezTo>
                  <a:cubicBezTo>
                    <a:pt x="44890" y="55284"/>
                    <a:pt x="38380" y="34230"/>
                    <a:pt x="37056" y="30721"/>
                  </a:cubicBezTo>
                  <a:cubicBezTo>
                    <a:pt x="38954" y="21055"/>
                    <a:pt x="39505" y="5827"/>
                    <a:pt x="39174" y="4061"/>
                  </a:cubicBezTo>
                  <a:cubicBezTo>
                    <a:pt x="38843" y="2273"/>
                    <a:pt x="35400" y="1391"/>
                    <a:pt x="33789" y="1060"/>
                  </a:cubicBezTo>
                  <a:cubicBezTo>
                    <a:pt x="32995" y="905"/>
                    <a:pt x="31847" y="729"/>
                    <a:pt x="30876" y="596"/>
                  </a:cubicBezTo>
                  <a:cubicBezTo>
                    <a:pt x="29817" y="442"/>
                    <a:pt x="28956" y="331"/>
                    <a:pt x="28956" y="331"/>
                  </a:cubicBezTo>
                  <a:lnTo>
                    <a:pt x="13927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955;p66">
              <a:extLst>
                <a:ext uri="{FF2B5EF4-FFF2-40B4-BE49-F238E27FC236}">
                  <a16:creationId xmlns:a16="http://schemas.microsoft.com/office/drawing/2014/main" id="{71A87B51-012F-4D2A-2C80-155C944A2186}"/>
                </a:ext>
              </a:extLst>
            </p:cNvPr>
            <p:cNvSpPr/>
            <p:nvPr/>
          </p:nvSpPr>
          <p:spPr>
            <a:xfrm>
              <a:off x="4386825" y="2190725"/>
              <a:ext cx="231750" cy="265775"/>
            </a:xfrm>
            <a:custGeom>
              <a:avLst/>
              <a:gdLst/>
              <a:ahLst/>
              <a:cxnLst/>
              <a:rect l="l" t="t" r="r" b="b"/>
              <a:pathLst>
                <a:path w="9270" h="10631" extrusionOk="0">
                  <a:moveTo>
                    <a:pt x="0" y="0"/>
                  </a:moveTo>
                  <a:lnTo>
                    <a:pt x="0" y="7415"/>
                  </a:lnTo>
                  <a:cubicBezTo>
                    <a:pt x="0" y="7415"/>
                    <a:pt x="221" y="9578"/>
                    <a:pt x="3090" y="10395"/>
                  </a:cubicBezTo>
                  <a:cubicBezTo>
                    <a:pt x="3668" y="10558"/>
                    <a:pt x="4238" y="10630"/>
                    <a:pt x="4783" y="10630"/>
                  </a:cubicBezTo>
                  <a:cubicBezTo>
                    <a:pt x="6962" y="10630"/>
                    <a:pt x="8731" y="9472"/>
                    <a:pt x="8960" y="8342"/>
                  </a:cubicBezTo>
                  <a:cubicBezTo>
                    <a:pt x="9269" y="6797"/>
                    <a:pt x="9093" y="353"/>
                    <a:pt x="9071" y="1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956;p66">
              <a:extLst>
                <a:ext uri="{FF2B5EF4-FFF2-40B4-BE49-F238E27FC236}">
                  <a16:creationId xmlns:a16="http://schemas.microsoft.com/office/drawing/2014/main" id="{D435F635-2A70-AE73-2F15-3568F48807AB}"/>
                </a:ext>
              </a:extLst>
            </p:cNvPr>
            <p:cNvSpPr/>
            <p:nvPr/>
          </p:nvSpPr>
          <p:spPr>
            <a:xfrm>
              <a:off x="3851075" y="2190725"/>
              <a:ext cx="231750" cy="265775"/>
            </a:xfrm>
            <a:custGeom>
              <a:avLst/>
              <a:gdLst/>
              <a:ahLst/>
              <a:cxnLst/>
              <a:rect l="l" t="t" r="r" b="b"/>
              <a:pathLst>
                <a:path w="9270" h="10631" extrusionOk="0">
                  <a:moveTo>
                    <a:pt x="1" y="0"/>
                  </a:moveTo>
                  <a:lnTo>
                    <a:pt x="1" y="7415"/>
                  </a:lnTo>
                  <a:cubicBezTo>
                    <a:pt x="1" y="7415"/>
                    <a:pt x="199" y="9578"/>
                    <a:pt x="3090" y="10395"/>
                  </a:cubicBezTo>
                  <a:cubicBezTo>
                    <a:pt x="3664" y="10558"/>
                    <a:pt x="4232" y="10630"/>
                    <a:pt x="4775" y="10630"/>
                  </a:cubicBezTo>
                  <a:cubicBezTo>
                    <a:pt x="6948" y="10630"/>
                    <a:pt x="8731" y="9472"/>
                    <a:pt x="8961" y="8342"/>
                  </a:cubicBezTo>
                  <a:cubicBezTo>
                    <a:pt x="9270" y="6797"/>
                    <a:pt x="9071" y="353"/>
                    <a:pt x="9049" y="1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957;p66">
              <a:extLst>
                <a:ext uri="{FF2B5EF4-FFF2-40B4-BE49-F238E27FC236}">
                  <a16:creationId xmlns:a16="http://schemas.microsoft.com/office/drawing/2014/main" id="{BBE939AD-4503-3641-F5CE-FE07CC9F307B}"/>
                </a:ext>
              </a:extLst>
            </p:cNvPr>
            <p:cNvSpPr/>
            <p:nvPr/>
          </p:nvSpPr>
          <p:spPr>
            <a:xfrm>
              <a:off x="3976325" y="1042000"/>
              <a:ext cx="466250" cy="295200"/>
            </a:xfrm>
            <a:custGeom>
              <a:avLst/>
              <a:gdLst/>
              <a:ahLst/>
              <a:cxnLst/>
              <a:rect l="l" t="t" r="r" b="b"/>
              <a:pathLst>
                <a:path w="18650" h="11808" extrusionOk="0">
                  <a:moveTo>
                    <a:pt x="1700" y="0"/>
                  </a:moveTo>
                  <a:cubicBezTo>
                    <a:pt x="1700" y="0"/>
                    <a:pt x="1016" y="111"/>
                    <a:pt x="0" y="287"/>
                  </a:cubicBezTo>
                  <a:cubicBezTo>
                    <a:pt x="376" y="2891"/>
                    <a:pt x="4260" y="10638"/>
                    <a:pt x="9358" y="11807"/>
                  </a:cubicBezTo>
                  <a:cubicBezTo>
                    <a:pt x="15008" y="9556"/>
                    <a:pt x="18208" y="4414"/>
                    <a:pt x="18649" y="596"/>
                  </a:cubicBezTo>
                  <a:cubicBezTo>
                    <a:pt x="17590" y="442"/>
                    <a:pt x="16707" y="331"/>
                    <a:pt x="16707" y="331"/>
                  </a:cubicBezTo>
                  <a:lnTo>
                    <a:pt x="170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958;p66">
              <a:extLst>
                <a:ext uri="{FF2B5EF4-FFF2-40B4-BE49-F238E27FC236}">
                  <a16:creationId xmlns:a16="http://schemas.microsoft.com/office/drawing/2014/main" id="{51F21BDE-317A-A8DE-C0D8-F9A415A324A1}"/>
                </a:ext>
              </a:extLst>
            </p:cNvPr>
            <p:cNvSpPr/>
            <p:nvPr/>
          </p:nvSpPr>
          <p:spPr>
            <a:xfrm>
              <a:off x="3718675" y="2228775"/>
              <a:ext cx="232300" cy="231725"/>
            </a:xfrm>
            <a:custGeom>
              <a:avLst/>
              <a:gdLst/>
              <a:ahLst/>
              <a:cxnLst/>
              <a:rect l="l" t="t" r="r" b="b"/>
              <a:pathLst>
                <a:path w="9292" h="9269" extrusionOk="0">
                  <a:moveTo>
                    <a:pt x="5915" y="1"/>
                  </a:moveTo>
                  <a:lnTo>
                    <a:pt x="0" y="3995"/>
                  </a:lnTo>
                  <a:cubicBezTo>
                    <a:pt x="0" y="3995"/>
                    <a:pt x="2626" y="8122"/>
                    <a:pt x="4105" y="8917"/>
                  </a:cubicBezTo>
                  <a:cubicBezTo>
                    <a:pt x="4574" y="9180"/>
                    <a:pt x="5106" y="9269"/>
                    <a:pt x="5613" y="9269"/>
                  </a:cubicBezTo>
                  <a:cubicBezTo>
                    <a:pt x="6682" y="9269"/>
                    <a:pt x="7636" y="8873"/>
                    <a:pt x="7636" y="8873"/>
                  </a:cubicBezTo>
                  <a:lnTo>
                    <a:pt x="9291" y="7372"/>
                  </a:lnTo>
                  <a:cubicBezTo>
                    <a:pt x="9291" y="7372"/>
                    <a:pt x="7393" y="1722"/>
                    <a:pt x="5915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959;p66">
              <a:extLst>
                <a:ext uri="{FF2B5EF4-FFF2-40B4-BE49-F238E27FC236}">
                  <a16:creationId xmlns:a16="http://schemas.microsoft.com/office/drawing/2014/main" id="{BCA64A2C-64D0-FF2B-0FA4-6ECE2BBB40E9}"/>
                </a:ext>
              </a:extLst>
            </p:cNvPr>
            <p:cNvSpPr/>
            <p:nvPr/>
          </p:nvSpPr>
          <p:spPr>
            <a:xfrm>
              <a:off x="3397550" y="1657575"/>
              <a:ext cx="523625" cy="762700"/>
            </a:xfrm>
            <a:custGeom>
              <a:avLst/>
              <a:gdLst/>
              <a:ahLst/>
              <a:cxnLst/>
              <a:rect l="l" t="t" r="r" b="b"/>
              <a:pathLst>
                <a:path w="20945" h="30508" extrusionOk="0">
                  <a:moveTo>
                    <a:pt x="4870" y="0"/>
                  </a:moveTo>
                  <a:cubicBezTo>
                    <a:pt x="3945" y="0"/>
                    <a:pt x="3028" y="213"/>
                    <a:pt x="2208" y="691"/>
                  </a:cubicBezTo>
                  <a:cubicBezTo>
                    <a:pt x="1" y="1971"/>
                    <a:pt x="45" y="5590"/>
                    <a:pt x="707" y="7819"/>
                  </a:cubicBezTo>
                  <a:cubicBezTo>
                    <a:pt x="2053" y="13712"/>
                    <a:pt x="3510" y="17707"/>
                    <a:pt x="6489" y="22452"/>
                  </a:cubicBezTo>
                  <a:cubicBezTo>
                    <a:pt x="6884" y="23088"/>
                    <a:pt x="11554" y="30508"/>
                    <a:pt x="11739" y="30508"/>
                  </a:cubicBezTo>
                  <a:cubicBezTo>
                    <a:pt x="11740" y="30508"/>
                    <a:pt x="11741" y="30507"/>
                    <a:pt x="11742" y="30507"/>
                  </a:cubicBezTo>
                  <a:lnTo>
                    <a:pt x="20944" y="24173"/>
                  </a:lnTo>
                  <a:cubicBezTo>
                    <a:pt x="19841" y="21370"/>
                    <a:pt x="14589" y="10313"/>
                    <a:pt x="13331" y="7665"/>
                  </a:cubicBezTo>
                  <a:cubicBezTo>
                    <a:pt x="12271" y="5480"/>
                    <a:pt x="11168" y="3229"/>
                    <a:pt x="9314" y="1662"/>
                  </a:cubicBezTo>
                  <a:cubicBezTo>
                    <a:pt x="9115" y="1486"/>
                    <a:pt x="8895" y="1331"/>
                    <a:pt x="8674" y="1177"/>
                  </a:cubicBezTo>
                  <a:cubicBezTo>
                    <a:pt x="7565" y="446"/>
                    <a:pt x="6208" y="0"/>
                    <a:pt x="487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960;p66">
              <a:extLst>
                <a:ext uri="{FF2B5EF4-FFF2-40B4-BE49-F238E27FC236}">
                  <a16:creationId xmlns:a16="http://schemas.microsoft.com/office/drawing/2014/main" id="{04E55F03-D1FB-85D2-6E03-619A6D064928}"/>
                </a:ext>
              </a:extLst>
            </p:cNvPr>
            <p:cNvSpPr/>
            <p:nvPr/>
          </p:nvSpPr>
          <p:spPr>
            <a:xfrm>
              <a:off x="3982400" y="2327050"/>
              <a:ext cx="158375" cy="142450"/>
            </a:xfrm>
            <a:custGeom>
              <a:avLst/>
              <a:gdLst/>
              <a:ahLst/>
              <a:cxnLst/>
              <a:rect l="l" t="t" r="r" b="b"/>
              <a:pathLst>
                <a:path w="6335" h="5698" extrusionOk="0">
                  <a:moveTo>
                    <a:pt x="2731" y="0"/>
                  </a:moveTo>
                  <a:cubicBezTo>
                    <a:pt x="1626" y="0"/>
                    <a:pt x="186" y="448"/>
                    <a:pt x="0" y="572"/>
                  </a:cubicBezTo>
                  <a:cubicBezTo>
                    <a:pt x="0" y="572"/>
                    <a:pt x="2671" y="4059"/>
                    <a:pt x="3421" y="4898"/>
                  </a:cubicBezTo>
                  <a:cubicBezTo>
                    <a:pt x="3877" y="5407"/>
                    <a:pt x="4676" y="5697"/>
                    <a:pt x="5287" y="5697"/>
                  </a:cubicBezTo>
                  <a:cubicBezTo>
                    <a:pt x="5680" y="5697"/>
                    <a:pt x="5996" y="5577"/>
                    <a:pt x="6091" y="5317"/>
                  </a:cubicBezTo>
                  <a:cubicBezTo>
                    <a:pt x="6334" y="4655"/>
                    <a:pt x="4767" y="3728"/>
                    <a:pt x="4767" y="3728"/>
                  </a:cubicBezTo>
                  <a:cubicBezTo>
                    <a:pt x="4767" y="3728"/>
                    <a:pt x="4591" y="1058"/>
                    <a:pt x="3840" y="307"/>
                  </a:cubicBezTo>
                  <a:cubicBezTo>
                    <a:pt x="3615" y="82"/>
                    <a:pt x="3204" y="0"/>
                    <a:pt x="2731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961;p66">
              <a:extLst>
                <a:ext uri="{FF2B5EF4-FFF2-40B4-BE49-F238E27FC236}">
                  <a16:creationId xmlns:a16="http://schemas.microsoft.com/office/drawing/2014/main" id="{E74FDF00-3998-B96E-71D8-86C3D00A5FC4}"/>
                </a:ext>
              </a:extLst>
            </p:cNvPr>
            <p:cNvSpPr/>
            <p:nvPr/>
          </p:nvSpPr>
          <p:spPr>
            <a:xfrm>
              <a:off x="3810550" y="2318975"/>
              <a:ext cx="287175" cy="217825"/>
            </a:xfrm>
            <a:custGeom>
              <a:avLst/>
              <a:gdLst/>
              <a:ahLst/>
              <a:cxnLst/>
              <a:rect l="l" t="t" r="r" b="b"/>
              <a:pathLst>
                <a:path w="11487" h="8713" extrusionOk="0">
                  <a:moveTo>
                    <a:pt x="7529" y="1"/>
                  </a:moveTo>
                  <a:cubicBezTo>
                    <a:pt x="5651" y="1"/>
                    <a:pt x="0" y="3575"/>
                    <a:pt x="165" y="4338"/>
                  </a:cubicBezTo>
                  <a:cubicBezTo>
                    <a:pt x="320" y="5132"/>
                    <a:pt x="3144" y="8421"/>
                    <a:pt x="3696" y="8597"/>
                  </a:cubicBezTo>
                  <a:cubicBezTo>
                    <a:pt x="3909" y="8672"/>
                    <a:pt x="4122" y="8712"/>
                    <a:pt x="4335" y="8712"/>
                  </a:cubicBezTo>
                  <a:cubicBezTo>
                    <a:pt x="4497" y="8712"/>
                    <a:pt x="4660" y="8689"/>
                    <a:pt x="4822" y="8641"/>
                  </a:cubicBezTo>
                  <a:cubicBezTo>
                    <a:pt x="5109" y="8553"/>
                    <a:pt x="5396" y="8399"/>
                    <a:pt x="5638" y="8222"/>
                  </a:cubicBezTo>
                  <a:cubicBezTo>
                    <a:pt x="5938" y="8402"/>
                    <a:pt x="6215" y="8518"/>
                    <a:pt x="6504" y="8518"/>
                  </a:cubicBezTo>
                  <a:cubicBezTo>
                    <a:pt x="6854" y="8518"/>
                    <a:pt x="7222" y="8348"/>
                    <a:pt x="7669" y="7913"/>
                  </a:cubicBezTo>
                  <a:cubicBezTo>
                    <a:pt x="7867" y="8068"/>
                    <a:pt x="8088" y="8200"/>
                    <a:pt x="8331" y="8288"/>
                  </a:cubicBezTo>
                  <a:cubicBezTo>
                    <a:pt x="8472" y="8335"/>
                    <a:pt x="8601" y="8356"/>
                    <a:pt x="8718" y="8356"/>
                  </a:cubicBezTo>
                  <a:cubicBezTo>
                    <a:pt x="9478" y="8356"/>
                    <a:pt x="9743" y="7494"/>
                    <a:pt x="9743" y="7494"/>
                  </a:cubicBezTo>
                  <a:cubicBezTo>
                    <a:pt x="9826" y="7503"/>
                    <a:pt x="9908" y="7508"/>
                    <a:pt x="9988" y="7508"/>
                  </a:cubicBezTo>
                  <a:cubicBezTo>
                    <a:pt x="10103" y="7508"/>
                    <a:pt x="10214" y="7498"/>
                    <a:pt x="10317" y="7472"/>
                  </a:cubicBezTo>
                  <a:cubicBezTo>
                    <a:pt x="10825" y="7383"/>
                    <a:pt x="11487" y="7097"/>
                    <a:pt x="11376" y="6148"/>
                  </a:cubicBezTo>
                  <a:cubicBezTo>
                    <a:pt x="11222" y="4625"/>
                    <a:pt x="8949" y="476"/>
                    <a:pt x="7867" y="56"/>
                  </a:cubicBezTo>
                  <a:cubicBezTo>
                    <a:pt x="7776" y="19"/>
                    <a:pt x="7662" y="1"/>
                    <a:pt x="7529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962;p66">
              <a:extLst>
                <a:ext uri="{FF2B5EF4-FFF2-40B4-BE49-F238E27FC236}">
                  <a16:creationId xmlns:a16="http://schemas.microsoft.com/office/drawing/2014/main" id="{DAEE55E9-9059-D690-D760-EA6AF6943CB8}"/>
                </a:ext>
              </a:extLst>
            </p:cNvPr>
            <p:cNvSpPr/>
            <p:nvPr/>
          </p:nvSpPr>
          <p:spPr>
            <a:xfrm>
              <a:off x="3968050" y="2363950"/>
              <a:ext cx="100450" cy="142750"/>
            </a:xfrm>
            <a:custGeom>
              <a:avLst/>
              <a:gdLst/>
              <a:ahLst/>
              <a:cxnLst/>
              <a:rect l="l" t="t" r="r" b="b"/>
              <a:pathLst>
                <a:path w="4018" h="5710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89"/>
                    <a:pt x="2340" y="3024"/>
                    <a:pt x="2715" y="3731"/>
                  </a:cubicBezTo>
                  <a:cubicBezTo>
                    <a:pt x="3090" y="4437"/>
                    <a:pt x="3487" y="5298"/>
                    <a:pt x="3443" y="5695"/>
                  </a:cubicBezTo>
                  <a:cubicBezTo>
                    <a:pt x="3526" y="5704"/>
                    <a:pt x="3608" y="5709"/>
                    <a:pt x="3688" y="5709"/>
                  </a:cubicBezTo>
                  <a:cubicBezTo>
                    <a:pt x="3803" y="5709"/>
                    <a:pt x="3914" y="5699"/>
                    <a:pt x="4017" y="5673"/>
                  </a:cubicBezTo>
                  <a:cubicBezTo>
                    <a:pt x="3951" y="4393"/>
                    <a:pt x="3443" y="3157"/>
                    <a:pt x="2583" y="2186"/>
                  </a:cubicBezTo>
                  <a:cubicBezTo>
                    <a:pt x="1920" y="1502"/>
                    <a:pt x="67" y="45"/>
                    <a:pt x="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963;p66">
              <a:extLst>
                <a:ext uri="{FF2B5EF4-FFF2-40B4-BE49-F238E27FC236}">
                  <a16:creationId xmlns:a16="http://schemas.microsoft.com/office/drawing/2014/main" id="{176501B7-1AC0-C450-EA9C-7BB076781E9C}"/>
                </a:ext>
              </a:extLst>
            </p:cNvPr>
            <p:cNvSpPr/>
            <p:nvPr/>
          </p:nvSpPr>
          <p:spPr>
            <a:xfrm>
              <a:off x="3927225" y="2409200"/>
              <a:ext cx="91600" cy="117000"/>
            </a:xfrm>
            <a:custGeom>
              <a:avLst/>
              <a:gdLst/>
              <a:ahLst/>
              <a:cxnLst/>
              <a:rect l="l" t="t" r="r" b="b"/>
              <a:pathLst>
                <a:path w="3664" h="4680" extrusionOk="0">
                  <a:moveTo>
                    <a:pt x="0" y="1"/>
                  </a:moveTo>
                  <a:lnTo>
                    <a:pt x="3002" y="4304"/>
                  </a:lnTo>
                  <a:cubicBezTo>
                    <a:pt x="3200" y="4459"/>
                    <a:pt x="3421" y="4591"/>
                    <a:pt x="3664" y="4679"/>
                  </a:cubicBezTo>
                  <a:cubicBezTo>
                    <a:pt x="3509" y="4061"/>
                    <a:pt x="3289" y="3465"/>
                    <a:pt x="3002" y="2892"/>
                  </a:cubicBezTo>
                  <a:cubicBezTo>
                    <a:pt x="2362" y="1656"/>
                    <a:pt x="66" y="67"/>
                    <a:pt x="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964;p66">
              <a:extLst>
                <a:ext uri="{FF2B5EF4-FFF2-40B4-BE49-F238E27FC236}">
                  <a16:creationId xmlns:a16="http://schemas.microsoft.com/office/drawing/2014/main" id="{8904407B-4758-45F9-47D7-61CA04633057}"/>
                </a:ext>
              </a:extLst>
            </p:cNvPr>
            <p:cNvSpPr/>
            <p:nvPr/>
          </p:nvSpPr>
          <p:spPr>
            <a:xfrm>
              <a:off x="3886400" y="2457200"/>
              <a:ext cx="65125" cy="77825"/>
            </a:xfrm>
            <a:custGeom>
              <a:avLst/>
              <a:gdLst/>
              <a:ahLst/>
              <a:cxnLst/>
              <a:rect l="l" t="t" r="r" b="b"/>
              <a:pathLst>
                <a:path w="2605" h="3113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905" y="2075"/>
                    <a:pt x="1788" y="3112"/>
                  </a:cubicBezTo>
                  <a:cubicBezTo>
                    <a:pt x="2075" y="3024"/>
                    <a:pt x="2362" y="2870"/>
                    <a:pt x="2604" y="269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965;p66">
              <a:extLst>
                <a:ext uri="{FF2B5EF4-FFF2-40B4-BE49-F238E27FC236}">
                  <a16:creationId xmlns:a16="http://schemas.microsoft.com/office/drawing/2014/main" id="{402BACB6-6F5B-9080-0FCF-0EFBCC82FE30}"/>
                </a:ext>
              </a:extLst>
            </p:cNvPr>
            <p:cNvSpPr/>
            <p:nvPr/>
          </p:nvSpPr>
          <p:spPr>
            <a:xfrm>
              <a:off x="3796450" y="238100"/>
              <a:ext cx="850250" cy="748000"/>
            </a:xfrm>
            <a:custGeom>
              <a:avLst/>
              <a:gdLst/>
              <a:ahLst/>
              <a:cxnLst/>
              <a:rect l="l" t="t" r="r" b="b"/>
              <a:pathLst>
                <a:path w="34010" h="29920" extrusionOk="0">
                  <a:moveTo>
                    <a:pt x="23773" y="0"/>
                  </a:moveTo>
                  <a:cubicBezTo>
                    <a:pt x="23131" y="0"/>
                    <a:pt x="22484" y="130"/>
                    <a:pt x="21872" y="398"/>
                  </a:cubicBezTo>
                  <a:cubicBezTo>
                    <a:pt x="21077" y="773"/>
                    <a:pt x="20746" y="1480"/>
                    <a:pt x="20062" y="2053"/>
                  </a:cubicBezTo>
                  <a:cubicBezTo>
                    <a:pt x="19007" y="1106"/>
                    <a:pt x="17667" y="603"/>
                    <a:pt x="16298" y="603"/>
                  </a:cubicBezTo>
                  <a:cubicBezTo>
                    <a:pt x="15690" y="603"/>
                    <a:pt x="15076" y="702"/>
                    <a:pt x="14478" y="906"/>
                  </a:cubicBezTo>
                  <a:cubicBezTo>
                    <a:pt x="12558" y="1568"/>
                    <a:pt x="11168" y="3223"/>
                    <a:pt x="10815" y="5231"/>
                  </a:cubicBezTo>
                  <a:cubicBezTo>
                    <a:pt x="10127" y="4518"/>
                    <a:pt x="9134" y="4160"/>
                    <a:pt x="8138" y="4160"/>
                  </a:cubicBezTo>
                  <a:cubicBezTo>
                    <a:pt x="7376" y="4160"/>
                    <a:pt x="6613" y="4369"/>
                    <a:pt x="5982" y="4790"/>
                  </a:cubicBezTo>
                  <a:cubicBezTo>
                    <a:pt x="4481" y="5827"/>
                    <a:pt x="3686" y="7615"/>
                    <a:pt x="3929" y="9425"/>
                  </a:cubicBezTo>
                  <a:cubicBezTo>
                    <a:pt x="2362" y="9623"/>
                    <a:pt x="1082" y="10749"/>
                    <a:pt x="685" y="12294"/>
                  </a:cubicBezTo>
                  <a:cubicBezTo>
                    <a:pt x="332" y="13772"/>
                    <a:pt x="1126" y="15538"/>
                    <a:pt x="2428" y="16355"/>
                  </a:cubicBezTo>
                  <a:cubicBezTo>
                    <a:pt x="994" y="17392"/>
                    <a:pt x="1" y="20018"/>
                    <a:pt x="1082" y="21629"/>
                  </a:cubicBezTo>
                  <a:cubicBezTo>
                    <a:pt x="2029" y="23069"/>
                    <a:pt x="4332" y="23662"/>
                    <a:pt x="6055" y="23662"/>
                  </a:cubicBezTo>
                  <a:cubicBezTo>
                    <a:pt x="6261" y="23662"/>
                    <a:pt x="6458" y="23654"/>
                    <a:pt x="6644" y="23637"/>
                  </a:cubicBezTo>
                  <a:lnTo>
                    <a:pt x="6644" y="23637"/>
                  </a:lnTo>
                  <a:cubicBezTo>
                    <a:pt x="6224" y="25447"/>
                    <a:pt x="7637" y="26970"/>
                    <a:pt x="9380" y="27301"/>
                  </a:cubicBezTo>
                  <a:cubicBezTo>
                    <a:pt x="9586" y="27335"/>
                    <a:pt x="9793" y="27352"/>
                    <a:pt x="10000" y="27352"/>
                  </a:cubicBezTo>
                  <a:cubicBezTo>
                    <a:pt x="10858" y="27352"/>
                    <a:pt x="11706" y="27062"/>
                    <a:pt x="12382" y="26529"/>
                  </a:cubicBezTo>
                  <a:cubicBezTo>
                    <a:pt x="12470" y="26705"/>
                    <a:pt x="12580" y="26860"/>
                    <a:pt x="12691" y="27036"/>
                  </a:cubicBezTo>
                  <a:cubicBezTo>
                    <a:pt x="13562" y="28271"/>
                    <a:pt x="14670" y="28947"/>
                    <a:pt x="15889" y="28947"/>
                  </a:cubicBezTo>
                  <a:cubicBezTo>
                    <a:pt x="16740" y="28947"/>
                    <a:pt x="17645" y="28618"/>
                    <a:pt x="18561" y="27919"/>
                  </a:cubicBezTo>
                  <a:cubicBezTo>
                    <a:pt x="19152" y="29158"/>
                    <a:pt x="20385" y="29919"/>
                    <a:pt x="21705" y="29919"/>
                  </a:cubicBezTo>
                  <a:cubicBezTo>
                    <a:pt x="21913" y="29919"/>
                    <a:pt x="22124" y="29900"/>
                    <a:pt x="22335" y="29861"/>
                  </a:cubicBezTo>
                  <a:cubicBezTo>
                    <a:pt x="23836" y="29574"/>
                    <a:pt x="25337" y="28603"/>
                    <a:pt x="25381" y="27080"/>
                  </a:cubicBezTo>
                  <a:cubicBezTo>
                    <a:pt x="25875" y="27282"/>
                    <a:pt x="26392" y="27379"/>
                    <a:pt x="26902" y="27379"/>
                  </a:cubicBezTo>
                  <a:cubicBezTo>
                    <a:pt x="28237" y="27379"/>
                    <a:pt x="29530" y="26717"/>
                    <a:pt x="30280" y="25535"/>
                  </a:cubicBezTo>
                  <a:cubicBezTo>
                    <a:pt x="31273" y="23946"/>
                    <a:pt x="31052" y="21673"/>
                    <a:pt x="29596" y="20482"/>
                  </a:cubicBezTo>
                  <a:lnTo>
                    <a:pt x="29596" y="20482"/>
                  </a:lnTo>
                  <a:cubicBezTo>
                    <a:pt x="29691" y="20489"/>
                    <a:pt x="29786" y="20492"/>
                    <a:pt x="29881" y="20492"/>
                  </a:cubicBezTo>
                  <a:cubicBezTo>
                    <a:pt x="31553" y="20492"/>
                    <a:pt x="33023" y="19398"/>
                    <a:pt x="33524" y="17789"/>
                  </a:cubicBezTo>
                  <a:cubicBezTo>
                    <a:pt x="34010" y="16134"/>
                    <a:pt x="33237" y="13794"/>
                    <a:pt x="31693" y="13044"/>
                  </a:cubicBezTo>
                  <a:cubicBezTo>
                    <a:pt x="32973" y="11764"/>
                    <a:pt x="33259" y="9778"/>
                    <a:pt x="32377" y="8189"/>
                  </a:cubicBezTo>
                  <a:cubicBezTo>
                    <a:pt x="31679" y="7014"/>
                    <a:pt x="30534" y="6325"/>
                    <a:pt x="29277" y="6325"/>
                  </a:cubicBezTo>
                  <a:cubicBezTo>
                    <a:pt x="28905" y="6325"/>
                    <a:pt x="28523" y="6385"/>
                    <a:pt x="28139" y="6512"/>
                  </a:cubicBezTo>
                  <a:cubicBezTo>
                    <a:pt x="28846" y="4724"/>
                    <a:pt x="28448" y="2693"/>
                    <a:pt x="27080" y="1325"/>
                  </a:cubicBezTo>
                  <a:cubicBezTo>
                    <a:pt x="26172" y="460"/>
                    <a:pt x="24982" y="0"/>
                    <a:pt x="23773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966;p66">
              <a:extLst>
                <a:ext uri="{FF2B5EF4-FFF2-40B4-BE49-F238E27FC236}">
                  <a16:creationId xmlns:a16="http://schemas.microsoft.com/office/drawing/2014/main" id="{225DF634-361D-9609-0E3B-FC3959F6AF13}"/>
                </a:ext>
              </a:extLst>
            </p:cNvPr>
            <p:cNvSpPr/>
            <p:nvPr/>
          </p:nvSpPr>
          <p:spPr>
            <a:xfrm>
              <a:off x="3928875" y="563025"/>
              <a:ext cx="162225" cy="162000"/>
            </a:xfrm>
            <a:custGeom>
              <a:avLst/>
              <a:gdLst/>
              <a:ahLst/>
              <a:cxnLst/>
              <a:rect l="l" t="t" r="r" b="b"/>
              <a:pathLst>
                <a:path w="6489" h="6480" extrusionOk="0">
                  <a:moveTo>
                    <a:pt x="2399" y="0"/>
                  </a:moveTo>
                  <a:cubicBezTo>
                    <a:pt x="2164" y="0"/>
                    <a:pt x="1915" y="73"/>
                    <a:pt x="1656" y="246"/>
                  </a:cubicBezTo>
                  <a:cubicBezTo>
                    <a:pt x="0" y="1327"/>
                    <a:pt x="1258" y="3358"/>
                    <a:pt x="2185" y="4020"/>
                  </a:cubicBezTo>
                  <a:cubicBezTo>
                    <a:pt x="3265" y="4816"/>
                    <a:pt x="3919" y="6479"/>
                    <a:pt x="4728" y="6479"/>
                  </a:cubicBezTo>
                  <a:cubicBezTo>
                    <a:pt x="4928" y="6479"/>
                    <a:pt x="5136" y="6378"/>
                    <a:pt x="5363" y="6138"/>
                  </a:cubicBezTo>
                  <a:cubicBezTo>
                    <a:pt x="6489" y="4924"/>
                    <a:pt x="4436" y="1901"/>
                    <a:pt x="4436" y="1901"/>
                  </a:cubicBezTo>
                  <a:cubicBezTo>
                    <a:pt x="4436" y="1901"/>
                    <a:pt x="3602" y="0"/>
                    <a:pt x="2399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967;p66">
              <a:extLst>
                <a:ext uri="{FF2B5EF4-FFF2-40B4-BE49-F238E27FC236}">
                  <a16:creationId xmlns:a16="http://schemas.microsoft.com/office/drawing/2014/main" id="{F9D05BC7-D960-E337-8D34-A4147ED4C640}"/>
                </a:ext>
              </a:extLst>
            </p:cNvPr>
            <p:cNvSpPr/>
            <p:nvPr/>
          </p:nvSpPr>
          <p:spPr>
            <a:xfrm>
              <a:off x="4341575" y="574650"/>
              <a:ext cx="162225" cy="162450"/>
            </a:xfrm>
            <a:custGeom>
              <a:avLst/>
              <a:gdLst/>
              <a:ahLst/>
              <a:cxnLst/>
              <a:rect l="l" t="t" r="r" b="b"/>
              <a:pathLst>
                <a:path w="6489" h="6498" extrusionOk="0">
                  <a:moveTo>
                    <a:pt x="4116" y="0"/>
                  </a:moveTo>
                  <a:cubicBezTo>
                    <a:pt x="2905" y="0"/>
                    <a:pt x="2053" y="1921"/>
                    <a:pt x="2053" y="1921"/>
                  </a:cubicBezTo>
                  <a:cubicBezTo>
                    <a:pt x="2053" y="1921"/>
                    <a:pt x="0" y="4945"/>
                    <a:pt x="1148" y="6159"/>
                  </a:cubicBezTo>
                  <a:cubicBezTo>
                    <a:pt x="1369" y="6397"/>
                    <a:pt x="1574" y="6498"/>
                    <a:pt x="1769" y="6498"/>
                  </a:cubicBezTo>
                  <a:cubicBezTo>
                    <a:pt x="2569" y="6498"/>
                    <a:pt x="3227" y="4820"/>
                    <a:pt x="4326" y="4040"/>
                  </a:cubicBezTo>
                  <a:cubicBezTo>
                    <a:pt x="5231" y="3378"/>
                    <a:pt x="6489" y="1348"/>
                    <a:pt x="4856" y="244"/>
                  </a:cubicBezTo>
                  <a:cubicBezTo>
                    <a:pt x="4598" y="72"/>
                    <a:pt x="4350" y="0"/>
                    <a:pt x="4116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968;p66">
              <a:extLst>
                <a:ext uri="{FF2B5EF4-FFF2-40B4-BE49-F238E27FC236}">
                  <a16:creationId xmlns:a16="http://schemas.microsoft.com/office/drawing/2014/main" id="{4A6B4BB2-ECC6-8436-C732-38D1EB86989D}"/>
                </a:ext>
              </a:extLst>
            </p:cNvPr>
            <p:cNvSpPr/>
            <p:nvPr/>
          </p:nvSpPr>
          <p:spPr>
            <a:xfrm>
              <a:off x="4018800" y="816875"/>
              <a:ext cx="385150" cy="466800"/>
            </a:xfrm>
            <a:custGeom>
              <a:avLst/>
              <a:gdLst/>
              <a:ahLst/>
              <a:cxnLst/>
              <a:rect l="l" t="t" r="r" b="b"/>
              <a:pathLst>
                <a:path w="15406" h="18672" extrusionOk="0">
                  <a:moveTo>
                    <a:pt x="4657" y="1"/>
                  </a:moveTo>
                  <a:lnTo>
                    <a:pt x="4657" y="1"/>
                  </a:lnTo>
                  <a:cubicBezTo>
                    <a:pt x="4702" y="111"/>
                    <a:pt x="4591" y="5231"/>
                    <a:pt x="3951" y="6644"/>
                  </a:cubicBezTo>
                  <a:cubicBezTo>
                    <a:pt x="3113" y="8564"/>
                    <a:pt x="1" y="9005"/>
                    <a:pt x="1" y="9005"/>
                  </a:cubicBezTo>
                  <a:cubicBezTo>
                    <a:pt x="1" y="9005"/>
                    <a:pt x="3223" y="17811"/>
                    <a:pt x="7924" y="18672"/>
                  </a:cubicBezTo>
                  <a:cubicBezTo>
                    <a:pt x="11786" y="17127"/>
                    <a:pt x="14302" y="12536"/>
                    <a:pt x="15405" y="9380"/>
                  </a:cubicBezTo>
                  <a:cubicBezTo>
                    <a:pt x="12470" y="8983"/>
                    <a:pt x="11698" y="7571"/>
                    <a:pt x="11565" y="6225"/>
                  </a:cubicBezTo>
                  <a:cubicBezTo>
                    <a:pt x="11433" y="5121"/>
                    <a:pt x="11102" y="155"/>
                    <a:pt x="11102" y="155"/>
                  </a:cubicBezTo>
                  <a:lnTo>
                    <a:pt x="4657" y="1"/>
                  </a:ln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969;p66">
              <a:extLst>
                <a:ext uri="{FF2B5EF4-FFF2-40B4-BE49-F238E27FC236}">
                  <a16:creationId xmlns:a16="http://schemas.microsoft.com/office/drawing/2014/main" id="{3B9C2875-66B2-00B6-6FAA-F02B65BB2A8B}"/>
                </a:ext>
              </a:extLst>
            </p:cNvPr>
            <p:cNvSpPr/>
            <p:nvPr/>
          </p:nvSpPr>
          <p:spPr>
            <a:xfrm>
              <a:off x="4027075" y="488050"/>
              <a:ext cx="387350" cy="401150"/>
            </a:xfrm>
            <a:custGeom>
              <a:avLst/>
              <a:gdLst/>
              <a:ahLst/>
              <a:cxnLst/>
              <a:rect l="l" t="t" r="r" b="b"/>
              <a:pathLst>
                <a:path w="15494" h="16046" extrusionOk="0">
                  <a:moveTo>
                    <a:pt x="8564" y="0"/>
                  </a:moveTo>
                  <a:cubicBezTo>
                    <a:pt x="8445" y="1610"/>
                    <a:pt x="7107" y="2646"/>
                    <a:pt x="5708" y="2646"/>
                  </a:cubicBezTo>
                  <a:cubicBezTo>
                    <a:pt x="5035" y="2646"/>
                    <a:pt x="4348" y="2407"/>
                    <a:pt x="3775" y="1876"/>
                  </a:cubicBezTo>
                  <a:cubicBezTo>
                    <a:pt x="3245" y="2494"/>
                    <a:pt x="2627" y="3686"/>
                    <a:pt x="1788" y="3730"/>
                  </a:cubicBezTo>
                  <a:cubicBezTo>
                    <a:pt x="1780" y="3731"/>
                    <a:pt x="1771" y="3731"/>
                    <a:pt x="1761" y="3731"/>
                  </a:cubicBezTo>
                  <a:cubicBezTo>
                    <a:pt x="1140" y="3731"/>
                    <a:pt x="111" y="2992"/>
                    <a:pt x="133" y="2318"/>
                  </a:cubicBezTo>
                  <a:lnTo>
                    <a:pt x="133" y="2318"/>
                  </a:lnTo>
                  <a:cubicBezTo>
                    <a:pt x="1" y="5694"/>
                    <a:pt x="244" y="9402"/>
                    <a:pt x="2119" y="12359"/>
                  </a:cubicBezTo>
                  <a:cubicBezTo>
                    <a:pt x="3995" y="15317"/>
                    <a:pt x="6555" y="16045"/>
                    <a:pt x="8012" y="16045"/>
                  </a:cubicBezTo>
                  <a:cubicBezTo>
                    <a:pt x="9756" y="16045"/>
                    <a:pt x="13596" y="14125"/>
                    <a:pt x="14589" y="9888"/>
                  </a:cubicBezTo>
                  <a:cubicBezTo>
                    <a:pt x="15074" y="7857"/>
                    <a:pt x="15185" y="5783"/>
                    <a:pt x="15494" y="3708"/>
                  </a:cubicBezTo>
                  <a:lnTo>
                    <a:pt x="15494" y="3708"/>
                  </a:lnTo>
                  <a:cubicBezTo>
                    <a:pt x="15385" y="3722"/>
                    <a:pt x="15277" y="3729"/>
                    <a:pt x="15172" y="3729"/>
                  </a:cubicBezTo>
                  <a:cubicBezTo>
                    <a:pt x="13441" y="3729"/>
                    <a:pt x="12230" y="1910"/>
                    <a:pt x="13000" y="287"/>
                  </a:cubicBezTo>
                  <a:lnTo>
                    <a:pt x="13000" y="287"/>
                  </a:lnTo>
                  <a:lnTo>
                    <a:pt x="13000" y="309"/>
                  </a:lnTo>
                  <a:cubicBezTo>
                    <a:pt x="13044" y="221"/>
                    <a:pt x="13066" y="155"/>
                    <a:pt x="13110" y="89"/>
                  </a:cubicBezTo>
                  <a:lnTo>
                    <a:pt x="13110" y="89"/>
                  </a:lnTo>
                  <a:cubicBezTo>
                    <a:pt x="12467" y="646"/>
                    <a:pt x="11678" y="923"/>
                    <a:pt x="10889" y="923"/>
                  </a:cubicBezTo>
                  <a:cubicBezTo>
                    <a:pt x="10055" y="923"/>
                    <a:pt x="9222" y="613"/>
                    <a:pt x="8564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970;p66">
              <a:extLst>
                <a:ext uri="{FF2B5EF4-FFF2-40B4-BE49-F238E27FC236}">
                  <a16:creationId xmlns:a16="http://schemas.microsoft.com/office/drawing/2014/main" id="{9A1D297C-3FF3-5E93-5CD2-0B8FBB0E5B4C}"/>
                </a:ext>
              </a:extLst>
            </p:cNvPr>
            <p:cNvSpPr/>
            <p:nvPr/>
          </p:nvSpPr>
          <p:spPr>
            <a:xfrm>
              <a:off x="4133575" y="607775"/>
              <a:ext cx="38650" cy="38650"/>
            </a:xfrm>
            <a:custGeom>
              <a:avLst/>
              <a:gdLst/>
              <a:ahLst/>
              <a:cxnLst/>
              <a:rect l="l" t="t" r="r" b="b"/>
              <a:pathLst>
                <a:path w="1546" h="1546" extrusionOk="0">
                  <a:moveTo>
                    <a:pt x="751" y="1"/>
                  </a:moveTo>
                  <a:cubicBezTo>
                    <a:pt x="552" y="23"/>
                    <a:pt x="375" y="111"/>
                    <a:pt x="221" y="243"/>
                  </a:cubicBezTo>
                  <a:cubicBezTo>
                    <a:pt x="155" y="310"/>
                    <a:pt x="89" y="398"/>
                    <a:pt x="66" y="508"/>
                  </a:cubicBezTo>
                  <a:cubicBezTo>
                    <a:pt x="22" y="596"/>
                    <a:pt x="0" y="685"/>
                    <a:pt x="0" y="795"/>
                  </a:cubicBezTo>
                  <a:cubicBezTo>
                    <a:pt x="22" y="861"/>
                    <a:pt x="22" y="905"/>
                    <a:pt x="44" y="972"/>
                  </a:cubicBezTo>
                  <a:cubicBezTo>
                    <a:pt x="66" y="1104"/>
                    <a:pt x="155" y="1236"/>
                    <a:pt x="243" y="1325"/>
                  </a:cubicBezTo>
                  <a:cubicBezTo>
                    <a:pt x="309" y="1369"/>
                    <a:pt x="353" y="1413"/>
                    <a:pt x="420" y="1435"/>
                  </a:cubicBezTo>
                  <a:cubicBezTo>
                    <a:pt x="530" y="1501"/>
                    <a:pt x="662" y="1545"/>
                    <a:pt x="795" y="1545"/>
                  </a:cubicBezTo>
                  <a:cubicBezTo>
                    <a:pt x="1104" y="1523"/>
                    <a:pt x="1369" y="1325"/>
                    <a:pt x="1479" y="1038"/>
                  </a:cubicBezTo>
                  <a:cubicBezTo>
                    <a:pt x="1523" y="950"/>
                    <a:pt x="1545" y="861"/>
                    <a:pt x="1545" y="751"/>
                  </a:cubicBezTo>
                  <a:lnTo>
                    <a:pt x="1501" y="552"/>
                  </a:lnTo>
                  <a:cubicBezTo>
                    <a:pt x="1479" y="420"/>
                    <a:pt x="1391" y="310"/>
                    <a:pt x="1302" y="221"/>
                  </a:cubicBezTo>
                  <a:lnTo>
                    <a:pt x="1126" y="89"/>
                  </a:lnTo>
                  <a:cubicBezTo>
                    <a:pt x="1015" y="45"/>
                    <a:pt x="883" y="1"/>
                    <a:pt x="75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971;p66">
              <a:extLst>
                <a:ext uri="{FF2B5EF4-FFF2-40B4-BE49-F238E27FC236}">
                  <a16:creationId xmlns:a16="http://schemas.microsoft.com/office/drawing/2014/main" id="{472F341A-8950-672B-A5FF-1C7F0E374761}"/>
                </a:ext>
              </a:extLst>
            </p:cNvPr>
            <p:cNvSpPr/>
            <p:nvPr/>
          </p:nvSpPr>
          <p:spPr>
            <a:xfrm>
              <a:off x="4266525" y="60942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1524" h="1524" extrusionOk="0">
                  <a:moveTo>
                    <a:pt x="751" y="1"/>
                  </a:moveTo>
                  <a:cubicBezTo>
                    <a:pt x="641" y="1"/>
                    <a:pt x="553" y="23"/>
                    <a:pt x="464" y="67"/>
                  </a:cubicBezTo>
                  <a:cubicBezTo>
                    <a:pt x="354" y="89"/>
                    <a:pt x="266" y="155"/>
                    <a:pt x="200" y="221"/>
                  </a:cubicBezTo>
                  <a:cubicBezTo>
                    <a:pt x="133" y="310"/>
                    <a:pt x="89" y="398"/>
                    <a:pt x="45" y="486"/>
                  </a:cubicBezTo>
                  <a:cubicBezTo>
                    <a:pt x="1" y="575"/>
                    <a:pt x="1" y="685"/>
                    <a:pt x="1" y="773"/>
                  </a:cubicBezTo>
                  <a:cubicBezTo>
                    <a:pt x="1" y="839"/>
                    <a:pt x="23" y="906"/>
                    <a:pt x="23" y="972"/>
                  </a:cubicBezTo>
                  <a:cubicBezTo>
                    <a:pt x="67" y="1104"/>
                    <a:pt x="133" y="1215"/>
                    <a:pt x="222" y="1303"/>
                  </a:cubicBezTo>
                  <a:lnTo>
                    <a:pt x="398" y="1435"/>
                  </a:lnTo>
                  <a:cubicBezTo>
                    <a:pt x="509" y="1502"/>
                    <a:pt x="641" y="1524"/>
                    <a:pt x="773" y="1524"/>
                  </a:cubicBezTo>
                  <a:cubicBezTo>
                    <a:pt x="884" y="1524"/>
                    <a:pt x="972" y="1502"/>
                    <a:pt x="1060" y="1457"/>
                  </a:cubicBezTo>
                  <a:cubicBezTo>
                    <a:pt x="1259" y="1391"/>
                    <a:pt x="1413" y="1215"/>
                    <a:pt x="1480" y="1038"/>
                  </a:cubicBezTo>
                  <a:cubicBezTo>
                    <a:pt x="1524" y="950"/>
                    <a:pt x="1524" y="839"/>
                    <a:pt x="1524" y="751"/>
                  </a:cubicBezTo>
                  <a:cubicBezTo>
                    <a:pt x="1524" y="685"/>
                    <a:pt x="1502" y="619"/>
                    <a:pt x="1502" y="553"/>
                  </a:cubicBezTo>
                  <a:cubicBezTo>
                    <a:pt x="1458" y="420"/>
                    <a:pt x="1391" y="310"/>
                    <a:pt x="1281" y="199"/>
                  </a:cubicBezTo>
                  <a:lnTo>
                    <a:pt x="1127" y="89"/>
                  </a:lnTo>
                  <a:cubicBezTo>
                    <a:pt x="1016" y="23"/>
                    <a:pt x="884" y="1"/>
                    <a:pt x="75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972;p66">
              <a:extLst>
                <a:ext uri="{FF2B5EF4-FFF2-40B4-BE49-F238E27FC236}">
                  <a16:creationId xmlns:a16="http://schemas.microsoft.com/office/drawing/2014/main" id="{69FEB9A7-B2BA-5458-0808-21B957562527}"/>
                </a:ext>
              </a:extLst>
            </p:cNvPr>
            <p:cNvSpPr/>
            <p:nvPr/>
          </p:nvSpPr>
          <p:spPr>
            <a:xfrm>
              <a:off x="4177150" y="730275"/>
              <a:ext cx="111475" cy="54725"/>
            </a:xfrm>
            <a:custGeom>
              <a:avLst/>
              <a:gdLst/>
              <a:ahLst/>
              <a:cxnLst/>
              <a:rect l="l" t="t" r="r" b="b"/>
              <a:pathLst>
                <a:path w="4459" h="2189" extrusionOk="0">
                  <a:moveTo>
                    <a:pt x="4459" y="0"/>
                  </a:moveTo>
                  <a:cubicBezTo>
                    <a:pt x="4459" y="0"/>
                    <a:pt x="3179" y="795"/>
                    <a:pt x="1899" y="795"/>
                  </a:cubicBezTo>
                  <a:cubicBezTo>
                    <a:pt x="1857" y="796"/>
                    <a:pt x="1816" y="797"/>
                    <a:pt x="1775" y="797"/>
                  </a:cubicBezTo>
                  <a:cubicBezTo>
                    <a:pt x="1154" y="797"/>
                    <a:pt x="539" y="641"/>
                    <a:pt x="1" y="331"/>
                  </a:cubicBezTo>
                  <a:lnTo>
                    <a:pt x="1" y="331"/>
                  </a:lnTo>
                  <a:cubicBezTo>
                    <a:pt x="107" y="1393"/>
                    <a:pt x="1010" y="2189"/>
                    <a:pt x="2041" y="2189"/>
                  </a:cubicBezTo>
                  <a:cubicBezTo>
                    <a:pt x="2082" y="2189"/>
                    <a:pt x="2122" y="2187"/>
                    <a:pt x="2164" y="2185"/>
                  </a:cubicBezTo>
                  <a:cubicBezTo>
                    <a:pt x="4172" y="2185"/>
                    <a:pt x="4459" y="0"/>
                    <a:pt x="44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973;p66">
              <a:extLst>
                <a:ext uri="{FF2B5EF4-FFF2-40B4-BE49-F238E27FC236}">
                  <a16:creationId xmlns:a16="http://schemas.microsoft.com/office/drawing/2014/main" id="{D41E5DC0-33EE-C8CD-0E88-43173650B8F8}"/>
                </a:ext>
              </a:extLst>
            </p:cNvPr>
            <p:cNvSpPr/>
            <p:nvPr/>
          </p:nvSpPr>
          <p:spPr>
            <a:xfrm>
              <a:off x="4188200" y="567700"/>
              <a:ext cx="41950" cy="142850"/>
            </a:xfrm>
            <a:custGeom>
              <a:avLst/>
              <a:gdLst/>
              <a:ahLst/>
              <a:cxnLst/>
              <a:rect l="l" t="t" r="r" b="b"/>
              <a:pathLst>
                <a:path w="1678" h="5714" extrusionOk="0">
                  <a:moveTo>
                    <a:pt x="950" y="1"/>
                  </a:moveTo>
                  <a:cubicBezTo>
                    <a:pt x="899" y="1"/>
                    <a:pt x="839" y="48"/>
                    <a:pt x="839" y="103"/>
                  </a:cubicBezTo>
                  <a:cubicBezTo>
                    <a:pt x="839" y="809"/>
                    <a:pt x="1015" y="1515"/>
                    <a:pt x="993" y="2222"/>
                  </a:cubicBezTo>
                  <a:cubicBezTo>
                    <a:pt x="993" y="2817"/>
                    <a:pt x="861" y="3413"/>
                    <a:pt x="618" y="3965"/>
                  </a:cubicBezTo>
                  <a:cubicBezTo>
                    <a:pt x="419" y="4340"/>
                    <a:pt x="0" y="4737"/>
                    <a:pt x="199" y="5201"/>
                  </a:cubicBezTo>
                  <a:cubicBezTo>
                    <a:pt x="367" y="5604"/>
                    <a:pt x="777" y="5713"/>
                    <a:pt x="1178" y="5713"/>
                  </a:cubicBezTo>
                  <a:cubicBezTo>
                    <a:pt x="1304" y="5713"/>
                    <a:pt x="1429" y="5702"/>
                    <a:pt x="1545" y="5686"/>
                  </a:cubicBezTo>
                  <a:cubicBezTo>
                    <a:pt x="1677" y="5664"/>
                    <a:pt x="1655" y="5444"/>
                    <a:pt x="1523" y="5444"/>
                  </a:cubicBezTo>
                  <a:cubicBezTo>
                    <a:pt x="1214" y="5422"/>
                    <a:pt x="839" y="5466"/>
                    <a:pt x="596" y="5223"/>
                  </a:cubicBezTo>
                  <a:cubicBezTo>
                    <a:pt x="353" y="4980"/>
                    <a:pt x="486" y="4760"/>
                    <a:pt x="640" y="4517"/>
                  </a:cubicBezTo>
                  <a:cubicBezTo>
                    <a:pt x="905" y="4119"/>
                    <a:pt x="1104" y="3678"/>
                    <a:pt x="1192" y="3215"/>
                  </a:cubicBezTo>
                  <a:cubicBezTo>
                    <a:pt x="1302" y="2751"/>
                    <a:pt x="1324" y="2244"/>
                    <a:pt x="1280" y="1758"/>
                  </a:cubicBezTo>
                  <a:cubicBezTo>
                    <a:pt x="1280" y="1184"/>
                    <a:pt x="1192" y="610"/>
                    <a:pt x="1015" y="59"/>
                  </a:cubicBezTo>
                  <a:cubicBezTo>
                    <a:pt x="1007" y="17"/>
                    <a:pt x="980" y="1"/>
                    <a:pt x="95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974;p66">
              <a:extLst>
                <a:ext uri="{FF2B5EF4-FFF2-40B4-BE49-F238E27FC236}">
                  <a16:creationId xmlns:a16="http://schemas.microsoft.com/office/drawing/2014/main" id="{DF53C36E-0BCF-CE43-1399-FEC1D4E9F9FB}"/>
                </a:ext>
              </a:extLst>
            </p:cNvPr>
            <p:cNvSpPr/>
            <p:nvPr/>
          </p:nvSpPr>
          <p:spPr>
            <a:xfrm>
              <a:off x="4017750" y="552600"/>
              <a:ext cx="407725" cy="146900"/>
            </a:xfrm>
            <a:custGeom>
              <a:avLst/>
              <a:gdLst/>
              <a:ahLst/>
              <a:cxnLst/>
              <a:rect l="l" t="t" r="r" b="b"/>
              <a:pathLst>
                <a:path w="16309" h="5876" extrusionOk="0">
                  <a:moveTo>
                    <a:pt x="5034" y="795"/>
                  </a:moveTo>
                  <a:cubicBezTo>
                    <a:pt x="5048" y="795"/>
                    <a:pt x="5061" y="795"/>
                    <a:pt x="5075" y="795"/>
                  </a:cubicBezTo>
                  <a:cubicBezTo>
                    <a:pt x="6156" y="817"/>
                    <a:pt x="7237" y="1810"/>
                    <a:pt x="7193" y="2914"/>
                  </a:cubicBezTo>
                  <a:cubicBezTo>
                    <a:pt x="7127" y="4061"/>
                    <a:pt x="6178" y="4966"/>
                    <a:pt x="5008" y="4988"/>
                  </a:cubicBezTo>
                  <a:cubicBezTo>
                    <a:pt x="3861" y="4966"/>
                    <a:pt x="2934" y="3995"/>
                    <a:pt x="2956" y="2848"/>
                  </a:cubicBezTo>
                  <a:cubicBezTo>
                    <a:pt x="2978" y="1713"/>
                    <a:pt x="3905" y="795"/>
                    <a:pt x="5034" y="795"/>
                  </a:cubicBezTo>
                  <a:close/>
                  <a:moveTo>
                    <a:pt x="11169" y="905"/>
                  </a:moveTo>
                  <a:cubicBezTo>
                    <a:pt x="11183" y="905"/>
                    <a:pt x="11196" y="905"/>
                    <a:pt x="11210" y="905"/>
                  </a:cubicBezTo>
                  <a:cubicBezTo>
                    <a:pt x="12358" y="905"/>
                    <a:pt x="13284" y="1877"/>
                    <a:pt x="13262" y="3024"/>
                  </a:cubicBezTo>
                  <a:cubicBezTo>
                    <a:pt x="13241" y="4158"/>
                    <a:pt x="12313" y="5077"/>
                    <a:pt x="11184" y="5077"/>
                  </a:cubicBezTo>
                  <a:cubicBezTo>
                    <a:pt x="11170" y="5077"/>
                    <a:pt x="11157" y="5077"/>
                    <a:pt x="11144" y="5077"/>
                  </a:cubicBezTo>
                  <a:cubicBezTo>
                    <a:pt x="9974" y="5055"/>
                    <a:pt x="9069" y="4106"/>
                    <a:pt x="9091" y="2958"/>
                  </a:cubicBezTo>
                  <a:cubicBezTo>
                    <a:pt x="9091" y="1802"/>
                    <a:pt x="10039" y="905"/>
                    <a:pt x="11169" y="905"/>
                  </a:cubicBezTo>
                  <a:close/>
                  <a:moveTo>
                    <a:pt x="5097" y="1"/>
                  </a:moveTo>
                  <a:cubicBezTo>
                    <a:pt x="3905" y="1"/>
                    <a:pt x="2824" y="729"/>
                    <a:pt x="2404" y="1832"/>
                  </a:cubicBezTo>
                  <a:cubicBezTo>
                    <a:pt x="1808" y="1568"/>
                    <a:pt x="1190" y="1325"/>
                    <a:pt x="595" y="1060"/>
                  </a:cubicBezTo>
                  <a:cubicBezTo>
                    <a:pt x="548" y="1042"/>
                    <a:pt x="504" y="1034"/>
                    <a:pt x="463" y="1034"/>
                  </a:cubicBezTo>
                  <a:cubicBezTo>
                    <a:pt x="149" y="1034"/>
                    <a:pt x="1" y="1500"/>
                    <a:pt x="352" y="1656"/>
                  </a:cubicBezTo>
                  <a:cubicBezTo>
                    <a:pt x="970" y="1921"/>
                    <a:pt x="1588" y="2186"/>
                    <a:pt x="2228" y="2450"/>
                  </a:cubicBezTo>
                  <a:cubicBezTo>
                    <a:pt x="2073" y="3289"/>
                    <a:pt x="2316" y="4150"/>
                    <a:pt x="2890" y="4790"/>
                  </a:cubicBezTo>
                  <a:cubicBezTo>
                    <a:pt x="3483" y="5465"/>
                    <a:pt x="4266" y="5775"/>
                    <a:pt x="5039" y="5775"/>
                  </a:cubicBezTo>
                  <a:cubicBezTo>
                    <a:pt x="6336" y="5775"/>
                    <a:pt x="7601" y="4902"/>
                    <a:pt x="7877" y="3421"/>
                  </a:cubicBezTo>
                  <a:cubicBezTo>
                    <a:pt x="7877" y="3281"/>
                    <a:pt x="7989" y="3209"/>
                    <a:pt x="8100" y="3209"/>
                  </a:cubicBezTo>
                  <a:cubicBezTo>
                    <a:pt x="8215" y="3209"/>
                    <a:pt x="8330" y="3286"/>
                    <a:pt x="8319" y="3443"/>
                  </a:cubicBezTo>
                  <a:cubicBezTo>
                    <a:pt x="8560" y="4959"/>
                    <a:pt x="9856" y="5875"/>
                    <a:pt x="11185" y="5875"/>
                  </a:cubicBezTo>
                  <a:cubicBezTo>
                    <a:pt x="11926" y="5875"/>
                    <a:pt x="12678" y="5590"/>
                    <a:pt x="13262" y="4966"/>
                  </a:cubicBezTo>
                  <a:cubicBezTo>
                    <a:pt x="13902" y="4304"/>
                    <a:pt x="14145" y="3377"/>
                    <a:pt x="13969" y="2494"/>
                  </a:cubicBezTo>
                  <a:cubicBezTo>
                    <a:pt x="14631" y="2230"/>
                    <a:pt x="15315" y="1943"/>
                    <a:pt x="15977" y="1656"/>
                  </a:cubicBezTo>
                  <a:cubicBezTo>
                    <a:pt x="16308" y="1500"/>
                    <a:pt x="16158" y="1034"/>
                    <a:pt x="15859" y="1034"/>
                  </a:cubicBezTo>
                  <a:cubicBezTo>
                    <a:pt x="15820" y="1034"/>
                    <a:pt x="15778" y="1042"/>
                    <a:pt x="15734" y="1060"/>
                  </a:cubicBezTo>
                  <a:cubicBezTo>
                    <a:pt x="15072" y="1325"/>
                    <a:pt x="14432" y="1612"/>
                    <a:pt x="13770" y="1899"/>
                  </a:cubicBezTo>
                  <a:cubicBezTo>
                    <a:pt x="13373" y="839"/>
                    <a:pt x="12358" y="133"/>
                    <a:pt x="11232" y="111"/>
                  </a:cubicBezTo>
                  <a:cubicBezTo>
                    <a:pt x="11216" y="111"/>
                    <a:pt x="11200" y="111"/>
                    <a:pt x="11185" y="111"/>
                  </a:cubicBezTo>
                  <a:cubicBezTo>
                    <a:pt x="9815" y="111"/>
                    <a:pt x="8647" y="1053"/>
                    <a:pt x="8363" y="2362"/>
                  </a:cubicBezTo>
                  <a:cubicBezTo>
                    <a:pt x="8352" y="2514"/>
                    <a:pt x="8240" y="2586"/>
                    <a:pt x="8127" y="2586"/>
                  </a:cubicBezTo>
                  <a:cubicBezTo>
                    <a:pt x="8009" y="2586"/>
                    <a:pt x="7889" y="2508"/>
                    <a:pt x="7877" y="2362"/>
                  </a:cubicBezTo>
                  <a:cubicBezTo>
                    <a:pt x="7635" y="1016"/>
                    <a:pt x="6465" y="23"/>
                    <a:pt x="509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893;p66">
            <a:extLst>
              <a:ext uri="{FF2B5EF4-FFF2-40B4-BE49-F238E27FC236}">
                <a16:creationId xmlns:a16="http://schemas.microsoft.com/office/drawing/2014/main" id="{DEF805CE-3163-41EC-1EA5-27086C6664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6788" y="1795463"/>
            <a:ext cx="4538662" cy="234791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just"/>
            <a:r>
              <a:rPr lang="en" sz="7200" b="1" dirty="0"/>
              <a:t>Thank you</a:t>
            </a:r>
            <a:endParaRPr sz="7200" b="1" dirty="0"/>
          </a:p>
        </p:txBody>
      </p:sp>
      <p:sp>
        <p:nvSpPr>
          <p:cNvPr id="117" name="Google Shape;1898;p66">
            <a:extLst>
              <a:ext uri="{FF2B5EF4-FFF2-40B4-BE49-F238E27FC236}">
                <a16:creationId xmlns:a16="http://schemas.microsoft.com/office/drawing/2014/main" id="{8FDECAB7-191D-5DC1-4F02-0310915B0E2A}"/>
              </a:ext>
            </a:extLst>
          </p:cNvPr>
          <p:cNvSpPr txBox="1">
            <a:spLocks/>
          </p:cNvSpPr>
          <p:nvPr/>
        </p:nvSpPr>
        <p:spPr>
          <a:xfrm>
            <a:off x="3749496" y="3477094"/>
            <a:ext cx="3384000" cy="1560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/>
              <a:t>Do you have any questions?</a:t>
            </a:r>
          </a:p>
          <a:p>
            <a:pPr marL="0" indent="0"/>
            <a:endParaRPr lang="en-US" dirty="0"/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399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679</TotalTime>
  <Words>1428</Words>
  <Application>Microsoft Office PowerPoint</Application>
  <PresentationFormat>Widescreen</PresentationFormat>
  <Paragraphs>456</Paragraphs>
  <Slides>25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Fira Sans Extra Condensed</vt:lpstr>
      <vt:lpstr>Roboto</vt:lpstr>
      <vt:lpstr>Times New Roman</vt:lpstr>
      <vt:lpstr>Office Theme</vt:lpstr>
      <vt:lpstr>Find The Episode!</vt:lpstr>
      <vt:lpstr>Watch this video!</vt:lpstr>
      <vt:lpstr>Big Problem </vt:lpstr>
      <vt:lpstr>Methodology</vt:lpstr>
      <vt:lpstr>Dataset</vt:lpstr>
      <vt:lpstr>Can you guess the Series?</vt:lpstr>
      <vt:lpstr>Can you guess the Series?</vt:lpstr>
      <vt:lpstr>Dataset Cont.</vt:lpstr>
      <vt:lpstr>Dataset Cont.</vt:lpstr>
      <vt:lpstr>Algorithms </vt:lpstr>
      <vt:lpstr>Divide and conquer</vt:lpstr>
      <vt:lpstr>Greedy strategy  </vt:lpstr>
      <vt:lpstr>Most Commonly used</vt:lpstr>
      <vt:lpstr> Knuth-Morries_Pratt Algorithm  </vt:lpstr>
      <vt:lpstr>Experiment Design</vt:lpstr>
      <vt:lpstr>Experiment Design cont. </vt:lpstr>
      <vt:lpstr> Experiment Design cont. </vt:lpstr>
      <vt:lpstr> Experiment Design cont. </vt:lpstr>
      <vt:lpstr>Experiment Design cont. </vt:lpstr>
      <vt:lpstr>Analysis and discussion </vt:lpstr>
      <vt:lpstr>Analysis and discussion </vt:lpstr>
      <vt:lpstr>Analysis and discussion </vt:lpstr>
      <vt:lpstr>Analysis and discussion </vt:lpstr>
      <vt:lpstr>Conclusion and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 The Episode!</dc:title>
  <dc:creator>Cheekireddy, Sreeja</dc:creator>
  <cp:lastModifiedBy>Cheekireddy, Sreeja</cp:lastModifiedBy>
  <cp:revision>58</cp:revision>
  <dcterms:created xsi:type="dcterms:W3CDTF">2023-11-12T04:05:05Z</dcterms:created>
  <dcterms:modified xsi:type="dcterms:W3CDTF">2023-11-14T00:50:40Z</dcterms:modified>
</cp:coreProperties>
</file>